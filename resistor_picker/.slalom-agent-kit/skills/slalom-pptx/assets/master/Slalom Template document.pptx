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Ex1.xml" ContentType="application/vnd.ms-office.chartex+xml"/>
  <Override PartName="/ppt/charts/style12.xml" ContentType="application/vnd.ms-office.chartstyle+xml"/>
  <Override PartName="/ppt/charts/colors12.xml" ContentType="application/vnd.ms-office.chartcolorstyl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4" r:id="rId4"/>
  </p:sldMasterIdLst>
  <p:notesMasterIdLst>
    <p:notesMasterId r:id="rId179"/>
  </p:notesMasterIdLst>
  <p:handoutMasterIdLst>
    <p:handoutMasterId r:id="rId180"/>
  </p:handoutMasterIdLst>
  <p:sldIdLst>
    <p:sldId id="2147468290" r:id="rId5"/>
    <p:sldId id="2147468293" r:id="rId6"/>
    <p:sldId id="2147468295" r:id="rId7"/>
    <p:sldId id="2147468291" r:id="rId8"/>
    <p:sldId id="2147468294" r:id="rId9"/>
    <p:sldId id="2147468388" r:id="rId10"/>
    <p:sldId id="2147468392" r:id="rId11"/>
    <p:sldId id="2147468387" r:id="rId12"/>
    <p:sldId id="2147468386" r:id="rId13"/>
    <p:sldId id="2147468406" r:id="rId14"/>
    <p:sldId id="2147468441" r:id="rId15"/>
    <p:sldId id="2147468300" r:id="rId16"/>
    <p:sldId id="2147468302" r:id="rId17"/>
    <p:sldId id="607" r:id="rId18"/>
    <p:sldId id="608" r:id="rId19"/>
    <p:sldId id="609" r:id="rId20"/>
    <p:sldId id="610" r:id="rId21"/>
    <p:sldId id="2147478910" r:id="rId22"/>
    <p:sldId id="2147478911" r:id="rId23"/>
    <p:sldId id="2147478908" r:id="rId24"/>
    <p:sldId id="2147478909" r:id="rId25"/>
    <p:sldId id="2147478912" r:id="rId26"/>
    <p:sldId id="2147478913" r:id="rId27"/>
    <p:sldId id="517" r:id="rId28"/>
    <p:sldId id="593" r:id="rId29"/>
    <p:sldId id="519" r:id="rId30"/>
    <p:sldId id="520" r:id="rId31"/>
    <p:sldId id="521" r:id="rId32"/>
    <p:sldId id="592" r:id="rId33"/>
    <p:sldId id="648" r:id="rId34"/>
    <p:sldId id="619" r:id="rId35"/>
    <p:sldId id="620" r:id="rId36"/>
    <p:sldId id="621" r:id="rId37"/>
    <p:sldId id="2147468329" r:id="rId38"/>
    <p:sldId id="2147468330" r:id="rId39"/>
    <p:sldId id="2147478919" r:id="rId40"/>
    <p:sldId id="2147478920" r:id="rId41"/>
    <p:sldId id="2147478921" r:id="rId42"/>
    <p:sldId id="2147478922" r:id="rId43"/>
    <p:sldId id="2147478923" r:id="rId44"/>
    <p:sldId id="2147478914" r:id="rId45"/>
    <p:sldId id="2147478915" r:id="rId46"/>
    <p:sldId id="2147478916" r:id="rId47"/>
    <p:sldId id="2147478917" r:id="rId48"/>
    <p:sldId id="2147478918" r:id="rId49"/>
    <p:sldId id="2147468331" r:id="rId50"/>
    <p:sldId id="2147468371" r:id="rId51"/>
    <p:sldId id="532" r:id="rId52"/>
    <p:sldId id="2147468508" r:id="rId53"/>
    <p:sldId id="2147478869" r:id="rId54"/>
    <p:sldId id="2147468449" r:id="rId55"/>
    <p:sldId id="2147468440" r:id="rId56"/>
    <p:sldId id="2147478924" r:id="rId57"/>
    <p:sldId id="542" r:id="rId58"/>
    <p:sldId id="2147468396" r:id="rId59"/>
    <p:sldId id="2147468372" r:id="rId60"/>
    <p:sldId id="2147468347" r:id="rId61"/>
    <p:sldId id="2147468397" r:id="rId62"/>
    <p:sldId id="2147468398" r:id="rId63"/>
    <p:sldId id="545" r:id="rId64"/>
    <p:sldId id="2147468350" r:id="rId65"/>
    <p:sldId id="2147468327" r:id="rId66"/>
    <p:sldId id="547" r:id="rId67"/>
    <p:sldId id="2147468328" r:id="rId68"/>
    <p:sldId id="548" r:id="rId69"/>
    <p:sldId id="617" r:id="rId70"/>
    <p:sldId id="618" r:id="rId71"/>
    <p:sldId id="513" r:id="rId72"/>
    <p:sldId id="616" r:id="rId73"/>
    <p:sldId id="682" r:id="rId74"/>
    <p:sldId id="683" r:id="rId75"/>
    <p:sldId id="553" r:id="rId76"/>
    <p:sldId id="2147468348" r:id="rId77"/>
    <p:sldId id="555" r:id="rId78"/>
    <p:sldId id="556" r:id="rId79"/>
    <p:sldId id="558" r:id="rId80"/>
    <p:sldId id="686" r:id="rId81"/>
    <p:sldId id="2147468502" r:id="rId82"/>
    <p:sldId id="2147468503" r:id="rId83"/>
    <p:sldId id="2147468504" r:id="rId84"/>
    <p:sldId id="560" r:id="rId85"/>
    <p:sldId id="685" r:id="rId86"/>
    <p:sldId id="687" r:id="rId87"/>
    <p:sldId id="562" r:id="rId88"/>
    <p:sldId id="2147468379" r:id="rId89"/>
    <p:sldId id="2147468376" r:id="rId90"/>
    <p:sldId id="2147468377" r:id="rId91"/>
    <p:sldId id="2147468378" r:id="rId92"/>
    <p:sldId id="2147468380" r:id="rId93"/>
    <p:sldId id="2147468381" r:id="rId94"/>
    <p:sldId id="2147468258" r:id="rId95"/>
    <p:sldId id="2147468469" r:id="rId96"/>
    <p:sldId id="2147468470" r:id="rId97"/>
    <p:sldId id="2147468471" r:id="rId98"/>
    <p:sldId id="2147468472" r:id="rId99"/>
    <p:sldId id="2147468473" r:id="rId100"/>
    <p:sldId id="2147468474" r:id="rId101"/>
    <p:sldId id="2147468475" r:id="rId102"/>
    <p:sldId id="2147468476" r:id="rId103"/>
    <p:sldId id="689" r:id="rId104"/>
    <p:sldId id="2147468270" r:id="rId105"/>
    <p:sldId id="691" r:id="rId106"/>
    <p:sldId id="690" r:id="rId107"/>
    <p:sldId id="688" r:id="rId108"/>
    <p:sldId id="563" r:id="rId109"/>
    <p:sldId id="2147468465" r:id="rId110"/>
    <p:sldId id="2147468466" r:id="rId111"/>
    <p:sldId id="2147468467" r:id="rId112"/>
    <p:sldId id="2147468468" r:id="rId113"/>
    <p:sldId id="2147468453" r:id="rId114"/>
    <p:sldId id="2147468454" r:id="rId115"/>
    <p:sldId id="2147468455" r:id="rId116"/>
    <p:sldId id="2147468456" r:id="rId117"/>
    <p:sldId id="2147468457" r:id="rId118"/>
    <p:sldId id="2147468458" r:id="rId119"/>
    <p:sldId id="2147468459" r:id="rId120"/>
    <p:sldId id="2147468460" r:id="rId121"/>
    <p:sldId id="2147468461" r:id="rId122"/>
    <p:sldId id="2147468462" r:id="rId123"/>
    <p:sldId id="2147468463" r:id="rId124"/>
    <p:sldId id="2147468464" r:id="rId125"/>
    <p:sldId id="2147468401" r:id="rId126"/>
    <p:sldId id="2147478925" r:id="rId127"/>
    <p:sldId id="2147468496" r:id="rId128"/>
    <p:sldId id="2147468497" r:id="rId129"/>
    <p:sldId id="2147468498" r:id="rId130"/>
    <p:sldId id="2147468499" r:id="rId131"/>
    <p:sldId id="2147468500" r:id="rId132"/>
    <p:sldId id="2147468501" r:id="rId133"/>
    <p:sldId id="692" r:id="rId134"/>
    <p:sldId id="2147468281" r:id="rId135"/>
    <p:sldId id="694" r:id="rId136"/>
    <p:sldId id="2147468282" r:id="rId137"/>
    <p:sldId id="696" r:id="rId138"/>
    <p:sldId id="2147468359" r:id="rId139"/>
    <p:sldId id="698" r:id="rId140"/>
    <p:sldId id="2147468351" r:id="rId141"/>
    <p:sldId id="2147468444" r:id="rId142"/>
    <p:sldId id="625" r:id="rId143"/>
    <p:sldId id="2147468373" r:id="rId144"/>
    <p:sldId id="2147468274" r:id="rId145"/>
    <p:sldId id="2147468439" r:id="rId146"/>
    <p:sldId id="2147468400" r:id="rId147"/>
    <p:sldId id="2147468399" r:id="rId148"/>
    <p:sldId id="2147468507" r:id="rId149"/>
    <p:sldId id="2147478870" r:id="rId150"/>
    <p:sldId id="2147478872" r:id="rId151"/>
    <p:sldId id="2147478871" r:id="rId152"/>
    <p:sldId id="2147468506" r:id="rId153"/>
    <p:sldId id="2147468277" r:id="rId154"/>
    <p:sldId id="2147468366" r:id="rId155"/>
    <p:sldId id="2147468367" r:id="rId156"/>
    <p:sldId id="2147468368" r:id="rId157"/>
    <p:sldId id="2147468369" r:id="rId158"/>
    <p:sldId id="2147468278" r:id="rId159"/>
    <p:sldId id="2147468279" r:id="rId160"/>
    <p:sldId id="2147468280" r:id="rId161"/>
    <p:sldId id="2147468443" r:id="rId162"/>
    <p:sldId id="273" r:id="rId163"/>
    <p:sldId id="316" r:id="rId164"/>
    <p:sldId id="2147468482" r:id="rId165"/>
    <p:sldId id="2147468445" r:id="rId166"/>
    <p:sldId id="2147468339" r:id="rId167"/>
    <p:sldId id="2147468447" r:id="rId168"/>
    <p:sldId id="2147468393" r:id="rId169"/>
    <p:sldId id="2147468446" r:id="rId170"/>
    <p:sldId id="2147468480" r:id="rId171"/>
    <p:sldId id="2147468389" r:id="rId172"/>
    <p:sldId id="2147468360" r:id="rId173"/>
    <p:sldId id="2147468405" r:id="rId174"/>
    <p:sldId id="2147468435" r:id="rId175"/>
    <p:sldId id="2147468436" r:id="rId176"/>
    <p:sldId id="2147468437" r:id="rId177"/>
    <p:sldId id="2147468505" r:id="rId178"/>
  </p:sldIdLst>
  <p:sldSz cx="12192000" cy="6858000"/>
  <p:notesSz cx="6858000" cy="9144000"/>
  <p:embeddedFontLst>
    <p:embeddedFont>
      <p:font typeface="Avenir Next LT Pro" panose="020B0504020202020204" pitchFamily="34" charset="0"/>
      <p:regular r:id="rId181"/>
      <p:bold r:id="rId182"/>
      <p:italic r:id="rId183"/>
      <p:boldItalic r:id="rId184"/>
    </p:embeddedFont>
    <p:embeddedFont>
      <p:font typeface="Slalom Sans" panose="020B0604020202020204" charset="0"/>
      <p:regular r:id="rId185"/>
      <p:bold r:id="rId186"/>
      <p:italic r:id="rId187"/>
      <p:boldItalic r:id="rId188"/>
    </p:embeddedFont>
    <p:embeddedFont>
      <p:font typeface="Slalom Sans Bold" panose="020B0604020202020204" charset="0"/>
      <p:regular r:id="rId189"/>
      <p:bold r:id="rId190"/>
      <p:italic r:id="rId191"/>
      <p:boldItalic r:id="rId192"/>
    </p:embeddedFont>
    <p:embeddedFont>
      <p:font typeface="Slalom Sans Light" panose="020B0604020202020204" charset="0"/>
      <p:regular r:id="rId193"/>
      <p:italic r:id="rId19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id="{6EE9C1AB-5165-46BA-B769-E2F5B7852223}">
          <p14:sldIdLst>
            <p14:sldId id="2147468290"/>
            <p14:sldId id="2147468293"/>
          </p14:sldIdLst>
        </p14:section>
        <p14:section name="PowerPoint Tips and Tricks" id="{7C2C1C7B-A075-42DC-92D8-2FEB391C9F62}">
          <p14:sldIdLst>
            <p14:sldId id="2147468295"/>
            <p14:sldId id="2147468291"/>
            <p14:sldId id="2147468294"/>
            <p14:sldId id="2147468388"/>
            <p14:sldId id="2147468392"/>
            <p14:sldId id="2147468387"/>
            <p14:sldId id="2147468386"/>
            <p14:sldId id="2147468406"/>
            <p14:sldId id="2147468441"/>
            <p14:sldId id="2147468300"/>
            <p14:sldId id="2147468302"/>
            <p14:sldId id="607"/>
            <p14:sldId id="608"/>
            <p14:sldId id="609"/>
            <p14:sldId id="610"/>
            <p14:sldId id="2147478910"/>
            <p14:sldId id="2147478911"/>
            <p14:sldId id="2147478908"/>
            <p14:sldId id="2147478909"/>
            <p14:sldId id="2147478912"/>
            <p14:sldId id="2147478913"/>
          </p14:sldIdLst>
        </p14:section>
        <p14:section name="Setup and Intros" id="{04C292EA-47BB-DC4B-B29C-B1B2D173D31D}">
          <p14:sldIdLst>
            <p14:sldId id="517"/>
            <p14:sldId id="593"/>
            <p14:sldId id="519"/>
            <p14:sldId id="520"/>
            <p14:sldId id="521"/>
            <p14:sldId id="592"/>
            <p14:sldId id="648"/>
            <p14:sldId id="619"/>
            <p14:sldId id="620"/>
            <p14:sldId id="621"/>
          </p14:sldIdLst>
        </p14:section>
        <p14:section name="Section Dividers" id="{15D21033-085D-4986-ABD9-6B1C21D5842E}">
          <p14:sldIdLst>
            <p14:sldId id="2147468329"/>
            <p14:sldId id="2147468330"/>
            <p14:sldId id="2147478919"/>
            <p14:sldId id="2147478920"/>
            <p14:sldId id="2147478921"/>
            <p14:sldId id="2147478922"/>
            <p14:sldId id="2147478923"/>
            <p14:sldId id="2147478914"/>
            <p14:sldId id="2147478915"/>
            <p14:sldId id="2147478916"/>
            <p14:sldId id="2147478917"/>
            <p14:sldId id="2147478918"/>
          </p14:sldIdLst>
        </p14:section>
        <p14:section name="About Slalom" id="{E1D27AAB-FB5C-A44D-BB37-F6AA12133AAF}">
          <p14:sldIdLst>
            <p14:sldId id="2147468331"/>
            <p14:sldId id="2147468371"/>
            <p14:sldId id="532"/>
            <p14:sldId id="2147468508"/>
            <p14:sldId id="2147478869"/>
            <p14:sldId id="2147468449"/>
            <p14:sldId id="2147468440"/>
            <p14:sldId id="2147478924"/>
            <p14:sldId id="542"/>
            <p14:sldId id="2147468396"/>
            <p14:sldId id="2147468372"/>
            <p14:sldId id="2147468347"/>
            <p14:sldId id="2147468397"/>
            <p14:sldId id="2147468398"/>
          </p14:sldIdLst>
        </p14:section>
        <p14:section name="Content Layouts" id="{935FB4AA-8FA1-40B9-BDAB-A530ACA9AD26}">
          <p14:sldIdLst>
            <p14:sldId id="545"/>
            <p14:sldId id="2147468350"/>
            <p14:sldId id="2147468327"/>
            <p14:sldId id="547"/>
            <p14:sldId id="2147468328"/>
            <p14:sldId id="548"/>
            <p14:sldId id="617"/>
            <p14:sldId id="618"/>
            <p14:sldId id="513"/>
            <p14:sldId id="616"/>
            <p14:sldId id="682"/>
            <p14:sldId id="683"/>
            <p14:sldId id="553"/>
            <p14:sldId id="2147468348"/>
            <p14:sldId id="555"/>
            <p14:sldId id="556"/>
            <p14:sldId id="558"/>
            <p14:sldId id="686"/>
            <p14:sldId id="2147468502"/>
            <p14:sldId id="2147468503"/>
            <p14:sldId id="2147468504"/>
            <p14:sldId id="560"/>
            <p14:sldId id="685"/>
            <p14:sldId id="687"/>
            <p14:sldId id="562"/>
          </p14:sldIdLst>
        </p14:section>
        <p14:section name="Layouts with Larger Body Type" id="{B7BDEC08-FBAF-45AC-A2DB-037AF81ACB30}">
          <p14:sldIdLst>
            <p14:sldId id="2147468379"/>
            <p14:sldId id="2147468376"/>
            <p14:sldId id="2147468377"/>
            <p14:sldId id="2147468378"/>
            <p14:sldId id="2147468380"/>
            <p14:sldId id="2147468381"/>
          </p14:sldIdLst>
        </p14:section>
        <p14:section name="Timelines and Process Visuals" id="{37AB1A8B-8239-4F47-A90E-E1C0FE42088A}">
          <p14:sldIdLst>
            <p14:sldId id="2147468258"/>
            <p14:sldId id="2147468469"/>
            <p14:sldId id="2147468470"/>
            <p14:sldId id="2147468471"/>
            <p14:sldId id="2147468472"/>
            <p14:sldId id="2147468473"/>
            <p14:sldId id="2147468474"/>
            <p14:sldId id="2147468475"/>
            <p14:sldId id="2147468476"/>
            <p14:sldId id="689"/>
            <p14:sldId id="2147468270"/>
            <p14:sldId id="691"/>
            <p14:sldId id="690"/>
            <p14:sldId id="688"/>
            <p14:sldId id="563"/>
            <p14:sldId id="2147468465"/>
            <p14:sldId id="2147468466"/>
            <p14:sldId id="2147468467"/>
            <p14:sldId id="2147468468"/>
          </p14:sldIdLst>
        </p14:section>
        <p14:section name="Charts and Graphs" id="{A5A60DFE-6966-4108-8253-1EA81683176F}">
          <p14:sldIdLst>
            <p14:sldId id="2147468453"/>
            <p14:sldId id="2147468454"/>
            <p14:sldId id="2147468455"/>
            <p14:sldId id="2147468456"/>
            <p14:sldId id="2147468457"/>
            <p14:sldId id="2147468458"/>
            <p14:sldId id="2147468459"/>
            <p14:sldId id="2147468460"/>
            <p14:sldId id="2147468461"/>
            <p14:sldId id="2147468462"/>
            <p14:sldId id="2147468463"/>
            <p14:sldId id="2147468464"/>
          </p14:sldIdLst>
        </p14:section>
        <p14:section name="Consultant Profile" id="{3B4F2464-78DB-417A-9DC6-F1725187906A}">
          <p14:sldIdLst>
            <p14:sldId id="2147468401"/>
          </p14:sldIdLst>
        </p14:section>
        <p14:section name="Maps" id="{7D6AC4FA-C75F-4F64-A067-29155252ECB7}">
          <p14:sldIdLst>
            <p14:sldId id="2147478925"/>
            <p14:sldId id="2147468496"/>
            <p14:sldId id="2147468497"/>
            <p14:sldId id="2147468498"/>
            <p14:sldId id="2147468499"/>
            <p14:sldId id="2147468500"/>
            <p14:sldId id="2147468501"/>
          </p14:sldIdLst>
        </p14:section>
        <p14:section name="Quotes" id="{AE3837A3-2F08-4FC9-931C-83DEE01CF7B0}">
          <p14:sldIdLst>
            <p14:sldId id="692"/>
            <p14:sldId id="2147468281"/>
            <p14:sldId id="694"/>
            <p14:sldId id="2147468282"/>
          </p14:sldIdLst>
        </p14:section>
        <p14:section name="Storytelling" id="{B8B38831-B029-4F47-B486-47500D7C3F7B}">
          <p14:sldIdLst>
            <p14:sldId id="696"/>
            <p14:sldId id="2147468359"/>
            <p14:sldId id="698"/>
            <p14:sldId id="2147468351"/>
            <p14:sldId id="2147468444"/>
            <p14:sldId id="625"/>
            <p14:sldId id="2147468373"/>
          </p14:sldIdLst>
        </p14:section>
        <p14:section name="SPRO" id="{B6115C7D-E317-4BE4-A487-DAA27CA2E695}">
          <p14:sldIdLst>
            <p14:sldId id="2147468274"/>
            <p14:sldId id="2147468439"/>
            <p14:sldId id="2147468400"/>
            <p14:sldId id="2147468399"/>
          </p14:sldIdLst>
        </p14:section>
        <p14:section name="Closing and Copyrights" id="{E9B7EC8D-C28E-47E1-97C9-BE0A2440ACA6}">
          <p14:sldIdLst>
            <p14:sldId id="2147468507"/>
            <p14:sldId id="2147478870"/>
            <p14:sldId id="2147478872"/>
            <p14:sldId id="2147478871"/>
            <p14:sldId id="2147468506"/>
            <p14:sldId id="2147468277"/>
            <p14:sldId id="2147468366"/>
            <p14:sldId id="2147468367"/>
            <p14:sldId id="2147468368"/>
            <p14:sldId id="2147468369"/>
            <p14:sldId id="2147468278"/>
            <p14:sldId id="2147468279"/>
            <p14:sldId id="2147468280"/>
          </p14:sldIdLst>
        </p14:section>
        <p14:section name="Visual Design System" id="{5C4B3E70-9AED-4E1F-9CD9-B59F8751A229}">
          <p14:sldIdLst>
            <p14:sldId id="2147468443"/>
            <p14:sldId id="273"/>
            <p14:sldId id="316"/>
            <p14:sldId id="2147468482"/>
            <p14:sldId id="2147468445"/>
            <p14:sldId id="2147468339"/>
            <p14:sldId id="2147468447"/>
            <p14:sldId id="2147468393"/>
            <p14:sldId id="2147468446"/>
            <p14:sldId id="2147468480"/>
            <p14:sldId id="2147468389"/>
            <p14:sldId id="2147468360"/>
            <p14:sldId id="2147468405"/>
            <p14:sldId id="2147468435"/>
            <p14:sldId id="2147468436"/>
            <p14:sldId id="2147468437"/>
            <p14:sldId id="214746850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2F9B00-1143-8921-69C1-6F3755647054}" name="Brooke Roehrick" initials="BR" userId="S::brooke.roehrick@slalom.com::68bdd573-41c9-4dd1-94f6-8d056569b842" providerId="AD"/>
  <p188:author id="{82E6559A-C56D-D117-5E44-FA4DF0890D3F}" name="Alejandro Kahaner" initials="AK" userId="085ae13fdc309322" providerId="Windows Live"/>
  <p188:author id="{6595DFEA-A893-E008-CA68-DC121CD58994}" name="Erinn Lawber" initials="EL" userId="ec579f71cb18cbc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4"/>
  </p:normalViewPr>
  <p:slideViewPr>
    <p:cSldViewPr>
      <p:cViewPr>
        <p:scale>
          <a:sx n="197" d="100"/>
          <a:sy n="197" d="100"/>
        </p:scale>
        <p:origin x="-224" y="-5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font" Target="fonts/font11.fntdata"/><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font" Target="fonts/font1.fntdata"/><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font" Target="fonts/font12.fntdata"/><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font" Target="fonts/font2.fntdata"/><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font" Target="fonts/font13.fntdata"/><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183" Type="http://schemas.openxmlformats.org/officeDocument/2006/relationships/font" Target="fonts/font3.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font" Target="fonts/font14.fntdata"/><Relationship Id="rId199"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font" Target="fonts/font4.fntdata"/><Relationship Id="rId189" Type="http://schemas.openxmlformats.org/officeDocument/2006/relationships/font" Target="fonts/font9.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notesMaster" Target="notesMasters/notesMaster1.xml"/><Relationship Id="rId195" Type="http://schemas.openxmlformats.org/officeDocument/2006/relationships/presProps" Target="presProps.xml"/><Relationship Id="rId190" Type="http://schemas.openxmlformats.org/officeDocument/2006/relationships/font" Target="fonts/font10.fntdata"/><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handoutMaster" Target="handoutMasters/handoutMaster1.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viewProps" Target="viewProps.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font" Target="fonts/font6.fntdata"/><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theme" Target="theme/theme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font" Target="fonts/font7.fntdata"/><Relationship Id="rId1" Type="http://schemas.openxmlformats.org/officeDocument/2006/relationships/customXml" Target="../customXml/item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tableStyles" Target="tableStyles.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font" Target="fonts/font8.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Ex1.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pattFill prst="pct5">
                <a:fgClr>
                  <a:schemeClr val="accent1"/>
                </a:fgClr>
                <a:bgClr>
                  <a:schemeClr val="accent2"/>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5BBF-4133-B6F5-EF0CBE94BE50}"/>
              </c:ext>
            </c:extLst>
          </c:dPt>
          <c:dPt>
            <c:idx val="2"/>
            <c:invertIfNegative val="0"/>
            <c:bubble3D val="0"/>
            <c:spPr>
              <a:pattFill prst="dashUpDiag">
                <a:fgClr>
                  <a:srgbClr val="00BAD6"/>
                </a:fgClr>
                <a:bgClr>
                  <a:schemeClr val="accent3"/>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3-5BBF-4133-B6F5-EF0CBE94BE50}"/>
              </c:ext>
            </c:extLst>
          </c:dPt>
          <c:dPt>
            <c:idx val="3"/>
            <c:invertIfNegative val="0"/>
            <c:bubble3D val="0"/>
            <c:spPr>
              <a:pattFill prst="dashHorz">
                <a:fgClr>
                  <a:srgbClr val="E6154A"/>
                </a:fgClr>
                <a:bgClr>
                  <a:schemeClr val="accent4"/>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5BBF-4133-B6F5-EF0CBE94BE50}"/>
              </c:ext>
            </c:extLst>
          </c:dPt>
          <c:dPt>
            <c:idx val="4"/>
            <c:invertIfNegative val="0"/>
            <c:bubble3D val="0"/>
            <c:spPr>
              <a:pattFill prst="dashVert">
                <a:fgClr>
                  <a:srgbClr val="9488F0"/>
                </a:fgClr>
                <a:bgClr>
                  <a:schemeClr val="accent5"/>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7-5BBF-4133-B6F5-EF0CBE94BE50}"/>
              </c:ext>
            </c:extLst>
          </c:dPt>
          <c:dPt>
            <c:idx val="5"/>
            <c:invertIfNegative val="0"/>
            <c:bubble3D val="0"/>
            <c:spPr>
              <a:pattFill prst="dotDmnd">
                <a:fgClr>
                  <a:srgbClr val="B3CC3E"/>
                </a:fgClr>
                <a:bgClr>
                  <a:schemeClr val="accent6"/>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9-5BBF-4133-B6F5-EF0CBE94BE50}"/>
              </c:ext>
            </c:extLst>
          </c:dPt>
          <c:dLbls>
            <c:dLbl>
              <c:idx val="0"/>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A-5BBF-4133-B6F5-EF0CBE94BE50}"/>
                </c:ext>
              </c:extLst>
            </c:dLbl>
            <c:dLbl>
              <c:idx val="1"/>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5BBF-4133-B6F5-EF0CBE94BE50}"/>
                </c:ext>
              </c:extLst>
            </c:dLbl>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2.4</c:v>
                </c:pt>
                <c:pt idx="2">
                  <c:v>2</c:v>
                </c:pt>
                <c:pt idx="3">
                  <c:v>3.5</c:v>
                </c:pt>
                <c:pt idx="4">
                  <c:v>1.8</c:v>
                </c:pt>
                <c:pt idx="5">
                  <c:v>3</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B-5BBF-4133-B6F5-EF0CBE94BE50}"/>
            </c:ext>
          </c:extLst>
        </c:ser>
        <c:dLbls>
          <c:dLblPos val="outEnd"/>
          <c:showLegendKey val="0"/>
          <c:showVal val="1"/>
          <c:showCatName val="0"/>
          <c:showSerName val="0"/>
          <c:showPercent val="0"/>
          <c:showBubbleSize val="0"/>
        </c:dLbls>
        <c:gapWidth val="50"/>
        <c:axId val="315862911"/>
        <c:axId val="315864159"/>
      </c:barChart>
      <c:catAx>
        <c:axId val="315862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315864159"/>
        <c:crosses val="autoZero"/>
        <c:auto val="1"/>
        <c:lblAlgn val="ctr"/>
        <c:lblOffset val="100"/>
        <c:noMultiLvlLbl val="0"/>
      </c:catAx>
      <c:valAx>
        <c:axId val="315864159"/>
        <c:scaling>
          <c:orientation val="minMax"/>
        </c:scaling>
        <c:delete val="1"/>
        <c:axPos val="l"/>
        <c:numFmt formatCode="General" sourceLinked="1"/>
        <c:majorTickMark val="none"/>
        <c:minorTickMark val="none"/>
        <c:tickLblPos val="nextTo"/>
        <c:crossAx val="315862911"/>
        <c:crosses val="autoZero"/>
        <c:crossBetween val="between"/>
      </c:valAx>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pattFill prst="pct5">
                <a:fgClr>
                  <a:schemeClr val="accent1"/>
                </a:fgClr>
                <a:bgClr>
                  <a:schemeClr val="accent2"/>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99BD-4580-AE00-BC8B2E6A3444}"/>
              </c:ext>
            </c:extLst>
          </c:dPt>
          <c:dPt>
            <c:idx val="2"/>
            <c:invertIfNegative val="0"/>
            <c:bubble3D val="0"/>
            <c:spPr>
              <a:pattFill prst="dashUpDiag">
                <a:fgClr>
                  <a:srgbClr val="00BAD6"/>
                </a:fgClr>
                <a:bgClr>
                  <a:schemeClr val="accent3"/>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3-99BD-4580-AE00-BC8B2E6A3444}"/>
              </c:ext>
            </c:extLst>
          </c:dPt>
          <c:dPt>
            <c:idx val="3"/>
            <c:invertIfNegative val="0"/>
            <c:bubble3D val="0"/>
            <c:spPr>
              <a:pattFill prst="dashHorz">
                <a:fgClr>
                  <a:srgbClr val="E6154A"/>
                </a:fgClr>
                <a:bgClr>
                  <a:schemeClr val="accent4"/>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99BD-4580-AE00-BC8B2E6A3444}"/>
              </c:ext>
            </c:extLst>
          </c:dPt>
          <c:dPt>
            <c:idx val="4"/>
            <c:invertIfNegative val="0"/>
            <c:bubble3D val="0"/>
            <c:spPr>
              <a:pattFill prst="dashVert">
                <a:fgClr>
                  <a:srgbClr val="9488F0"/>
                </a:fgClr>
                <a:bgClr>
                  <a:schemeClr val="accent5"/>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7-99BD-4580-AE00-BC8B2E6A3444}"/>
              </c:ext>
            </c:extLst>
          </c:dPt>
          <c:dPt>
            <c:idx val="5"/>
            <c:invertIfNegative val="0"/>
            <c:bubble3D val="0"/>
            <c:spPr>
              <a:pattFill prst="dotDmnd">
                <a:fgClr>
                  <a:srgbClr val="B3CC3E"/>
                </a:fgClr>
                <a:bgClr>
                  <a:schemeClr val="accent6"/>
                </a:bgClr>
              </a:pattFill>
              <a:ln>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9-99BD-4580-AE00-BC8B2E6A3444}"/>
              </c:ext>
            </c:extLst>
          </c:dPt>
          <c:dLbls>
            <c:dLbl>
              <c:idx val="0"/>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xmlns:c16="http://schemas.microsoft.com/office/drawing/2014/chart" xmlns:c15="http://schemas.microsoft.com/office/drawing/2012/chart" xmlns:c16r3="http://schemas.microsoft.com/office/drawing/2017/03/chart" xmlns:c14="http://schemas.microsoft.com/office/drawing/2007/8/2/chart" xmlns:mc="http://schemas.openxmlformats.org/markup-compatibility/2006">
                <c:ext xmlns:c16="http://schemas.microsoft.com/office/drawing/2014/chart" uri="{C3380CC4-5D6E-409C-BE32-E72D297353CC}">
                  <c16:uniqueId val="{0000000A-99BD-4580-AE00-BC8B2E6A3444}"/>
                </c:ext>
              </c:extLst>
            </c:dLbl>
            <c:dLbl>
              <c:idx val="1"/>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xmlns:c16="http://schemas.microsoft.com/office/drawing/2014/chart" xmlns:c15="http://schemas.microsoft.com/office/drawing/2012/chart" xmlns:c16r3="http://schemas.microsoft.com/office/drawing/2017/03/chart" xmlns:c14="http://schemas.microsoft.com/office/drawing/2007/8/2/chart" xmlns:mc="http://schemas.openxmlformats.org/markup-compatibility/2006">
                <c:ext xmlns:c16="http://schemas.microsoft.com/office/drawing/2014/chart" uri="{C3380CC4-5D6E-409C-BE32-E72D297353CC}">
                  <c16:uniqueId val="{00000001-99BD-4580-AE00-BC8B2E6A3444}"/>
                </c:ext>
              </c:extLst>
            </c:dLbl>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2.4</c:v>
                </c:pt>
                <c:pt idx="2">
                  <c:v>2</c:v>
                </c:pt>
                <c:pt idx="3">
                  <c:v>3.5</c:v>
                </c:pt>
                <c:pt idx="4">
                  <c:v>1.8</c:v>
                </c:pt>
                <c:pt idx="5">
                  <c:v>3</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B-99BD-4580-AE00-BC8B2E6A3444}"/>
            </c:ext>
          </c:extLst>
        </c:ser>
        <c:dLbls>
          <c:dLblPos val="outEnd"/>
          <c:showLegendKey val="0"/>
          <c:showVal val="1"/>
          <c:showCatName val="0"/>
          <c:showSerName val="0"/>
          <c:showPercent val="0"/>
          <c:showBubbleSize val="0"/>
        </c:dLbls>
        <c:gapWidth val="50"/>
        <c:axId val="315862911"/>
        <c:axId val="315864159"/>
      </c:barChart>
      <c:catAx>
        <c:axId val="315862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315864159"/>
        <c:crosses val="autoZero"/>
        <c:auto val="1"/>
        <c:lblAlgn val="ctr"/>
        <c:lblOffset val="100"/>
        <c:noMultiLvlLbl val="0"/>
      </c:catAx>
      <c:valAx>
        <c:axId val="315864159"/>
        <c:scaling>
          <c:orientation val="minMax"/>
        </c:scaling>
        <c:delete val="1"/>
        <c:axPos val="l"/>
        <c:numFmt formatCode="General" sourceLinked="1"/>
        <c:majorTickMark val="none"/>
        <c:minorTickMark val="none"/>
        <c:tickLblPos val="nextTo"/>
        <c:crossAx val="315862911"/>
        <c:crosses val="autoZero"/>
        <c:crossBetween val="between"/>
      </c:valAx>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bg2"/>
            </a:solidFill>
            <a:ln>
              <a:noFill/>
            </a:ln>
            <a:effectLst/>
          </c:spPr>
          <c:invertIfNegative val="0"/>
          <c:dPt>
            <c:idx val="1"/>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0-4F56-462C-9AAF-165E07A89A16}"/>
              </c:ext>
            </c:extLst>
          </c:dPt>
          <c:dPt>
            <c:idx val="2"/>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4F56-462C-9AAF-165E07A89A16}"/>
              </c:ext>
            </c:extLst>
          </c:dPt>
          <c:dPt>
            <c:idx val="3"/>
            <c:invertIfNegative val="0"/>
            <c:bubble3D val="0"/>
            <c:spPr>
              <a:solidFill>
                <a:schemeClr val="accent1"/>
              </a:solidFill>
              <a:ln>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4F56-462C-9AAF-165E07A89A16}"/>
              </c:ext>
            </c:extLst>
          </c:dPt>
          <c:dPt>
            <c:idx val="4"/>
            <c:invertIfNegative val="0"/>
            <c:bubble3D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4F56-462C-9AAF-165E07A89A16}"/>
              </c:ext>
            </c:extLst>
          </c:dPt>
          <c:dPt>
            <c:idx val="5"/>
            <c:invertIfNegative val="0"/>
            <c:bubble3D val="0"/>
            <c:spPr>
              <a:solidFill>
                <a:schemeClr val="accent1"/>
              </a:solidFill>
              <a:ln>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6-4F56-462C-9AAF-165E07A89A16}"/>
              </c:ext>
            </c:extLst>
          </c:dPt>
          <c:dLbls>
            <c:dLbl>
              <c:idx val="3"/>
              <c:spPr>
                <a:noFill/>
                <a:ln>
                  <a:noFill/>
                </a:ln>
                <a:effectLst/>
              </c:spPr>
              <c:txPr>
                <a:bodyPr rot="0" spcFirstLastPara="1" vertOverflow="ellipsis" vert="horz" wrap="square" anchor="ctr" anchorCtr="1"/>
                <a:lstStyle/>
                <a:p>
                  <a:pPr>
                    <a:defRPr sz="2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4F56-462C-9AAF-165E07A89A16}"/>
                </c:ext>
              </c:extLst>
            </c:dLbl>
            <c:dLbl>
              <c:idx val="5"/>
              <c:spPr>
                <a:noFill/>
                <a:ln>
                  <a:noFill/>
                </a:ln>
                <a:effectLst/>
              </c:spPr>
              <c:txPr>
                <a:bodyPr rot="0" spcFirstLastPara="1" vertOverflow="ellipsis" vert="horz" wrap="square" anchor="ctr" anchorCtr="1"/>
                <a:lstStyle/>
                <a:p>
                  <a:pPr>
                    <a:defRPr sz="2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6-4F56-462C-9AAF-165E07A89A16}"/>
                </c:ext>
              </c:extLst>
            </c:dLbl>
            <c:spPr>
              <a:noFill/>
              <a:ln>
                <a:noFill/>
              </a:ln>
              <a:effectLst/>
            </c:spPr>
            <c:txPr>
              <a:bodyPr rot="0" spcFirstLastPara="1" vertOverflow="ellipsis" vert="horz" wrap="square" anchor="ctr" anchorCtr="1"/>
              <a:lstStyle/>
              <a:p>
                <a:pPr>
                  <a:defRPr sz="2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2.5</c:v>
                </c:pt>
                <c:pt idx="2">
                  <c:v>3.5</c:v>
                </c:pt>
                <c:pt idx="3">
                  <c:v>4.5</c:v>
                </c:pt>
                <c:pt idx="4">
                  <c:v>2.4</c:v>
                </c:pt>
                <c:pt idx="5">
                  <c:v>4.5</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4F56-462C-9AAF-165E07A89A16}"/>
            </c:ext>
          </c:extLst>
        </c:ser>
        <c:dLbls>
          <c:showLegendKey val="0"/>
          <c:showVal val="0"/>
          <c:showCatName val="0"/>
          <c:showSerName val="0"/>
          <c:showPercent val="0"/>
          <c:showBubbleSize val="0"/>
        </c:dLbls>
        <c:gapWidth val="25"/>
        <c:axId val="633840143"/>
        <c:axId val="633845551"/>
      </c:barChart>
      <c:catAx>
        <c:axId val="633840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633845551"/>
        <c:crosses val="autoZero"/>
        <c:auto val="1"/>
        <c:lblAlgn val="ctr"/>
        <c:lblOffset val="100"/>
        <c:noMultiLvlLbl val="0"/>
      </c:catAx>
      <c:valAx>
        <c:axId val="633845551"/>
        <c:scaling>
          <c:orientation val="minMax"/>
        </c:scaling>
        <c:delete val="1"/>
        <c:axPos val="l"/>
        <c:majorGridlines>
          <c:spPr>
            <a:ln w="9525" cap="flat" cmpd="sng" algn="ctr">
              <a:noFill/>
              <a:round/>
            </a:ln>
            <a:effectLst/>
          </c:spPr>
        </c:majorGridlines>
        <c:numFmt formatCode="General" sourceLinked="1"/>
        <c:majorTickMark val="out"/>
        <c:minorTickMark val="none"/>
        <c:tickLblPos val="nextTo"/>
        <c:crossAx val="633840143"/>
        <c:crosses val="autoZero"/>
        <c:crossBetween val="between"/>
      </c:valAx>
      <c:spPr>
        <a:noFill/>
        <a:ln>
          <a:noFill/>
        </a:ln>
        <a:effectLst/>
      </c:spPr>
    </c:plotArea>
    <c:plotVisOnly val="1"/>
    <c:dispBlanksAs val="gap"/>
    <c:showDLblsOverMax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0037905997032796"/>
          <c:w val="0.90897176215042086"/>
          <c:h val="0.72981295275768099"/>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Sheet1!$B$2:$B$4</c:f>
              <c:numCache>
                <c:formatCode>General</c:formatCode>
                <c:ptCount val="3"/>
                <c:pt idx="0">
                  <c:v>4.3</c:v>
                </c:pt>
                <c:pt idx="1">
                  <c:v>2.5</c:v>
                </c:pt>
                <c:pt idx="2">
                  <c:v>3.5</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0-CE1F-45FE-9D25-91296C356A8C}"/>
            </c:ext>
          </c:extLst>
        </c:ser>
        <c:ser>
          <c:idx val="1"/>
          <c:order val="1"/>
          <c:tx>
            <c:strRef>
              <c:f>Sheet1!$C$1</c:f>
              <c:strCache>
                <c:ptCount val="1"/>
                <c:pt idx="0">
                  <c:v>Series 2</c:v>
                </c:pt>
              </c:strCache>
            </c:strRef>
          </c:tx>
          <c:spPr>
            <a:pattFill prst="pct5">
              <a:fgClr>
                <a:schemeClr val="accent1"/>
              </a:fgClr>
              <a:bgClr>
                <a:schemeClr val="accent2"/>
              </a:bgClr>
            </a:patt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Sheet1!$C$2:$C$4</c:f>
              <c:numCache>
                <c:formatCode>General</c:formatCode>
                <c:ptCount val="3"/>
                <c:pt idx="0">
                  <c:v>2.4</c:v>
                </c:pt>
                <c:pt idx="1">
                  <c:v>4.4000000000000004</c:v>
                </c:pt>
                <c:pt idx="2">
                  <c:v>1.8</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1-CE1F-45FE-9D25-91296C356A8C}"/>
            </c:ext>
          </c:extLst>
        </c:ser>
        <c:ser>
          <c:idx val="2"/>
          <c:order val="2"/>
          <c:tx>
            <c:strRef>
              <c:f>Sheet1!$D$1</c:f>
              <c:strCache>
                <c:ptCount val="1"/>
                <c:pt idx="0">
                  <c:v>Series 3</c:v>
                </c:pt>
              </c:strCache>
            </c:strRef>
          </c:tx>
          <c:spPr>
            <a:pattFill prst="dashUpDiag">
              <a:fgClr>
                <a:srgbClr val="00BAD6"/>
              </a:fgClr>
              <a:bgClr>
                <a:schemeClr val="accent3"/>
              </a:bgClr>
            </a:patt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Sheet1!$D$2:$D$4</c:f>
              <c:numCache>
                <c:formatCode>General</c:formatCode>
                <c:ptCount val="3"/>
                <c:pt idx="0">
                  <c:v>2</c:v>
                </c:pt>
                <c:pt idx="1">
                  <c:v>2</c:v>
                </c:pt>
                <c:pt idx="2">
                  <c:v>3</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2-CE1F-45FE-9D25-91296C356A8C}"/>
            </c:ext>
          </c:extLst>
        </c:ser>
        <c:ser>
          <c:idx val="3"/>
          <c:order val="3"/>
          <c:tx>
            <c:strRef>
              <c:f>Sheet1!$E$1</c:f>
              <c:strCache>
                <c:ptCount val="1"/>
                <c:pt idx="0">
                  <c:v>Series 4</c:v>
                </c:pt>
              </c:strCache>
            </c:strRef>
          </c:tx>
          <c:spPr>
            <a:pattFill prst="dashHorz">
              <a:fgClr>
                <a:srgbClr val="E6154A"/>
              </a:fgClr>
              <a:bgClr>
                <a:schemeClr val="accent4"/>
              </a:bgClr>
            </a:patt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Sheet1!$E$2:$E$4</c:f>
              <c:numCache>
                <c:formatCode>General</c:formatCode>
                <c:ptCount val="3"/>
                <c:pt idx="0">
                  <c:v>3.5</c:v>
                </c:pt>
                <c:pt idx="1">
                  <c:v>4.3</c:v>
                </c:pt>
                <c:pt idx="2">
                  <c:v>4.4000000000000004</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3-CE1F-45FE-9D25-91296C356A8C}"/>
            </c:ext>
          </c:extLst>
        </c:ser>
        <c:ser>
          <c:idx val="4"/>
          <c:order val="4"/>
          <c:tx>
            <c:strRef>
              <c:f>Sheet1!$F$1</c:f>
              <c:strCache>
                <c:ptCount val="1"/>
                <c:pt idx="0">
                  <c:v>Series 5</c:v>
                </c:pt>
              </c:strCache>
            </c:strRef>
          </c:tx>
          <c:spPr>
            <a:pattFill prst="dashVert">
              <a:fgClr>
                <a:srgbClr val="9488F0"/>
              </a:fgClr>
              <a:bgClr>
                <a:schemeClr val="accent5"/>
              </a:bgClr>
            </a:patt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Sheet1!$F$2:$F$4</c:f>
              <c:numCache>
                <c:formatCode>General</c:formatCode>
                <c:ptCount val="3"/>
                <c:pt idx="0">
                  <c:v>1.8</c:v>
                </c:pt>
                <c:pt idx="1">
                  <c:v>4.4000000000000004</c:v>
                </c:pt>
                <c:pt idx="2">
                  <c:v>4.3</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4-CE1F-45FE-9D25-91296C356A8C}"/>
            </c:ext>
          </c:extLst>
        </c:ser>
        <c:ser>
          <c:idx val="5"/>
          <c:order val="5"/>
          <c:tx>
            <c:strRef>
              <c:f>Sheet1!$G$1</c:f>
              <c:strCache>
                <c:ptCount val="1"/>
                <c:pt idx="0">
                  <c:v>Series 6</c:v>
                </c:pt>
              </c:strCache>
            </c:strRef>
          </c:tx>
          <c:spPr>
            <a:pattFill prst="dotDmnd">
              <a:fgClr>
                <a:srgbClr val="B3CC3E"/>
              </a:fgClr>
              <a:bgClr>
                <a:schemeClr val="accent6"/>
              </a:bgClr>
            </a:pattFill>
            <a:ln>
              <a:noFill/>
            </a:ln>
            <a:effectLst/>
          </c:spPr>
          <c:invertIfNegative val="0"/>
          <c:dPt>
            <c:idx val="1"/>
            <c:invertIfNegative val="0"/>
            <c:bubble3D val="0"/>
            <c:spPr>
              <a:pattFill prst="dotDmnd">
                <a:fgClr>
                  <a:srgbClr val="B3CC3E"/>
                </a:fgClr>
                <a:bgClr>
                  <a:schemeClr val="accent6"/>
                </a:bgClr>
              </a:pattFill>
              <a:ln>
                <a:noFill/>
              </a:ln>
              <a:effectLst/>
            </c:spPr>
            <c:extLst xmlns:c15="http://schemas.microsoft.com/office/drawing/2012/chart" xmlns:c16="http://schemas.microsoft.com/office/drawing/2014/chart" xmlns:c16r3="http://schemas.microsoft.com/office/drawing/2017/03/chart" xmlns:c14="http://schemas.microsoft.com/office/drawing/2007/8/2/chart" xmlns:mc="http://schemas.openxmlformats.org/markup-compatibility/2006">
              <c:ext xmlns:c16="http://schemas.microsoft.com/office/drawing/2014/chart" uri="{C3380CC4-5D6E-409C-BE32-E72D297353CC}">
                <c16:uniqueId val="{00000000-F177-47B6-8AF8-C09231DE598E}"/>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xmlns:c15="http://schemas.microsoft.com/office/drawing/2012/chart" xmlns:c16="http://schemas.microsoft.com/office/drawing/2014/chart" xmlns:c16r3="http://schemas.microsoft.com/office/drawing/2017/03/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Category 1</c:v>
                </c:pt>
                <c:pt idx="1">
                  <c:v>Category 2</c:v>
                </c:pt>
                <c:pt idx="2">
                  <c:v>Category 3</c:v>
                </c:pt>
              </c:strCache>
            </c:strRef>
          </c:cat>
          <c:val>
            <c:numRef>
              <c:f>Sheet1!$G$2:$G$4</c:f>
              <c:numCache>
                <c:formatCode>General</c:formatCode>
                <c:ptCount val="3"/>
                <c:pt idx="0">
                  <c:v>3.5</c:v>
                </c:pt>
                <c:pt idx="1">
                  <c:v>1.8</c:v>
                </c:pt>
                <c:pt idx="2">
                  <c:v>4.4000000000000004</c:v>
                </c:pt>
              </c:numCache>
            </c:numRef>
          </c:val>
          <c:extLst xmlns:c15="http://schemas.microsoft.com/office/drawing/2012/chart" xmlns:c16="http://schemas.microsoft.com/office/drawing/2014/chart" xmlns:c16r3="http://schemas.microsoft.com/office/drawing/2017/03/chart" xmlns:c14="http://schemas.microsoft.com/office/drawing/2007/8/2/chart" xmlns:mc="http://schemas.openxmlformats.org/markup-compatibility/2006">
            <c:ext xmlns:c16="http://schemas.microsoft.com/office/drawing/2014/chart" uri="{C3380CC4-5D6E-409C-BE32-E72D297353CC}">
              <c16:uniqueId val="{00000005-CE1F-45FE-9D25-91296C356A8C}"/>
            </c:ext>
          </c:extLst>
        </c:ser>
        <c:dLbls>
          <c:dLblPos val="outEnd"/>
          <c:showLegendKey val="0"/>
          <c:showVal val="1"/>
          <c:showCatName val="0"/>
          <c:showSerName val="0"/>
          <c:showPercent val="0"/>
          <c:showBubbleSize val="0"/>
        </c:dLbls>
        <c:gapWidth val="200"/>
        <c:overlap val="-15"/>
        <c:axId val="1049876975"/>
        <c:axId val="1049882799"/>
      </c:barChart>
      <c:catAx>
        <c:axId val="10498769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049882799"/>
        <c:crosses val="autoZero"/>
        <c:auto val="1"/>
        <c:lblAlgn val="ctr"/>
        <c:lblOffset val="100"/>
        <c:noMultiLvlLbl val="0"/>
      </c:catAx>
      <c:valAx>
        <c:axId val="1049882799"/>
        <c:scaling>
          <c:orientation val="minMax"/>
        </c:scaling>
        <c:delete val="1"/>
        <c:axPos val="l"/>
        <c:numFmt formatCode="General" sourceLinked="1"/>
        <c:majorTickMark val="none"/>
        <c:minorTickMark val="none"/>
        <c:tickLblPos val="nextTo"/>
        <c:crossAx val="1049876975"/>
        <c:crosses val="autoZero"/>
        <c:crossBetween val="between"/>
      </c:valAx>
      <c:spPr>
        <a:noFill/>
        <a:ln>
          <a:noFill/>
        </a:ln>
        <a:effectLst/>
      </c:spPr>
    </c:plotArea>
    <c:legend>
      <c:legendPos val="tr"/>
      <c:layout>
        <c:manualLayout>
          <c:xMode val="edge"/>
          <c:yMode val="edge"/>
          <c:x val="0.9323713458231514"/>
          <c:y val="0.1830441681811863"/>
          <c:w val="6.073210245271065E-2"/>
          <c:h val="0.6380063295994554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540554919683239E-2"/>
          <c:y val="0.11192018873208519"/>
          <c:w val="0.76625390730435816"/>
          <c:h val="0.7761596225358296"/>
        </c:manualLayout>
      </c:layout>
      <c:pie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4D4D-4C3C-9628-1FE016335E9D}"/>
              </c:ext>
            </c:extLst>
          </c:dPt>
          <c:dPt>
            <c:idx val="1"/>
            <c:bubble3D val="0"/>
            <c:spPr>
              <a:pattFill prst="pct5">
                <a:fgClr>
                  <a:schemeClr val="accent1"/>
                </a:fgClr>
                <a:bgClr>
                  <a:schemeClr val="accent2"/>
                </a:bgClr>
              </a:patt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4D4D-4C3C-9628-1FE016335E9D}"/>
              </c:ext>
            </c:extLst>
          </c:dPt>
          <c:dPt>
            <c:idx val="2"/>
            <c:bubble3D val="0"/>
            <c:spPr>
              <a:pattFill prst="dashUpDiag">
                <a:fgClr>
                  <a:srgbClr val="00BAD6"/>
                </a:fgClr>
                <a:bgClr>
                  <a:schemeClr val="accent3"/>
                </a:bgClr>
              </a:patt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4D4D-4C3C-9628-1FE016335E9D}"/>
              </c:ext>
            </c:extLst>
          </c:dPt>
          <c:dPt>
            <c:idx val="3"/>
            <c:bubble3D val="0"/>
            <c:spPr>
              <a:pattFill prst="dashHorz">
                <a:fgClr>
                  <a:srgbClr val="E6154A"/>
                </a:fgClr>
                <a:bgClr>
                  <a:schemeClr val="accent4"/>
                </a:bgClr>
              </a:patt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4B44-42F6-A934-15FFCAAF8B95}"/>
              </c:ext>
            </c:extLst>
          </c:dPt>
          <c:dLbls>
            <c:dLbl>
              <c:idx val="2"/>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4D4D-4C3C-9628-1FE016335E9D}"/>
                </c:ext>
              </c:extLst>
            </c:dLbl>
            <c:dLbl>
              <c:idx val="3"/>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4B44-42F6-A934-15FFCAAF8B95}"/>
                </c:ext>
              </c:extLst>
            </c:dLbl>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0-4D4D-4C3C-9628-1FE016335E9D}"/>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444754006084277E-2"/>
          <c:y val="3.3243677329641466E-2"/>
          <c:w val="0.92159871660591508"/>
          <c:h val="0.93351264534071721"/>
        </c:manualLayout>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4D4D-4C3C-9628-1FE016335E9D}"/>
              </c:ext>
            </c:extLst>
          </c:dPt>
          <c:dPt>
            <c:idx val="1"/>
            <c:bubble3D val="0"/>
            <c:spPr>
              <a:pattFill prst="pct5">
                <a:fgClr>
                  <a:schemeClr val="accent1"/>
                </a:fgClr>
                <a:bgClr>
                  <a:schemeClr val="accent2"/>
                </a:bgClr>
              </a:patt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4D4D-4C3C-9628-1FE016335E9D}"/>
              </c:ext>
            </c:extLst>
          </c:dPt>
          <c:dPt>
            <c:idx val="2"/>
            <c:bubble3D val="0"/>
            <c:spPr>
              <a:pattFill prst="dashUpDiag">
                <a:fgClr>
                  <a:srgbClr val="00BAD6"/>
                </a:fgClr>
                <a:bgClr>
                  <a:schemeClr val="accent3"/>
                </a:bgClr>
              </a:patt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4D4D-4C3C-9628-1FE016335E9D}"/>
              </c:ext>
            </c:extLst>
          </c:dPt>
          <c:dPt>
            <c:idx val="3"/>
            <c:bubble3D val="0"/>
            <c:spPr>
              <a:pattFill prst="dashHorz">
                <a:fgClr>
                  <a:srgbClr val="E6154A"/>
                </a:fgClr>
                <a:bgClr>
                  <a:schemeClr val="accent4"/>
                </a:bgClr>
              </a:patt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4B44-42F6-A934-15FFCAAF8B95}"/>
              </c:ext>
            </c:extLst>
          </c:dPt>
          <c:dLbls>
            <c:dLbl>
              <c:idx val="2"/>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4D4D-4C3C-9628-1FE016335E9D}"/>
                </c:ext>
              </c:extLst>
            </c:dLbl>
            <c:dLbl>
              <c:idx val="3"/>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4B44-42F6-A934-15FFCAAF8B95}"/>
                </c:ext>
              </c:extLst>
            </c:dLbl>
            <c:spPr>
              <a:noFill/>
              <a:ln>
                <a:noFill/>
              </a:ln>
              <a:effectLst/>
            </c:spPr>
            <c:txPr>
              <a:bodyPr rot="0" spcFirstLastPara="1" vertOverflow="ellipsis" vert="horz" wrap="square" lIns="38100" tIns="19050" rIns="38100" bIns="19050" anchor="ctr" anchorCtr="1">
                <a:spAutoFit/>
              </a:bodyPr>
              <a:lstStyle/>
              <a:p>
                <a:pPr>
                  <a:defRPr sz="22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0-4D4D-4C3C-9628-1FE016335E9D}"/>
            </c:ext>
          </c:extLst>
        </c:ser>
        <c:dLbls>
          <c:showLegendKey val="0"/>
          <c:showVal val="1"/>
          <c:showCatName val="0"/>
          <c:showSerName val="0"/>
          <c:showPercent val="0"/>
          <c:showBubbleSize val="0"/>
          <c:showLeaderLines val="1"/>
        </c:dLbls>
        <c:firstSliceAng val="0"/>
        <c:holeSize val="70"/>
      </c:doughnutChart>
      <c:spPr>
        <a:noFill/>
        <a:ln>
          <a:noFill/>
        </a:ln>
        <a:effectLst/>
      </c:spPr>
    </c:plotArea>
    <c:plotVisOnly val="1"/>
    <c:dispBlanksAs val="gap"/>
    <c:showDLblsOverMax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Example</c:v>
                </c:pt>
              </c:strCache>
            </c:strRef>
          </c:tx>
          <c:spPr>
            <a:ln>
              <a:noFill/>
            </a:ln>
          </c:spPr>
          <c:dPt>
            <c:idx val="0"/>
            <c:bubble3D val="0"/>
            <c:spPr>
              <a:pattFill prst="dashUpDiag">
                <a:fgClr>
                  <a:srgbClr val="00BAD6"/>
                </a:fgClr>
                <a:bgClr>
                  <a:schemeClr val="accent3"/>
                </a:bgClr>
              </a:patt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1BC1-5E44-B1BB-8EF23DE2DA14}"/>
              </c:ext>
            </c:extLst>
          </c:dPt>
          <c:dPt>
            <c:idx val="1"/>
            <c:bubble3D val="0"/>
            <c:spPr>
              <a:solidFill>
                <a:srgbClr val="00BAD6"/>
              </a:solid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1BC1-5E44-B1BB-8EF23DE2DA14}"/>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Example</c:v>
                </c:pt>
                <c:pt idx="1">
                  <c:v>Example</c:v>
                </c:pt>
              </c:strCache>
            </c:strRef>
          </c:cat>
          <c:val>
            <c:numRef>
              <c:f>Sheet1!$B$2:$B$3</c:f>
              <c:numCache>
                <c:formatCode>General</c:formatCode>
                <c:ptCount val="2"/>
                <c:pt idx="0">
                  <c:v>25</c:v>
                </c:pt>
                <c:pt idx="1">
                  <c:v>75</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1BC1-5E44-B1BB-8EF23DE2DA14}"/>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Example</c:v>
                </c:pt>
              </c:strCache>
            </c:strRef>
          </c:tx>
          <c:spPr>
            <a:solidFill>
              <a:schemeClr val="accent4"/>
            </a:solidFill>
            <a:ln>
              <a:noFill/>
            </a:ln>
          </c:spPr>
          <c:dPt>
            <c:idx val="0"/>
            <c:bubble3D val="0"/>
            <c:spPr>
              <a:pattFill prst="dashHorz">
                <a:fgClr>
                  <a:srgbClr val="E6154A"/>
                </a:fgClr>
                <a:bgClr>
                  <a:schemeClr val="accent4"/>
                </a:bgClr>
              </a:patt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4D44-D94C-900B-02315DB7FF1E}"/>
              </c:ext>
            </c:extLst>
          </c:dPt>
          <c:dPt>
            <c:idx val="1"/>
            <c:bubble3D val="0"/>
            <c:spPr>
              <a:solidFill>
                <a:srgbClr val="E6154A"/>
              </a:solid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4D44-D94C-900B-02315DB7FF1E}"/>
              </c:ext>
            </c:extLst>
          </c:dPt>
          <c:dPt>
            <c:idx val="2"/>
            <c:bubble3D val="0"/>
            <c:spPr>
              <a:solidFill>
                <a:srgbClr val="FFDBDF"/>
              </a:solid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4D44-D94C-900B-02315DB7FF1E}"/>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Example</c:v>
                </c:pt>
                <c:pt idx="1">
                  <c:v>Example</c:v>
                </c:pt>
                <c:pt idx="2">
                  <c:v>Example</c:v>
                </c:pt>
              </c:strCache>
            </c:strRef>
          </c:cat>
          <c:val>
            <c:numRef>
              <c:f>Sheet1!$B$2:$B$4</c:f>
              <c:numCache>
                <c:formatCode>General</c:formatCode>
                <c:ptCount val="3"/>
                <c:pt idx="0">
                  <c:v>33</c:v>
                </c:pt>
                <c:pt idx="1">
                  <c:v>33</c:v>
                </c:pt>
                <c:pt idx="2">
                  <c:v>33</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6-4D44-D94C-900B-02315DB7FF1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Example</c:v>
                </c:pt>
              </c:strCache>
            </c:strRef>
          </c:tx>
          <c:spPr>
            <a:ln>
              <a:noFill/>
            </a:ln>
          </c:spPr>
          <c:dPt>
            <c:idx val="0"/>
            <c:bubble3D val="0"/>
            <c:spPr>
              <a:pattFill prst="dashVert">
                <a:fgClr>
                  <a:srgbClr val="9488F0"/>
                </a:fgClr>
                <a:bgClr>
                  <a:schemeClr val="accent5"/>
                </a:bgClr>
              </a:patt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7F7B-834A-8448-9C18233CF94E}"/>
              </c:ext>
            </c:extLst>
          </c:dPt>
          <c:dPt>
            <c:idx val="1"/>
            <c:bubble3D val="0"/>
            <c:spPr>
              <a:solidFill>
                <a:srgbClr val="9488F0"/>
              </a:solid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7F7B-834A-8448-9C18233CF94E}"/>
              </c:ext>
            </c:extLst>
          </c:dPt>
          <c:dPt>
            <c:idx val="2"/>
            <c:bubble3D val="0"/>
            <c:spPr>
              <a:solidFill>
                <a:srgbClr val="EEE9FF"/>
              </a:solid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7F7B-834A-8448-9C18233CF94E}"/>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Example</c:v>
                </c:pt>
                <c:pt idx="1">
                  <c:v>Example</c:v>
                </c:pt>
                <c:pt idx="2">
                  <c:v>Example</c:v>
                </c:pt>
              </c:strCache>
            </c:strRef>
          </c:cat>
          <c:val>
            <c:numRef>
              <c:f>Sheet1!$B$2:$B$4</c:f>
              <c:numCache>
                <c:formatCode>General</c:formatCode>
                <c:ptCount val="3"/>
                <c:pt idx="0">
                  <c:v>50</c:v>
                </c:pt>
                <c:pt idx="1">
                  <c:v>25</c:v>
                </c:pt>
                <c:pt idx="2">
                  <c:v>25</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6-7F7B-834A-8448-9C18233CF94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Example</c:v>
                </c:pt>
              </c:strCache>
            </c:strRef>
          </c:tx>
          <c:spPr>
            <a:ln>
              <a:noFill/>
            </a:ln>
          </c:spPr>
          <c:dPt>
            <c:idx val="0"/>
            <c:bubble3D val="0"/>
            <c:spPr>
              <a:pattFill prst="dotDmnd">
                <a:fgClr>
                  <a:srgbClr val="B3CC3E"/>
                </a:fgClr>
                <a:bgClr>
                  <a:schemeClr val="accent6"/>
                </a:bgClr>
              </a:patt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6C26-3641-86C6-230E7C5483B3}"/>
              </c:ext>
            </c:extLst>
          </c:dPt>
          <c:dPt>
            <c:idx val="1"/>
            <c:bubble3D val="0"/>
            <c:spPr>
              <a:solidFill>
                <a:srgbClr val="B3CC3E"/>
              </a:solid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6C26-3641-86C6-230E7C5483B3}"/>
              </c:ext>
            </c:extLst>
          </c:dPt>
          <c:dPt>
            <c:idx val="2"/>
            <c:bubble3D val="0"/>
            <c:spPr>
              <a:solidFill>
                <a:schemeClr val="accent3"/>
              </a:solidFill>
              <a:ln w="19050">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6C26-3641-86C6-230E7C5483B3}"/>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Example</c:v>
                </c:pt>
                <c:pt idx="1">
                  <c:v>Example</c:v>
                </c:pt>
                <c:pt idx="2">
                  <c:v>Example</c:v>
                </c:pt>
              </c:strCache>
            </c:strRef>
          </c:cat>
          <c:val>
            <c:numRef>
              <c:f>Sheet1!$B$2:$B$4</c:f>
              <c:numCache>
                <c:formatCode>General</c:formatCode>
                <c:ptCount val="3"/>
                <c:pt idx="0">
                  <c:v>50</c:v>
                </c:pt>
                <c:pt idx="1">
                  <c:v>50</c:v>
                </c:pt>
                <c:pt idx="2">
                  <c:v>0</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6-6C26-3641-86C6-230E7C5483B3}"/>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38100" cap="rnd">
              <a:solidFill>
                <a:schemeClr val="accent1"/>
              </a:solidFill>
              <a:round/>
            </a:ln>
            <a:effectLst/>
          </c:spPr>
          <c:marker>
            <c:symbol val="none"/>
          </c:marker>
          <c:dLbls>
            <c:dLbl>
              <c:idx val="1"/>
              <c:layout>
                <c:manualLayout>
                  <c:x val="-3.8811981272611193E-2"/>
                  <c:y val="-5.4894488188976458E-2"/>
                </c:manualLayout>
              </c:layout>
              <c:dLblPos val="r"/>
              <c:showLegendKey val="0"/>
              <c:showVal val="1"/>
              <c:showCatName val="0"/>
              <c:showSerName val="0"/>
              <c:showPercent val="0"/>
              <c:showBubbleSize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ext xmlns:c16="http://schemas.microsoft.com/office/drawing/2014/chart" uri="{C3380CC4-5D6E-409C-BE32-E72D297353CC}">
                  <c16:uniqueId val="{00000008-3799-4171-B175-C0A8195EE7CF}"/>
                </c:ext>
              </c:extLst>
            </c:dLbl>
            <c:dLbl>
              <c:idx val="3"/>
              <c:layout>
                <c:manualLayout>
                  <c:x val="-1.9738919078777298E-2"/>
                  <c:y val="4.0493827160493802E-2"/>
                </c:manualLayout>
              </c:layout>
              <c:dLblPos val="r"/>
              <c:showLegendKey val="0"/>
              <c:showVal val="1"/>
              <c:showCatName val="0"/>
              <c:showSerName val="0"/>
              <c:showPercent val="0"/>
              <c:showBubbleSize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ext xmlns:c16="http://schemas.microsoft.com/office/drawing/2014/chart" uri="{C3380CC4-5D6E-409C-BE32-E72D297353CC}">
                  <c16:uniqueId val="{00000000-3799-4171-B175-C0A8195EE7CF}"/>
                </c:ext>
              </c:extLst>
            </c:dLbl>
            <c:spPr>
              <a:noFill/>
              <a:ln>
                <a:noFill/>
              </a:ln>
              <a:effectLst/>
            </c:spPr>
            <c:txPr>
              <a:bodyPr rot="0" spcFirstLastPara="1" vertOverflow="ellipsis" vert="horz" wrap="square" anchor="ctr" anchorCtr="1"/>
              <a:lstStyle/>
              <a:p>
                <a:pPr>
                  <a:defRPr sz="1600" b="1" i="0" u="none" strike="noStrike" kern="1200" baseline="0">
                    <a:solidFill>
                      <a:schemeClr val="accent1"/>
                    </a:solidFill>
                    <a:latin typeface="+mn-lt"/>
                    <a:ea typeface="+mn-ea"/>
                    <a:cs typeface="+mn-cs"/>
                  </a:defRPr>
                </a:pPr>
                <a:endParaRPr lang="en-US"/>
              </a:p>
            </c:txPr>
            <c:dLblPos val="t"/>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1-3799-4171-B175-C0A8195EE7CF}"/>
            </c:ext>
          </c:extLst>
        </c:ser>
        <c:ser>
          <c:idx val="1"/>
          <c:order val="1"/>
          <c:tx>
            <c:strRef>
              <c:f>Sheet1!$C$1</c:f>
              <c:strCache>
                <c:ptCount val="1"/>
                <c:pt idx="0">
                  <c:v>Series 2</c:v>
                </c:pt>
              </c:strCache>
            </c:strRef>
          </c:tx>
          <c:spPr>
            <a:ln w="38100" cap="rnd">
              <a:solidFill>
                <a:schemeClr val="accent2"/>
              </a:solidFill>
              <a:round/>
            </a:ln>
            <a:effectLst/>
          </c:spPr>
          <c:marker>
            <c:symbol val="none"/>
          </c:marker>
          <c:dLbls>
            <c:dLbl>
              <c:idx val="0"/>
              <c:layout>
                <c:manualLayout>
                  <c:x val="-7.7100269560899479E-2"/>
                  <c:y val="-3.71167104111986E-2"/>
                </c:manualLayout>
              </c:layout>
              <c:dLblPos val="r"/>
              <c:showLegendKey val="0"/>
              <c:showVal val="1"/>
              <c:showCatName val="0"/>
              <c:showSerName val="0"/>
              <c:showPercent val="0"/>
              <c:showBubbleSize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ext xmlns:c16="http://schemas.microsoft.com/office/drawing/2014/chart" uri="{C3380CC4-5D6E-409C-BE32-E72D297353CC}">
                  <c16:uniqueId val="{00000000-B4DD-4D47-81DD-54C78A8D14D8}"/>
                </c:ext>
              </c:extLst>
            </c:dLbl>
            <c:dLbl>
              <c:idx val="2"/>
              <c:layout>
                <c:manualLayout>
                  <c:x val="-1.9738919078777211E-2"/>
                  <c:y val="3.1234567901234456E-2"/>
                </c:manualLayout>
              </c:layout>
              <c:dLblPos val="r"/>
              <c:showLegendKey val="0"/>
              <c:showVal val="1"/>
              <c:showCatName val="0"/>
              <c:showSerName val="0"/>
              <c:showPercent val="0"/>
              <c:showBubbleSize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ext xmlns:c16="http://schemas.microsoft.com/office/drawing/2014/chart" uri="{C3380CC4-5D6E-409C-BE32-E72D297353CC}">
                  <c16:uniqueId val="{00000002-3799-4171-B175-C0A8195EE7CF}"/>
                </c:ext>
              </c:extLst>
            </c:dLbl>
            <c:spPr>
              <a:noFill/>
              <a:ln>
                <a:noFill/>
              </a:ln>
              <a:effectLst/>
            </c:spPr>
            <c:txPr>
              <a:bodyPr rot="0" spcFirstLastPara="1" vertOverflow="ellipsis" vert="horz" wrap="square" anchor="ctr" anchorCtr="1"/>
              <a:lstStyle/>
              <a:p>
                <a:pPr>
                  <a:defRPr sz="1600" b="1" i="0" u="none" strike="noStrike" kern="1200" baseline="0">
                    <a:solidFill>
                      <a:schemeClr val="accent2"/>
                    </a:solidFill>
                    <a:latin typeface="+mn-lt"/>
                    <a:ea typeface="+mn-ea"/>
                    <a:cs typeface="+mn-cs"/>
                  </a:defRPr>
                </a:pPr>
                <a:endParaRPr lang="en-US"/>
              </a:p>
            </c:txPr>
            <c:dLblPos val="t"/>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3-3799-4171-B175-C0A8195EE7CF}"/>
            </c:ext>
          </c:extLst>
        </c:ser>
        <c:ser>
          <c:idx val="2"/>
          <c:order val="2"/>
          <c:tx>
            <c:strRef>
              <c:f>Sheet1!$D$1</c:f>
              <c:strCache>
                <c:ptCount val="1"/>
                <c:pt idx="0">
                  <c:v>Series 3</c:v>
                </c:pt>
              </c:strCache>
            </c:strRef>
          </c:tx>
          <c:spPr>
            <a:ln w="38100" cap="rnd">
              <a:solidFill>
                <a:schemeClr val="accent3"/>
              </a:solidFill>
              <a:round/>
            </a:ln>
            <a:effectLst/>
          </c:spPr>
          <c:marker>
            <c:symbol val="none"/>
          </c:marker>
          <c:dLbls>
            <c:dLbl>
              <c:idx val="0"/>
              <c:layout>
                <c:manualLayout>
                  <c:x val="-1.3882111567040036E-2"/>
                  <c:y val="3.740740740740741E-2"/>
                </c:manualLayout>
              </c:layout>
              <c:dLblPos val="r"/>
              <c:showLegendKey val="0"/>
              <c:showVal val="1"/>
              <c:showCatName val="0"/>
              <c:showSerName val="0"/>
              <c:showPercent val="0"/>
              <c:showBubbleSize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ext xmlns:c16="http://schemas.microsoft.com/office/drawing/2014/chart" uri="{C3380CC4-5D6E-409C-BE32-E72D297353CC}">
                  <c16:uniqueId val="{00000004-3799-4171-B175-C0A8195EE7CF}"/>
                </c:ext>
              </c:extLst>
            </c:dLbl>
            <c:dLbl>
              <c:idx val="1"/>
              <c:layout>
                <c:manualLayout>
                  <c:x val="-1.3882111567040036E-2"/>
                  <c:y val="3.1234567901234567E-2"/>
                </c:manualLayout>
              </c:layout>
              <c:dLblPos val="r"/>
              <c:showLegendKey val="0"/>
              <c:showVal val="1"/>
              <c:showCatName val="0"/>
              <c:showSerName val="0"/>
              <c:showPercent val="0"/>
              <c:showBubbleSize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ext xmlns:c16="http://schemas.microsoft.com/office/drawing/2014/chart" uri="{C3380CC4-5D6E-409C-BE32-E72D297353CC}">
                  <c16:uniqueId val="{00000005-3799-4171-B175-C0A8195EE7CF}"/>
                </c:ext>
              </c:extLst>
            </c:dLbl>
            <c:dLbl>
              <c:idx val="2"/>
              <c:layout>
                <c:manualLayout>
                  <c:x val="-5.6661491257255676E-3"/>
                  <c:y val="2.8148148148148148E-2"/>
                </c:manualLayout>
              </c:layout>
              <c:dLblPos val="r"/>
              <c:showLegendKey val="0"/>
              <c:showVal val="1"/>
              <c:showCatName val="0"/>
              <c:showSerName val="0"/>
              <c:showPercent val="0"/>
              <c:showBubbleSize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ext xmlns:c16="http://schemas.microsoft.com/office/drawing/2014/chart" uri="{C3380CC4-5D6E-409C-BE32-E72D297353CC}">
                  <c16:uniqueId val="{00000006-3799-4171-B175-C0A8195EE7CF}"/>
                </c:ext>
              </c:extLst>
            </c:dLbl>
            <c:spPr>
              <a:noFill/>
              <a:ln>
                <a:noFill/>
              </a:ln>
              <a:effectLst/>
            </c:spPr>
            <c:txPr>
              <a:bodyPr rot="0" spcFirstLastPara="1" vertOverflow="ellipsis" vert="horz" wrap="square" anchor="ctr" anchorCtr="1"/>
              <a:lstStyle/>
              <a:p>
                <a:pPr>
                  <a:defRPr sz="1600" b="1" i="0" u="none" strike="noStrike" kern="1200" baseline="0">
                    <a:solidFill>
                      <a:schemeClr val="accent3"/>
                    </a:solidFill>
                    <a:latin typeface="+mn-lt"/>
                    <a:ea typeface="+mn-ea"/>
                    <a:cs typeface="+mn-cs"/>
                  </a:defRPr>
                </a:pPr>
                <a:endParaRPr lang="en-US"/>
              </a:p>
            </c:txPr>
            <c:dLblPos val="t"/>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7-3799-4171-B175-C0A8195EE7CF}"/>
            </c:ext>
          </c:extLst>
        </c:ser>
        <c:dLbls>
          <c:dLblPos val="t"/>
          <c:showLegendKey val="0"/>
          <c:showVal val="1"/>
          <c:showCatName val="0"/>
          <c:showSerName val="0"/>
          <c:showPercent val="0"/>
          <c:showBubbleSize val="0"/>
        </c:dLbls>
        <c:smooth val="0"/>
        <c:axId val="92309408"/>
        <c:axId val="92314400"/>
      </c:lineChart>
      <c:catAx>
        <c:axId val="923094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92314400"/>
        <c:crosses val="autoZero"/>
        <c:auto val="1"/>
        <c:lblAlgn val="ctr"/>
        <c:lblOffset val="100"/>
        <c:noMultiLvlLbl val="0"/>
      </c:catAx>
      <c:valAx>
        <c:axId val="92314400"/>
        <c:scaling>
          <c:orientation val="minMax"/>
        </c:scaling>
        <c:delete val="1"/>
        <c:axPos val="l"/>
        <c:numFmt formatCode="General" sourceLinked="1"/>
        <c:majorTickMark val="none"/>
        <c:minorTickMark val="none"/>
        <c:tickLblPos val="nextTo"/>
        <c:crossAx val="92309408"/>
        <c:crosses val="autoZero"/>
        <c:crossBetween val="between"/>
      </c:valAx>
      <c:spPr>
        <a:noFill/>
        <a:ln>
          <a:solidFill>
            <a:schemeClr val="bg2"/>
          </a:solid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0-0B41-4F77-B69D-3C897A7CBFAB}"/>
            </c:ext>
          </c:extLst>
        </c:ser>
        <c:ser>
          <c:idx val="1"/>
          <c:order val="1"/>
          <c:tx>
            <c:strRef>
              <c:f>Sheet1!$C$1</c:f>
              <c:strCache>
                <c:ptCount val="1"/>
                <c:pt idx="0">
                  <c:v>Series 2</c:v>
                </c:pt>
              </c:strCache>
            </c:strRef>
          </c:tx>
          <c:spPr>
            <a:pattFill prst="pct5">
              <a:fgClr>
                <a:schemeClr val="accent1"/>
              </a:fgClr>
              <a:bgClr>
                <a:schemeClr val="accent2"/>
              </a:bgClr>
            </a:patt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1-0B41-4F77-B69D-3C897A7CBFAB}"/>
            </c:ext>
          </c:extLst>
        </c:ser>
        <c:ser>
          <c:idx val="2"/>
          <c:order val="2"/>
          <c:tx>
            <c:strRef>
              <c:f>Sheet1!$D$1</c:f>
              <c:strCache>
                <c:ptCount val="1"/>
                <c:pt idx="0">
                  <c:v>Series 3</c:v>
                </c:pt>
              </c:strCache>
            </c:strRef>
          </c:tx>
          <c:spPr>
            <a:pattFill prst="dashUpDiag">
              <a:fgClr>
                <a:srgbClr val="00BAD6"/>
              </a:fgClr>
              <a:bgClr>
                <a:schemeClr val="accent3"/>
              </a:bgClr>
            </a:patt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2-0B41-4F77-B69D-3C897A7CBFAB}"/>
            </c:ext>
          </c:extLst>
        </c:ser>
        <c:ser>
          <c:idx val="3"/>
          <c:order val="3"/>
          <c:tx>
            <c:strRef>
              <c:f>Sheet1!$E$1</c:f>
              <c:strCache>
                <c:ptCount val="1"/>
                <c:pt idx="0">
                  <c:v>Series 4</c:v>
                </c:pt>
              </c:strCache>
            </c:strRef>
          </c:tx>
          <c:spPr>
            <a:pattFill prst="dashHorz">
              <a:fgClr>
                <a:srgbClr val="E6154A"/>
              </a:fgClr>
              <a:bgClr>
                <a:schemeClr val="accent4"/>
              </a:bgClr>
            </a:patt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3.5</c:v>
                </c:pt>
                <c:pt idx="1">
                  <c:v>4.3</c:v>
                </c:pt>
                <c:pt idx="2">
                  <c:v>1.8</c:v>
                </c:pt>
                <c:pt idx="3">
                  <c:v>2.8</c:v>
                </c:pt>
              </c:numCache>
            </c:numRef>
          </c:val>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3-0B41-4F77-B69D-3C897A7CBFAB}"/>
            </c:ext>
          </c:extLst>
        </c:ser>
        <c:ser>
          <c:idx val="4"/>
          <c:order val="4"/>
          <c:tx>
            <c:strRef>
              <c:f>Sheet1!$F$1</c:f>
              <c:strCache>
                <c:ptCount val="1"/>
                <c:pt idx="0">
                  <c:v>Series 5</c:v>
                </c:pt>
              </c:strCache>
            </c:strRef>
          </c:tx>
          <c:spPr>
            <a:pattFill prst="dashVert">
              <a:fgClr>
                <a:srgbClr val="9488F0"/>
              </a:fgClr>
              <a:bgClr>
                <a:schemeClr val="accent5"/>
              </a:bgClr>
            </a:patt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1.8</c:v>
                </c:pt>
                <c:pt idx="1">
                  <c:v>2.8</c:v>
                </c:pt>
                <c:pt idx="2">
                  <c:v>4.3</c:v>
                </c:pt>
                <c:pt idx="3">
                  <c:v>3.5</c:v>
                </c:pt>
              </c:numCache>
            </c:numRef>
          </c:val>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4-0B41-4F77-B69D-3C897A7CBFAB}"/>
            </c:ext>
          </c:extLst>
        </c:ser>
        <c:ser>
          <c:idx val="5"/>
          <c:order val="5"/>
          <c:tx>
            <c:strRef>
              <c:f>Sheet1!$G$1</c:f>
              <c:strCache>
                <c:ptCount val="1"/>
                <c:pt idx="0">
                  <c:v>Series 6</c:v>
                </c:pt>
              </c:strCache>
            </c:strRef>
          </c:tx>
          <c:spPr>
            <a:pattFill prst="dotDmnd">
              <a:fgClr>
                <a:srgbClr val="B3CC3E"/>
              </a:fgClr>
              <a:bgClr>
                <a:schemeClr val="accent6"/>
              </a:bgClr>
            </a:patt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Sheet1!$G$2:$G$5</c:f>
              <c:numCache>
                <c:formatCode>General</c:formatCode>
                <c:ptCount val="4"/>
                <c:pt idx="0">
                  <c:v>2.8</c:v>
                </c:pt>
                <c:pt idx="1">
                  <c:v>1.8</c:v>
                </c:pt>
                <c:pt idx="2">
                  <c:v>3.5</c:v>
                </c:pt>
                <c:pt idx="3">
                  <c:v>4.3</c:v>
                </c:pt>
              </c:numCache>
            </c:numRef>
          </c:val>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http://schemas.microsoft.com/office/drawing/2014/chart" uri="{C3380CC4-5D6E-409C-BE32-E72D297353CC}">
              <c16:uniqueId val="{00000005-0B41-4F77-B69D-3C897A7CBFAB}"/>
            </c:ext>
          </c:extLst>
        </c:ser>
        <c:dLbls>
          <c:dLblPos val="ctr"/>
          <c:showLegendKey val="0"/>
          <c:showVal val="1"/>
          <c:showCatName val="0"/>
          <c:showSerName val="0"/>
          <c:showPercent val="0"/>
          <c:showBubbleSize val="0"/>
        </c:dLbls>
        <c:gapWidth val="75"/>
        <c:overlap val="100"/>
        <c:axId val="1355247759"/>
        <c:axId val="1355258575"/>
      </c:barChart>
      <c:catAx>
        <c:axId val="1355247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355258575"/>
        <c:crosses val="autoZero"/>
        <c:auto val="1"/>
        <c:lblAlgn val="ctr"/>
        <c:lblOffset val="100"/>
        <c:noMultiLvlLbl val="0"/>
      </c:catAx>
      <c:valAx>
        <c:axId val="1355258575"/>
        <c:scaling>
          <c:orientation val="minMax"/>
        </c:scaling>
        <c:delete val="1"/>
        <c:axPos val="l"/>
        <c:numFmt formatCode="General" sourceLinked="1"/>
        <c:majorTickMark val="none"/>
        <c:minorTickMark val="none"/>
        <c:tickLblPos val="nextTo"/>
        <c:crossAx val="13552477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3="http://schemas.microsoft.com/office/drawing/2017/03/chart" xmlns:c16="http://schemas.microsoft.com/office/drawing/2014/chart" xmlns:c15="http://schemas.microsoft.com/office/drawing/2012/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Sheet1!$A$2:$A$9</cx:f>
        <cx:lvl ptCount="8">
          <cx:pt idx="0">Category 1</cx:pt>
          <cx:pt idx="1">Category 2</cx:pt>
          <cx:pt idx="2">Category 3</cx:pt>
          <cx:pt idx="3">Category 4</cx:pt>
          <cx:pt idx="4">Category 5</cx:pt>
          <cx:pt idx="5">Category 6</cx:pt>
          <cx:pt idx="6">Category 7</cx:pt>
          <cx:pt idx="7">Category 8</cx:pt>
        </cx:lvl>
      </cx:strDim>
      <cx:numDim type="val">
        <cx:f>Sheet1!$B$2:$B$9</cx:f>
        <cx:lvl ptCount="8" formatCode="General">
          <cx:pt idx="0">100</cx:pt>
          <cx:pt idx="1">20</cx:pt>
          <cx:pt idx="2">50</cx:pt>
          <cx:pt idx="3">-40</cx:pt>
          <cx:pt idx="4">130</cx:pt>
          <cx:pt idx="5">-60</cx:pt>
          <cx:pt idx="6">70</cx:pt>
          <cx:pt idx="7">140</cx:pt>
        </cx:lvl>
      </cx:numDim>
    </cx:data>
  </cx:chartData>
  <cx:chart>
    <cx:plotArea>
      <cx:plotAreaRegion>
        <cx:series layoutId="waterfall" uniqueId="{30BA488F-7786-4957-ABEB-9A4F4E2B94E2}">
          <cx:tx>
            <cx:txData>
              <cx:f>Sheet1!$B$1</cx:f>
              <cx:v>Series1</cx:v>
            </cx:txData>
          </cx:tx>
          <cx:spPr>
            <a:ln>
              <a:noFill/>
            </a:ln>
          </cx:spPr>
          <cx:dataPt idx="1">
            <cx:spPr>
              <a:pattFill prst="dashUpDiag">
                <a:fgClr>
                  <a:srgbClr val="05C4DE"/>
                </a:fgClr>
                <a:bgClr>
                  <a:srgbClr val="1BE1F2"/>
                </a:bgClr>
              </a:pattFill>
            </cx:spPr>
          </cx:dataPt>
          <cx:dataPt idx="2">
            <cx:spPr>
              <a:pattFill prst="dashUpDiag">
                <a:fgClr>
                  <a:srgbClr val="00BAD6"/>
                </a:fgClr>
                <a:bgClr>
                  <a:srgbClr val="1BE1F2"/>
                </a:bgClr>
              </a:pattFill>
            </cx:spPr>
          </cx:dataPt>
          <cx:dataPt idx="3">
            <cx:spPr>
              <a:pattFill prst="dashHorz">
                <a:fgClr>
                  <a:srgbClr val="E6154A"/>
                </a:fgClr>
                <a:bgClr>
                  <a:srgbClr val="FF4D5F"/>
                </a:bgClr>
              </a:pattFill>
            </cx:spPr>
          </cx:dataPt>
          <cx:dataPt idx="5">
            <cx:spPr>
              <a:pattFill prst="dashHorz">
                <a:fgClr>
                  <a:srgbClr val="F1214B"/>
                </a:fgClr>
                <a:bgClr>
                  <a:srgbClr val="FF4D5F"/>
                </a:bgClr>
              </a:pattFill>
            </cx:spPr>
          </cx:dataPt>
          <cx:dataPt idx="6">
            <cx:spPr>
              <a:pattFill prst="dashUpDiag">
                <a:fgClr>
                  <a:srgbClr val="05C4DE"/>
                </a:fgClr>
                <a:bgClr>
                  <a:srgbClr val="1BE1F2"/>
                </a:bgClr>
              </a:pattFill>
            </cx:spPr>
          </cx:dataPt>
          <cx:dataLabels pos="ctr">
            <cx:txPr>
              <a:bodyPr spcFirstLastPara="1" vertOverflow="ellipsis" horzOverflow="overflow" wrap="square" lIns="0" tIns="0" rIns="0" bIns="0" anchor="ctr" anchorCtr="1"/>
              <a:lstStyle/>
              <a:p>
                <a:pPr algn="ctr" rtl="0">
                  <a:defRPr sz="1200" b="1">
                    <a:solidFill>
                      <a:schemeClr val="bg1"/>
                    </a:solidFill>
                    <a:latin typeface="+mn-lt"/>
                  </a:defRPr>
                </a:pPr>
                <a:endParaRPr lang="en-US" sz="1200" b="1" i="0" u="none" strike="noStrike" baseline="0">
                  <a:solidFill>
                    <a:schemeClr val="bg1"/>
                  </a:solidFill>
                  <a:latin typeface="+mn-lt"/>
                </a:endParaRPr>
              </a:p>
            </cx:txPr>
            <cx:visibility seriesName="0" categoryName="0" value="1"/>
            <cx:separator>, </cx:separator>
            <cx:dataLabel idx="0">
              <cx:txPr>
                <a:bodyPr spcFirstLastPara="1" vertOverflow="ellipsis" horzOverflow="overflow" wrap="square" lIns="0" tIns="0" rIns="0" bIns="0" anchor="ctr" anchorCtr="1"/>
                <a:lstStyle/>
                <a:p>
                  <a:pPr algn="ctr" rtl="0">
                    <a:defRPr/>
                  </a:pPr>
                  <a:r>
                    <a:rPr lang="en-US" sz="1200" b="1" i="0" u="none" strike="noStrike" baseline="0">
                      <a:solidFill>
                        <a:schemeClr val="bg1"/>
                      </a:solidFill>
                      <a:latin typeface="+mn-lt"/>
                    </a:rPr>
                    <a:t>100</a:t>
                  </a:r>
                </a:p>
              </cx:txPr>
              <cx:visibility seriesName="0" categoryName="0" value="1"/>
              <cx:separator>, </cx:separator>
            </cx:dataLabel>
            <cx:dataLabel idx="1">
              <cx:txPr>
                <a:bodyPr spcFirstLastPara="1" vertOverflow="ellipsis" horzOverflow="overflow" wrap="square" lIns="0" tIns="0" rIns="0" bIns="0" anchor="ctr" anchorCtr="1"/>
                <a:lstStyle/>
                <a:p>
                  <a:pPr algn="ctr" rtl="0">
                    <a:defRPr>
                      <a:solidFill>
                        <a:schemeClr val="tx1"/>
                      </a:solidFill>
                    </a:defRPr>
                  </a:pPr>
                  <a:r>
                    <a:rPr lang="en-US" sz="1200" b="1" i="0" u="none" strike="noStrike" baseline="0">
                      <a:solidFill>
                        <a:schemeClr val="tx1"/>
                      </a:solidFill>
                      <a:latin typeface="+mn-lt"/>
                    </a:rPr>
                    <a:t>20</a:t>
                  </a:r>
                </a:p>
              </cx:txPr>
              <cx:visibility seriesName="0" categoryName="0" value="1"/>
              <cx:separator>, </cx:separator>
            </cx:dataLabel>
            <cx:dataLabel idx="2">
              <cx:txPr>
                <a:bodyPr spcFirstLastPara="1" vertOverflow="ellipsis" horzOverflow="overflow" wrap="square" lIns="0" tIns="0" rIns="0" bIns="0" anchor="ctr" anchorCtr="1"/>
                <a:lstStyle/>
                <a:p>
                  <a:pPr algn="ctr" rtl="0">
                    <a:defRPr>
                      <a:solidFill>
                        <a:schemeClr val="tx1"/>
                      </a:solidFill>
                    </a:defRPr>
                  </a:pPr>
                  <a:r>
                    <a:rPr lang="en-US" sz="1200" b="1" i="0" u="none" strike="noStrike" baseline="0">
                      <a:solidFill>
                        <a:schemeClr val="tx1"/>
                      </a:solidFill>
                      <a:latin typeface="+mn-lt"/>
                    </a:rPr>
                    <a:t>50</a:t>
                  </a:r>
                </a:p>
              </cx:txPr>
              <cx:visibility seriesName="0" categoryName="0" value="1"/>
              <cx:separator>, </cx:separator>
            </cx:dataLabel>
            <cx:dataLabel idx="3">
              <cx:txPr>
                <a:bodyPr spcFirstLastPara="1" vertOverflow="ellipsis" horzOverflow="overflow" wrap="square" lIns="0" tIns="0" rIns="0" bIns="0" anchor="ctr" anchorCtr="1"/>
                <a:lstStyle/>
                <a:p>
                  <a:pPr algn="ctr" rtl="0">
                    <a:defRPr>
                      <a:solidFill>
                        <a:schemeClr val="tx1"/>
                      </a:solidFill>
                    </a:defRPr>
                  </a:pPr>
                  <a:r>
                    <a:rPr lang="en-US" sz="1200" b="1" i="0" u="none" strike="noStrike" baseline="0">
                      <a:solidFill>
                        <a:schemeClr val="tx1"/>
                      </a:solidFill>
                      <a:latin typeface="+mn-lt"/>
                    </a:rPr>
                    <a:t>-40</a:t>
                  </a:r>
                </a:p>
              </cx:txPr>
              <cx:visibility seriesName="0" categoryName="0" value="1"/>
              <cx:separator>, </cx:separator>
            </cx:dataLabel>
            <cx:dataLabel idx="4">
              <cx:txPr>
                <a:bodyPr spcFirstLastPara="1" vertOverflow="ellipsis" horzOverflow="overflow" wrap="square" lIns="0" tIns="0" rIns="0" bIns="0" anchor="ctr" anchorCtr="1"/>
                <a:lstStyle/>
                <a:p>
                  <a:pPr algn="ctr" rtl="0">
                    <a:defRPr/>
                  </a:pPr>
                  <a:r>
                    <a:rPr lang="en-US" sz="1200" b="1" i="0" u="none" strike="noStrike" baseline="0">
                      <a:solidFill>
                        <a:schemeClr val="bg1"/>
                      </a:solidFill>
                      <a:latin typeface="+mn-lt"/>
                    </a:rPr>
                    <a:t>130</a:t>
                  </a:r>
                </a:p>
              </cx:txPr>
              <cx:visibility seriesName="0" categoryName="0" value="1"/>
              <cx:separator>, </cx:separator>
            </cx:dataLabel>
            <cx:dataLabel idx="5">
              <cx:txPr>
                <a:bodyPr spcFirstLastPara="1" vertOverflow="ellipsis" horzOverflow="overflow" wrap="square" lIns="0" tIns="0" rIns="0" bIns="0" anchor="ctr" anchorCtr="1"/>
                <a:lstStyle/>
                <a:p>
                  <a:pPr algn="ctr" rtl="0">
                    <a:defRPr>
                      <a:solidFill>
                        <a:schemeClr val="tx1"/>
                      </a:solidFill>
                    </a:defRPr>
                  </a:pPr>
                  <a:r>
                    <a:rPr lang="en-US" sz="1200" b="1" i="0" u="none" strike="noStrike" baseline="0">
                      <a:solidFill>
                        <a:schemeClr val="tx1"/>
                      </a:solidFill>
                      <a:latin typeface="+mn-lt"/>
                    </a:rPr>
                    <a:t>-60</a:t>
                  </a:r>
                </a:p>
              </cx:txPr>
              <cx:visibility seriesName="0" categoryName="0" value="1"/>
              <cx:separator>, </cx:separator>
            </cx:dataLabel>
            <cx:dataLabel idx="6">
              <cx:txPr>
                <a:bodyPr spcFirstLastPara="1" vertOverflow="ellipsis" horzOverflow="overflow" wrap="square" lIns="0" tIns="0" rIns="0" bIns="0" anchor="ctr" anchorCtr="1"/>
                <a:lstStyle/>
                <a:p>
                  <a:pPr algn="ctr" rtl="0">
                    <a:defRPr>
                      <a:solidFill>
                        <a:schemeClr val="tx1"/>
                      </a:solidFill>
                    </a:defRPr>
                  </a:pPr>
                  <a:r>
                    <a:rPr lang="en-US" sz="1200" b="1" i="0" u="none" strike="noStrike" baseline="0">
                      <a:solidFill>
                        <a:schemeClr val="tx1"/>
                      </a:solidFill>
                      <a:latin typeface="+mn-lt"/>
                    </a:rPr>
                    <a:t>70</a:t>
                  </a:r>
                </a:p>
              </cx:txPr>
              <cx:visibility seriesName="0" categoryName="0" value="1"/>
              <cx:separator>, </cx:separator>
            </cx:dataLabel>
            <cx:dataLabel idx="7">
              <cx:txPr>
                <a:bodyPr spcFirstLastPara="1" vertOverflow="ellipsis" horzOverflow="overflow" wrap="square" lIns="0" tIns="0" rIns="0" bIns="0" anchor="ctr" anchorCtr="1"/>
                <a:lstStyle/>
                <a:p>
                  <a:pPr algn="ctr" rtl="0">
                    <a:defRPr/>
                  </a:pPr>
                  <a:r>
                    <a:rPr lang="en-US" sz="1200" b="1" i="0" u="none" strike="noStrike" baseline="0">
                      <a:solidFill>
                        <a:schemeClr val="bg1"/>
                      </a:solidFill>
                      <a:latin typeface="+mn-lt"/>
                    </a:rPr>
                    <a:t>140</a:t>
                  </a:r>
                </a:p>
              </cx:txPr>
              <cx:visibility seriesName="0" categoryName="0" value="1"/>
              <cx:separator>, </cx:separator>
            </cx:dataLabel>
          </cx:dataLabels>
          <cx:dataId val="0"/>
          <cx:layoutPr>
            <cx:subtotals>
              <cx:idx val="0"/>
              <cx:idx val="4"/>
              <cx:idx val="7"/>
            </cx:subtotals>
          </cx:layoutPr>
        </cx:series>
      </cx:plotAreaRegion>
      <cx:axis id="0">
        <cx:catScaling gapWidth="0.5"/>
        <cx:tickLabels/>
        <cx:txPr>
          <a:bodyPr vertOverflow="overflow" horzOverflow="overflow" wrap="square" lIns="0" tIns="0" rIns="0" bIns="0"/>
          <a:lstStyle/>
          <a:p>
            <a:pPr algn="ctr" rtl="0">
              <a:defRPr sz="1197" b="0" i="0">
                <a:solidFill>
                  <a:schemeClr val="tx1"/>
                </a:solidFill>
                <a:latin typeface="+mn-lt"/>
                <a:ea typeface="Avenir Next LT Pro" panose="020B0504020202020204" pitchFamily="34" charset="0"/>
                <a:cs typeface="Avenir Next LT Pro" panose="020B0504020202020204" pitchFamily="34" charset="0"/>
              </a:defRPr>
            </a:pPr>
            <a:endParaRPr lang="en-US">
              <a:solidFill>
                <a:schemeClr val="tx1"/>
              </a:solidFill>
              <a:latin typeface="+mn-lt"/>
            </a:endParaRPr>
          </a:p>
        </cx:txPr>
      </cx:axis>
      <cx:axis id="1" hidden="1">
        <cx:valScaling/>
        <cx:tickLabels/>
        <cx:txPr>
          <a:bodyPr vertOverflow="overflow" horzOverflow="overflow" wrap="square" lIns="0" tIns="0" rIns="0" bIns="0"/>
          <a:lstStyle/>
          <a:p>
            <a:pPr algn="ctr" rtl="0">
              <a:defRPr sz="1197" b="0" i="0">
                <a:solidFill>
                  <a:srgbClr val="595959"/>
                </a:solidFill>
                <a:latin typeface="+mn-lt"/>
                <a:ea typeface="Avenir Next LT Pro" panose="020B0504020202020204" pitchFamily="34" charset="0"/>
                <a:cs typeface="Avenir Next LT Pro" panose="020B0504020202020204" pitchFamily="34" charset="0"/>
              </a:defRPr>
            </a:pPr>
            <a:endParaRPr lang="en-US">
              <a:latin typeface="+mn-lt"/>
            </a:endParaRPr>
          </a:p>
        </cx:txPr>
      </cx:axis>
    </cx:plotArea>
    <cx:legend pos="t" align="ctr" overlay="0">
      <cx:txPr>
        <a:bodyPr spcFirstLastPara="1" vertOverflow="ellipsis" horzOverflow="overflow" wrap="square" lIns="0" tIns="0" rIns="0" bIns="0" anchor="ctr" anchorCtr="1"/>
        <a:lstStyle/>
        <a:p>
          <a:pPr algn="ctr" rtl="0">
            <a:defRPr>
              <a:solidFill>
                <a:schemeClr val="tx1"/>
              </a:solidFill>
              <a:latin typeface="+mn-lt"/>
            </a:defRPr>
          </a:pPr>
          <a:endParaRPr lang="en-US" sz="1197" b="0" i="0" u="none" strike="noStrike" baseline="0">
            <a:solidFill>
              <a:schemeClr val="tx1"/>
            </a:solidFill>
            <a:latin typeface="+mn-lt"/>
          </a:endParaRPr>
        </a:p>
      </cx:txPr>
    </cx:legend>
  </cx:chart>
  <cx:fmtOvrs>
    <cx:fmtOvr idx="2">
      <cx:spPr>
        <a:solidFill>
          <a:schemeClr val="accent1"/>
        </a:solidFill>
      </cx:spPr>
    </cx:fmtOvr>
    <cx:fmtOvr idx="0">
      <cx:spPr>
        <a:solidFill>
          <a:schemeClr val="accent3"/>
        </a:solidFill>
      </cx:spPr>
    </cx:fmtOvr>
    <cx:fmtOvr idx="1">
      <cx:spPr>
        <a:solidFill>
          <a:schemeClr val="accent4"/>
        </a:solidFill>
      </cx:spPr>
    </cx:fmtOvr>
  </cx:fmtOvrs>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81ED20-BCEB-CE40-92AF-481407709A58}"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n-US"/>
        </a:p>
      </dgm:t>
    </dgm:pt>
    <dgm:pt modelId="{F6B7EFDF-738C-7A4F-887C-800D1D04C2CC}">
      <dgm:prSet phldrT="[Text]"/>
      <dgm:spPr/>
      <dgm:t>
        <a:bodyPr/>
        <a:lstStyle/>
        <a:p>
          <a:r>
            <a:rPr lang="en-US"/>
            <a:t>Example</a:t>
          </a:r>
        </a:p>
      </dgm:t>
    </dgm:pt>
    <dgm:pt modelId="{D411C918-D19E-EA48-A89F-2DE920F8819B}" type="parTrans" cxnId="{B17BA2D8-8419-574C-9944-D17B24A3880D}">
      <dgm:prSet/>
      <dgm:spPr/>
      <dgm:t>
        <a:bodyPr/>
        <a:lstStyle/>
        <a:p>
          <a:endParaRPr lang="en-US"/>
        </a:p>
      </dgm:t>
    </dgm:pt>
    <dgm:pt modelId="{5C4D60CF-928F-9B49-8121-15B6753E2F1B}" type="sibTrans" cxnId="{B17BA2D8-8419-574C-9944-D17B24A3880D}">
      <dgm:prSet/>
      <dgm:spPr/>
      <dgm:t>
        <a:bodyPr/>
        <a:lstStyle/>
        <a:p>
          <a:endParaRPr lang="en-US"/>
        </a:p>
      </dgm:t>
    </dgm:pt>
    <dgm:pt modelId="{D5CFE479-06C7-FB4E-B313-96454DB51B71}">
      <dgm:prSet phldrT="[Text]"/>
      <dgm:spPr/>
      <dgm:t>
        <a:bodyPr/>
        <a:lstStyle/>
        <a:p>
          <a:r>
            <a:rPr lang="en-US"/>
            <a:t>Body</a:t>
          </a:r>
        </a:p>
      </dgm:t>
    </dgm:pt>
    <dgm:pt modelId="{C85AF2A1-9774-DA4A-B062-A744EAEC34DF}" type="parTrans" cxnId="{05057C59-A89C-584E-BAD1-9162AB9C3034}">
      <dgm:prSet/>
      <dgm:spPr/>
      <dgm:t>
        <a:bodyPr/>
        <a:lstStyle/>
        <a:p>
          <a:endParaRPr lang="en-US"/>
        </a:p>
      </dgm:t>
    </dgm:pt>
    <dgm:pt modelId="{C856C0FE-13D4-B844-89C6-08B32474E826}" type="sibTrans" cxnId="{05057C59-A89C-584E-BAD1-9162AB9C3034}">
      <dgm:prSet/>
      <dgm:spPr/>
      <dgm:t>
        <a:bodyPr/>
        <a:lstStyle/>
        <a:p>
          <a:endParaRPr lang="en-US"/>
        </a:p>
      </dgm:t>
    </dgm:pt>
    <dgm:pt modelId="{73A11EBA-C19C-2E4C-852E-619CAE7ACE0D}">
      <dgm:prSet phldrT="[Text]"/>
      <dgm:spPr/>
      <dgm:t>
        <a:bodyPr/>
        <a:lstStyle/>
        <a:p>
          <a:r>
            <a:rPr lang="en-US"/>
            <a:t>Body</a:t>
          </a:r>
        </a:p>
      </dgm:t>
    </dgm:pt>
    <dgm:pt modelId="{13E74057-6CC6-EF46-886D-424C40B016BA}" type="parTrans" cxnId="{3347979E-6C10-E847-B29F-1AA4DABD2F54}">
      <dgm:prSet/>
      <dgm:spPr/>
      <dgm:t>
        <a:bodyPr/>
        <a:lstStyle/>
        <a:p>
          <a:endParaRPr lang="en-US"/>
        </a:p>
      </dgm:t>
    </dgm:pt>
    <dgm:pt modelId="{EA592153-0604-0D4F-BD83-70898A473EC4}" type="sibTrans" cxnId="{3347979E-6C10-E847-B29F-1AA4DABD2F54}">
      <dgm:prSet/>
      <dgm:spPr/>
      <dgm:t>
        <a:bodyPr/>
        <a:lstStyle/>
        <a:p>
          <a:endParaRPr lang="en-US"/>
        </a:p>
      </dgm:t>
    </dgm:pt>
    <dgm:pt modelId="{3D2F381E-BBE2-5A44-A4B5-1AC9FD869CE7}">
      <dgm:prSet phldrT="[Text]"/>
      <dgm:spPr/>
      <dgm:t>
        <a:bodyPr/>
        <a:lstStyle/>
        <a:p>
          <a:r>
            <a:rPr lang="en-US"/>
            <a:t>Body</a:t>
          </a:r>
        </a:p>
      </dgm:t>
    </dgm:pt>
    <dgm:pt modelId="{24A34797-FA26-5840-9D43-F363D54CB82A}" type="parTrans" cxnId="{C5082AAD-E502-6143-8D52-BDC8EE940707}">
      <dgm:prSet/>
      <dgm:spPr/>
      <dgm:t>
        <a:bodyPr/>
        <a:lstStyle/>
        <a:p>
          <a:endParaRPr lang="en-US"/>
        </a:p>
      </dgm:t>
    </dgm:pt>
    <dgm:pt modelId="{CB61D14D-B625-6E43-8980-A33BB7099478}" type="sibTrans" cxnId="{C5082AAD-E502-6143-8D52-BDC8EE940707}">
      <dgm:prSet/>
      <dgm:spPr/>
      <dgm:t>
        <a:bodyPr/>
        <a:lstStyle/>
        <a:p>
          <a:endParaRPr lang="en-US"/>
        </a:p>
      </dgm:t>
    </dgm:pt>
    <dgm:pt modelId="{8537E2EF-53F2-ED4F-87BA-306673D3BE7F}">
      <dgm:prSet phldrT="[Text]"/>
      <dgm:spPr/>
      <dgm:t>
        <a:bodyPr/>
        <a:lstStyle/>
        <a:p>
          <a:r>
            <a:rPr lang="en-US"/>
            <a:t>Body</a:t>
          </a:r>
        </a:p>
      </dgm:t>
    </dgm:pt>
    <dgm:pt modelId="{2FC72DBF-C391-A64F-831B-04A5165AFCF8}" type="parTrans" cxnId="{47A4B71F-46A9-A941-B0EA-FE152A2349B0}">
      <dgm:prSet/>
      <dgm:spPr/>
      <dgm:t>
        <a:bodyPr/>
        <a:lstStyle/>
        <a:p>
          <a:endParaRPr lang="en-US"/>
        </a:p>
      </dgm:t>
    </dgm:pt>
    <dgm:pt modelId="{7EF93B43-DB69-5341-BFD3-0976C7D68BC1}" type="sibTrans" cxnId="{47A4B71F-46A9-A941-B0EA-FE152A2349B0}">
      <dgm:prSet/>
      <dgm:spPr/>
      <dgm:t>
        <a:bodyPr/>
        <a:lstStyle/>
        <a:p>
          <a:endParaRPr lang="en-US"/>
        </a:p>
      </dgm:t>
    </dgm:pt>
    <dgm:pt modelId="{85ECCF04-50F4-0844-9E6A-DFFBEF3F8745}" type="pres">
      <dgm:prSet presAssocID="{6881ED20-BCEB-CE40-92AF-481407709A58}" presName="Name0" presStyleCnt="0">
        <dgm:presLayoutVars>
          <dgm:chMax val="1"/>
          <dgm:dir/>
          <dgm:animLvl val="ctr"/>
          <dgm:resizeHandles val="exact"/>
        </dgm:presLayoutVars>
      </dgm:prSet>
      <dgm:spPr/>
    </dgm:pt>
    <dgm:pt modelId="{92B96B11-C7A6-FC46-88C1-E9A46643D4C3}" type="pres">
      <dgm:prSet presAssocID="{F6B7EFDF-738C-7A4F-887C-800D1D04C2CC}" presName="centerShape" presStyleLbl="node0" presStyleIdx="0" presStyleCnt="1"/>
      <dgm:spPr/>
    </dgm:pt>
    <dgm:pt modelId="{B0FED61E-3530-BC4B-98DC-34D3891F8333}" type="pres">
      <dgm:prSet presAssocID="{D5CFE479-06C7-FB4E-B313-96454DB51B71}" presName="node" presStyleLbl="node1" presStyleIdx="0" presStyleCnt="4">
        <dgm:presLayoutVars>
          <dgm:bulletEnabled val="1"/>
        </dgm:presLayoutVars>
      </dgm:prSet>
      <dgm:spPr/>
    </dgm:pt>
    <dgm:pt modelId="{864A4582-8402-2C46-8507-337A0D84514A}" type="pres">
      <dgm:prSet presAssocID="{D5CFE479-06C7-FB4E-B313-96454DB51B71}" presName="dummy" presStyleCnt="0"/>
      <dgm:spPr/>
    </dgm:pt>
    <dgm:pt modelId="{DDFC6AF5-D89F-D04E-BA13-2871A2A3E630}" type="pres">
      <dgm:prSet presAssocID="{C856C0FE-13D4-B844-89C6-08B32474E826}" presName="sibTrans" presStyleLbl="sibTrans2D1" presStyleIdx="0" presStyleCnt="4"/>
      <dgm:spPr/>
    </dgm:pt>
    <dgm:pt modelId="{F8937F17-9D89-A941-AB52-B621064D49D1}" type="pres">
      <dgm:prSet presAssocID="{73A11EBA-C19C-2E4C-852E-619CAE7ACE0D}" presName="node" presStyleLbl="node1" presStyleIdx="1" presStyleCnt="4">
        <dgm:presLayoutVars>
          <dgm:bulletEnabled val="1"/>
        </dgm:presLayoutVars>
      </dgm:prSet>
      <dgm:spPr/>
    </dgm:pt>
    <dgm:pt modelId="{E6D323AC-C321-7140-8437-3A51EA156DC9}" type="pres">
      <dgm:prSet presAssocID="{73A11EBA-C19C-2E4C-852E-619CAE7ACE0D}" presName="dummy" presStyleCnt="0"/>
      <dgm:spPr/>
    </dgm:pt>
    <dgm:pt modelId="{F9B6E0A0-C9C6-8946-A97C-E28EAB6DB9ED}" type="pres">
      <dgm:prSet presAssocID="{EA592153-0604-0D4F-BD83-70898A473EC4}" presName="sibTrans" presStyleLbl="sibTrans2D1" presStyleIdx="1" presStyleCnt="4"/>
      <dgm:spPr/>
    </dgm:pt>
    <dgm:pt modelId="{F27A8D9E-7DA6-0A46-AEEA-7D60836075F6}" type="pres">
      <dgm:prSet presAssocID="{3D2F381E-BBE2-5A44-A4B5-1AC9FD869CE7}" presName="node" presStyleLbl="node1" presStyleIdx="2" presStyleCnt="4">
        <dgm:presLayoutVars>
          <dgm:bulletEnabled val="1"/>
        </dgm:presLayoutVars>
      </dgm:prSet>
      <dgm:spPr/>
    </dgm:pt>
    <dgm:pt modelId="{590F5B6C-DFD1-B646-A730-2C29C3983A3B}" type="pres">
      <dgm:prSet presAssocID="{3D2F381E-BBE2-5A44-A4B5-1AC9FD869CE7}" presName="dummy" presStyleCnt="0"/>
      <dgm:spPr/>
    </dgm:pt>
    <dgm:pt modelId="{245A23CF-BB95-A14D-81EB-FE27B3ECB404}" type="pres">
      <dgm:prSet presAssocID="{CB61D14D-B625-6E43-8980-A33BB7099478}" presName="sibTrans" presStyleLbl="sibTrans2D1" presStyleIdx="2" presStyleCnt="4"/>
      <dgm:spPr/>
    </dgm:pt>
    <dgm:pt modelId="{0AD5C44C-335E-5346-811A-9083A6F6AE6D}" type="pres">
      <dgm:prSet presAssocID="{8537E2EF-53F2-ED4F-87BA-306673D3BE7F}" presName="node" presStyleLbl="node1" presStyleIdx="3" presStyleCnt="4">
        <dgm:presLayoutVars>
          <dgm:bulletEnabled val="1"/>
        </dgm:presLayoutVars>
      </dgm:prSet>
      <dgm:spPr/>
    </dgm:pt>
    <dgm:pt modelId="{6057A9A8-F8A2-F148-BC79-7300E57DA85C}" type="pres">
      <dgm:prSet presAssocID="{8537E2EF-53F2-ED4F-87BA-306673D3BE7F}" presName="dummy" presStyleCnt="0"/>
      <dgm:spPr/>
    </dgm:pt>
    <dgm:pt modelId="{5634623A-2036-5E40-9D4F-41A94D06A9A3}" type="pres">
      <dgm:prSet presAssocID="{7EF93B43-DB69-5341-BFD3-0976C7D68BC1}" presName="sibTrans" presStyleLbl="sibTrans2D1" presStyleIdx="3" presStyleCnt="4"/>
      <dgm:spPr/>
    </dgm:pt>
  </dgm:ptLst>
  <dgm:cxnLst>
    <dgm:cxn modelId="{7E76A809-5FBD-AD4E-A60C-B650301F226D}" type="presOf" srcId="{CB61D14D-B625-6E43-8980-A33BB7099478}" destId="{245A23CF-BB95-A14D-81EB-FE27B3ECB404}" srcOrd="0" destOrd="0" presId="urn:microsoft.com/office/officeart/2005/8/layout/radial6"/>
    <dgm:cxn modelId="{47A4B71F-46A9-A941-B0EA-FE152A2349B0}" srcId="{F6B7EFDF-738C-7A4F-887C-800D1D04C2CC}" destId="{8537E2EF-53F2-ED4F-87BA-306673D3BE7F}" srcOrd="3" destOrd="0" parTransId="{2FC72DBF-C391-A64F-831B-04A5165AFCF8}" sibTransId="{7EF93B43-DB69-5341-BFD3-0976C7D68BC1}"/>
    <dgm:cxn modelId="{39A9C620-BE64-9640-B3BC-8A25CCB1E41A}" type="presOf" srcId="{6881ED20-BCEB-CE40-92AF-481407709A58}" destId="{85ECCF04-50F4-0844-9E6A-DFFBEF3F8745}" srcOrd="0" destOrd="0" presId="urn:microsoft.com/office/officeart/2005/8/layout/radial6"/>
    <dgm:cxn modelId="{618D7622-81AF-164E-A961-922E9FBFD9DD}" type="presOf" srcId="{D5CFE479-06C7-FB4E-B313-96454DB51B71}" destId="{B0FED61E-3530-BC4B-98DC-34D3891F8333}" srcOrd="0" destOrd="0" presId="urn:microsoft.com/office/officeart/2005/8/layout/radial6"/>
    <dgm:cxn modelId="{9B204A67-D461-2149-A109-2554834F55CD}" type="presOf" srcId="{7EF93B43-DB69-5341-BFD3-0976C7D68BC1}" destId="{5634623A-2036-5E40-9D4F-41A94D06A9A3}" srcOrd="0" destOrd="0" presId="urn:microsoft.com/office/officeart/2005/8/layout/radial6"/>
    <dgm:cxn modelId="{CE068F6C-9CD4-D849-99DA-04D56F2EAE56}" type="presOf" srcId="{3D2F381E-BBE2-5A44-A4B5-1AC9FD869CE7}" destId="{F27A8D9E-7DA6-0A46-AEEA-7D60836075F6}" srcOrd="0" destOrd="0" presId="urn:microsoft.com/office/officeart/2005/8/layout/radial6"/>
    <dgm:cxn modelId="{3D21DE6D-8102-B844-98E9-C48C51E76DD7}" type="presOf" srcId="{EA592153-0604-0D4F-BD83-70898A473EC4}" destId="{F9B6E0A0-C9C6-8946-A97C-E28EAB6DB9ED}" srcOrd="0" destOrd="0" presId="urn:microsoft.com/office/officeart/2005/8/layout/radial6"/>
    <dgm:cxn modelId="{A6964D71-B1A2-1C47-BAB8-4F2BA3FA6275}" type="presOf" srcId="{F6B7EFDF-738C-7A4F-887C-800D1D04C2CC}" destId="{92B96B11-C7A6-FC46-88C1-E9A46643D4C3}" srcOrd="0" destOrd="0" presId="urn:microsoft.com/office/officeart/2005/8/layout/radial6"/>
    <dgm:cxn modelId="{54147E73-0132-F541-B86B-B4799FA52A67}" type="presOf" srcId="{8537E2EF-53F2-ED4F-87BA-306673D3BE7F}" destId="{0AD5C44C-335E-5346-811A-9083A6F6AE6D}" srcOrd="0" destOrd="0" presId="urn:microsoft.com/office/officeart/2005/8/layout/radial6"/>
    <dgm:cxn modelId="{05057C59-A89C-584E-BAD1-9162AB9C3034}" srcId="{F6B7EFDF-738C-7A4F-887C-800D1D04C2CC}" destId="{D5CFE479-06C7-FB4E-B313-96454DB51B71}" srcOrd="0" destOrd="0" parTransId="{C85AF2A1-9774-DA4A-B062-A744EAEC34DF}" sibTransId="{C856C0FE-13D4-B844-89C6-08B32474E826}"/>
    <dgm:cxn modelId="{014CD486-1D90-8B4D-9AEC-44EFDDC6C990}" type="presOf" srcId="{C856C0FE-13D4-B844-89C6-08B32474E826}" destId="{DDFC6AF5-D89F-D04E-BA13-2871A2A3E630}" srcOrd="0" destOrd="0" presId="urn:microsoft.com/office/officeart/2005/8/layout/radial6"/>
    <dgm:cxn modelId="{A60C3A8B-3050-EB49-BADE-C1BBA1546813}" type="presOf" srcId="{73A11EBA-C19C-2E4C-852E-619CAE7ACE0D}" destId="{F8937F17-9D89-A941-AB52-B621064D49D1}" srcOrd="0" destOrd="0" presId="urn:microsoft.com/office/officeart/2005/8/layout/radial6"/>
    <dgm:cxn modelId="{3347979E-6C10-E847-B29F-1AA4DABD2F54}" srcId="{F6B7EFDF-738C-7A4F-887C-800D1D04C2CC}" destId="{73A11EBA-C19C-2E4C-852E-619CAE7ACE0D}" srcOrd="1" destOrd="0" parTransId="{13E74057-6CC6-EF46-886D-424C40B016BA}" sibTransId="{EA592153-0604-0D4F-BD83-70898A473EC4}"/>
    <dgm:cxn modelId="{C5082AAD-E502-6143-8D52-BDC8EE940707}" srcId="{F6B7EFDF-738C-7A4F-887C-800D1D04C2CC}" destId="{3D2F381E-BBE2-5A44-A4B5-1AC9FD869CE7}" srcOrd="2" destOrd="0" parTransId="{24A34797-FA26-5840-9D43-F363D54CB82A}" sibTransId="{CB61D14D-B625-6E43-8980-A33BB7099478}"/>
    <dgm:cxn modelId="{B17BA2D8-8419-574C-9944-D17B24A3880D}" srcId="{6881ED20-BCEB-CE40-92AF-481407709A58}" destId="{F6B7EFDF-738C-7A4F-887C-800D1D04C2CC}" srcOrd="0" destOrd="0" parTransId="{D411C918-D19E-EA48-A89F-2DE920F8819B}" sibTransId="{5C4D60CF-928F-9B49-8121-15B6753E2F1B}"/>
    <dgm:cxn modelId="{2AA65C95-E809-B846-A100-4622BB813C7C}" type="presParOf" srcId="{85ECCF04-50F4-0844-9E6A-DFFBEF3F8745}" destId="{92B96B11-C7A6-FC46-88C1-E9A46643D4C3}" srcOrd="0" destOrd="0" presId="urn:microsoft.com/office/officeart/2005/8/layout/radial6"/>
    <dgm:cxn modelId="{571C22A4-448F-A644-AE61-9D854BF71362}" type="presParOf" srcId="{85ECCF04-50F4-0844-9E6A-DFFBEF3F8745}" destId="{B0FED61E-3530-BC4B-98DC-34D3891F8333}" srcOrd="1" destOrd="0" presId="urn:microsoft.com/office/officeart/2005/8/layout/radial6"/>
    <dgm:cxn modelId="{4BB56444-B150-AD4D-900D-95F4DE4A6311}" type="presParOf" srcId="{85ECCF04-50F4-0844-9E6A-DFFBEF3F8745}" destId="{864A4582-8402-2C46-8507-337A0D84514A}" srcOrd="2" destOrd="0" presId="urn:microsoft.com/office/officeart/2005/8/layout/radial6"/>
    <dgm:cxn modelId="{5D71701F-C02D-9D4C-86C8-8B63BE71755B}" type="presParOf" srcId="{85ECCF04-50F4-0844-9E6A-DFFBEF3F8745}" destId="{DDFC6AF5-D89F-D04E-BA13-2871A2A3E630}" srcOrd="3" destOrd="0" presId="urn:microsoft.com/office/officeart/2005/8/layout/radial6"/>
    <dgm:cxn modelId="{3D46A154-EB04-BF41-8C98-E9DD25B00CF4}" type="presParOf" srcId="{85ECCF04-50F4-0844-9E6A-DFFBEF3F8745}" destId="{F8937F17-9D89-A941-AB52-B621064D49D1}" srcOrd="4" destOrd="0" presId="urn:microsoft.com/office/officeart/2005/8/layout/radial6"/>
    <dgm:cxn modelId="{12DFC18C-C673-A74D-A386-4D71F86B6E0E}" type="presParOf" srcId="{85ECCF04-50F4-0844-9E6A-DFFBEF3F8745}" destId="{E6D323AC-C321-7140-8437-3A51EA156DC9}" srcOrd="5" destOrd="0" presId="urn:microsoft.com/office/officeart/2005/8/layout/radial6"/>
    <dgm:cxn modelId="{D72F6FF1-4F5D-7140-8F81-EBD1F52281FE}" type="presParOf" srcId="{85ECCF04-50F4-0844-9E6A-DFFBEF3F8745}" destId="{F9B6E0A0-C9C6-8946-A97C-E28EAB6DB9ED}" srcOrd="6" destOrd="0" presId="urn:microsoft.com/office/officeart/2005/8/layout/radial6"/>
    <dgm:cxn modelId="{8A52E073-7E73-8F42-8771-439C14CA55D2}" type="presParOf" srcId="{85ECCF04-50F4-0844-9E6A-DFFBEF3F8745}" destId="{F27A8D9E-7DA6-0A46-AEEA-7D60836075F6}" srcOrd="7" destOrd="0" presId="urn:microsoft.com/office/officeart/2005/8/layout/radial6"/>
    <dgm:cxn modelId="{727493D4-A844-E64A-A876-65E926B588BB}" type="presParOf" srcId="{85ECCF04-50F4-0844-9E6A-DFFBEF3F8745}" destId="{590F5B6C-DFD1-B646-A730-2C29C3983A3B}" srcOrd="8" destOrd="0" presId="urn:microsoft.com/office/officeart/2005/8/layout/radial6"/>
    <dgm:cxn modelId="{773783B1-6F95-EB44-B1A0-3CED5FF7ACB3}" type="presParOf" srcId="{85ECCF04-50F4-0844-9E6A-DFFBEF3F8745}" destId="{245A23CF-BB95-A14D-81EB-FE27B3ECB404}" srcOrd="9" destOrd="0" presId="urn:microsoft.com/office/officeart/2005/8/layout/radial6"/>
    <dgm:cxn modelId="{149FDDEE-ACBB-DF4B-8854-698B9FE4FE24}" type="presParOf" srcId="{85ECCF04-50F4-0844-9E6A-DFFBEF3F8745}" destId="{0AD5C44C-335E-5346-811A-9083A6F6AE6D}" srcOrd="10" destOrd="0" presId="urn:microsoft.com/office/officeart/2005/8/layout/radial6"/>
    <dgm:cxn modelId="{04942C8A-DEA4-B943-B5DF-C2D25B20EC56}" type="presParOf" srcId="{85ECCF04-50F4-0844-9E6A-DFFBEF3F8745}" destId="{6057A9A8-F8A2-F148-BC79-7300E57DA85C}" srcOrd="11" destOrd="0" presId="urn:microsoft.com/office/officeart/2005/8/layout/radial6"/>
    <dgm:cxn modelId="{682DA7DB-C0EE-3344-A47D-FA40A0BC55C6}" type="presParOf" srcId="{85ECCF04-50F4-0844-9E6A-DFFBEF3F8745}" destId="{5634623A-2036-5E40-9D4F-41A94D06A9A3}"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81ED20-BCEB-CE40-92AF-481407709A58}"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n-US"/>
        </a:p>
      </dgm:t>
    </dgm:pt>
    <dgm:pt modelId="{F6B7EFDF-738C-7A4F-887C-800D1D04C2CC}">
      <dgm:prSet phldrT="[Text]" custT="1"/>
      <dgm:spPr>
        <a:ln>
          <a:noFill/>
        </a:ln>
      </dgm:spPr>
      <dgm:t>
        <a:bodyPr lIns="0" tIns="0" rIns="0" bIns="0"/>
        <a:lstStyle/>
        <a:p>
          <a:r>
            <a:rPr lang="en-US" sz="1000" b="1"/>
            <a:t>Example</a:t>
          </a:r>
        </a:p>
      </dgm:t>
    </dgm:pt>
    <dgm:pt modelId="{D411C918-D19E-EA48-A89F-2DE920F8819B}" type="parTrans" cxnId="{B17BA2D8-8419-574C-9944-D17B24A3880D}">
      <dgm:prSet/>
      <dgm:spPr/>
      <dgm:t>
        <a:bodyPr/>
        <a:lstStyle/>
        <a:p>
          <a:endParaRPr lang="en-US" sz="1000"/>
        </a:p>
      </dgm:t>
    </dgm:pt>
    <dgm:pt modelId="{5C4D60CF-928F-9B49-8121-15B6753E2F1B}" type="sibTrans" cxnId="{B17BA2D8-8419-574C-9944-D17B24A3880D}">
      <dgm:prSet/>
      <dgm:spPr/>
      <dgm:t>
        <a:bodyPr/>
        <a:lstStyle/>
        <a:p>
          <a:endParaRPr lang="en-US" sz="1000"/>
        </a:p>
      </dgm:t>
    </dgm:pt>
    <dgm:pt modelId="{D5CFE479-06C7-FB4E-B313-96454DB51B71}">
      <dgm:prSet phldrT="[Text]" custT="1"/>
      <dgm:spPr>
        <a:ln>
          <a:noFill/>
        </a:ln>
      </dgm:spPr>
      <dgm:t>
        <a:bodyPr/>
        <a:lstStyle/>
        <a:p>
          <a:r>
            <a:rPr lang="en-US" sz="1000"/>
            <a:t>Body</a:t>
          </a:r>
        </a:p>
      </dgm:t>
    </dgm:pt>
    <dgm:pt modelId="{C85AF2A1-9774-DA4A-B062-A744EAEC34DF}" type="parTrans" cxnId="{05057C59-A89C-584E-BAD1-9162AB9C3034}">
      <dgm:prSet/>
      <dgm:spPr/>
      <dgm:t>
        <a:bodyPr/>
        <a:lstStyle/>
        <a:p>
          <a:endParaRPr lang="en-US" sz="1000"/>
        </a:p>
      </dgm:t>
    </dgm:pt>
    <dgm:pt modelId="{C856C0FE-13D4-B844-89C6-08B32474E826}" type="sibTrans" cxnId="{05057C59-A89C-584E-BAD1-9162AB9C3034}">
      <dgm:prSet/>
      <dgm:spPr>
        <a:solidFill>
          <a:schemeClr val="bg2"/>
        </a:solidFill>
        <a:ln>
          <a:noFill/>
        </a:ln>
      </dgm:spPr>
      <dgm:t>
        <a:bodyPr/>
        <a:lstStyle/>
        <a:p>
          <a:endParaRPr lang="en-US" sz="1000"/>
        </a:p>
      </dgm:t>
    </dgm:pt>
    <dgm:pt modelId="{73A11EBA-C19C-2E4C-852E-619CAE7ACE0D}">
      <dgm:prSet phldrT="[Text]" custT="1"/>
      <dgm:spPr>
        <a:ln>
          <a:noFill/>
        </a:ln>
      </dgm:spPr>
      <dgm:t>
        <a:bodyPr/>
        <a:lstStyle/>
        <a:p>
          <a:r>
            <a:rPr lang="en-US" sz="1000"/>
            <a:t>Body</a:t>
          </a:r>
        </a:p>
      </dgm:t>
    </dgm:pt>
    <dgm:pt modelId="{13E74057-6CC6-EF46-886D-424C40B016BA}" type="parTrans" cxnId="{3347979E-6C10-E847-B29F-1AA4DABD2F54}">
      <dgm:prSet/>
      <dgm:spPr/>
      <dgm:t>
        <a:bodyPr/>
        <a:lstStyle/>
        <a:p>
          <a:endParaRPr lang="en-US" sz="1000"/>
        </a:p>
      </dgm:t>
    </dgm:pt>
    <dgm:pt modelId="{EA592153-0604-0D4F-BD83-70898A473EC4}" type="sibTrans" cxnId="{3347979E-6C10-E847-B29F-1AA4DABD2F54}">
      <dgm:prSet/>
      <dgm:spPr>
        <a:solidFill>
          <a:schemeClr val="bg2"/>
        </a:solidFill>
      </dgm:spPr>
      <dgm:t>
        <a:bodyPr/>
        <a:lstStyle/>
        <a:p>
          <a:endParaRPr lang="en-US" sz="1000"/>
        </a:p>
      </dgm:t>
    </dgm:pt>
    <dgm:pt modelId="{3D2F381E-BBE2-5A44-A4B5-1AC9FD869CE7}">
      <dgm:prSet phldrT="[Text]" custT="1"/>
      <dgm:spPr>
        <a:ln>
          <a:noFill/>
        </a:ln>
      </dgm:spPr>
      <dgm:t>
        <a:bodyPr/>
        <a:lstStyle/>
        <a:p>
          <a:r>
            <a:rPr lang="en-US" sz="1000"/>
            <a:t>Body</a:t>
          </a:r>
        </a:p>
      </dgm:t>
    </dgm:pt>
    <dgm:pt modelId="{24A34797-FA26-5840-9D43-F363D54CB82A}" type="parTrans" cxnId="{C5082AAD-E502-6143-8D52-BDC8EE940707}">
      <dgm:prSet/>
      <dgm:spPr/>
      <dgm:t>
        <a:bodyPr/>
        <a:lstStyle/>
        <a:p>
          <a:endParaRPr lang="en-US" sz="1000"/>
        </a:p>
      </dgm:t>
    </dgm:pt>
    <dgm:pt modelId="{CB61D14D-B625-6E43-8980-A33BB7099478}" type="sibTrans" cxnId="{C5082AAD-E502-6143-8D52-BDC8EE940707}">
      <dgm:prSet/>
      <dgm:spPr>
        <a:solidFill>
          <a:schemeClr val="bg2"/>
        </a:solidFill>
      </dgm:spPr>
      <dgm:t>
        <a:bodyPr/>
        <a:lstStyle/>
        <a:p>
          <a:endParaRPr lang="en-US" sz="1000"/>
        </a:p>
      </dgm:t>
    </dgm:pt>
    <dgm:pt modelId="{8537E2EF-53F2-ED4F-87BA-306673D3BE7F}">
      <dgm:prSet phldrT="[Text]" custT="1"/>
      <dgm:spPr>
        <a:ln>
          <a:noFill/>
        </a:ln>
      </dgm:spPr>
      <dgm:t>
        <a:bodyPr/>
        <a:lstStyle/>
        <a:p>
          <a:r>
            <a:rPr lang="en-US" sz="1000"/>
            <a:t>Body</a:t>
          </a:r>
        </a:p>
      </dgm:t>
    </dgm:pt>
    <dgm:pt modelId="{2FC72DBF-C391-A64F-831B-04A5165AFCF8}" type="parTrans" cxnId="{47A4B71F-46A9-A941-B0EA-FE152A2349B0}">
      <dgm:prSet/>
      <dgm:spPr/>
      <dgm:t>
        <a:bodyPr/>
        <a:lstStyle/>
        <a:p>
          <a:endParaRPr lang="en-US" sz="1000"/>
        </a:p>
      </dgm:t>
    </dgm:pt>
    <dgm:pt modelId="{7EF93B43-DB69-5341-BFD3-0976C7D68BC1}" type="sibTrans" cxnId="{47A4B71F-46A9-A941-B0EA-FE152A2349B0}">
      <dgm:prSet/>
      <dgm:spPr>
        <a:solidFill>
          <a:schemeClr val="bg2"/>
        </a:solidFill>
      </dgm:spPr>
      <dgm:t>
        <a:bodyPr/>
        <a:lstStyle/>
        <a:p>
          <a:endParaRPr lang="en-US" sz="1000"/>
        </a:p>
      </dgm:t>
    </dgm:pt>
    <dgm:pt modelId="{85ECCF04-50F4-0844-9E6A-DFFBEF3F8745}" type="pres">
      <dgm:prSet presAssocID="{6881ED20-BCEB-CE40-92AF-481407709A58}" presName="Name0" presStyleCnt="0">
        <dgm:presLayoutVars>
          <dgm:chMax val="1"/>
          <dgm:dir/>
          <dgm:animLvl val="ctr"/>
          <dgm:resizeHandles val="exact"/>
        </dgm:presLayoutVars>
      </dgm:prSet>
      <dgm:spPr/>
    </dgm:pt>
    <dgm:pt modelId="{92B96B11-C7A6-FC46-88C1-E9A46643D4C3}" type="pres">
      <dgm:prSet presAssocID="{F6B7EFDF-738C-7A4F-887C-800D1D04C2CC}" presName="centerShape" presStyleLbl="node0" presStyleIdx="0" presStyleCnt="1"/>
      <dgm:spPr/>
    </dgm:pt>
    <dgm:pt modelId="{B0FED61E-3530-BC4B-98DC-34D3891F8333}" type="pres">
      <dgm:prSet presAssocID="{D5CFE479-06C7-FB4E-B313-96454DB51B71}" presName="node" presStyleLbl="node1" presStyleIdx="0" presStyleCnt="4">
        <dgm:presLayoutVars>
          <dgm:bulletEnabled val="1"/>
        </dgm:presLayoutVars>
      </dgm:prSet>
      <dgm:spPr/>
    </dgm:pt>
    <dgm:pt modelId="{864A4582-8402-2C46-8507-337A0D84514A}" type="pres">
      <dgm:prSet presAssocID="{D5CFE479-06C7-FB4E-B313-96454DB51B71}" presName="dummy" presStyleCnt="0"/>
      <dgm:spPr/>
    </dgm:pt>
    <dgm:pt modelId="{DDFC6AF5-D89F-D04E-BA13-2871A2A3E630}" type="pres">
      <dgm:prSet presAssocID="{C856C0FE-13D4-B844-89C6-08B32474E826}" presName="sibTrans" presStyleLbl="sibTrans2D1" presStyleIdx="0" presStyleCnt="4"/>
      <dgm:spPr/>
    </dgm:pt>
    <dgm:pt modelId="{F8937F17-9D89-A941-AB52-B621064D49D1}" type="pres">
      <dgm:prSet presAssocID="{73A11EBA-C19C-2E4C-852E-619CAE7ACE0D}" presName="node" presStyleLbl="node1" presStyleIdx="1" presStyleCnt="4">
        <dgm:presLayoutVars>
          <dgm:bulletEnabled val="1"/>
        </dgm:presLayoutVars>
      </dgm:prSet>
      <dgm:spPr/>
    </dgm:pt>
    <dgm:pt modelId="{E6D323AC-C321-7140-8437-3A51EA156DC9}" type="pres">
      <dgm:prSet presAssocID="{73A11EBA-C19C-2E4C-852E-619CAE7ACE0D}" presName="dummy" presStyleCnt="0"/>
      <dgm:spPr/>
    </dgm:pt>
    <dgm:pt modelId="{F9B6E0A0-C9C6-8946-A97C-E28EAB6DB9ED}" type="pres">
      <dgm:prSet presAssocID="{EA592153-0604-0D4F-BD83-70898A473EC4}" presName="sibTrans" presStyleLbl="sibTrans2D1" presStyleIdx="1" presStyleCnt="4"/>
      <dgm:spPr/>
    </dgm:pt>
    <dgm:pt modelId="{F27A8D9E-7DA6-0A46-AEEA-7D60836075F6}" type="pres">
      <dgm:prSet presAssocID="{3D2F381E-BBE2-5A44-A4B5-1AC9FD869CE7}" presName="node" presStyleLbl="node1" presStyleIdx="2" presStyleCnt="4">
        <dgm:presLayoutVars>
          <dgm:bulletEnabled val="1"/>
        </dgm:presLayoutVars>
      </dgm:prSet>
      <dgm:spPr/>
    </dgm:pt>
    <dgm:pt modelId="{590F5B6C-DFD1-B646-A730-2C29C3983A3B}" type="pres">
      <dgm:prSet presAssocID="{3D2F381E-BBE2-5A44-A4B5-1AC9FD869CE7}" presName="dummy" presStyleCnt="0"/>
      <dgm:spPr/>
    </dgm:pt>
    <dgm:pt modelId="{245A23CF-BB95-A14D-81EB-FE27B3ECB404}" type="pres">
      <dgm:prSet presAssocID="{CB61D14D-B625-6E43-8980-A33BB7099478}" presName="sibTrans" presStyleLbl="sibTrans2D1" presStyleIdx="2" presStyleCnt="4"/>
      <dgm:spPr/>
    </dgm:pt>
    <dgm:pt modelId="{0AD5C44C-335E-5346-811A-9083A6F6AE6D}" type="pres">
      <dgm:prSet presAssocID="{8537E2EF-53F2-ED4F-87BA-306673D3BE7F}" presName="node" presStyleLbl="node1" presStyleIdx="3" presStyleCnt="4">
        <dgm:presLayoutVars>
          <dgm:bulletEnabled val="1"/>
        </dgm:presLayoutVars>
      </dgm:prSet>
      <dgm:spPr/>
    </dgm:pt>
    <dgm:pt modelId="{6057A9A8-F8A2-F148-BC79-7300E57DA85C}" type="pres">
      <dgm:prSet presAssocID="{8537E2EF-53F2-ED4F-87BA-306673D3BE7F}" presName="dummy" presStyleCnt="0"/>
      <dgm:spPr/>
    </dgm:pt>
    <dgm:pt modelId="{5634623A-2036-5E40-9D4F-41A94D06A9A3}" type="pres">
      <dgm:prSet presAssocID="{7EF93B43-DB69-5341-BFD3-0976C7D68BC1}" presName="sibTrans" presStyleLbl="sibTrans2D1" presStyleIdx="3" presStyleCnt="4"/>
      <dgm:spPr/>
    </dgm:pt>
  </dgm:ptLst>
  <dgm:cxnLst>
    <dgm:cxn modelId="{7E76A809-5FBD-AD4E-A60C-B650301F226D}" type="presOf" srcId="{CB61D14D-B625-6E43-8980-A33BB7099478}" destId="{245A23CF-BB95-A14D-81EB-FE27B3ECB404}" srcOrd="0" destOrd="0" presId="urn:microsoft.com/office/officeart/2005/8/layout/radial6"/>
    <dgm:cxn modelId="{47A4B71F-46A9-A941-B0EA-FE152A2349B0}" srcId="{F6B7EFDF-738C-7A4F-887C-800D1D04C2CC}" destId="{8537E2EF-53F2-ED4F-87BA-306673D3BE7F}" srcOrd="3" destOrd="0" parTransId="{2FC72DBF-C391-A64F-831B-04A5165AFCF8}" sibTransId="{7EF93B43-DB69-5341-BFD3-0976C7D68BC1}"/>
    <dgm:cxn modelId="{39A9C620-BE64-9640-B3BC-8A25CCB1E41A}" type="presOf" srcId="{6881ED20-BCEB-CE40-92AF-481407709A58}" destId="{85ECCF04-50F4-0844-9E6A-DFFBEF3F8745}" srcOrd="0" destOrd="0" presId="urn:microsoft.com/office/officeart/2005/8/layout/radial6"/>
    <dgm:cxn modelId="{618D7622-81AF-164E-A961-922E9FBFD9DD}" type="presOf" srcId="{D5CFE479-06C7-FB4E-B313-96454DB51B71}" destId="{B0FED61E-3530-BC4B-98DC-34D3891F8333}" srcOrd="0" destOrd="0" presId="urn:microsoft.com/office/officeart/2005/8/layout/radial6"/>
    <dgm:cxn modelId="{9B204A67-D461-2149-A109-2554834F55CD}" type="presOf" srcId="{7EF93B43-DB69-5341-BFD3-0976C7D68BC1}" destId="{5634623A-2036-5E40-9D4F-41A94D06A9A3}" srcOrd="0" destOrd="0" presId="urn:microsoft.com/office/officeart/2005/8/layout/radial6"/>
    <dgm:cxn modelId="{CE068F6C-9CD4-D849-99DA-04D56F2EAE56}" type="presOf" srcId="{3D2F381E-BBE2-5A44-A4B5-1AC9FD869CE7}" destId="{F27A8D9E-7DA6-0A46-AEEA-7D60836075F6}" srcOrd="0" destOrd="0" presId="urn:microsoft.com/office/officeart/2005/8/layout/radial6"/>
    <dgm:cxn modelId="{3D21DE6D-8102-B844-98E9-C48C51E76DD7}" type="presOf" srcId="{EA592153-0604-0D4F-BD83-70898A473EC4}" destId="{F9B6E0A0-C9C6-8946-A97C-E28EAB6DB9ED}" srcOrd="0" destOrd="0" presId="urn:microsoft.com/office/officeart/2005/8/layout/radial6"/>
    <dgm:cxn modelId="{A6964D71-B1A2-1C47-BAB8-4F2BA3FA6275}" type="presOf" srcId="{F6B7EFDF-738C-7A4F-887C-800D1D04C2CC}" destId="{92B96B11-C7A6-FC46-88C1-E9A46643D4C3}" srcOrd="0" destOrd="0" presId="urn:microsoft.com/office/officeart/2005/8/layout/radial6"/>
    <dgm:cxn modelId="{54147E73-0132-F541-B86B-B4799FA52A67}" type="presOf" srcId="{8537E2EF-53F2-ED4F-87BA-306673D3BE7F}" destId="{0AD5C44C-335E-5346-811A-9083A6F6AE6D}" srcOrd="0" destOrd="0" presId="urn:microsoft.com/office/officeart/2005/8/layout/radial6"/>
    <dgm:cxn modelId="{05057C59-A89C-584E-BAD1-9162AB9C3034}" srcId="{F6B7EFDF-738C-7A4F-887C-800D1D04C2CC}" destId="{D5CFE479-06C7-FB4E-B313-96454DB51B71}" srcOrd="0" destOrd="0" parTransId="{C85AF2A1-9774-DA4A-B062-A744EAEC34DF}" sibTransId="{C856C0FE-13D4-B844-89C6-08B32474E826}"/>
    <dgm:cxn modelId="{014CD486-1D90-8B4D-9AEC-44EFDDC6C990}" type="presOf" srcId="{C856C0FE-13D4-B844-89C6-08B32474E826}" destId="{DDFC6AF5-D89F-D04E-BA13-2871A2A3E630}" srcOrd="0" destOrd="0" presId="urn:microsoft.com/office/officeart/2005/8/layout/radial6"/>
    <dgm:cxn modelId="{A60C3A8B-3050-EB49-BADE-C1BBA1546813}" type="presOf" srcId="{73A11EBA-C19C-2E4C-852E-619CAE7ACE0D}" destId="{F8937F17-9D89-A941-AB52-B621064D49D1}" srcOrd="0" destOrd="0" presId="urn:microsoft.com/office/officeart/2005/8/layout/radial6"/>
    <dgm:cxn modelId="{3347979E-6C10-E847-B29F-1AA4DABD2F54}" srcId="{F6B7EFDF-738C-7A4F-887C-800D1D04C2CC}" destId="{73A11EBA-C19C-2E4C-852E-619CAE7ACE0D}" srcOrd="1" destOrd="0" parTransId="{13E74057-6CC6-EF46-886D-424C40B016BA}" sibTransId="{EA592153-0604-0D4F-BD83-70898A473EC4}"/>
    <dgm:cxn modelId="{C5082AAD-E502-6143-8D52-BDC8EE940707}" srcId="{F6B7EFDF-738C-7A4F-887C-800D1D04C2CC}" destId="{3D2F381E-BBE2-5A44-A4B5-1AC9FD869CE7}" srcOrd="2" destOrd="0" parTransId="{24A34797-FA26-5840-9D43-F363D54CB82A}" sibTransId="{CB61D14D-B625-6E43-8980-A33BB7099478}"/>
    <dgm:cxn modelId="{B17BA2D8-8419-574C-9944-D17B24A3880D}" srcId="{6881ED20-BCEB-CE40-92AF-481407709A58}" destId="{F6B7EFDF-738C-7A4F-887C-800D1D04C2CC}" srcOrd="0" destOrd="0" parTransId="{D411C918-D19E-EA48-A89F-2DE920F8819B}" sibTransId="{5C4D60CF-928F-9B49-8121-15B6753E2F1B}"/>
    <dgm:cxn modelId="{2AA65C95-E809-B846-A100-4622BB813C7C}" type="presParOf" srcId="{85ECCF04-50F4-0844-9E6A-DFFBEF3F8745}" destId="{92B96B11-C7A6-FC46-88C1-E9A46643D4C3}" srcOrd="0" destOrd="0" presId="urn:microsoft.com/office/officeart/2005/8/layout/radial6"/>
    <dgm:cxn modelId="{571C22A4-448F-A644-AE61-9D854BF71362}" type="presParOf" srcId="{85ECCF04-50F4-0844-9E6A-DFFBEF3F8745}" destId="{B0FED61E-3530-BC4B-98DC-34D3891F8333}" srcOrd="1" destOrd="0" presId="urn:microsoft.com/office/officeart/2005/8/layout/radial6"/>
    <dgm:cxn modelId="{4BB56444-B150-AD4D-900D-95F4DE4A6311}" type="presParOf" srcId="{85ECCF04-50F4-0844-9E6A-DFFBEF3F8745}" destId="{864A4582-8402-2C46-8507-337A0D84514A}" srcOrd="2" destOrd="0" presId="urn:microsoft.com/office/officeart/2005/8/layout/radial6"/>
    <dgm:cxn modelId="{5D71701F-C02D-9D4C-86C8-8B63BE71755B}" type="presParOf" srcId="{85ECCF04-50F4-0844-9E6A-DFFBEF3F8745}" destId="{DDFC6AF5-D89F-D04E-BA13-2871A2A3E630}" srcOrd="3" destOrd="0" presId="urn:microsoft.com/office/officeart/2005/8/layout/radial6"/>
    <dgm:cxn modelId="{3D46A154-EB04-BF41-8C98-E9DD25B00CF4}" type="presParOf" srcId="{85ECCF04-50F4-0844-9E6A-DFFBEF3F8745}" destId="{F8937F17-9D89-A941-AB52-B621064D49D1}" srcOrd="4" destOrd="0" presId="urn:microsoft.com/office/officeart/2005/8/layout/radial6"/>
    <dgm:cxn modelId="{12DFC18C-C673-A74D-A386-4D71F86B6E0E}" type="presParOf" srcId="{85ECCF04-50F4-0844-9E6A-DFFBEF3F8745}" destId="{E6D323AC-C321-7140-8437-3A51EA156DC9}" srcOrd="5" destOrd="0" presId="urn:microsoft.com/office/officeart/2005/8/layout/radial6"/>
    <dgm:cxn modelId="{D72F6FF1-4F5D-7140-8F81-EBD1F52281FE}" type="presParOf" srcId="{85ECCF04-50F4-0844-9E6A-DFFBEF3F8745}" destId="{F9B6E0A0-C9C6-8946-A97C-E28EAB6DB9ED}" srcOrd="6" destOrd="0" presId="urn:microsoft.com/office/officeart/2005/8/layout/radial6"/>
    <dgm:cxn modelId="{8A52E073-7E73-8F42-8771-439C14CA55D2}" type="presParOf" srcId="{85ECCF04-50F4-0844-9E6A-DFFBEF3F8745}" destId="{F27A8D9E-7DA6-0A46-AEEA-7D60836075F6}" srcOrd="7" destOrd="0" presId="urn:microsoft.com/office/officeart/2005/8/layout/radial6"/>
    <dgm:cxn modelId="{727493D4-A844-E64A-A876-65E926B588BB}" type="presParOf" srcId="{85ECCF04-50F4-0844-9E6A-DFFBEF3F8745}" destId="{590F5B6C-DFD1-B646-A730-2C29C3983A3B}" srcOrd="8" destOrd="0" presId="urn:microsoft.com/office/officeart/2005/8/layout/radial6"/>
    <dgm:cxn modelId="{773783B1-6F95-EB44-B1A0-3CED5FF7ACB3}" type="presParOf" srcId="{85ECCF04-50F4-0844-9E6A-DFFBEF3F8745}" destId="{245A23CF-BB95-A14D-81EB-FE27B3ECB404}" srcOrd="9" destOrd="0" presId="urn:microsoft.com/office/officeart/2005/8/layout/radial6"/>
    <dgm:cxn modelId="{149FDDEE-ACBB-DF4B-8854-698B9FE4FE24}" type="presParOf" srcId="{85ECCF04-50F4-0844-9E6A-DFFBEF3F8745}" destId="{0AD5C44C-335E-5346-811A-9083A6F6AE6D}" srcOrd="10" destOrd="0" presId="urn:microsoft.com/office/officeart/2005/8/layout/radial6"/>
    <dgm:cxn modelId="{04942C8A-DEA4-B943-B5DF-C2D25B20EC56}" type="presParOf" srcId="{85ECCF04-50F4-0844-9E6A-DFFBEF3F8745}" destId="{6057A9A8-F8A2-F148-BC79-7300E57DA85C}" srcOrd="11" destOrd="0" presId="urn:microsoft.com/office/officeart/2005/8/layout/radial6"/>
    <dgm:cxn modelId="{682DA7DB-C0EE-3344-A47D-FA40A0BC55C6}" type="presParOf" srcId="{85ECCF04-50F4-0844-9E6A-DFFBEF3F8745}" destId="{5634623A-2036-5E40-9D4F-41A94D06A9A3}" srcOrd="12" destOrd="0" presId="urn:microsoft.com/office/officeart/2005/8/layout/radial6"/>
  </dgm:cxnLst>
  <dgm:bg/>
  <dgm:whole>
    <a:ln>
      <a:noFill/>
    </a:ln>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290480-D5A0-45C1-8E88-B376BB740B2B}" type="doc">
      <dgm:prSet loTypeId="urn:microsoft.com/office/officeart/2005/8/layout/bProcess3" loCatId="process" qsTypeId="urn:microsoft.com/office/officeart/2005/8/quickstyle/simple1" qsCatId="simple" csTypeId="urn:microsoft.com/office/officeart/2005/8/colors/colorful1" csCatId="colorful" phldr="1"/>
      <dgm:spPr/>
      <dgm:t>
        <a:bodyPr/>
        <a:lstStyle/>
        <a:p>
          <a:endParaRPr lang="en-US"/>
        </a:p>
      </dgm:t>
    </dgm:pt>
    <dgm:pt modelId="{A8EFF7B3-2B00-44FC-B963-8C10FA75DC97}">
      <dgm:prSet phldrT="[Text]" phldr="1" custT="1"/>
      <dgm:spPr>
        <a:solidFill>
          <a:schemeClr val="accent1"/>
        </a:solidFill>
      </dgm:spPr>
      <dgm:t>
        <a:bodyPr/>
        <a:lstStyle/>
        <a:p>
          <a:endParaRPr lang="en-US" sz="2200" b="1">
            <a:solidFill>
              <a:schemeClr val="bg1"/>
            </a:solidFill>
          </a:endParaRPr>
        </a:p>
      </dgm:t>
    </dgm:pt>
    <dgm:pt modelId="{F5CBC2E9-0401-4ED3-B4B1-72965DB63C99}" type="parTrans" cxnId="{844AE197-1517-4484-BC7A-729B8B1541CE}">
      <dgm:prSet/>
      <dgm:spPr/>
      <dgm:t>
        <a:bodyPr/>
        <a:lstStyle/>
        <a:p>
          <a:endParaRPr lang="en-US" sz="2200" b="1">
            <a:solidFill>
              <a:schemeClr val="bg1"/>
            </a:solidFill>
          </a:endParaRPr>
        </a:p>
      </dgm:t>
    </dgm:pt>
    <dgm:pt modelId="{5ADDA74F-95C4-43F3-B967-A1768B40699D}" type="sibTrans" cxnId="{844AE197-1517-4484-BC7A-729B8B1541CE}">
      <dgm:prSet custT="1"/>
      <dgm:spPr>
        <a:ln>
          <a:solidFill>
            <a:schemeClr val="tx1"/>
          </a:solidFill>
        </a:ln>
      </dgm:spPr>
      <dgm:t>
        <a:bodyPr/>
        <a:lstStyle/>
        <a:p>
          <a:endParaRPr lang="en-US" sz="2200" b="1">
            <a:solidFill>
              <a:schemeClr val="bg1"/>
            </a:solidFill>
          </a:endParaRPr>
        </a:p>
      </dgm:t>
    </dgm:pt>
    <dgm:pt modelId="{54EC428C-656A-4DF1-B281-1F36F05A817B}">
      <dgm:prSet phldrT="[Text]" phldr="1" custT="1"/>
      <dgm:spPr>
        <a:solidFill>
          <a:schemeClr val="accent2"/>
        </a:solidFill>
      </dgm:spPr>
      <dgm:t>
        <a:bodyPr/>
        <a:lstStyle/>
        <a:p>
          <a:endParaRPr lang="en-US" sz="2200" b="1">
            <a:solidFill>
              <a:schemeClr val="bg1"/>
            </a:solidFill>
          </a:endParaRPr>
        </a:p>
      </dgm:t>
    </dgm:pt>
    <dgm:pt modelId="{42CE9F0D-9933-42C9-98F5-223192E68C1F}" type="parTrans" cxnId="{0295A9CE-B060-4718-982E-874F38EF9787}">
      <dgm:prSet/>
      <dgm:spPr/>
      <dgm:t>
        <a:bodyPr/>
        <a:lstStyle/>
        <a:p>
          <a:endParaRPr lang="en-US" sz="2200" b="1">
            <a:solidFill>
              <a:schemeClr val="bg1"/>
            </a:solidFill>
          </a:endParaRPr>
        </a:p>
      </dgm:t>
    </dgm:pt>
    <dgm:pt modelId="{3161414B-AAAF-42D7-8DF8-EC637CE3BA53}" type="sibTrans" cxnId="{0295A9CE-B060-4718-982E-874F38EF9787}">
      <dgm:prSet custT="1"/>
      <dgm:spPr>
        <a:ln>
          <a:solidFill>
            <a:schemeClr val="tx1"/>
          </a:solidFill>
        </a:ln>
      </dgm:spPr>
      <dgm:t>
        <a:bodyPr/>
        <a:lstStyle/>
        <a:p>
          <a:endParaRPr lang="en-US" sz="2200" b="1">
            <a:solidFill>
              <a:schemeClr val="bg1"/>
            </a:solidFill>
          </a:endParaRPr>
        </a:p>
      </dgm:t>
    </dgm:pt>
    <dgm:pt modelId="{8C38D83B-2113-4469-A1AD-B247D5036A4B}">
      <dgm:prSet phldrT="[Text]" phldr="1" custT="1"/>
      <dgm:spPr>
        <a:solidFill>
          <a:schemeClr val="accent3"/>
        </a:solidFill>
      </dgm:spPr>
      <dgm:t>
        <a:bodyPr/>
        <a:lstStyle/>
        <a:p>
          <a:endParaRPr lang="en-US" sz="2200" b="1">
            <a:solidFill>
              <a:schemeClr val="tx1"/>
            </a:solidFill>
          </a:endParaRPr>
        </a:p>
      </dgm:t>
    </dgm:pt>
    <dgm:pt modelId="{723257F4-B6C7-4DA4-AC70-3E0633873ABB}" type="parTrans" cxnId="{ECA3F452-42B2-4A54-9080-6DD24F819845}">
      <dgm:prSet/>
      <dgm:spPr/>
      <dgm:t>
        <a:bodyPr/>
        <a:lstStyle/>
        <a:p>
          <a:endParaRPr lang="en-US" sz="2200" b="1">
            <a:solidFill>
              <a:schemeClr val="bg1"/>
            </a:solidFill>
          </a:endParaRPr>
        </a:p>
      </dgm:t>
    </dgm:pt>
    <dgm:pt modelId="{F4A639E8-2BF9-4DB8-B7DB-7C3DF0AA85D1}" type="sibTrans" cxnId="{ECA3F452-42B2-4A54-9080-6DD24F819845}">
      <dgm:prSet custT="1"/>
      <dgm:spPr>
        <a:ln>
          <a:solidFill>
            <a:schemeClr val="tx1"/>
          </a:solidFill>
        </a:ln>
      </dgm:spPr>
      <dgm:t>
        <a:bodyPr/>
        <a:lstStyle/>
        <a:p>
          <a:endParaRPr lang="en-US" sz="2200" b="1">
            <a:solidFill>
              <a:schemeClr val="bg1"/>
            </a:solidFill>
          </a:endParaRPr>
        </a:p>
      </dgm:t>
    </dgm:pt>
    <dgm:pt modelId="{6EF3C574-090A-4B8A-8673-DE982DA3A787}">
      <dgm:prSet phldrT="[Text]" phldr="1" custT="1"/>
      <dgm:spPr>
        <a:solidFill>
          <a:schemeClr val="accent4"/>
        </a:solidFill>
      </dgm:spPr>
      <dgm:t>
        <a:bodyPr/>
        <a:lstStyle/>
        <a:p>
          <a:endParaRPr lang="en-US" sz="2200" b="1">
            <a:solidFill>
              <a:schemeClr val="tx1"/>
            </a:solidFill>
          </a:endParaRPr>
        </a:p>
      </dgm:t>
    </dgm:pt>
    <dgm:pt modelId="{B4AA1721-A16F-4FD7-BCB9-B838D171BD08}" type="parTrans" cxnId="{E42E7C7A-4EFA-46A3-894F-2A0E28CB9666}">
      <dgm:prSet/>
      <dgm:spPr/>
      <dgm:t>
        <a:bodyPr/>
        <a:lstStyle/>
        <a:p>
          <a:endParaRPr lang="en-US" sz="2200" b="1">
            <a:solidFill>
              <a:schemeClr val="bg1"/>
            </a:solidFill>
          </a:endParaRPr>
        </a:p>
      </dgm:t>
    </dgm:pt>
    <dgm:pt modelId="{5817B4D9-D2D4-4B82-848B-AE003282C559}" type="sibTrans" cxnId="{E42E7C7A-4EFA-46A3-894F-2A0E28CB9666}">
      <dgm:prSet custT="1"/>
      <dgm:spPr>
        <a:ln>
          <a:solidFill>
            <a:schemeClr val="tx1"/>
          </a:solidFill>
        </a:ln>
      </dgm:spPr>
      <dgm:t>
        <a:bodyPr/>
        <a:lstStyle/>
        <a:p>
          <a:endParaRPr lang="en-US" sz="2200" b="1">
            <a:solidFill>
              <a:schemeClr val="bg1"/>
            </a:solidFill>
          </a:endParaRPr>
        </a:p>
      </dgm:t>
    </dgm:pt>
    <dgm:pt modelId="{76601D2A-210E-4722-B957-66D173105A4F}">
      <dgm:prSet phldrT="[Text]" phldr="1" custT="1"/>
      <dgm:spPr>
        <a:solidFill>
          <a:schemeClr val="accent5"/>
        </a:solidFill>
      </dgm:spPr>
      <dgm:t>
        <a:bodyPr/>
        <a:lstStyle/>
        <a:p>
          <a:endParaRPr lang="en-US" sz="2200" b="1">
            <a:solidFill>
              <a:schemeClr val="tx1"/>
            </a:solidFill>
          </a:endParaRPr>
        </a:p>
      </dgm:t>
    </dgm:pt>
    <dgm:pt modelId="{7DE1D4C7-CFDC-4D81-A5E6-2B67A5F2BD8B}" type="parTrans" cxnId="{0C35F0AA-F395-40C4-A07F-175D94A3B164}">
      <dgm:prSet/>
      <dgm:spPr/>
      <dgm:t>
        <a:bodyPr/>
        <a:lstStyle/>
        <a:p>
          <a:endParaRPr lang="en-US" sz="2200" b="1">
            <a:solidFill>
              <a:schemeClr val="bg1"/>
            </a:solidFill>
          </a:endParaRPr>
        </a:p>
      </dgm:t>
    </dgm:pt>
    <dgm:pt modelId="{23338912-161B-4E09-9FFE-FCF8C695B38B}" type="sibTrans" cxnId="{0C35F0AA-F395-40C4-A07F-175D94A3B164}">
      <dgm:prSet/>
      <dgm:spPr>
        <a:ln w="9525">
          <a:solidFill>
            <a:schemeClr val="tx1"/>
          </a:solidFill>
        </a:ln>
      </dgm:spPr>
      <dgm:t>
        <a:bodyPr/>
        <a:lstStyle/>
        <a:p>
          <a:endParaRPr lang="en-US" sz="2200" b="1">
            <a:solidFill>
              <a:schemeClr val="bg1"/>
            </a:solidFill>
          </a:endParaRPr>
        </a:p>
      </dgm:t>
    </dgm:pt>
    <dgm:pt modelId="{DEA8CB0A-71C3-4AFC-93D3-D3AABA65DB40}">
      <dgm:prSet phldrT="[Text]" custT="1"/>
      <dgm:spPr>
        <a:solidFill>
          <a:schemeClr val="accent6"/>
        </a:solidFill>
      </dgm:spPr>
      <dgm:t>
        <a:bodyPr/>
        <a:lstStyle/>
        <a:p>
          <a:r>
            <a:rPr lang="en-US" sz="2200" b="1">
              <a:solidFill>
                <a:schemeClr val="tx1"/>
              </a:solidFill>
            </a:rPr>
            <a:t>[Text]</a:t>
          </a:r>
        </a:p>
      </dgm:t>
    </dgm:pt>
    <dgm:pt modelId="{8EEF276E-E43A-4CD9-95EF-275C9FE9B16B}" type="parTrans" cxnId="{B36F483C-4DA1-470A-85A3-FA8568BBB308}">
      <dgm:prSet/>
      <dgm:spPr/>
      <dgm:t>
        <a:bodyPr/>
        <a:lstStyle/>
        <a:p>
          <a:endParaRPr lang="en-US">
            <a:solidFill>
              <a:schemeClr val="bg1"/>
            </a:solidFill>
          </a:endParaRPr>
        </a:p>
      </dgm:t>
    </dgm:pt>
    <dgm:pt modelId="{724336C1-6242-44BC-BD37-BF96AE27FD9F}" type="sibTrans" cxnId="{B36F483C-4DA1-470A-85A3-FA8568BBB308}">
      <dgm:prSet/>
      <dgm:spPr/>
      <dgm:t>
        <a:bodyPr/>
        <a:lstStyle/>
        <a:p>
          <a:endParaRPr lang="en-US">
            <a:solidFill>
              <a:schemeClr val="bg1"/>
            </a:solidFill>
          </a:endParaRPr>
        </a:p>
      </dgm:t>
    </dgm:pt>
    <dgm:pt modelId="{283F89C0-BCCB-457F-80C8-69A7B6843610}" type="pres">
      <dgm:prSet presAssocID="{B8290480-D5A0-45C1-8E88-B376BB740B2B}" presName="Name0" presStyleCnt="0">
        <dgm:presLayoutVars>
          <dgm:dir/>
          <dgm:resizeHandles val="exact"/>
        </dgm:presLayoutVars>
      </dgm:prSet>
      <dgm:spPr/>
    </dgm:pt>
    <dgm:pt modelId="{ED5791E0-F1D8-4D9B-9FDF-926B53F93EE5}" type="pres">
      <dgm:prSet presAssocID="{A8EFF7B3-2B00-44FC-B963-8C10FA75DC97}" presName="node" presStyleLbl="node1" presStyleIdx="0" presStyleCnt="6">
        <dgm:presLayoutVars>
          <dgm:bulletEnabled val="1"/>
        </dgm:presLayoutVars>
      </dgm:prSet>
      <dgm:spPr/>
    </dgm:pt>
    <dgm:pt modelId="{C25B515E-CE3B-4428-8260-578A2CC3C394}" type="pres">
      <dgm:prSet presAssocID="{5ADDA74F-95C4-43F3-B967-A1768B40699D}" presName="sibTrans" presStyleLbl="sibTrans1D1" presStyleIdx="0" presStyleCnt="5"/>
      <dgm:spPr/>
    </dgm:pt>
    <dgm:pt modelId="{AF95D084-3548-4123-B970-13B0F693F514}" type="pres">
      <dgm:prSet presAssocID="{5ADDA74F-95C4-43F3-B967-A1768B40699D}" presName="connectorText" presStyleLbl="sibTrans1D1" presStyleIdx="0" presStyleCnt="5"/>
      <dgm:spPr/>
    </dgm:pt>
    <dgm:pt modelId="{A173BDF8-960C-489B-AE30-091DE3CD4752}" type="pres">
      <dgm:prSet presAssocID="{54EC428C-656A-4DF1-B281-1F36F05A817B}" presName="node" presStyleLbl="node1" presStyleIdx="1" presStyleCnt="6">
        <dgm:presLayoutVars>
          <dgm:bulletEnabled val="1"/>
        </dgm:presLayoutVars>
      </dgm:prSet>
      <dgm:spPr/>
    </dgm:pt>
    <dgm:pt modelId="{D0C45487-2835-4BF0-960F-DEBFA5CC67C7}" type="pres">
      <dgm:prSet presAssocID="{3161414B-AAAF-42D7-8DF8-EC637CE3BA53}" presName="sibTrans" presStyleLbl="sibTrans1D1" presStyleIdx="1" presStyleCnt="5"/>
      <dgm:spPr/>
    </dgm:pt>
    <dgm:pt modelId="{D005D6BC-D382-4AAC-B276-C6DBB8416A6C}" type="pres">
      <dgm:prSet presAssocID="{3161414B-AAAF-42D7-8DF8-EC637CE3BA53}" presName="connectorText" presStyleLbl="sibTrans1D1" presStyleIdx="1" presStyleCnt="5"/>
      <dgm:spPr/>
    </dgm:pt>
    <dgm:pt modelId="{1E0CE5A5-CA89-4B96-88DE-C5431DAC29A0}" type="pres">
      <dgm:prSet presAssocID="{8C38D83B-2113-4469-A1AD-B247D5036A4B}" presName="node" presStyleLbl="node1" presStyleIdx="2" presStyleCnt="6">
        <dgm:presLayoutVars>
          <dgm:bulletEnabled val="1"/>
        </dgm:presLayoutVars>
      </dgm:prSet>
      <dgm:spPr/>
    </dgm:pt>
    <dgm:pt modelId="{9E828D9F-B855-4CB3-BAFC-A07FE373F275}" type="pres">
      <dgm:prSet presAssocID="{F4A639E8-2BF9-4DB8-B7DB-7C3DF0AA85D1}" presName="sibTrans" presStyleLbl="sibTrans1D1" presStyleIdx="2" presStyleCnt="5"/>
      <dgm:spPr/>
    </dgm:pt>
    <dgm:pt modelId="{645AC5C9-6F70-4661-8695-8B10DFB9157F}" type="pres">
      <dgm:prSet presAssocID="{F4A639E8-2BF9-4DB8-B7DB-7C3DF0AA85D1}" presName="connectorText" presStyleLbl="sibTrans1D1" presStyleIdx="2" presStyleCnt="5"/>
      <dgm:spPr/>
    </dgm:pt>
    <dgm:pt modelId="{58D00EB5-A5C8-4F13-9675-E957944171F4}" type="pres">
      <dgm:prSet presAssocID="{6EF3C574-090A-4B8A-8673-DE982DA3A787}" presName="node" presStyleLbl="node1" presStyleIdx="3" presStyleCnt="6">
        <dgm:presLayoutVars>
          <dgm:bulletEnabled val="1"/>
        </dgm:presLayoutVars>
      </dgm:prSet>
      <dgm:spPr/>
    </dgm:pt>
    <dgm:pt modelId="{A8BA1837-D746-4602-A1C7-B8371CA7A9BA}" type="pres">
      <dgm:prSet presAssocID="{5817B4D9-D2D4-4B82-848B-AE003282C559}" presName="sibTrans" presStyleLbl="sibTrans1D1" presStyleIdx="3" presStyleCnt="5"/>
      <dgm:spPr/>
    </dgm:pt>
    <dgm:pt modelId="{2B8D07A0-A098-443A-AD9B-110AC971304C}" type="pres">
      <dgm:prSet presAssocID="{5817B4D9-D2D4-4B82-848B-AE003282C559}" presName="connectorText" presStyleLbl="sibTrans1D1" presStyleIdx="3" presStyleCnt="5"/>
      <dgm:spPr/>
    </dgm:pt>
    <dgm:pt modelId="{22D9000D-7463-4516-A491-894A50D76B91}" type="pres">
      <dgm:prSet presAssocID="{76601D2A-210E-4722-B957-66D173105A4F}" presName="node" presStyleLbl="node1" presStyleIdx="4" presStyleCnt="6">
        <dgm:presLayoutVars>
          <dgm:bulletEnabled val="1"/>
        </dgm:presLayoutVars>
      </dgm:prSet>
      <dgm:spPr/>
    </dgm:pt>
    <dgm:pt modelId="{D63D22E5-12F8-47C9-91D3-88A116F36AFC}" type="pres">
      <dgm:prSet presAssocID="{23338912-161B-4E09-9FFE-FCF8C695B38B}" presName="sibTrans" presStyleLbl="sibTrans1D1" presStyleIdx="4" presStyleCnt="5"/>
      <dgm:spPr/>
    </dgm:pt>
    <dgm:pt modelId="{E141D3D0-D914-4E88-B7F1-AD2265D6EA0F}" type="pres">
      <dgm:prSet presAssocID="{23338912-161B-4E09-9FFE-FCF8C695B38B}" presName="connectorText" presStyleLbl="sibTrans1D1" presStyleIdx="4" presStyleCnt="5"/>
      <dgm:spPr/>
    </dgm:pt>
    <dgm:pt modelId="{7A3D88AD-EC1E-48A0-9F81-FD8595E2F6FA}" type="pres">
      <dgm:prSet presAssocID="{DEA8CB0A-71C3-4AFC-93D3-D3AABA65DB40}" presName="node" presStyleLbl="node1" presStyleIdx="5" presStyleCnt="6">
        <dgm:presLayoutVars>
          <dgm:bulletEnabled val="1"/>
        </dgm:presLayoutVars>
      </dgm:prSet>
      <dgm:spPr/>
    </dgm:pt>
  </dgm:ptLst>
  <dgm:cxnLst>
    <dgm:cxn modelId="{55DF9D08-E169-4A07-B25D-2E7F504FF23E}" type="presOf" srcId="{F4A639E8-2BF9-4DB8-B7DB-7C3DF0AA85D1}" destId="{645AC5C9-6F70-4661-8695-8B10DFB9157F}" srcOrd="1" destOrd="0" presId="urn:microsoft.com/office/officeart/2005/8/layout/bProcess3"/>
    <dgm:cxn modelId="{0C1A040A-A36B-493D-89E2-AEA0531C5B15}" type="presOf" srcId="{54EC428C-656A-4DF1-B281-1F36F05A817B}" destId="{A173BDF8-960C-489B-AE30-091DE3CD4752}" srcOrd="0" destOrd="0" presId="urn:microsoft.com/office/officeart/2005/8/layout/bProcess3"/>
    <dgm:cxn modelId="{8958A71E-A69A-4772-B6BE-6933DC156530}" type="presOf" srcId="{DEA8CB0A-71C3-4AFC-93D3-D3AABA65DB40}" destId="{7A3D88AD-EC1E-48A0-9F81-FD8595E2F6FA}" srcOrd="0" destOrd="0" presId="urn:microsoft.com/office/officeart/2005/8/layout/bProcess3"/>
    <dgm:cxn modelId="{18A25220-2E4E-46F6-B78C-619912F1B19F}" type="presOf" srcId="{5ADDA74F-95C4-43F3-B967-A1768B40699D}" destId="{AF95D084-3548-4123-B970-13B0F693F514}" srcOrd="1" destOrd="0" presId="urn:microsoft.com/office/officeart/2005/8/layout/bProcess3"/>
    <dgm:cxn modelId="{E2B94F26-4FF9-4563-BAA7-88E1860B5327}" type="presOf" srcId="{5ADDA74F-95C4-43F3-B967-A1768B40699D}" destId="{C25B515E-CE3B-4428-8260-578A2CC3C394}" srcOrd="0" destOrd="0" presId="urn:microsoft.com/office/officeart/2005/8/layout/bProcess3"/>
    <dgm:cxn modelId="{C9C05E28-B4CC-4AF3-83A5-86BC449089C5}" type="presOf" srcId="{F4A639E8-2BF9-4DB8-B7DB-7C3DF0AA85D1}" destId="{9E828D9F-B855-4CB3-BAFC-A07FE373F275}" srcOrd="0" destOrd="0" presId="urn:microsoft.com/office/officeart/2005/8/layout/bProcess3"/>
    <dgm:cxn modelId="{A5443237-04B7-47EE-B717-80A4917F969A}" type="presOf" srcId="{B8290480-D5A0-45C1-8E88-B376BB740B2B}" destId="{283F89C0-BCCB-457F-80C8-69A7B6843610}" srcOrd="0" destOrd="0" presId="urn:microsoft.com/office/officeart/2005/8/layout/bProcess3"/>
    <dgm:cxn modelId="{B36F483C-4DA1-470A-85A3-FA8568BBB308}" srcId="{B8290480-D5A0-45C1-8E88-B376BB740B2B}" destId="{DEA8CB0A-71C3-4AFC-93D3-D3AABA65DB40}" srcOrd="5" destOrd="0" parTransId="{8EEF276E-E43A-4CD9-95EF-275C9FE9B16B}" sibTransId="{724336C1-6242-44BC-BD37-BF96AE27FD9F}"/>
    <dgm:cxn modelId="{185FF660-F0A5-4ACD-91A3-E11769F29CB1}" type="presOf" srcId="{76601D2A-210E-4722-B957-66D173105A4F}" destId="{22D9000D-7463-4516-A491-894A50D76B91}" srcOrd="0" destOrd="0" presId="urn:microsoft.com/office/officeart/2005/8/layout/bProcess3"/>
    <dgm:cxn modelId="{ECA3F452-42B2-4A54-9080-6DD24F819845}" srcId="{B8290480-D5A0-45C1-8E88-B376BB740B2B}" destId="{8C38D83B-2113-4469-A1AD-B247D5036A4B}" srcOrd="2" destOrd="0" parTransId="{723257F4-B6C7-4DA4-AC70-3E0633873ABB}" sibTransId="{F4A639E8-2BF9-4DB8-B7DB-7C3DF0AA85D1}"/>
    <dgm:cxn modelId="{081FCE74-2D2A-44AF-87FF-2FD611EB0479}" type="presOf" srcId="{3161414B-AAAF-42D7-8DF8-EC637CE3BA53}" destId="{D005D6BC-D382-4AAC-B276-C6DBB8416A6C}" srcOrd="1" destOrd="0" presId="urn:microsoft.com/office/officeart/2005/8/layout/bProcess3"/>
    <dgm:cxn modelId="{84754659-69FA-4DAC-884B-7F9FFA3CFBD0}" type="presOf" srcId="{3161414B-AAAF-42D7-8DF8-EC637CE3BA53}" destId="{D0C45487-2835-4BF0-960F-DEBFA5CC67C7}" srcOrd="0" destOrd="0" presId="urn:microsoft.com/office/officeart/2005/8/layout/bProcess3"/>
    <dgm:cxn modelId="{E42E7C7A-4EFA-46A3-894F-2A0E28CB9666}" srcId="{B8290480-D5A0-45C1-8E88-B376BB740B2B}" destId="{6EF3C574-090A-4B8A-8673-DE982DA3A787}" srcOrd="3" destOrd="0" parTransId="{B4AA1721-A16F-4FD7-BCB9-B838D171BD08}" sibTransId="{5817B4D9-D2D4-4B82-848B-AE003282C559}"/>
    <dgm:cxn modelId="{29B6F57D-F32B-4F78-B747-3F79D942A931}" type="presOf" srcId="{6EF3C574-090A-4B8A-8673-DE982DA3A787}" destId="{58D00EB5-A5C8-4F13-9675-E957944171F4}" srcOrd="0" destOrd="0" presId="urn:microsoft.com/office/officeart/2005/8/layout/bProcess3"/>
    <dgm:cxn modelId="{844AE197-1517-4484-BC7A-729B8B1541CE}" srcId="{B8290480-D5A0-45C1-8E88-B376BB740B2B}" destId="{A8EFF7B3-2B00-44FC-B963-8C10FA75DC97}" srcOrd="0" destOrd="0" parTransId="{F5CBC2E9-0401-4ED3-B4B1-72965DB63C99}" sibTransId="{5ADDA74F-95C4-43F3-B967-A1768B40699D}"/>
    <dgm:cxn modelId="{B03377A1-1E1D-4BA4-B5BD-CA3E557E27E9}" type="presOf" srcId="{A8EFF7B3-2B00-44FC-B963-8C10FA75DC97}" destId="{ED5791E0-F1D8-4D9B-9FDF-926B53F93EE5}" srcOrd="0" destOrd="0" presId="urn:microsoft.com/office/officeart/2005/8/layout/bProcess3"/>
    <dgm:cxn modelId="{0C35F0AA-F395-40C4-A07F-175D94A3B164}" srcId="{B8290480-D5A0-45C1-8E88-B376BB740B2B}" destId="{76601D2A-210E-4722-B957-66D173105A4F}" srcOrd="4" destOrd="0" parTransId="{7DE1D4C7-CFDC-4D81-A5E6-2B67A5F2BD8B}" sibTransId="{23338912-161B-4E09-9FFE-FCF8C695B38B}"/>
    <dgm:cxn modelId="{733BFAC4-D1FE-4826-A627-A41FCFF5F2C5}" type="presOf" srcId="{23338912-161B-4E09-9FFE-FCF8C695B38B}" destId="{E141D3D0-D914-4E88-B7F1-AD2265D6EA0F}" srcOrd="1" destOrd="0" presId="urn:microsoft.com/office/officeart/2005/8/layout/bProcess3"/>
    <dgm:cxn modelId="{0295A9CE-B060-4718-982E-874F38EF9787}" srcId="{B8290480-D5A0-45C1-8E88-B376BB740B2B}" destId="{54EC428C-656A-4DF1-B281-1F36F05A817B}" srcOrd="1" destOrd="0" parTransId="{42CE9F0D-9933-42C9-98F5-223192E68C1F}" sibTransId="{3161414B-AAAF-42D7-8DF8-EC637CE3BA53}"/>
    <dgm:cxn modelId="{083FE0CE-F117-4158-A18E-0B915BE9B8A3}" type="presOf" srcId="{5817B4D9-D2D4-4B82-848B-AE003282C559}" destId="{2B8D07A0-A098-443A-AD9B-110AC971304C}" srcOrd="1" destOrd="0" presId="urn:microsoft.com/office/officeart/2005/8/layout/bProcess3"/>
    <dgm:cxn modelId="{673809E3-1CDA-424E-A9EA-3E7E1073A8D7}" type="presOf" srcId="{23338912-161B-4E09-9FFE-FCF8C695B38B}" destId="{D63D22E5-12F8-47C9-91D3-88A116F36AFC}" srcOrd="0" destOrd="0" presId="urn:microsoft.com/office/officeart/2005/8/layout/bProcess3"/>
    <dgm:cxn modelId="{9DC944E4-8750-4FDC-9894-F98206B8DAA0}" type="presOf" srcId="{5817B4D9-D2D4-4B82-848B-AE003282C559}" destId="{A8BA1837-D746-4602-A1C7-B8371CA7A9BA}" srcOrd="0" destOrd="0" presId="urn:microsoft.com/office/officeart/2005/8/layout/bProcess3"/>
    <dgm:cxn modelId="{335790E6-CAED-41E6-BD89-2DB739C76309}" type="presOf" srcId="{8C38D83B-2113-4469-A1AD-B247D5036A4B}" destId="{1E0CE5A5-CA89-4B96-88DE-C5431DAC29A0}" srcOrd="0" destOrd="0" presId="urn:microsoft.com/office/officeart/2005/8/layout/bProcess3"/>
    <dgm:cxn modelId="{CB5FCADF-838C-4EE4-89A0-94EE6D7C95AC}" type="presParOf" srcId="{283F89C0-BCCB-457F-80C8-69A7B6843610}" destId="{ED5791E0-F1D8-4D9B-9FDF-926B53F93EE5}" srcOrd="0" destOrd="0" presId="urn:microsoft.com/office/officeart/2005/8/layout/bProcess3"/>
    <dgm:cxn modelId="{071B639C-08D5-4342-BF2F-8228B23266F1}" type="presParOf" srcId="{283F89C0-BCCB-457F-80C8-69A7B6843610}" destId="{C25B515E-CE3B-4428-8260-578A2CC3C394}" srcOrd="1" destOrd="0" presId="urn:microsoft.com/office/officeart/2005/8/layout/bProcess3"/>
    <dgm:cxn modelId="{1309F271-A15B-4CA4-A09F-97FBF4CBD5FC}" type="presParOf" srcId="{C25B515E-CE3B-4428-8260-578A2CC3C394}" destId="{AF95D084-3548-4123-B970-13B0F693F514}" srcOrd="0" destOrd="0" presId="urn:microsoft.com/office/officeart/2005/8/layout/bProcess3"/>
    <dgm:cxn modelId="{738F3C64-9C67-426F-B522-46A07935CD7A}" type="presParOf" srcId="{283F89C0-BCCB-457F-80C8-69A7B6843610}" destId="{A173BDF8-960C-489B-AE30-091DE3CD4752}" srcOrd="2" destOrd="0" presId="urn:microsoft.com/office/officeart/2005/8/layout/bProcess3"/>
    <dgm:cxn modelId="{5705A731-D5AA-42F5-9E27-4EF17A36F3E1}" type="presParOf" srcId="{283F89C0-BCCB-457F-80C8-69A7B6843610}" destId="{D0C45487-2835-4BF0-960F-DEBFA5CC67C7}" srcOrd="3" destOrd="0" presId="urn:microsoft.com/office/officeart/2005/8/layout/bProcess3"/>
    <dgm:cxn modelId="{281FEAB2-5EEE-4B8A-93FE-BCF3742957DE}" type="presParOf" srcId="{D0C45487-2835-4BF0-960F-DEBFA5CC67C7}" destId="{D005D6BC-D382-4AAC-B276-C6DBB8416A6C}" srcOrd="0" destOrd="0" presId="urn:microsoft.com/office/officeart/2005/8/layout/bProcess3"/>
    <dgm:cxn modelId="{FC888CDB-DBE3-4C0C-B87F-1CD74E04214B}" type="presParOf" srcId="{283F89C0-BCCB-457F-80C8-69A7B6843610}" destId="{1E0CE5A5-CA89-4B96-88DE-C5431DAC29A0}" srcOrd="4" destOrd="0" presId="urn:microsoft.com/office/officeart/2005/8/layout/bProcess3"/>
    <dgm:cxn modelId="{5A1B71BF-8E67-4E54-95F3-1868F5F1F428}" type="presParOf" srcId="{283F89C0-BCCB-457F-80C8-69A7B6843610}" destId="{9E828D9F-B855-4CB3-BAFC-A07FE373F275}" srcOrd="5" destOrd="0" presId="urn:microsoft.com/office/officeart/2005/8/layout/bProcess3"/>
    <dgm:cxn modelId="{886F409F-C634-4853-9696-42A355E7E72B}" type="presParOf" srcId="{9E828D9F-B855-4CB3-BAFC-A07FE373F275}" destId="{645AC5C9-6F70-4661-8695-8B10DFB9157F}" srcOrd="0" destOrd="0" presId="urn:microsoft.com/office/officeart/2005/8/layout/bProcess3"/>
    <dgm:cxn modelId="{5B387DE4-B69B-4C54-8DA1-6C214522056C}" type="presParOf" srcId="{283F89C0-BCCB-457F-80C8-69A7B6843610}" destId="{58D00EB5-A5C8-4F13-9675-E957944171F4}" srcOrd="6" destOrd="0" presId="urn:microsoft.com/office/officeart/2005/8/layout/bProcess3"/>
    <dgm:cxn modelId="{85382277-DC81-4130-BF36-98AA6B84060F}" type="presParOf" srcId="{283F89C0-BCCB-457F-80C8-69A7B6843610}" destId="{A8BA1837-D746-4602-A1C7-B8371CA7A9BA}" srcOrd="7" destOrd="0" presId="urn:microsoft.com/office/officeart/2005/8/layout/bProcess3"/>
    <dgm:cxn modelId="{BDE8E0A5-0E95-499B-A134-2B5C3C96119E}" type="presParOf" srcId="{A8BA1837-D746-4602-A1C7-B8371CA7A9BA}" destId="{2B8D07A0-A098-443A-AD9B-110AC971304C}" srcOrd="0" destOrd="0" presId="urn:microsoft.com/office/officeart/2005/8/layout/bProcess3"/>
    <dgm:cxn modelId="{D188D0CC-1EC2-4C89-A223-7A937467658F}" type="presParOf" srcId="{283F89C0-BCCB-457F-80C8-69A7B6843610}" destId="{22D9000D-7463-4516-A491-894A50D76B91}" srcOrd="8" destOrd="0" presId="urn:microsoft.com/office/officeart/2005/8/layout/bProcess3"/>
    <dgm:cxn modelId="{03310E42-1547-4DB3-B7BF-F2EC3803A313}" type="presParOf" srcId="{283F89C0-BCCB-457F-80C8-69A7B6843610}" destId="{D63D22E5-12F8-47C9-91D3-88A116F36AFC}" srcOrd="9" destOrd="0" presId="urn:microsoft.com/office/officeart/2005/8/layout/bProcess3"/>
    <dgm:cxn modelId="{81E26757-FFB0-482E-8720-851D14C91184}" type="presParOf" srcId="{D63D22E5-12F8-47C9-91D3-88A116F36AFC}" destId="{E141D3D0-D914-4E88-B7F1-AD2265D6EA0F}" srcOrd="0" destOrd="0" presId="urn:microsoft.com/office/officeart/2005/8/layout/bProcess3"/>
    <dgm:cxn modelId="{2AEB7985-92BD-46D8-BBD1-D964C89868BE}" type="presParOf" srcId="{283F89C0-BCCB-457F-80C8-69A7B6843610}" destId="{7A3D88AD-EC1E-48A0-9F81-FD8595E2F6FA}" srcOrd="10" destOrd="0" presId="urn:microsoft.com/office/officeart/2005/8/layout/bProcess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4623A-2036-5E40-9D4F-41A94D06A9A3}">
      <dsp:nvSpPr>
        <dsp:cNvPr id="0" name=""/>
        <dsp:cNvSpPr/>
      </dsp:nvSpPr>
      <dsp:spPr>
        <a:xfrm>
          <a:off x="299506" y="251540"/>
          <a:ext cx="1678417" cy="1678417"/>
        </a:xfrm>
        <a:prstGeom prst="blockArc">
          <a:avLst>
            <a:gd name="adj1" fmla="val 10800000"/>
            <a:gd name="adj2" fmla="val 1620000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45A23CF-BB95-A14D-81EB-FE27B3ECB404}">
      <dsp:nvSpPr>
        <dsp:cNvPr id="0" name=""/>
        <dsp:cNvSpPr/>
      </dsp:nvSpPr>
      <dsp:spPr>
        <a:xfrm>
          <a:off x="299506" y="251540"/>
          <a:ext cx="1678417" cy="1678417"/>
        </a:xfrm>
        <a:prstGeom prst="blockArc">
          <a:avLst>
            <a:gd name="adj1" fmla="val 5400000"/>
            <a:gd name="adj2" fmla="val 1080000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B6E0A0-C9C6-8946-A97C-E28EAB6DB9ED}">
      <dsp:nvSpPr>
        <dsp:cNvPr id="0" name=""/>
        <dsp:cNvSpPr/>
      </dsp:nvSpPr>
      <dsp:spPr>
        <a:xfrm>
          <a:off x="299506" y="251540"/>
          <a:ext cx="1678417" cy="1678417"/>
        </a:xfrm>
        <a:prstGeom prst="blockArc">
          <a:avLst>
            <a:gd name="adj1" fmla="val 0"/>
            <a:gd name="adj2" fmla="val 540000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DFC6AF5-D89F-D04E-BA13-2871A2A3E630}">
      <dsp:nvSpPr>
        <dsp:cNvPr id="0" name=""/>
        <dsp:cNvSpPr/>
      </dsp:nvSpPr>
      <dsp:spPr>
        <a:xfrm>
          <a:off x="299506" y="251540"/>
          <a:ext cx="1678417" cy="1678417"/>
        </a:xfrm>
        <a:prstGeom prst="blockArc">
          <a:avLst>
            <a:gd name="adj1" fmla="val 16200000"/>
            <a:gd name="adj2" fmla="val 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B96B11-C7A6-FC46-88C1-E9A46643D4C3}">
      <dsp:nvSpPr>
        <dsp:cNvPr id="0" name=""/>
        <dsp:cNvSpPr/>
      </dsp:nvSpPr>
      <dsp:spPr>
        <a:xfrm>
          <a:off x="752285" y="704320"/>
          <a:ext cx="772858" cy="7728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Example</a:t>
          </a:r>
        </a:p>
      </dsp:txBody>
      <dsp:txXfrm>
        <a:off x="865467" y="817502"/>
        <a:ext cx="546494" cy="546494"/>
      </dsp:txXfrm>
    </dsp:sp>
    <dsp:sp modelId="{B0FED61E-3530-BC4B-98DC-34D3891F8333}">
      <dsp:nvSpPr>
        <dsp:cNvPr id="0" name=""/>
        <dsp:cNvSpPr/>
      </dsp:nvSpPr>
      <dsp:spPr>
        <a:xfrm>
          <a:off x="868214" y="516"/>
          <a:ext cx="541000" cy="5410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Body</a:t>
          </a:r>
        </a:p>
      </dsp:txBody>
      <dsp:txXfrm>
        <a:off x="947442" y="79744"/>
        <a:ext cx="382544" cy="382544"/>
      </dsp:txXfrm>
    </dsp:sp>
    <dsp:sp modelId="{F8937F17-9D89-A941-AB52-B621064D49D1}">
      <dsp:nvSpPr>
        <dsp:cNvPr id="0" name=""/>
        <dsp:cNvSpPr/>
      </dsp:nvSpPr>
      <dsp:spPr>
        <a:xfrm>
          <a:off x="1687947" y="820249"/>
          <a:ext cx="541000" cy="5410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Body</a:t>
          </a:r>
        </a:p>
      </dsp:txBody>
      <dsp:txXfrm>
        <a:off x="1767175" y="899477"/>
        <a:ext cx="382544" cy="382544"/>
      </dsp:txXfrm>
    </dsp:sp>
    <dsp:sp modelId="{F27A8D9E-7DA6-0A46-AEEA-7D60836075F6}">
      <dsp:nvSpPr>
        <dsp:cNvPr id="0" name=""/>
        <dsp:cNvSpPr/>
      </dsp:nvSpPr>
      <dsp:spPr>
        <a:xfrm>
          <a:off x="868214" y="1639981"/>
          <a:ext cx="541000" cy="5410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Body</a:t>
          </a:r>
        </a:p>
      </dsp:txBody>
      <dsp:txXfrm>
        <a:off x="947442" y="1719209"/>
        <a:ext cx="382544" cy="382544"/>
      </dsp:txXfrm>
    </dsp:sp>
    <dsp:sp modelId="{0AD5C44C-335E-5346-811A-9083A6F6AE6D}">
      <dsp:nvSpPr>
        <dsp:cNvPr id="0" name=""/>
        <dsp:cNvSpPr/>
      </dsp:nvSpPr>
      <dsp:spPr>
        <a:xfrm>
          <a:off x="48481" y="820249"/>
          <a:ext cx="541000" cy="5410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Body</a:t>
          </a:r>
        </a:p>
      </dsp:txBody>
      <dsp:txXfrm>
        <a:off x="127709" y="899477"/>
        <a:ext cx="382544" cy="3825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4623A-2036-5E40-9D4F-41A94D06A9A3}">
      <dsp:nvSpPr>
        <dsp:cNvPr id="0" name=""/>
        <dsp:cNvSpPr/>
      </dsp:nvSpPr>
      <dsp:spPr>
        <a:xfrm>
          <a:off x="299506" y="251540"/>
          <a:ext cx="1678417" cy="1678417"/>
        </a:xfrm>
        <a:prstGeom prst="blockArc">
          <a:avLst>
            <a:gd name="adj1" fmla="val 10800000"/>
            <a:gd name="adj2" fmla="val 16200000"/>
            <a:gd name="adj3" fmla="val 4642"/>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245A23CF-BB95-A14D-81EB-FE27B3ECB404}">
      <dsp:nvSpPr>
        <dsp:cNvPr id="0" name=""/>
        <dsp:cNvSpPr/>
      </dsp:nvSpPr>
      <dsp:spPr>
        <a:xfrm>
          <a:off x="299506" y="251540"/>
          <a:ext cx="1678417" cy="1678417"/>
        </a:xfrm>
        <a:prstGeom prst="blockArc">
          <a:avLst>
            <a:gd name="adj1" fmla="val 5400000"/>
            <a:gd name="adj2" fmla="val 10800000"/>
            <a:gd name="adj3" fmla="val 4642"/>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F9B6E0A0-C9C6-8946-A97C-E28EAB6DB9ED}">
      <dsp:nvSpPr>
        <dsp:cNvPr id="0" name=""/>
        <dsp:cNvSpPr/>
      </dsp:nvSpPr>
      <dsp:spPr>
        <a:xfrm>
          <a:off x="299506" y="251540"/>
          <a:ext cx="1678417" cy="1678417"/>
        </a:xfrm>
        <a:prstGeom prst="blockArc">
          <a:avLst>
            <a:gd name="adj1" fmla="val 0"/>
            <a:gd name="adj2" fmla="val 5400000"/>
            <a:gd name="adj3" fmla="val 4642"/>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DDFC6AF5-D89F-D04E-BA13-2871A2A3E630}">
      <dsp:nvSpPr>
        <dsp:cNvPr id="0" name=""/>
        <dsp:cNvSpPr/>
      </dsp:nvSpPr>
      <dsp:spPr>
        <a:xfrm>
          <a:off x="299506" y="251540"/>
          <a:ext cx="1678417" cy="1678417"/>
        </a:xfrm>
        <a:prstGeom prst="blockArc">
          <a:avLst>
            <a:gd name="adj1" fmla="val 16200000"/>
            <a:gd name="adj2" fmla="val 0"/>
            <a:gd name="adj3" fmla="val 4642"/>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92B96B11-C7A6-FC46-88C1-E9A46643D4C3}">
      <dsp:nvSpPr>
        <dsp:cNvPr id="0" name=""/>
        <dsp:cNvSpPr/>
      </dsp:nvSpPr>
      <dsp:spPr>
        <a:xfrm>
          <a:off x="752285" y="704320"/>
          <a:ext cx="772858" cy="772858"/>
        </a:xfrm>
        <a:prstGeom prst="ellips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US" sz="1000" b="1" kern="1200"/>
            <a:t>Example</a:t>
          </a:r>
        </a:p>
      </dsp:txBody>
      <dsp:txXfrm>
        <a:off x="865467" y="817502"/>
        <a:ext cx="546494" cy="546494"/>
      </dsp:txXfrm>
    </dsp:sp>
    <dsp:sp modelId="{B0FED61E-3530-BC4B-98DC-34D3891F8333}">
      <dsp:nvSpPr>
        <dsp:cNvPr id="0" name=""/>
        <dsp:cNvSpPr/>
      </dsp:nvSpPr>
      <dsp:spPr>
        <a:xfrm>
          <a:off x="868214" y="516"/>
          <a:ext cx="541000" cy="541000"/>
        </a:xfrm>
        <a:prstGeom prst="ellips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Body</a:t>
          </a:r>
        </a:p>
      </dsp:txBody>
      <dsp:txXfrm>
        <a:off x="947442" y="79744"/>
        <a:ext cx="382544" cy="382544"/>
      </dsp:txXfrm>
    </dsp:sp>
    <dsp:sp modelId="{F8937F17-9D89-A941-AB52-B621064D49D1}">
      <dsp:nvSpPr>
        <dsp:cNvPr id="0" name=""/>
        <dsp:cNvSpPr/>
      </dsp:nvSpPr>
      <dsp:spPr>
        <a:xfrm>
          <a:off x="1687947" y="820249"/>
          <a:ext cx="541000" cy="541000"/>
        </a:xfrm>
        <a:prstGeom prst="ellips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Body</a:t>
          </a:r>
        </a:p>
      </dsp:txBody>
      <dsp:txXfrm>
        <a:off x="1767175" y="899477"/>
        <a:ext cx="382544" cy="382544"/>
      </dsp:txXfrm>
    </dsp:sp>
    <dsp:sp modelId="{F27A8D9E-7DA6-0A46-AEEA-7D60836075F6}">
      <dsp:nvSpPr>
        <dsp:cNvPr id="0" name=""/>
        <dsp:cNvSpPr/>
      </dsp:nvSpPr>
      <dsp:spPr>
        <a:xfrm>
          <a:off x="868214" y="1639981"/>
          <a:ext cx="541000" cy="541000"/>
        </a:xfrm>
        <a:prstGeom prst="ellips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Body</a:t>
          </a:r>
        </a:p>
      </dsp:txBody>
      <dsp:txXfrm>
        <a:off x="947442" y="1719209"/>
        <a:ext cx="382544" cy="382544"/>
      </dsp:txXfrm>
    </dsp:sp>
    <dsp:sp modelId="{0AD5C44C-335E-5346-811A-9083A6F6AE6D}">
      <dsp:nvSpPr>
        <dsp:cNvPr id="0" name=""/>
        <dsp:cNvSpPr/>
      </dsp:nvSpPr>
      <dsp:spPr>
        <a:xfrm>
          <a:off x="48481" y="820249"/>
          <a:ext cx="541000" cy="541000"/>
        </a:xfrm>
        <a:prstGeom prst="ellips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Body</a:t>
          </a:r>
        </a:p>
      </dsp:txBody>
      <dsp:txXfrm>
        <a:off x="127709" y="899477"/>
        <a:ext cx="382544" cy="3825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5B515E-CE3B-4428-8260-578A2CC3C394}">
      <dsp:nvSpPr>
        <dsp:cNvPr id="0" name=""/>
        <dsp:cNvSpPr/>
      </dsp:nvSpPr>
      <dsp:spPr>
        <a:xfrm>
          <a:off x="2424415" y="798963"/>
          <a:ext cx="527168" cy="91440"/>
        </a:xfrm>
        <a:custGeom>
          <a:avLst/>
          <a:gdLst/>
          <a:ahLst/>
          <a:cxnLst/>
          <a:rect l="0" t="0" r="0" b="0"/>
          <a:pathLst>
            <a:path>
              <a:moveTo>
                <a:pt x="0" y="45720"/>
              </a:moveTo>
              <a:lnTo>
                <a:pt x="527168"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bg1"/>
            </a:solidFill>
          </a:endParaRPr>
        </a:p>
      </dsp:txBody>
      <dsp:txXfrm>
        <a:off x="2674055" y="841894"/>
        <a:ext cx="27888" cy="5577"/>
      </dsp:txXfrm>
    </dsp:sp>
    <dsp:sp modelId="{ED5791E0-F1D8-4D9B-9FDF-926B53F93EE5}">
      <dsp:nvSpPr>
        <dsp:cNvPr id="0" name=""/>
        <dsp:cNvSpPr/>
      </dsp:nvSpPr>
      <dsp:spPr>
        <a:xfrm>
          <a:off x="1135" y="117159"/>
          <a:ext cx="2425079" cy="1455047"/>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bg1"/>
            </a:solidFill>
          </a:endParaRPr>
        </a:p>
      </dsp:txBody>
      <dsp:txXfrm>
        <a:off x="1135" y="117159"/>
        <a:ext cx="2425079" cy="1455047"/>
      </dsp:txXfrm>
    </dsp:sp>
    <dsp:sp modelId="{D0C45487-2835-4BF0-960F-DEBFA5CC67C7}">
      <dsp:nvSpPr>
        <dsp:cNvPr id="0" name=""/>
        <dsp:cNvSpPr/>
      </dsp:nvSpPr>
      <dsp:spPr>
        <a:xfrm>
          <a:off x="1213675" y="1570407"/>
          <a:ext cx="2982848" cy="527168"/>
        </a:xfrm>
        <a:custGeom>
          <a:avLst/>
          <a:gdLst/>
          <a:ahLst/>
          <a:cxnLst/>
          <a:rect l="0" t="0" r="0" b="0"/>
          <a:pathLst>
            <a:path>
              <a:moveTo>
                <a:pt x="2982848" y="0"/>
              </a:moveTo>
              <a:lnTo>
                <a:pt x="2982848" y="280684"/>
              </a:lnTo>
              <a:lnTo>
                <a:pt x="0" y="280684"/>
              </a:lnTo>
              <a:lnTo>
                <a:pt x="0" y="527168"/>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bg1"/>
            </a:solidFill>
          </a:endParaRPr>
        </a:p>
      </dsp:txBody>
      <dsp:txXfrm>
        <a:off x="2629236" y="1831203"/>
        <a:ext cx="151727" cy="5577"/>
      </dsp:txXfrm>
    </dsp:sp>
    <dsp:sp modelId="{A173BDF8-960C-489B-AE30-091DE3CD4752}">
      <dsp:nvSpPr>
        <dsp:cNvPr id="0" name=""/>
        <dsp:cNvSpPr/>
      </dsp:nvSpPr>
      <dsp:spPr>
        <a:xfrm>
          <a:off x="2983984" y="117159"/>
          <a:ext cx="2425079" cy="1455047"/>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bg1"/>
            </a:solidFill>
          </a:endParaRPr>
        </a:p>
      </dsp:txBody>
      <dsp:txXfrm>
        <a:off x="2983984" y="117159"/>
        <a:ext cx="2425079" cy="1455047"/>
      </dsp:txXfrm>
    </dsp:sp>
    <dsp:sp modelId="{9E828D9F-B855-4CB3-BAFC-A07FE373F275}">
      <dsp:nvSpPr>
        <dsp:cNvPr id="0" name=""/>
        <dsp:cNvSpPr/>
      </dsp:nvSpPr>
      <dsp:spPr>
        <a:xfrm>
          <a:off x="2424415" y="2811780"/>
          <a:ext cx="527168" cy="91440"/>
        </a:xfrm>
        <a:custGeom>
          <a:avLst/>
          <a:gdLst/>
          <a:ahLst/>
          <a:cxnLst/>
          <a:rect l="0" t="0" r="0" b="0"/>
          <a:pathLst>
            <a:path>
              <a:moveTo>
                <a:pt x="0" y="45720"/>
              </a:moveTo>
              <a:lnTo>
                <a:pt x="527168"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bg1"/>
            </a:solidFill>
          </a:endParaRPr>
        </a:p>
      </dsp:txBody>
      <dsp:txXfrm>
        <a:off x="2674055" y="2854711"/>
        <a:ext cx="27888" cy="5577"/>
      </dsp:txXfrm>
    </dsp:sp>
    <dsp:sp modelId="{1E0CE5A5-CA89-4B96-88DE-C5431DAC29A0}">
      <dsp:nvSpPr>
        <dsp:cNvPr id="0" name=""/>
        <dsp:cNvSpPr/>
      </dsp:nvSpPr>
      <dsp:spPr>
        <a:xfrm>
          <a:off x="1135" y="2129976"/>
          <a:ext cx="2425079" cy="1455047"/>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tx1"/>
            </a:solidFill>
          </a:endParaRPr>
        </a:p>
      </dsp:txBody>
      <dsp:txXfrm>
        <a:off x="1135" y="2129976"/>
        <a:ext cx="2425079" cy="1455047"/>
      </dsp:txXfrm>
    </dsp:sp>
    <dsp:sp modelId="{A8BA1837-D746-4602-A1C7-B8371CA7A9BA}">
      <dsp:nvSpPr>
        <dsp:cNvPr id="0" name=""/>
        <dsp:cNvSpPr/>
      </dsp:nvSpPr>
      <dsp:spPr>
        <a:xfrm>
          <a:off x="1213675" y="3583223"/>
          <a:ext cx="2982848" cy="527168"/>
        </a:xfrm>
        <a:custGeom>
          <a:avLst/>
          <a:gdLst/>
          <a:ahLst/>
          <a:cxnLst/>
          <a:rect l="0" t="0" r="0" b="0"/>
          <a:pathLst>
            <a:path>
              <a:moveTo>
                <a:pt x="2982848" y="0"/>
              </a:moveTo>
              <a:lnTo>
                <a:pt x="2982848" y="280684"/>
              </a:lnTo>
              <a:lnTo>
                <a:pt x="0" y="280684"/>
              </a:lnTo>
              <a:lnTo>
                <a:pt x="0" y="527168"/>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bg1"/>
            </a:solidFill>
          </a:endParaRPr>
        </a:p>
      </dsp:txBody>
      <dsp:txXfrm>
        <a:off x="2629236" y="3844019"/>
        <a:ext cx="151727" cy="5577"/>
      </dsp:txXfrm>
    </dsp:sp>
    <dsp:sp modelId="{58D00EB5-A5C8-4F13-9675-E957944171F4}">
      <dsp:nvSpPr>
        <dsp:cNvPr id="0" name=""/>
        <dsp:cNvSpPr/>
      </dsp:nvSpPr>
      <dsp:spPr>
        <a:xfrm>
          <a:off x="2983984" y="2129976"/>
          <a:ext cx="2425079" cy="1455047"/>
        </a:xfrm>
        <a:prstGeom prst="rect">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tx1"/>
            </a:solidFill>
          </a:endParaRPr>
        </a:p>
      </dsp:txBody>
      <dsp:txXfrm>
        <a:off x="2983984" y="2129976"/>
        <a:ext cx="2425079" cy="1455047"/>
      </dsp:txXfrm>
    </dsp:sp>
    <dsp:sp modelId="{D63D22E5-12F8-47C9-91D3-88A116F36AFC}">
      <dsp:nvSpPr>
        <dsp:cNvPr id="0" name=""/>
        <dsp:cNvSpPr/>
      </dsp:nvSpPr>
      <dsp:spPr>
        <a:xfrm>
          <a:off x="2424415" y="4824596"/>
          <a:ext cx="527168" cy="91440"/>
        </a:xfrm>
        <a:custGeom>
          <a:avLst/>
          <a:gdLst/>
          <a:ahLst/>
          <a:cxnLst/>
          <a:rect l="0" t="0" r="0" b="0"/>
          <a:pathLst>
            <a:path>
              <a:moveTo>
                <a:pt x="0" y="45720"/>
              </a:moveTo>
              <a:lnTo>
                <a:pt x="527168" y="45720"/>
              </a:lnTo>
            </a:path>
          </a:pathLst>
        </a:custGeom>
        <a:noFill/>
        <a:ln w="9525"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solidFill>
              <a:schemeClr val="bg1"/>
            </a:solidFill>
          </a:endParaRPr>
        </a:p>
      </dsp:txBody>
      <dsp:txXfrm>
        <a:off x="2674055" y="4867527"/>
        <a:ext cx="27888" cy="5577"/>
      </dsp:txXfrm>
    </dsp:sp>
    <dsp:sp modelId="{22D9000D-7463-4516-A491-894A50D76B91}">
      <dsp:nvSpPr>
        <dsp:cNvPr id="0" name=""/>
        <dsp:cNvSpPr/>
      </dsp:nvSpPr>
      <dsp:spPr>
        <a:xfrm>
          <a:off x="1135" y="4142792"/>
          <a:ext cx="2425079" cy="1455047"/>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US" sz="2200" b="1" kern="1200">
            <a:solidFill>
              <a:schemeClr val="tx1"/>
            </a:solidFill>
          </a:endParaRPr>
        </a:p>
      </dsp:txBody>
      <dsp:txXfrm>
        <a:off x="1135" y="4142792"/>
        <a:ext cx="2425079" cy="1455047"/>
      </dsp:txXfrm>
    </dsp:sp>
    <dsp:sp modelId="{7A3D88AD-EC1E-48A0-9F81-FD8595E2F6FA}">
      <dsp:nvSpPr>
        <dsp:cNvPr id="0" name=""/>
        <dsp:cNvSpPr/>
      </dsp:nvSpPr>
      <dsp:spPr>
        <a:xfrm>
          <a:off x="2983984" y="4142792"/>
          <a:ext cx="2425079" cy="1455047"/>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kern="1200">
              <a:solidFill>
                <a:schemeClr val="tx1"/>
              </a:solidFill>
            </a:rPr>
            <a:t>[Text]</a:t>
          </a:r>
        </a:p>
      </dsp:txBody>
      <dsp:txXfrm>
        <a:off x="2983984" y="4142792"/>
        <a:ext cx="2425079" cy="1455047"/>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3E69876-2BB9-4C13-BC90-4C5170103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1100" b="1"/>
          </a:p>
        </p:txBody>
      </p:sp>
      <p:sp>
        <p:nvSpPr>
          <p:cNvPr id="3" name="Date Placeholder 2">
            <a:extLst>
              <a:ext uri="{FF2B5EF4-FFF2-40B4-BE49-F238E27FC236}">
                <a16:creationId xmlns:a16="http://schemas.microsoft.com/office/drawing/2014/main" id="{B4D70B54-AA6F-4069-B867-90F5B6AD44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51E737-F236-4BB9-8646-7AEE0862CFC7}" type="datetimeFigureOut">
              <a:rPr lang="en-US" sz="800" smtClean="0"/>
              <a:t>11/10/2025</a:t>
            </a:fld>
            <a:endParaRPr lang="en-US" sz="800"/>
          </a:p>
        </p:txBody>
      </p:sp>
      <p:sp>
        <p:nvSpPr>
          <p:cNvPr id="4" name="Footer Placeholder 3">
            <a:extLst>
              <a:ext uri="{FF2B5EF4-FFF2-40B4-BE49-F238E27FC236}">
                <a16:creationId xmlns:a16="http://schemas.microsoft.com/office/drawing/2014/main" id="{05B0FA07-EA8A-4489-8329-C7D5E5CFC2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800"/>
          </a:p>
        </p:txBody>
      </p:sp>
      <p:sp>
        <p:nvSpPr>
          <p:cNvPr id="5" name="Slide Number Placeholder 4">
            <a:extLst>
              <a:ext uri="{FF2B5EF4-FFF2-40B4-BE49-F238E27FC236}">
                <a16:creationId xmlns:a16="http://schemas.microsoft.com/office/drawing/2014/main" id="{44E63906-4325-49A4-B35E-55495D37A9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AE7397-DCD0-411E-96FF-56C058BB3580}" type="slidenum">
              <a:rPr lang="en-US" sz="800" smtClean="0"/>
              <a:t>‹#›</a:t>
            </a:fld>
            <a:endParaRPr lang="en-US" sz="800"/>
          </a:p>
        </p:txBody>
      </p:sp>
    </p:spTree>
    <p:extLst>
      <p:ext uri="{BB962C8B-B14F-4D97-AF65-F5344CB8AC3E}">
        <p14:creationId xmlns:p14="http://schemas.microsoft.com/office/powerpoint/2010/main" val="4553338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100" b="1"/>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D8DC90B5-2E03-4135-B528-1241C30C095B}" type="datetimeFigureOut">
              <a:rPr lang="en-US" smtClean="0"/>
              <a:pPr/>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B47F534D-C1C8-4AA5-88B2-A9405FF0088B}" type="slidenum">
              <a:rPr lang="en-US" smtClean="0"/>
              <a:pPr/>
              <a:t>‹#›</a:t>
            </a:fld>
            <a:endParaRPr lang="en-US"/>
          </a:p>
        </p:txBody>
      </p:sp>
    </p:spTree>
    <p:extLst>
      <p:ext uri="{BB962C8B-B14F-4D97-AF65-F5344CB8AC3E}">
        <p14:creationId xmlns:p14="http://schemas.microsoft.com/office/powerpoint/2010/main" val="1629788597"/>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defRPr sz="1100" kern="1200">
        <a:solidFill>
          <a:schemeClr val="tx1"/>
        </a:solidFill>
        <a:latin typeface="+mn-lt"/>
        <a:ea typeface="+mn-ea"/>
        <a:cs typeface="+mn-cs"/>
      </a:defRPr>
    </a:lvl1pPr>
    <a:lvl2pPr marL="457200" algn="l" defTabSz="914400" rtl="0" eaLnBrk="1" latinLnBrk="0" hangingPunct="1">
      <a:lnSpc>
        <a:spcPct val="120000"/>
      </a:lnSpc>
      <a:defRPr sz="1100" kern="1200">
        <a:solidFill>
          <a:schemeClr val="tx1"/>
        </a:solidFill>
        <a:latin typeface="+mn-lt"/>
        <a:ea typeface="+mn-ea"/>
        <a:cs typeface="+mn-cs"/>
      </a:defRPr>
    </a:lvl2pPr>
    <a:lvl3pPr marL="914400" algn="l" defTabSz="914400" rtl="0" eaLnBrk="1" latinLnBrk="0" hangingPunct="1">
      <a:lnSpc>
        <a:spcPct val="120000"/>
      </a:lnSpc>
      <a:defRPr sz="1100" kern="1200">
        <a:solidFill>
          <a:schemeClr val="tx1"/>
        </a:solidFill>
        <a:latin typeface="+mn-lt"/>
        <a:ea typeface="+mn-ea"/>
        <a:cs typeface="+mn-cs"/>
      </a:defRPr>
    </a:lvl3pPr>
    <a:lvl4pPr marL="1371600" algn="l" defTabSz="914400" rtl="0" eaLnBrk="1" latinLnBrk="0" hangingPunct="1">
      <a:lnSpc>
        <a:spcPct val="120000"/>
      </a:lnSpc>
      <a:defRPr sz="1100" kern="1200">
        <a:solidFill>
          <a:schemeClr val="tx1"/>
        </a:solidFill>
        <a:latin typeface="+mn-lt"/>
        <a:ea typeface="+mn-ea"/>
        <a:cs typeface="+mn-cs"/>
      </a:defRPr>
    </a:lvl4pPr>
    <a:lvl5pPr marL="1828800" algn="l" defTabSz="914400" rtl="0" eaLnBrk="1" latinLnBrk="0" hangingPunct="1">
      <a:lnSpc>
        <a:spcPct val="120000"/>
      </a:lnSpc>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a:t>
            </a:fld>
            <a:endParaRPr lang="en-US"/>
          </a:p>
        </p:txBody>
      </p:sp>
    </p:spTree>
    <p:extLst>
      <p:ext uri="{BB962C8B-B14F-4D97-AF65-F5344CB8AC3E}">
        <p14:creationId xmlns:p14="http://schemas.microsoft.com/office/powerpoint/2010/main" val="85513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2</a:t>
            </a:fld>
            <a:endParaRPr lang="en-US"/>
          </a:p>
        </p:txBody>
      </p:sp>
    </p:spTree>
    <p:extLst>
      <p:ext uri="{BB962C8B-B14F-4D97-AF65-F5344CB8AC3E}">
        <p14:creationId xmlns:p14="http://schemas.microsoft.com/office/powerpoint/2010/main" val="4161051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3</a:t>
            </a:fld>
            <a:endParaRPr lang="en-US"/>
          </a:p>
        </p:txBody>
      </p:sp>
    </p:spTree>
    <p:extLst>
      <p:ext uri="{BB962C8B-B14F-4D97-AF65-F5344CB8AC3E}">
        <p14:creationId xmlns:p14="http://schemas.microsoft.com/office/powerpoint/2010/main" val="3912305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5</a:t>
            </a:fld>
            <a:endParaRPr lang="en-US"/>
          </a:p>
        </p:txBody>
      </p:sp>
    </p:spTree>
    <p:extLst>
      <p:ext uri="{BB962C8B-B14F-4D97-AF65-F5344CB8AC3E}">
        <p14:creationId xmlns:p14="http://schemas.microsoft.com/office/powerpoint/2010/main" val="875406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Miriam – 2 mins </a:t>
            </a:r>
          </a:p>
          <a:p>
            <a:endParaRPr lang="en-GB"/>
          </a:p>
          <a:p>
            <a:r>
              <a:rPr lang="en-GB"/>
              <a:t> </a:t>
            </a:r>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30</a:t>
            </a:fld>
            <a:endParaRPr lang="en-US"/>
          </a:p>
        </p:txBody>
      </p:sp>
    </p:spTree>
    <p:extLst>
      <p:ext uri="{BB962C8B-B14F-4D97-AF65-F5344CB8AC3E}">
        <p14:creationId xmlns:p14="http://schemas.microsoft.com/office/powerpoint/2010/main" val="67503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50</a:t>
            </a:fld>
            <a:endParaRPr lang="en-US"/>
          </a:p>
        </p:txBody>
      </p:sp>
    </p:spTree>
    <p:extLst>
      <p:ext uri="{BB962C8B-B14F-4D97-AF65-F5344CB8AC3E}">
        <p14:creationId xmlns:p14="http://schemas.microsoft.com/office/powerpoint/2010/main" val="2055370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n-lt"/>
                <a:cs typeface="+mn-cs"/>
              </a:rPr>
              <a:t>We keep a pulse on industry and market trends.  We've invested in tenured industry, capability market leaders, and subject matter experts as well as dedicated R &amp; D leadership and they stay close to what matters to our customers and their customers through PAB and Salesforce, industry forums, research and analysis and side by side with our customer...which allows us to respond with agility to new challenges facing our customers be it a global pandemic, to ever-changing consumer demands around trust, transparency, and expediency.</a:t>
            </a:r>
          </a:p>
          <a:p>
            <a:r>
              <a:rPr lang="en-US">
                <a:latin typeface="+mn-lt"/>
                <a:cs typeface="+mn-cs"/>
              </a:rPr>
              <a:t>And we build solutions anchored in industry and market trends- the impact of which we see in our industry rankings- we're proud to have been recognized as a top 5 partner across every industry for FY22 and our continued focus on industry solutions will drive us toward top 3 across industries forward looking.</a:t>
            </a:r>
          </a:p>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56</a:t>
            </a:fld>
            <a:endParaRPr lang="en-US"/>
          </a:p>
        </p:txBody>
      </p:sp>
    </p:spTree>
    <p:extLst>
      <p:ext uri="{BB962C8B-B14F-4D97-AF65-F5344CB8AC3E}">
        <p14:creationId xmlns:p14="http://schemas.microsoft.com/office/powerpoint/2010/main" val="3248024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62</a:t>
            </a:fld>
            <a:endParaRPr lang="en-US"/>
          </a:p>
        </p:txBody>
      </p:sp>
    </p:spTree>
    <p:extLst>
      <p:ext uri="{BB962C8B-B14F-4D97-AF65-F5344CB8AC3E}">
        <p14:creationId xmlns:p14="http://schemas.microsoft.com/office/powerpoint/2010/main" val="2091791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76</a:t>
            </a:fld>
            <a:endParaRPr lang="en-US"/>
          </a:p>
        </p:txBody>
      </p:sp>
    </p:spTree>
    <p:extLst>
      <p:ext uri="{BB962C8B-B14F-4D97-AF65-F5344CB8AC3E}">
        <p14:creationId xmlns:p14="http://schemas.microsoft.com/office/powerpoint/2010/main" val="689938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7F534D-C1C8-4AA5-88B2-A9405FF0088B}" type="slidenum">
              <a:rPr lang="en-US" smtClean="0"/>
              <a:pPr/>
              <a:t>81</a:t>
            </a:fld>
            <a:endParaRPr lang="en-US"/>
          </a:p>
        </p:txBody>
      </p:sp>
    </p:spTree>
    <p:extLst>
      <p:ext uri="{BB962C8B-B14F-4D97-AF65-F5344CB8AC3E}">
        <p14:creationId xmlns:p14="http://schemas.microsoft.com/office/powerpoint/2010/main" val="1561648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7F534D-C1C8-4AA5-88B2-A9405FF0088B}" type="slidenum">
              <a:rPr lang="en-US" smtClean="0"/>
              <a:pPr/>
              <a:t>82</a:t>
            </a:fld>
            <a:endParaRPr lang="en-US"/>
          </a:p>
        </p:txBody>
      </p:sp>
    </p:spTree>
    <p:extLst>
      <p:ext uri="{BB962C8B-B14F-4D97-AF65-F5344CB8AC3E}">
        <p14:creationId xmlns:p14="http://schemas.microsoft.com/office/powerpoint/2010/main" val="1005910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91</a:t>
            </a:fld>
            <a:endParaRPr lang="en-US"/>
          </a:p>
        </p:txBody>
      </p:sp>
    </p:spTree>
    <p:extLst>
      <p:ext uri="{BB962C8B-B14F-4D97-AF65-F5344CB8AC3E}">
        <p14:creationId xmlns:p14="http://schemas.microsoft.com/office/powerpoint/2010/main" val="867769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96</a:t>
            </a:fld>
            <a:endParaRPr lang="en-US"/>
          </a:p>
        </p:txBody>
      </p:sp>
    </p:spTree>
    <p:extLst>
      <p:ext uri="{BB962C8B-B14F-4D97-AF65-F5344CB8AC3E}">
        <p14:creationId xmlns:p14="http://schemas.microsoft.com/office/powerpoint/2010/main" val="759294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106</a:t>
            </a:fld>
            <a:endParaRPr lang="en-US"/>
          </a:p>
        </p:txBody>
      </p:sp>
    </p:spTree>
    <p:extLst>
      <p:ext uri="{BB962C8B-B14F-4D97-AF65-F5344CB8AC3E}">
        <p14:creationId xmlns:p14="http://schemas.microsoft.com/office/powerpoint/2010/main" val="4171009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107</a:t>
            </a:fld>
            <a:endParaRPr lang="en-US"/>
          </a:p>
        </p:txBody>
      </p:sp>
    </p:spTree>
    <p:extLst>
      <p:ext uri="{BB962C8B-B14F-4D97-AF65-F5344CB8AC3E}">
        <p14:creationId xmlns:p14="http://schemas.microsoft.com/office/powerpoint/2010/main" val="2928194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108</a:t>
            </a:fld>
            <a:endParaRPr lang="en-US"/>
          </a:p>
        </p:txBody>
      </p:sp>
    </p:spTree>
    <p:extLst>
      <p:ext uri="{BB962C8B-B14F-4D97-AF65-F5344CB8AC3E}">
        <p14:creationId xmlns:p14="http://schemas.microsoft.com/office/powerpoint/2010/main" val="2784643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110</a:t>
            </a:fld>
            <a:endParaRPr lang="en-US"/>
          </a:p>
        </p:txBody>
      </p:sp>
    </p:spTree>
    <p:extLst>
      <p:ext uri="{BB962C8B-B14F-4D97-AF65-F5344CB8AC3E}">
        <p14:creationId xmlns:p14="http://schemas.microsoft.com/office/powerpoint/2010/main" val="4216442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114</a:t>
            </a:fld>
            <a:endParaRPr lang="en-US"/>
          </a:p>
        </p:txBody>
      </p:sp>
    </p:spTree>
    <p:extLst>
      <p:ext uri="{BB962C8B-B14F-4D97-AF65-F5344CB8AC3E}">
        <p14:creationId xmlns:p14="http://schemas.microsoft.com/office/powerpoint/2010/main" val="2790261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122</a:t>
            </a:fld>
            <a:endParaRPr lang="en-US"/>
          </a:p>
        </p:txBody>
      </p:sp>
    </p:spTree>
    <p:extLst>
      <p:ext uri="{BB962C8B-B14F-4D97-AF65-F5344CB8AC3E}">
        <p14:creationId xmlns:p14="http://schemas.microsoft.com/office/powerpoint/2010/main" val="3512247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136</a:t>
            </a:fld>
            <a:endParaRPr lang="en-US"/>
          </a:p>
        </p:txBody>
      </p:sp>
    </p:spTree>
    <p:extLst>
      <p:ext uri="{BB962C8B-B14F-4D97-AF65-F5344CB8AC3E}">
        <p14:creationId xmlns:p14="http://schemas.microsoft.com/office/powerpoint/2010/main" val="1897408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143</a:t>
            </a:fld>
            <a:endParaRPr lang="en-US"/>
          </a:p>
        </p:txBody>
      </p:sp>
    </p:spTree>
    <p:extLst>
      <p:ext uri="{BB962C8B-B14F-4D97-AF65-F5344CB8AC3E}">
        <p14:creationId xmlns:p14="http://schemas.microsoft.com/office/powerpoint/2010/main" val="3010458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7F534D-C1C8-4AA5-88B2-A9405FF0088B}" type="slidenum">
              <a:rPr lang="en-US" smtClean="0"/>
              <a:pPr/>
              <a:t>174</a:t>
            </a:fld>
            <a:endParaRPr lang="en-US"/>
          </a:p>
        </p:txBody>
      </p:sp>
    </p:spTree>
    <p:extLst>
      <p:ext uri="{BB962C8B-B14F-4D97-AF65-F5344CB8AC3E}">
        <p14:creationId xmlns:p14="http://schemas.microsoft.com/office/powerpoint/2010/main" val="15080105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bg>
      <p:bgPr>
        <a:solidFill>
          <a:schemeClr val="accent1"/>
        </a:solidFill>
        <a:effectLst/>
      </p:bgPr>
    </p:bg>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DBC706B5-DD0D-21FC-8DFC-D9B4B0C03970}"/>
              </a:ext>
            </a:extLst>
          </p:cNvPr>
          <p:cNvSpPr>
            <a:spLocks noGrp="1"/>
          </p:cNvSpPr>
          <p:nvPr>
            <p:ph type="body" sz="quarter" idx="14" hasCustomPrompt="1"/>
          </p:nvPr>
        </p:nvSpPr>
        <p:spPr>
          <a:xfrm>
            <a:off x="1511300" y="978084"/>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Lst>
          </p:cNvPr>
          <p:cNvSpPr>
            <a:spLocks noGrp="1"/>
          </p:cNvSpPr>
          <p:nvPr>
            <p:ph type="body" sz="quarter" idx="15" hasCustomPrompt="1"/>
          </p:nvPr>
        </p:nvSpPr>
        <p:spPr>
          <a:xfrm>
            <a:off x="1511300" y="1222961"/>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p:ph type="ctrTitle"/>
          </p:nvPr>
        </p:nvSpPr>
        <p:spPr>
          <a:xfrm>
            <a:off x="1511300" y="2285999"/>
            <a:ext cx="8229600" cy="1828802"/>
          </a:xfrm>
        </p:spPr>
        <p:txBody>
          <a:bodyPr anchor="b"/>
          <a:lstStyle>
            <a:lvl1pPr algn="l">
              <a:defRPr sz="6600"/>
            </a:lvl1pPr>
          </a:lstStyle>
          <a:p>
            <a:r>
              <a:rPr lang="en-US"/>
              <a:t>Click to edit Master 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p:ph type="body" sz="quarter" idx="13"/>
          </p:nvPr>
        </p:nvSpPr>
        <p:spPr>
          <a:xfrm>
            <a:off x="1511300" y="4596115"/>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4" name="Picture Placeholder 5">
            <a:extLst>
              <a:ext uri="{FF2B5EF4-FFF2-40B4-BE49-F238E27FC236}">
                <a16:creationId xmlns:a16="http://schemas.microsoft.com/office/drawing/2014/main" id="{AD295C37-A67F-85DD-1EA6-C16F8D707D28}"/>
              </a:ext>
            </a:extLst>
          </p:cNvPr>
          <p:cNvSpPr>
            <a:spLocks noGrp="1"/>
          </p:cNvSpPr>
          <p:nvPr>
            <p:ph type="pic" sz="quarter" idx="16" hasCustomPrompt="1"/>
          </p:nvPr>
        </p:nvSpPr>
        <p:spPr>
          <a:xfrm>
            <a:off x="1511300" y="5627683"/>
            <a:ext cx="3027622" cy="661824"/>
          </a:xfrm>
        </p:spPr>
        <p:txBody>
          <a:bodyPr anchor="ctr"/>
          <a:lstStyle>
            <a:lvl1pPr marL="0" indent="0" algn="ctr">
              <a:buNone/>
              <a:defRPr sz="900" b="1" cap="all" baseline="0"/>
            </a:lvl1pPr>
          </a:lstStyle>
          <a:p>
            <a:r>
              <a:rPr lang="en-US"/>
              <a:t>Click icon to insert Client logo</a:t>
            </a:r>
          </a:p>
        </p:txBody>
      </p:sp>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30" name="Picture 9">
            <a:extLst>
              <a:ext uri="{FF2B5EF4-FFF2-40B4-BE49-F238E27FC236}">
                <a16:creationId xmlns:a16="http://schemas.microsoft.com/office/drawing/2014/main" id="{AC202CA2-841E-B2A5-A6D3-46104332A1B2}"/>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30963311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1"/>
              </a:ext>
            </a:extLst>
          </p:cNvPr>
          <p:cNvSpPr>
            <a:spLocks noGrp="1"/>
          </p:cNvSpPr>
          <p:nvPr>
            <p:ph type="pic" idx="1" hasCustomPrompt="1"/>
          </p:nvPr>
        </p:nvSpPr>
        <p:spPr>
          <a:xfrm>
            <a:off x="138684" y="0"/>
            <a:ext cx="12053316" cy="6858000"/>
          </a:xfrm>
          <a:solidFill>
            <a:schemeClr val="accent2"/>
          </a:solidFill>
        </p:spPr>
        <p:txBody>
          <a:bodyPr/>
          <a:lstStyle>
            <a:lvl1pPr marL="0" indent="0" algn="l">
              <a:buNone/>
              <a:defRPr sz="9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10328030" y="487104"/>
            <a:ext cx="1292469" cy="336440"/>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3" name="Text Placeholder 4">
            <a:extLst>
              <a:ext uri="{FF2B5EF4-FFF2-40B4-BE49-F238E27FC236}">
                <a16:creationId xmlns:a16="http://schemas.microsoft.com/office/drawing/2014/main" id="{F1FB8FC4-A6F7-F57C-F441-E6B1F67BF010}"/>
              </a:ext>
              <a:ext uri="{C183D7F6-B498-43B3-948B-1728B52AA6E4}">
                <adec:decorative xmlns:adec="http://schemas.microsoft.com/office/drawing/2017/decorative" val="0"/>
              </a:ext>
            </a:extLst>
          </p:cNvPr>
          <p:cNvSpPr>
            <a:spLocks noGrp="1"/>
          </p:cNvSpPr>
          <p:nvPr>
            <p:ph type="body" sz="quarter" idx="14" hasCustomPrompt="1"/>
          </p:nvPr>
        </p:nvSpPr>
        <p:spPr>
          <a:xfrm>
            <a:off x="563419" y="565621"/>
            <a:ext cx="3538682"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4" name="Text Placeholder 4">
            <a:extLst>
              <a:ext uri="{FF2B5EF4-FFF2-40B4-BE49-F238E27FC236}">
                <a16:creationId xmlns:a16="http://schemas.microsoft.com/office/drawing/2014/main" id="{BB7B25CB-74BE-4D5A-17D6-D0109DEB0460}"/>
              </a:ext>
              <a:ext uri="{C183D7F6-B498-43B3-948B-1728B52AA6E4}">
                <adec:decorative xmlns:adec="http://schemas.microsoft.com/office/drawing/2017/decorative" val="0"/>
              </a:ext>
            </a:extLst>
          </p:cNvPr>
          <p:cNvSpPr>
            <a:spLocks noGrp="1"/>
          </p:cNvSpPr>
          <p:nvPr>
            <p:ph type="body" sz="quarter" idx="17" hasCustomPrompt="1"/>
          </p:nvPr>
        </p:nvSpPr>
        <p:spPr>
          <a:xfrm>
            <a:off x="563419" y="810955"/>
            <a:ext cx="3538682"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8" y="1771428"/>
            <a:ext cx="3538682" cy="3303344"/>
          </a:xfrm>
        </p:spPr>
        <p:txBody>
          <a:bodyPr anchor="b"/>
          <a:lstStyle>
            <a:lvl1pPr algn="l">
              <a:defRPr sz="5400">
                <a:solidFill>
                  <a:schemeClr val="tx1"/>
                </a:solidFill>
              </a:defRPr>
            </a:lvl1pPr>
          </a:lstStyle>
          <a:p>
            <a:r>
              <a:rPr lang="en-US"/>
              <a:t>Click to edit Master title style</a:t>
            </a:r>
          </a:p>
        </p:txBody>
      </p:sp>
      <p:sp>
        <p:nvSpPr>
          <p:cNvPr id="21" name="Subtitle 2">
            <a:extLst>
              <a:ext uri="{FF2B5EF4-FFF2-40B4-BE49-F238E27FC236}">
                <a16:creationId xmlns:a16="http://schemas.microsoft.com/office/drawing/2014/main" id="{835A53F7-8D58-2C59-47EC-36F5C4D66C1D}"/>
              </a:ext>
            </a:extLst>
          </p:cNvPr>
          <p:cNvSpPr>
            <a:spLocks noGrp="1"/>
          </p:cNvSpPr>
          <p:nvPr>
            <p:ph type="subTitle" idx="16"/>
          </p:nvPr>
        </p:nvSpPr>
        <p:spPr>
          <a:xfrm>
            <a:off x="563418" y="5305365"/>
            <a:ext cx="3530599"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Text Placeholder 4">
            <a:extLst>
              <a:ext uri="{FF2B5EF4-FFF2-40B4-BE49-F238E27FC236}">
                <a16:creationId xmlns:a16="http://schemas.microsoft.com/office/drawing/2014/main" id="{4D624161-1603-24F0-E65F-7939967C247B}"/>
              </a:ext>
            </a:extLst>
          </p:cNvPr>
          <p:cNvSpPr>
            <a:spLocks noGrp="1"/>
          </p:cNvSpPr>
          <p:nvPr>
            <p:ph type="body" sz="quarter" idx="13"/>
          </p:nvPr>
        </p:nvSpPr>
        <p:spPr>
          <a:xfrm>
            <a:off x="563419" y="5646272"/>
            <a:ext cx="3530599" cy="640228"/>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1784383723"/>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799"/>
          </a:xfrm>
        </p:spPr>
        <p:txBody>
          <a:bodyPr anchor="t"/>
          <a:lstStyle>
            <a:lvl1pPr algn="l">
              <a:defRPr sz="5400">
                <a:solidFill>
                  <a:schemeClr val="tx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hasCustomPrompt="1"/>
          </p:nvPr>
        </p:nvSpPr>
        <p:spPr>
          <a:xfrm>
            <a:off x="1511300"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01. Section indicator</a:t>
            </a:r>
          </a:p>
        </p:txBody>
      </p:sp>
      <p:sp>
        <p:nvSpPr>
          <p:cNvPr id="68" name="Text Placeholder 4">
            <a:extLst>
              <a:ext uri="{FF2B5EF4-FFF2-40B4-BE49-F238E27FC236}">
                <a16:creationId xmlns:a16="http://schemas.microsoft.com/office/drawing/2014/main" id="{5F557AF5-01BB-32BE-5F8C-7D8A32ACFF51}"/>
              </a:ext>
            </a:extLst>
          </p:cNvPr>
          <p:cNvSpPr>
            <a:spLocks noGrp="1"/>
          </p:cNvSpPr>
          <p:nvPr>
            <p:ph type="body" sz="quarter" idx="15" hasCustomPrompt="1"/>
          </p:nvPr>
        </p:nvSpPr>
        <p:spPr>
          <a:xfrm>
            <a:off x="3390900"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02. Section indicator</a:t>
            </a:r>
          </a:p>
        </p:txBody>
      </p:sp>
      <p:sp>
        <p:nvSpPr>
          <p:cNvPr id="69" name="Text Placeholder 4">
            <a:extLst>
              <a:ext uri="{FF2B5EF4-FFF2-40B4-BE49-F238E27FC236}">
                <a16:creationId xmlns:a16="http://schemas.microsoft.com/office/drawing/2014/main" id="{EA8DA443-6290-9DB9-04F2-9B1A96CA4F76}"/>
              </a:ext>
            </a:extLst>
          </p:cNvPr>
          <p:cNvSpPr>
            <a:spLocks noGrp="1"/>
          </p:cNvSpPr>
          <p:nvPr>
            <p:ph type="body" sz="quarter" idx="16" hasCustomPrompt="1"/>
          </p:nvPr>
        </p:nvSpPr>
        <p:spPr>
          <a:xfrm>
            <a:off x="5270501"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03. Section indicator</a:t>
            </a:r>
          </a:p>
        </p:txBody>
      </p:sp>
      <p:sp>
        <p:nvSpPr>
          <p:cNvPr id="70" name="Text Placeholder 4">
            <a:extLst>
              <a:ext uri="{FF2B5EF4-FFF2-40B4-BE49-F238E27FC236}">
                <a16:creationId xmlns:a16="http://schemas.microsoft.com/office/drawing/2014/main" id="{00260703-D34F-5A7C-904B-8C2EF0DF100D}"/>
              </a:ext>
            </a:extLst>
          </p:cNvPr>
          <p:cNvSpPr>
            <a:spLocks noGrp="1"/>
          </p:cNvSpPr>
          <p:nvPr>
            <p:ph type="body" sz="quarter" idx="17" hasCustomPrompt="1"/>
          </p:nvPr>
        </p:nvSpPr>
        <p:spPr>
          <a:xfrm>
            <a:off x="7150104" y="5873497"/>
            <a:ext cx="1650996"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04. Section indicator</a:t>
            </a:r>
          </a:p>
        </p:txBody>
      </p:sp>
      <p:sp>
        <p:nvSpPr>
          <p:cNvPr id="71" name="Text Placeholder 4">
            <a:extLst>
              <a:ext uri="{FF2B5EF4-FFF2-40B4-BE49-F238E27FC236}">
                <a16:creationId xmlns:a16="http://schemas.microsoft.com/office/drawing/2014/main" id="{D30A30D2-FDB9-3F99-7B2E-D9B09BD1B4BE}"/>
              </a:ext>
            </a:extLst>
          </p:cNvPr>
          <p:cNvSpPr>
            <a:spLocks noGrp="1"/>
          </p:cNvSpPr>
          <p:nvPr>
            <p:ph type="body" sz="quarter" idx="18" hasCustomPrompt="1"/>
          </p:nvPr>
        </p:nvSpPr>
        <p:spPr>
          <a:xfrm>
            <a:off x="9030832" y="5873497"/>
            <a:ext cx="1649868"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05. Section indicator</a:t>
            </a:r>
          </a:p>
        </p:txBody>
      </p:sp>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830696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w/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C4A6-2BC8-FD0B-DA9C-2BDC78F77957}"/>
              </a:ext>
            </a:extLst>
          </p:cNvPr>
          <p:cNvSpPr>
            <a:spLocks noGrp="1"/>
          </p:cNvSpPr>
          <p:nvPr>
            <p:ph type="title"/>
          </p:nvPr>
        </p:nvSpPr>
        <p:spPr>
          <a:xfrm>
            <a:off x="571500" y="571500"/>
            <a:ext cx="3530600" cy="2857500"/>
          </a:xfrm>
        </p:spPr>
        <p:txBody>
          <a:bodyPr/>
          <a:lstStyle>
            <a:lvl1pPr>
              <a:defRPr sz="5400"/>
            </a:lvl1pPr>
          </a:lstStyle>
          <a:p>
            <a:r>
              <a:rPr lang="en-US"/>
              <a:t>Click to edit Master title style</a:t>
            </a:r>
          </a:p>
        </p:txBody>
      </p:sp>
      <p:sp>
        <p:nvSpPr>
          <p:cNvPr id="14" name="Text Placeholder 11">
            <a:extLst>
              <a:ext uri="{FF2B5EF4-FFF2-40B4-BE49-F238E27FC236}">
                <a16:creationId xmlns:a16="http://schemas.microsoft.com/office/drawing/2014/main" id="{86B577CB-5AFB-0B98-8BEA-5872C2FF677E}"/>
              </a:ext>
            </a:extLst>
          </p:cNvPr>
          <p:cNvSpPr>
            <a:spLocks noGrp="1"/>
          </p:cNvSpPr>
          <p:nvPr>
            <p:ph type="body" sz="quarter" idx="20"/>
          </p:nvPr>
        </p:nvSpPr>
        <p:spPr>
          <a:xfrm>
            <a:off x="571501" y="4114800"/>
            <a:ext cx="3530600" cy="9906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7D74199A-1D70-C562-62E1-637EF591F1EA}"/>
              </a:ext>
            </a:extLst>
          </p:cNvPr>
          <p:cNvSpPr>
            <a:spLocks noGrp="1"/>
          </p:cNvSpPr>
          <p:nvPr>
            <p:ph type="body" sz="quarter" idx="13"/>
          </p:nvPr>
        </p:nvSpPr>
        <p:spPr>
          <a:xfrm>
            <a:off x="6210300" y="1752600"/>
            <a:ext cx="5410200" cy="3352800"/>
          </a:xfrm>
        </p:spPr>
        <p:txBody>
          <a:bodyPr/>
          <a:lstStyle>
            <a:lvl1pPr marL="287338" indent="-287338">
              <a:spcBef>
                <a:spcPts val="0"/>
              </a:spcBef>
              <a:buSzPct val="85000"/>
              <a:defRPr sz="2200"/>
            </a:lvl1pPr>
            <a:lvl2pPr marL="514350" indent="-174625">
              <a:defRPr sz="1400"/>
            </a:lvl2pPr>
            <a:lvl3pPr marL="739775" indent="-165100">
              <a:defRPr sz="1200"/>
            </a:lvl3pPr>
            <a:lvl4pPr marL="976313" indent="-174625">
              <a:defRPr sz="1000"/>
            </a:lvl4pPr>
            <a:lvl5pPr marL="1201738" indent="-174625">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DE46F07-9C9C-47CE-B42A-F6A276963F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F2D65486-4CAF-D8E0-DC46-EFC5FB8C97B1}"/>
              </a:ext>
              <a:ext uri="{C183D7F6-B498-43B3-948B-1728B52AA6E4}">
                <adec:decorative xmlns:adec="http://schemas.microsoft.com/office/drawing/2017/decorative" val="1"/>
              </a:ext>
            </a:extLst>
          </p:cNvPr>
          <p:cNvSpPr>
            <a:spLocks noGrp="1"/>
          </p:cNvSpPr>
          <p:nvPr>
            <p:ph type="dt" sz="half" idx="11"/>
          </p:nvPr>
        </p:nvSpPr>
        <p:spPr/>
        <p:txBody>
          <a:bodyPr/>
          <a:lstStyle/>
          <a:p>
            <a:fld id="{A844713A-762C-46FB-AFEA-BF5BC39F2835}" type="datetimeyyyy">
              <a:rPr lang="en-US" smtClean="0"/>
              <a:t>2025</a:t>
            </a:fld>
            <a:endParaRPr lang="en-US"/>
          </a:p>
        </p:txBody>
      </p:sp>
      <p:sp>
        <p:nvSpPr>
          <p:cNvPr id="5" name="Slide Number Placeholder 4">
            <a:extLst>
              <a:ext uri="{FF2B5EF4-FFF2-40B4-BE49-F238E27FC236}">
                <a16:creationId xmlns:a16="http://schemas.microsoft.com/office/drawing/2014/main" id="{DCC32286-3989-F722-CA5F-7B056F277CC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pic>
        <p:nvPicPr>
          <p:cNvPr id="6" name="Picture 9">
            <a:extLst>
              <a:ext uri="{FF2B5EF4-FFF2-40B4-BE49-F238E27FC236}">
                <a16:creationId xmlns:a16="http://schemas.microsoft.com/office/drawing/2014/main" id="{1D8CAAE5-215B-97D0-E026-DB1041BC6C2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1260385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87A5D98-A155-4A2C-A9E2-FF413A52CD58}"/>
              </a:ext>
            </a:extLst>
          </p:cNvPr>
          <p:cNvSpPr>
            <a:spLocks noGrp="1"/>
          </p:cNvSpPr>
          <p:nvPr>
            <p:ph type="title"/>
          </p:nvPr>
        </p:nvSpPr>
        <p:spPr/>
        <p:txBody>
          <a:bodyPr/>
          <a:lstStyle/>
          <a:p>
            <a:r>
              <a:rPr lang="en-US"/>
              <a:t>Click to edit Master title style</a:t>
            </a:r>
          </a:p>
        </p:txBody>
      </p:sp>
      <p:sp>
        <p:nvSpPr>
          <p:cNvPr id="8" name="Text Placeholder 11">
            <a:extLst>
              <a:ext uri="{FF2B5EF4-FFF2-40B4-BE49-F238E27FC236}">
                <a16:creationId xmlns:a16="http://schemas.microsoft.com/office/drawing/2014/main" id="{52D34A87-0769-3C03-D1EA-BEFE5F31F9BC}"/>
              </a:ext>
            </a:extLst>
          </p:cNvPr>
          <p:cNvSpPr>
            <a:spLocks noGrp="1"/>
          </p:cNvSpPr>
          <p:nvPr>
            <p:ph type="body" sz="quarter" idx="14"/>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5" name="Content Placeholder 4">
            <a:extLst>
              <a:ext uri="{FF2B5EF4-FFF2-40B4-BE49-F238E27FC236}">
                <a16:creationId xmlns:a16="http://schemas.microsoft.com/office/drawing/2014/main" id="{AFA20EAA-86AC-4480-9CAA-88657F3D94ED}"/>
              </a:ext>
            </a:extLst>
          </p:cNvPr>
          <p:cNvSpPr>
            <a:spLocks noGrp="1"/>
          </p:cNvSpPr>
          <p:nvPr>
            <p:ph sz="quarter" idx="13"/>
          </p:nvPr>
        </p:nvSpPr>
        <p:spPr>
          <a:xfrm>
            <a:off x="571499" y="2933700"/>
            <a:ext cx="11048999"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4418CA-82D1-4D77-BF0D-0416BC54B411}"/>
              </a:ext>
              <a:ext uri="{C183D7F6-B498-43B3-948B-1728B52AA6E4}">
                <adec:decorative xmlns:adec="http://schemas.microsoft.com/office/drawing/2017/decorative" val="1"/>
              </a:ext>
            </a:extLst>
          </p:cNvPr>
          <p:cNvSpPr>
            <a:spLocks noGrp="1"/>
          </p:cNvSpPr>
          <p:nvPr>
            <p:ph type="dt" sz="half" idx="10"/>
          </p:nvPr>
        </p:nvSpPr>
        <p:spPr/>
        <p:txBody>
          <a:bodyPr/>
          <a:lstStyle/>
          <a:p>
            <a:fld id="{A95765D1-9DCC-4E17-9905-A51AC45E71E0}" type="datetimeyyyy">
              <a:rPr lang="en-US" smtClean="0"/>
              <a:t>2025</a:t>
            </a:fld>
            <a:endParaRPr lang="en-US"/>
          </a:p>
        </p:txBody>
      </p:sp>
      <p:sp>
        <p:nvSpPr>
          <p:cNvPr id="9" name="Footer Placeholder 8">
            <a:extLst>
              <a:ext uri="{FF2B5EF4-FFF2-40B4-BE49-F238E27FC236}">
                <a16:creationId xmlns:a16="http://schemas.microsoft.com/office/drawing/2014/main" id="{921A5836-40BC-4565-9B91-02610BB2DED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0" name="Slide Number Placeholder 9">
            <a:extLst>
              <a:ext uri="{FF2B5EF4-FFF2-40B4-BE49-F238E27FC236}">
                <a16:creationId xmlns:a16="http://schemas.microsoft.com/office/drawing/2014/main" id="{CBD6848A-A4A5-4326-A71B-8EF2FF7C4F3E}"/>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521272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BA6A42-67C9-3DA2-AAE7-C5530FE646E6}"/>
              </a:ext>
              <a:ext uri="{C183D7F6-B498-43B3-948B-1728B52AA6E4}">
                <adec:decorative xmlns:adec="http://schemas.microsoft.com/office/drawing/2017/decorative" val="1"/>
              </a:ext>
            </a:extLst>
          </p:cNvPr>
          <p:cNvSpPr/>
          <p:nvPr userDrawn="1"/>
        </p:nvSpPr>
        <p:spPr>
          <a:xfrm>
            <a:off x="4559300" y="0"/>
            <a:ext cx="76326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 name="Title 1">
            <a:extLst>
              <a:ext uri="{FF2B5EF4-FFF2-40B4-BE49-F238E27FC236}">
                <a16:creationId xmlns:a16="http://schemas.microsoft.com/office/drawing/2014/main" id="{4151AB39-5D36-0881-CBCF-7839008FF240}"/>
              </a:ext>
            </a:extLst>
          </p:cNvPr>
          <p:cNvSpPr>
            <a:spLocks noGrp="1"/>
          </p:cNvSpPr>
          <p:nvPr>
            <p:ph type="title"/>
          </p:nvPr>
        </p:nvSpPr>
        <p:spPr>
          <a:xfrm>
            <a:off x="571500" y="571500"/>
            <a:ext cx="2819400" cy="2857500"/>
          </a:xfrm>
        </p:spPr>
        <p:txBody>
          <a:bodyPr/>
          <a:lstStyle/>
          <a:p>
            <a:r>
              <a:rPr lang="en-US"/>
              <a:t>Click to edit Master title style</a:t>
            </a:r>
          </a:p>
        </p:txBody>
      </p:sp>
      <p:sp>
        <p:nvSpPr>
          <p:cNvPr id="11" name="Text Placeholder 10">
            <a:extLst>
              <a:ext uri="{FF2B5EF4-FFF2-40B4-BE49-F238E27FC236}">
                <a16:creationId xmlns:a16="http://schemas.microsoft.com/office/drawing/2014/main" id="{BD4BE7AC-B8E8-B90D-53BF-AA6DB0C0ECAF}"/>
              </a:ext>
            </a:extLst>
          </p:cNvPr>
          <p:cNvSpPr>
            <a:spLocks noGrp="1"/>
          </p:cNvSpPr>
          <p:nvPr>
            <p:ph type="body" sz="quarter" idx="13"/>
          </p:nvPr>
        </p:nvSpPr>
        <p:spPr>
          <a:xfrm>
            <a:off x="571500" y="4114799"/>
            <a:ext cx="2819400" cy="21717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3F41AAA-F21A-3BB2-9278-FE4B403424CD}"/>
              </a:ext>
            </a:extLst>
          </p:cNvPr>
          <p:cNvSpPr>
            <a:spLocks noGrp="1"/>
          </p:cNvSpPr>
          <p:nvPr>
            <p:ph type="body" sz="quarter" idx="15"/>
          </p:nvPr>
        </p:nvSpPr>
        <p:spPr>
          <a:xfrm>
            <a:off x="5270500" y="571500"/>
            <a:ext cx="5410200" cy="457200"/>
          </a:xfrm>
        </p:spPr>
        <p:txBody>
          <a:bodyPr/>
          <a:lstStyle>
            <a:lvl1pPr marL="0" indent="0">
              <a:lnSpc>
                <a:spcPct val="90000"/>
              </a:lnSpc>
              <a:buNone/>
              <a:defRPr sz="2200">
                <a:solidFill>
                  <a:schemeClr val="bg1"/>
                </a:solidFill>
              </a:defRPr>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8" name="Text Placeholder 17">
            <a:extLst>
              <a:ext uri="{FF2B5EF4-FFF2-40B4-BE49-F238E27FC236}">
                <a16:creationId xmlns:a16="http://schemas.microsoft.com/office/drawing/2014/main" id="{B8D158A6-5206-4DC5-FE96-95B04D8E8AF1}"/>
              </a:ext>
              <a:ext uri="{C183D7F6-B498-43B3-948B-1728B52AA6E4}">
                <adec:decorative xmlns:adec="http://schemas.microsoft.com/office/drawing/2017/decorative" val="1"/>
              </a:ext>
            </a:extLst>
          </p:cNvPr>
          <p:cNvSpPr>
            <a:spLocks noGrp="1"/>
          </p:cNvSpPr>
          <p:nvPr>
            <p:ph type="body" sz="quarter" idx="18"/>
          </p:nvPr>
        </p:nvSpPr>
        <p:spPr>
          <a:xfrm>
            <a:off x="9381262" y="4277504"/>
            <a:ext cx="2810740" cy="2580496"/>
          </a:xfrm>
          <a:custGeom>
            <a:avLst/>
            <a:gdLst>
              <a:gd name="connsiteX0" fmla="*/ 2454858 w 2810740"/>
              <a:gd name="connsiteY0" fmla="*/ 46 h 2580496"/>
              <a:gd name="connsiteX1" fmla="*/ 2724648 w 2810740"/>
              <a:gd name="connsiteY1" fmla="*/ 24068 h 2580496"/>
              <a:gd name="connsiteX2" fmla="*/ 2810740 w 2810740"/>
              <a:gd name="connsiteY2" fmla="*/ 44700 h 2580496"/>
              <a:gd name="connsiteX3" fmla="*/ 2810740 w 2810740"/>
              <a:gd name="connsiteY3" fmla="*/ 664418 h 2580496"/>
              <a:gd name="connsiteX4" fmla="*/ 2770611 w 2810740"/>
              <a:gd name="connsiteY4" fmla="*/ 643239 h 2580496"/>
              <a:gd name="connsiteX5" fmla="*/ 1783822 w 2810740"/>
              <a:gd name="connsiteY5" fmla="*/ 949432 h 2580496"/>
              <a:gd name="connsiteX6" fmla="*/ 700923 w 2810740"/>
              <a:gd name="connsiteY6" fmla="*/ 2580496 h 2580496"/>
              <a:gd name="connsiteX7" fmla="*/ 0 w 2810740"/>
              <a:gd name="connsiteY7" fmla="*/ 2580496 h 2580496"/>
              <a:gd name="connsiteX8" fmla="*/ 1297316 w 2810740"/>
              <a:gd name="connsiteY8" fmla="*/ 626437 h 2580496"/>
              <a:gd name="connsiteX9" fmla="*/ 2454858 w 2810740"/>
              <a:gd name="connsiteY9" fmla="*/ 46 h 258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0740" h="2580496">
                <a:moveTo>
                  <a:pt x="2454858" y="46"/>
                </a:moveTo>
                <a:cubicBezTo>
                  <a:pt x="2544831" y="-679"/>
                  <a:pt x="2635195" y="7240"/>
                  <a:pt x="2724648" y="24068"/>
                </a:cubicBezTo>
                <a:lnTo>
                  <a:pt x="2810740" y="44700"/>
                </a:lnTo>
                <a:lnTo>
                  <a:pt x="2810740" y="664418"/>
                </a:lnTo>
                <a:lnTo>
                  <a:pt x="2770611" y="643239"/>
                </a:lnTo>
                <a:cubicBezTo>
                  <a:pt x="2418095" y="500699"/>
                  <a:pt x="2002334" y="620303"/>
                  <a:pt x="1783822" y="949432"/>
                </a:cubicBezTo>
                <a:lnTo>
                  <a:pt x="700923" y="2580496"/>
                </a:lnTo>
                <a:lnTo>
                  <a:pt x="0" y="2580496"/>
                </a:lnTo>
                <a:lnTo>
                  <a:pt x="1297316" y="626437"/>
                </a:lnTo>
                <a:cubicBezTo>
                  <a:pt x="1564896" y="223429"/>
                  <a:pt x="2004992" y="3675"/>
                  <a:pt x="2454858" y="4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13" name="Text Placeholder 12">
            <a:extLst>
              <a:ext uri="{FF2B5EF4-FFF2-40B4-BE49-F238E27FC236}">
                <a16:creationId xmlns:a16="http://schemas.microsoft.com/office/drawing/2014/main" id="{9CAA9D8F-EBCC-F115-0711-A1D7885B7DBA}"/>
              </a:ext>
            </a:extLst>
          </p:cNvPr>
          <p:cNvSpPr>
            <a:spLocks noGrp="1"/>
          </p:cNvSpPr>
          <p:nvPr>
            <p:ph type="body" sz="quarter" idx="14"/>
          </p:nvPr>
        </p:nvSpPr>
        <p:spPr>
          <a:xfrm>
            <a:off x="5270500" y="1752600"/>
            <a:ext cx="5410200" cy="4533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846C56A-AFFD-5EF5-83B3-C8D68964BE82}"/>
              </a:ext>
              <a:ext uri="{C183D7F6-B498-43B3-948B-1728B52AA6E4}">
                <adec:decorative xmlns:adec="http://schemas.microsoft.com/office/drawing/2017/decorative" val="1"/>
              </a:ext>
            </a:extLst>
          </p:cNvPr>
          <p:cNvSpPr>
            <a:spLocks noGrp="1"/>
          </p:cNvSpPr>
          <p:nvPr>
            <p:ph type="ftr" sz="quarter" idx="10"/>
          </p:nvPr>
        </p:nvSpPr>
        <p:spPr>
          <a:xfrm>
            <a:off x="1645217" y="6503670"/>
            <a:ext cx="2743200" cy="137160"/>
          </a:xfrm>
        </p:spPr>
        <p:txBody>
          <a:bodyPr/>
          <a:lstStyle>
            <a:lvl1pPr>
              <a:defRPr>
                <a:solidFill>
                  <a:schemeClr val="tx1"/>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A52D393A-8980-E579-A0EC-A080720B843B}"/>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1"/>
                </a:solidFill>
              </a:defRPr>
            </a:lvl1pPr>
          </a:lstStyle>
          <a:p>
            <a:fld id="{45FBCCCF-693E-4A1A-BFCB-FADBC04A55F2}" type="datetimeyyyy">
              <a:rPr lang="en-US" smtClean="0"/>
              <a:t>2025</a:t>
            </a:fld>
            <a:endParaRPr lang="en-US"/>
          </a:p>
        </p:txBody>
      </p:sp>
      <p:sp>
        <p:nvSpPr>
          <p:cNvPr id="5" name="Slide Number Placeholder 4">
            <a:extLst>
              <a:ext uri="{FF2B5EF4-FFF2-40B4-BE49-F238E27FC236}">
                <a16:creationId xmlns:a16="http://schemas.microsoft.com/office/drawing/2014/main" id="{8C4ADD89-C976-6DB8-EBFF-971ECFA635A4}"/>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bg2"/>
                </a:solidFill>
              </a:defRPr>
            </a:lvl1pPr>
          </a:lstStyle>
          <a:p>
            <a:fld id="{B2643E34-DC33-45ED-8E33-EC0D5991E9A4}" type="slidenum">
              <a:rPr lang="en-US" smtClean="0"/>
              <a:pPr/>
              <a:t>‹#›</a:t>
            </a:fld>
            <a:endParaRPr lang="en-US"/>
          </a:p>
        </p:txBody>
      </p:sp>
      <p:pic>
        <p:nvPicPr>
          <p:cNvPr id="9" name="Picture 9">
            <a:extLst>
              <a:ext uri="{FF2B5EF4-FFF2-40B4-BE49-F238E27FC236}">
                <a16:creationId xmlns:a16="http://schemas.microsoft.com/office/drawing/2014/main" id="{2D8E0F5B-E7F1-0403-7367-36B8F1937D8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10" name="Footer Placeholder 3">
            <a:extLst>
              <a:ext uri="{FF2B5EF4-FFF2-40B4-BE49-F238E27FC236}">
                <a16:creationId xmlns:a16="http://schemas.microsoft.com/office/drawing/2014/main" id="{AE7DEBBC-53DD-BDE3-155C-162C1926A6D1}"/>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3659716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A64D-EC33-80B9-F80A-68A80FC6609E}"/>
              </a:ext>
            </a:extLst>
          </p:cNvPr>
          <p:cNvSpPr>
            <a:spLocks noGrp="1"/>
          </p:cNvSpPr>
          <p:nvPr>
            <p:ph type="title"/>
          </p:nvPr>
        </p:nvSpPr>
        <p:spPr/>
        <p:txBody>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4871E354-1003-F7B6-2E4E-FF83E0B7B3E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FB7E0A99-1A28-4D24-A585-99C2E027D9DC}"/>
              </a:ext>
            </a:extLst>
          </p:cNvPr>
          <p:cNvSpPr>
            <a:spLocks noGrp="1"/>
          </p:cNvSpPr>
          <p:nvPr>
            <p:ph sz="half" idx="1"/>
          </p:nvPr>
        </p:nvSpPr>
        <p:spPr>
          <a:xfrm>
            <a:off x="571500" y="2933701"/>
            <a:ext cx="4470400"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0E6115-4384-41EE-B6B2-940A4649995F}"/>
              </a:ext>
            </a:extLst>
          </p:cNvPr>
          <p:cNvSpPr>
            <a:spLocks noGrp="1"/>
          </p:cNvSpPr>
          <p:nvPr>
            <p:ph sz="half" idx="2"/>
          </p:nvPr>
        </p:nvSpPr>
        <p:spPr>
          <a:xfrm>
            <a:off x="6210301" y="2933701"/>
            <a:ext cx="4470399"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FEA81D9C-1714-41EC-AB5C-54E1320D367A}"/>
              </a:ext>
              <a:ext uri="{C183D7F6-B498-43B3-948B-1728B52AA6E4}">
                <adec:decorative xmlns:adec="http://schemas.microsoft.com/office/drawing/2017/decorative" val="1"/>
              </a:ext>
            </a:extLst>
          </p:cNvPr>
          <p:cNvSpPr>
            <a:spLocks noGrp="1"/>
          </p:cNvSpPr>
          <p:nvPr>
            <p:ph type="dt" sz="half" idx="10"/>
          </p:nvPr>
        </p:nvSpPr>
        <p:spPr/>
        <p:txBody>
          <a:bodyPr/>
          <a:lstStyle/>
          <a:p>
            <a:fld id="{A955F345-CD5E-454A-A42B-3900DCEC4A8E}" type="datetimeyyyy">
              <a:rPr lang="en-US" smtClean="0"/>
              <a:t>2025</a:t>
            </a:fld>
            <a:endParaRPr lang="en-US"/>
          </a:p>
        </p:txBody>
      </p:sp>
      <p:sp>
        <p:nvSpPr>
          <p:cNvPr id="9" name="Footer Placeholder 8">
            <a:extLst>
              <a:ext uri="{FF2B5EF4-FFF2-40B4-BE49-F238E27FC236}">
                <a16:creationId xmlns:a16="http://schemas.microsoft.com/office/drawing/2014/main" id="{138C60D4-B5E0-4E33-9DD7-8166677DEA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F9FE130B-2CDC-422E-A384-1923087EC34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24248584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5270-F0A7-41DD-AB7A-83D81B515BC4}"/>
              </a:ext>
            </a:extLst>
          </p:cNvPr>
          <p:cNvSpPr>
            <a:spLocks noGrp="1"/>
          </p:cNvSpPr>
          <p:nvPr>
            <p:ph type="title"/>
          </p:nvPr>
        </p:nvSpPr>
        <p:spPr/>
        <p:txBody>
          <a:bodyPr/>
          <a:lstStyle/>
          <a:p>
            <a:r>
              <a:rPr lang="en-US"/>
              <a:t>Click to edit Master title style</a:t>
            </a:r>
          </a:p>
        </p:txBody>
      </p:sp>
      <p:sp>
        <p:nvSpPr>
          <p:cNvPr id="6" name="Text Placeholder 11">
            <a:extLst>
              <a:ext uri="{FF2B5EF4-FFF2-40B4-BE49-F238E27FC236}">
                <a16:creationId xmlns:a16="http://schemas.microsoft.com/office/drawing/2014/main" id="{C8E43266-992D-58F3-73FE-E38797027945}"/>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p>
            <a:fld id="{8549838B-8FB6-4A1D-8FF7-A75B50B468EC}" type="datetimeyyyy">
              <a:rPr lang="en-US" smtClean="0"/>
              <a:t>2025</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920744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Only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p:txBody>
          <a:bodyPr/>
          <a:lstStyle/>
          <a:p>
            <a:r>
              <a:rPr lang="en-US"/>
              <a:t>Click to edit Master title style</a:t>
            </a:r>
          </a:p>
        </p:txBody>
      </p:sp>
      <p:sp>
        <p:nvSpPr>
          <p:cNvPr id="10" name="Text Placeholder 11">
            <a:extLst>
              <a:ext uri="{FF2B5EF4-FFF2-40B4-BE49-F238E27FC236}">
                <a16:creationId xmlns:a16="http://schemas.microsoft.com/office/drawing/2014/main" id="{41876296-E753-8C3F-8271-24B8BC7D680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E193F512-0A29-4898-ADD2-68AB1CCB9D38}" type="datetimeyyyy">
              <a:rPr lang="en-US" smtClean="0"/>
              <a:t>2025</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44E6FEBF-F4D5-5A80-8815-323B4D094155}"/>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805BD35B-1532-6D8C-1C69-50D653A5A9A1}"/>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59345783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94779F9C-2379-4946-84FF-DBB76193FE00}" type="datetimeyyyy">
              <a:rPr lang="en-US" smtClean="0"/>
              <a:t>2025</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623796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2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11" name="Text Placeholder 11">
            <a:extLst>
              <a:ext uri="{FF2B5EF4-FFF2-40B4-BE49-F238E27FC236}">
                <a16:creationId xmlns:a16="http://schemas.microsoft.com/office/drawing/2014/main" id="{B6F22CC2-F0CD-4BD6-0CCC-0649DDDBC07C}"/>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27079A0E-CCE3-4425-B76E-96DE74F8AAFE}" type="datetimeyyyy">
              <a:rPr lang="en-US" smtClean="0"/>
              <a:t>2025</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BB1E46AE-9929-DF1E-3349-716244BD62E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879FECB6-62BE-FB89-8C3B-6CDBAA4FF694}"/>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423800668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ictur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p:nvPr>
        </p:nvSpPr>
        <p:spPr>
          <a:xfrm>
            <a:off x="1524" y="0"/>
            <a:ext cx="12190476" cy="6858000"/>
          </a:xfrm>
        </p:spPr>
        <p:txBody>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Title 4">
            <a:extLst>
              <a:ext uri="{FF2B5EF4-FFF2-40B4-BE49-F238E27FC236}">
                <a16:creationId xmlns:a16="http://schemas.microsoft.com/office/drawing/2014/main" id="{AD5942FC-23BA-B387-C59E-F125CE318EC6}"/>
              </a:ext>
            </a:extLst>
          </p:cNvPr>
          <p:cNvSpPr>
            <a:spLocks noGrp="1"/>
          </p:cNvSpPr>
          <p:nvPr>
            <p:ph type="title"/>
          </p:nvPr>
        </p:nvSpPr>
        <p:spPr>
          <a:xfrm>
            <a:off x="571500" y="571500"/>
            <a:ext cx="3530600" cy="2857500"/>
          </a:xfrm>
        </p:spPr>
        <p:txBody>
          <a:bodyPr/>
          <a:lstStyle>
            <a:lvl1pPr>
              <a:defRPr sz="5400"/>
            </a:lvl1pPr>
          </a:lstStyle>
          <a:p>
            <a:r>
              <a:rPr lang="en-US"/>
              <a:t>Click to edit Master title style</a:t>
            </a:r>
          </a:p>
        </p:txBody>
      </p:sp>
      <p:sp>
        <p:nvSpPr>
          <p:cNvPr id="10" name="Text Placeholder 11">
            <a:extLst>
              <a:ext uri="{FF2B5EF4-FFF2-40B4-BE49-F238E27FC236}">
                <a16:creationId xmlns:a16="http://schemas.microsoft.com/office/drawing/2014/main" id="{5DA49D23-12E6-9B2C-2FA3-23A5E9401889}"/>
              </a:ext>
            </a:extLst>
          </p:cNvPr>
          <p:cNvSpPr>
            <a:spLocks noGrp="1"/>
          </p:cNvSpPr>
          <p:nvPr>
            <p:ph type="body" sz="quarter" idx="20"/>
          </p:nvPr>
        </p:nvSpPr>
        <p:spPr>
          <a:xfrm>
            <a:off x="571501" y="4114800"/>
            <a:ext cx="3530600" cy="13716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DBEB2FE4-B8E6-4397-B43C-A951254865D3}"/>
              </a:ext>
              <a:ext uri="{C183D7F6-B498-43B3-948B-1728B52AA6E4}">
                <adec:decorative xmlns:adec="http://schemas.microsoft.com/office/drawing/2017/decorative" val="1"/>
              </a:ext>
            </a:extLst>
          </p:cNvPr>
          <p:cNvSpPr>
            <a:spLocks noGrp="1"/>
          </p:cNvSpPr>
          <p:nvPr>
            <p:ph type="dt" sz="half" idx="10"/>
          </p:nvPr>
        </p:nvSpPr>
        <p:spPr>
          <a:xfrm>
            <a:off x="1380744" y="6503670"/>
            <a:ext cx="255977" cy="137160"/>
          </a:xfrm>
        </p:spPr>
        <p:txBody>
          <a:bodyPr/>
          <a:lstStyle>
            <a:lvl1pPr>
              <a:defRPr>
                <a:solidFill>
                  <a:schemeClr val="tx2"/>
                </a:solidFill>
              </a:defRPr>
            </a:lvl1pPr>
          </a:lstStyle>
          <a:p>
            <a:fld id="{ACEE45C4-16CC-4860-B21C-588F11E490F7}" type="datetimeyyyy">
              <a:rPr lang="en-US" smtClean="0"/>
              <a:t>2025</a:t>
            </a:fld>
            <a:endParaRPr lang="en-US"/>
          </a:p>
        </p:txBody>
      </p:sp>
      <p:sp>
        <p:nvSpPr>
          <p:cNvPr id="4" name="Footer Placeholder 3">
            <a:extLst>
              <a:ext uri="{FF2B5EF4-FFF2-40B4-BE49-F238E27FC236}">
                <a16:creationId xmlns:a16="http://schemas.microsoft.com/office/drawing/2014/main" id="{93A581C9-28B8-425E-BDF8-FDE4555EF626}"/>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2"/>
                </a:solidFill>
              </a:defRPr>
            </a:lvl1pPr>
          </a:lstStyle>
          <a:p>
            <a:r>
              <a:rPr lang="en-US"/>
              <a:t>Slalom. All Rights Reserved. Proprietary and Confidential.</a:t>
            </a:r>
          </a:p>
        </p:txBody>
      </p:sp>
      <p:sp>
        <p:nvSpPr>
          <p:cNvPr id="8" name="Slide Number Placeholder 7">
            <a:extLst>
              <a:ext uri="{FF2B5EF4-FFF2-40B4-BE49-F238E27FC236}">
                <a16:creationId xmlns:a16="http://schemas.microsoft.com/office/drawing/2014/main" id="{71C5BAEF-23A3-460A-8B57-7064A775252E}"/>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2"/>
                </a:solidFill>
              </a:defRPr>
            </a:lvl1pPr>
          </a:lstStyle>
          <a:p>
            <a:fld id="{B2643E34-DC33-45ED-8E33-EC0D5991E9A4}" type="slidenum">
              <a:rPr lang="en-US" smtClean="0"/>
              <a:pPr/>
              <a:t>‹#›</a:t>
            </a:fld>
            <a:endParaRPr lang="en-US"/>
          </a:p>
        </p:txBody>
      </p:sp>
      <p:sp>
        <p:nvSpPr>
          <p:cNvPr id="11" name="Text Placeholder 28">
            <a:extLst>
              <a:ext uri="{FF2B5EF4-FFF2-40B4-BE49-F238E27FC236}">
                <a16:creationId xmlns:a16="http://schemas.microsoft.com/office/drawing/2014/main" id="{02CC2885-3797-8372-6B64-6C12785E4E35}"/>
              </a:ext>
              <a:ext uri="{C183D7F6-B498-43B3-948B-1728B52AA6E4}">
                <adec:decorative xmlns:adec="http://schemas.microsoft.com/office/drawing/2017/decorative" val="1"/>
              </a:ext>
            </a:extLst>
          </p:cNvPr>
          <p:cNvSpPr>
            <a:spLocks noGrp="1" noChangeAspect="1"/>
          </p:cNvSpPr>
          <p:nvPr>
            <p:ph type="body" sz="quarter" idx="21"/>
          </p:nvPr>
        </p:nvSpPr>
        <p:spPr>
          <a:xfrm>
            <a:off x="569541" y="6473952"/>
            <a:ext cx="564315"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13" name="Text Placeholder 12">
            <a:extLst>
              <a:ext uri="{FF2B5EF4-FFF2-40B4-BE49-F238E27FC236}">
                <a16:creationId xmlns:a16="http://schemas.microsoft.com/office/drawing/2014/main" id="{73286862-F721-844E-EC7F-D03976B2436C}"/>
              </a:ext>
            </a:extLst>
          </p:cNvPr>
          <p:cNvSpPr>
            <a:spLocks noGrp="1"/>
          </p:cNvSpPr>
          <p:nvPr>
            <p:ph type="body" sz="quarter" idx="22"/>
          </p:nvPr>
        </p:nvSpPr>
        <p:spPr>
          <a:xfrm>
            <a:off x="1298448" y="6539765"/>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227012" indent="0">
              <a:buNone/>
              <a:defRPr sz="400"/>
            </a:lvl2pPr>
            <a:lvl3pPr marL="460375" indent="0">
              <a:buNone/>
              <a:defRPr sz="400"/>
            </a:lvl3pPr>
            <a:lvl4pPr marL="625475" indent="0">
              <a:buNone/>
              <a:defRPr sz="400"/>
            </a:lvl4pPr>
            <a:lvl5pPr marL="798513" indent="0">
              <a:buNone/>
              <a:defRPr sz="400"/>
            </a:lvl5pPr>
          </a:lstStyle>
          <a:p>
            <a:pPr lvl="0"/>
            <a:r>
              <a:rPr lang="en-US"/>
              <a:t>Click to edit Master text styles</a:t>
            </a:r>
          </a:p>
        </p:txBody>
      </p:sp>
    </p:spTree>
    <p:extLst>
      <p:ext uri="{BB962C8B-B14F-4D97-AF65-F5344CB8AC3E}">
        <p14:creationId xmlns:p14="http://schemas.microsoft.com/office/powerpoint/2010/main" val="4243953130"/>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FB3A36-D926-A156-1D21-30320063F9AE}"/>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7285037"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4268CAAE-222C-45DC-BDCB-F913E123D7BC}" type="datetimeyyyy">
              <a:rPr lang="en-US" smtClean="0"/>
              <a:t>2025</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2012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with Icons">
    <p:spTree>
      <p:nvGrpSpPr>
        <p:cNvPr id="1" name=""/>
        <p:cNvGrpSpPr/>
        <p:nvPr/>
      </p:nvGrpSpPr>
      <p:grpSpPr>
        <a:xfrm>
          <a:off x="0" y="0"/>
          <a:ext cx="0" cy="0"/>
          <a:chOff x="0" y="0"/>
          <a:chExt cx="0" cy="0"/>
        </a:xfrm>
      </p:grpSpPr>
      <p:sp>
        <p:nvSpPr>
          <p:cNvPr id="44" name="Text Placeholder 43">
            <a:extLst>
              <a:ext uri="{FF2B5EF4-FFF2-40B4-BE49-F238E27FC236}">
                <a16:creationId xmlns:a16="http://schemas.microsoft.com/office/drawing/2014/main" id="{DE9A50A5-7EAE-1378-5468-24F26723BF26}"/>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4114800"/>
            <a:ext cx="7285037"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2">
            <a:extLst>
              <a:ext uri="{FF2B5EF4-FFF2-40B4-BE49-F238E27FC236}">
                <a16:creationId xmlns:a16="http://schemas.microsoft.com/office/drawing/2014/main" id="{9669B77A-99FD-2D60-4C94-FE5D13797052}"/>
              </a:ext>
              <a:ext uri="{C183D7F6-B498-43B3-948B-1728B52AA6E4}">
                <adec:decorative xmlns:adec="http://schemas.microsoft.com/office/drawing/2017/decorative" val="1"/>
              </a:ext>
            </a:extLst>
          </p:cNvPr>
          <p:cNvSpPr>
            <a:spLocks noGrp="1"/>
          </p:cNvSpPr>
          <p:nvPr>
            <p:ph type="pic" sz="quarter" idx="19" hasCustomPrompt="1"/>
          </p:nvPr>
        </p:nvSpPr>
        <p:spPr>
          <a:xfrm>
            <a:off x="571499" y="2947760"/>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9995676-25F6-4543-9E5B-989E05823773}" type="datetimeyyyy">
              <a:rPr lang="en-US" smtClean="0"/>
              <a:t>2025</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882249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495F953-AF61-3220-6737-C1F6862DC298}"/>
              </a:ext>
              <a:ext uri="{C183D7F6-B498-43B3-948B-1728B52AA6E4}">
                <adec:decorative xmlns:adec="http://schemas.microsoft.com/office/drawing/2017/decorative" val="1"/>
              </a:ext>
            </a:extLst>
          </p:cNvPr>
          <p:cNvSpPr>
            <a:spLocks noGrp="1"/>
          </p:cNvSpPr>
          <p:nvPr>
            <p:ph type="body" sz="quarter" idx="18"/>
          </p:nvPr>
        </p:nvSpPr>
        <p:spPr>
          <a:xfrm>
            <a:off x="8089902"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0457AE57-F2D8-437C-AC9C-E6ECCE2C3002}" type="datetimeyyyy">
              <a:rPr lang="en-US" smtClean="0"/>
              <a:t>2025</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497581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cons">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0C507CE-6937-A24E-0092-2FAE7F2631F0}"/>
              </a:ext>
              <a:ext uri="{C183D7F6-B498-43B3-948B-1728B52AA6E4}">
                <adec:decorative xmlns:adec="http://schemas.microsoft.com/office/drawing/2017/decorative" val="1"/>
              </a:ext>
            </a:extLst>
          </p:cNvPr>
          <p:cNvSpPr>
            <a:spLocks noGrp="1"/>
          </p:cNvSpPr>
          <p:nvPr>
            <p:ph type="body" sz="quarter" idx="18"/>
          </p:nvPr>
        </p:nvSpPr>
        <p:spPr>
          <a:xfrm>
            <a:off x="8089902"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4114799"/>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4114799"/>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1E944DCE-BD3F-5994-51CD-692924824449}"/>
              </a:ext>
              <a:ext uri="{C183D7F6-B498-43B3-948B-1728B52AA6E4}">
                <adec:decorative xmlns:adec="http://schemas.microsoft.com/office/drawing/2017/decorative" val="1"/>
              </a:ext>
            </a:extLst>
          </p:cNvPr>
          <p:cNvSpPr>
            <a:spLocks noGrp="1"/>
          </p:cNvSpPr>
          <p:nvPr>
            <p:ph type="pic" sz="quarter" idx="19" hasCustomPrompt="1"/>
          </p:nvPr>
        </p:nvSpPr>
        <p:spPr>
          <a:xfrm>
            <a:off x="5714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15" name="Picture Placeholder 12">
            <a:extLst>
              <a:ext uri="{FF2B5EF4-FFF2-40B4-BE49-F238E27FC236}">
                <a16:creationId xmlns:a16="http://schemas.microsoft.com/office/drawing/2014/main" id="{94E4368B-BFE1-F75C-8C3E-DE2A86940FED}"/>
              </a:ext>
              <a:ext uri="{C183D7F6-B498-43B3-948B-1728B52AA6E4}">
                <adec:decorative xmlns:adec="http://schemas.microsoft.com/office/drawing/2017/decorative" val="1"/>
              </a:ext>
            </a:extLst>
          </p:cNvPr>
          <p:cNvSpPr>
            <a:spLocks noGrp="1"/>
          </p:cNvSpPr>
          <p:nvPr>
            <p:ph type="pic" sz="quarter" idx="20" hasCustomPrompt="1"/>
          </p:nvPr>
        </p:nvSpPr>
        <p:spPr>
          <a:xfrm>
            <a:off x="43306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1F2051F-B99E-43D1-BA66-EAD627E85373}" type="datetimeyyyy">
              <a:rPr lang="en-US" smtClean="0"/>
              <a:t>2025</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238206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1/4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28">
            <a:extLst>
              <a:ext uri="{FF2B5EF4-FFF2-40B4-BE49-F238E27FC236}">
                <a16:creationId xmlns:a16="http://schemas.microsoft.com/office/drawing/2014/main" id="{49CF629A-7AF3-66CD-0D32-3BE10848832C}"/>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1406CC75-83FE-41F5-AD12-F41B02F537B4}" type="datetimeyyyy">
              <a:rPr lang="en-US" smtClean="0"/>
              <a:t>2025</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2437951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s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1"/>
            <a:ext cx="11049000" cy="4545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8"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8"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0"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0"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2">
            <a:extLst>
              <a:ext uri="{FF2B5EF4-FFF2-40B4-BE49-F238E27FC236}">
                <a16:creationId xmlns:a16="http://schemas.microsoft.com/office/drawing/2014/main" id="{38387850-D4C4-CFC2-9884-391073D7ACF7}"/>
              </a:ext>
              <a:ext uri="{C183D7F6-B498-43B3-948B-1728B52AA6E4}">
                <adec:decorative xmlns:adec="http://schemas.microsoft.com/office/drawing/2017/decorative" val="1"/>
              </a:ext>
            </a:extLst>
          </p:cNvPr>
          <p:cNvSpPr>
            <a:spLocks noGrp="1"/>
          </p:cNvSpPr>
          <p:nvPr>
            <p:ph type="pic" sz="quarter" idx="21" hasCustomPrompt="1"/>
          </p:nvPr>
        </p:nvSpPr>
        <p:spPr>
          <a:xfrm>
            <a:off x="571499"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2" name="Picture Placeholder 12">
            <a:extLst>
              <a:ext uri="{FF2B5EF4-FFF2-40B4-BE49-F238E27FC236}">
                <a16:creationId xmlns:a16="http://schemas.microsoft.com/office/drawing/2014/main" id="{775C6465-934F-ACEA-12FC-D1028AC527BD}"/>
              </a:ext>
              <a:ext uri="{C183D7F6-B498-43B3-948B-1728B52AA6E4}">
                <adec:decorative xmlns:adec="http://schemas.microsoft.com/office/drawing/2017/decorative" val="1"/>
              </a:ext>
            </a:extLst>
          </p:cNvPr>
          <p:cNvSpPr>
            <a:spLocks noGrp="1"/>
          </p:cNvSpPr>
          <p:nvPr>
            <p:ph type="pic" sz="quarter" idx="22" hasCustomPrompt="1"/>
          </p:nvPr>
        </p:nvSpPr>
        <p:spPr>
          <a:xfrm>
            <a:off x="4342368"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3" name="Picture Placeholder 12">
            <a:extLst>
              <a:ext uri="{FF2B5EF4-FFF2-40B4-BE49-F238E27FC236}">
                <a16:creationId xmlns:a16="http://schemas.microsoft.com/office/drawing/2014/main" id="{0EDE01F0-DBB5-382D-6E34-A289FEEDBB73}"/>
              </a:ext>
              <a:ext uri="{C183D7F6-B498-43B3-948B-1728B52AA6E4}">
                <adec:decorative xmlns:adec="http://schemas.microsoft.com/office/drawing/2017/decorative" val="1"/>
              </a:ext>
            </a:extLst>
          </p:cNvPr>
          <p:cNvSpPr>
            <a:spLocks noGrp="1"/>
          </p:cNvSpPr>
          <p:nvPr>
            <p:ph type="pic" sz="quarter" idx="23" hasCustomPrompt="1"/>
          </p:nvPr>
        </p:nvSpPr>
        <p:spPr>
          <a:xfrm>
            <a:off x="8089900"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88966114-2432-4825-B9DE-9DD8135F3778}" type="datetimeyyyy">
              <a:rPr lang="en-US" smtClean="0"/>
              <a:t>2025</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961091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1"/>
            <a:ext cx="11049000" cy="4545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956604"/>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8"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8"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0"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0"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B62A884F-2D3B-4906-A93D-BA8920D5E7AD}" type="datetimeyyyy">
              <a:rPr lang="en-US" smtClean="0"/>
              <a:t>2025</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078657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3" name="Title 6">
            <a:extLst>
              <a:ext uri="{FF2B5EF4-FFF2-40B4-BE49-F238E27FC236}">
                <a16:creationId xmlns:a16="http://schemas.microsoft.com/office/drawing/2014/main" id="{0091A866-C45E-09D3-028F-31000BAE4888}"/>
              </a:ext>
            </a:extLst>
          </p:cNvPr>
          <p:cNvSpPr>
            <a:spLocks noGrp="1"/>
          </p:cNvSpPr>
          <p:nvPr>
            <p:ph type="title"/>
          </p:nvPr>
        </p:nvSpPr>
        <p:spPr>
          <a:xfrm>
            <a:off x="571500" y="571501"/>
            <a:ext cx="11049000" cy="990600"/>
          </a:xfrm>
        </p:spPr>
        <p:txBody>
          <a:bodyPr/>
          <a:lstStyle/>
          <a:p>
            <a:r>
              <a:rPr lang="en-US"/>
              <a:t>Click to edit Master title style</a:t>
            </a:r>
          </a:p>
        </p:txBody>
      </p:sp>
      <p:sp>
        <p:nvSpPr>
          <p:cNvPr id="22" name="Text Placeholder 11">
            <a:extLst>
              <a:ext uri="{FF2B5EF4-FFF2-40B4-BE49-F238E27FC236}">
                <a16:creationId xmlns:a16="http://schemas.microsoft.com/office/drawing/2014/main" id="{069ABE66-0172-A4A5-8CD5-A84CFD199B7D}"/>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342028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342028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622571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622571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0">
            <a:extLst>
              <a:ext uri="{FF2B5EF4-FFF2-40B4-BE49-F238E27FC236}">
                <a16:creationId xmlns:a16="http://schemas.microsoft.com/office/drawing/2014/main" id="{77BA680D-F489-978C-F5CD-6158E522CC5A}"/>
              </a:ext>
            </a:extLst>
          </p:cNvPr>
          <p:cNvSpPr>
            <a:spLocks noGrp="1"/>
          </p:cNvSpPr>
          <p:nvPr>
            <p:ph type="body" sz="quarter" idx="21"/>
          </p:nvPr>
        </p:nvSpPr>
        <p:spPr>
          <a:xfrm>
            <a:off x="903114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21" name="Text Placeholder 32">
            <a:extLst>
              <a:ext uri="{FF2B5EF4-FFF2-40B4-BE49-F238E27FC236}">
                <a16:creationId xmlns:a16="http://schemas.microsoft.com/office/drawing/2014/main" id="{08AD6B44-29E7-20A2-4157-96C73CB757D1}"/>
              </a:ext>
            </a:extLst>
          </p:cNvPr>
          <p:cNvSpPr>
            <a:spLocks noGrp="1"/>
          </p:cNvSpPr>
          <p:nvPr>
            <p:ph type="body" sz="quarter" idx="22"/>
          </p:nvPr>
        </p:nvSpPr>
        <p:spPr>
          <a:xfrm>
            <a:off x="903114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91619182-094A-423A-8918-33FFBFDD20BE}" type="datetimeyyyy">
              <a:rPr lang="en-US" smtClean="0"/>
              <a:t>2025</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702171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_half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0"/>
            <a:ext cx="4698999" cy="1496014"/>
          </a:xfrm>
        </p:spPr>
        <p:txBody>
          <a:bodyPr/>
          <a:lstStyle>
            <a:lvl1pPr>
              <a:defRPr/>
            </a:lvl1pPr>
          </a:lstStyle>
          <a:p>
            <a:r>
              <a:rPr lang="en-US"/>
              <a:t>Click to edit Master title style</a:t>
            </a:r>
          </a:p>
        </p:txBody>
      </p:sp>
      <p:sp>
        <p:nvSpPr>
          <p:cNvPr id="14" name="Text Placeholder 11">
            <a:extLst>
              <a:ext uri="{FF2B5EF4-FFF2-40B4-BE49-F238E27FC236}">
                <a16:creationId xmlns:a16="http://schemas.microsoft.com/office/drawing/2014/main" id="{3922D895-6DAC-3F6B-92F7-49BE4290E8EC}"/>
              </a:ext>
            </a:extLst>
          </p:cNvPr>
          <p:cNvSpPr>
            <a:spLocks noGrp="1"/>
          </p:cNvSpPr>
          <p:nvPr>
            <p:ph type="body" sz="quarter" idx="20"/>
          </p:nvPr>
        </p:nvSpPr>
        <p:spPr>
          <a:xfrm>
            <a:off x="571500" y="2284684"/>
            <a:ext cx="4698999"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43FDA7E4-F9DC-BAAE-7246-750660152250}"/>
              </a:ext>
            </a:extLst>
          </p:cNvPr>
          <p:cNvSpPr>
            <a:spLocks noGrp="1"/>
          </p:cNvSpPr>
          <p:nvPr>
            <p:ph type="body" sz="quarter" idx="21"/>
          </p:nvPr>
        </p:nvSpPr>
        <p:spPr>
          <a:xfrm>
            <a:off x="571500" y="2933700"/>
            <a:ext cx="4698998"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9362EC05-C04F-9300-5A42-D37C44DB5F08}"/>
              </a:ext>
              <a:ext uri="{C183D7F6-B498-43B3-948B-1728B52AA6E4}">
                <adec:decorative xmlns:adec="http://schemas.microsoft.com/office/drawing/2017/decorative" val="0"/>
              </a:ext>
            </a:extLst>
          </p:cNvPr>
          <p:cNvSpPr>
            <a:spLocks noGrp="1"/>
          </p:cNvSpPr>
          <p:nvPr>
            <p:ph type="pic" sz="quarter" idx="13"/>
          </p:nvPr>
        </p:nvSpPr>
        <p:spPr>
          <a:xfrm>
            <a:off x="6921500" y="2"/>
            <a:ext cx="5270500" cy="6857998"/>
          </a:xfrm>
          <a:custGeom>
            <a:avLst/>
            <a:gdLst>
              <a:gd name="connsiteX0" fmla="*/ 878414 w 5270500"/>
              <a:gd name="connsiteY0" fmla="*/ 0 h 6857998"/>
              <a:gd name="connsiteX1" fmla="*/ 5270500 w 5270500"/>
              <a:gd name="connsiteY1" fmla="*/ 0 h 6857998"/>
              <a:gd name="connsiteX2" fmla="*/ 5270500 w 5270500"/>
              <a:gd name="connsiteY2" fmla="*/ 6857998 h 6857998"/>
              <a:gd name="connsiteX3" fmla="*/ 0 w 5270500"/>
              <a:gd name="connsiteY3" fmla="*/ 6857998 h 6857998"/>
              <a:gd name="connsiteX4" fmla="*/ 0 w 5270500"/>
              <a:gd name="connsiteY4" fmla="*/ 878432 h 6857998"/>
              <a:gd name="connsiteX5" fmla="*/ 701399 w 5270500"/>
              <a:gd name="connsiteY5" fmla="*/ 1784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0500" h="6857998">
                <a:moveTo>
                  <a:pt x="878414" y="0"/>
                </a:moveTo>
                <a:lnTo>
                  <a:pt x="5270500" y="0"/>
                </a:lnTo>
                <a:lnTo>
                  <a:pt x="5270500" y="6857998"/>
                </a:lnTo>
                <a:lnTo>
                  <a:pt x="0" y="6857998"/>
                </a:lnTo>
                <a:lnTo>
                  <a:pt x="0" y="878432"/>
                </a:lnTo>
                <a:cubicBezTo>
                  <a:pt x="0" y="453929"/>
                  <a:pt x="301111" y="99755"/>
                  <a:pt x="701399" y="17845"/>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6C970766-A0DE-4D3D-9297-AE4E4A3F0010}" type="datetimeyyyy">
              <a:rPr lang="en-US" smtClean="0"/>
              <a:t>2025</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0454730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_third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4" name="Text Placeholder 11">
            <a:extLst>
              <a:ext uri="{FF2B5EF4-FFF2-40B4-BE49-F238E27FC236}">
                <a16:creationId xmlns:a16="http://schemas.microsoft.com/office/drawing/2014/main" id="{C27851C0-8280-23F1-C1F1-61A42B09F85B}"/>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2" name="Subtitle 2">
            <a:extLst>
              <a:ext uri="{FF2B5EF4-FFF2-40B4-BE49-F238E27FC236}">
                <a16:creationId xmlns:a16="http://schemas.microsoft.com/office/drawing/2014/main" id="{16225857-C4D6-9156-FF86-1348FDCB6D11}"/>
              </a:ext>
            </a:extLst>
          </p:cNvPr>
          <p:cNvSpPr>
            <a:spLocks noGrp="1"/>
          </p:cNvSpPr>
          <p:nvPr>
            <p:ph type="subTitle" idx="1" hasCustomPrompt="1"/>
          </p:nvPr>
        </p:nvSpPr>
        <p:spPr>
          <a:xfrm>
            <a:off x="571500" y="2918121"/>
            <a:ext cx="6350000" cy="293709"/>
          </a:xfrm>
        </p:spPr>
        <p:txBody>
          <a:bodyPr anchor="b"/>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71501" y="3429000"/>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0" y="2"/>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9" name="Text Placeholder 32">
            <a:extLst>
              <a:ext uri="{FF2B5EF4-FFF2-40B4-BE49-F238E27FC236}">
                <a16:creationId xmlns:a16="http://schemas.microsoft.com/office/drawing/2014/main" id="{6395F50F-03AE-E8C0-39C5-4765FEF8C0E1}"/>
              </a:ext>
              <a:ext uri="{C183D7F6-B498-43B3-948B-1728B52AA6E4}">
                <adec:decorative xmlns:adec="http://schemas.microsoft.com/office/drawing/2017/decorative" val="1"/>
              </a:ext>
            </a:extLst>
          </p:cNvPr>
          <p:cNvSpPr>
            <a:spLocks noGrp="1"/>
          </p:cNvSpPr>
          <p:nvPr>
            <p:ph type="body" sz="quarter" idx="18"/>
          </p:nvPr>
        </p:nvSpPr>
        <p:spPr>
          <a:xfrm>
            <a:off x="8089900"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400">
                <a:no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4AB02D3-C7A9-454D-B586-FE573B7831BC}" type="datetimeyyyy">
              <a:rPr lang="en-US" smtClean="0"/>
              <a:t>2025</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290433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_third_righ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ECC70FFE-BF3E-02B9-699B-53E272819994}"/>
              </a:ext>
              <a:ext uri="{C183D7F6-B498-43B3-948B-1728B52AA6E4}">
                <adec:decorative xmlns:adec="http://schemas.microsoft.com/office/drawing/2017/decorative" val="1"/>
              </a:ext>
            </a:extLst>
          </p:cNvPr>
          <p:cNvSpPr>
            <a:spLocks noGrp="1"/>
          </p:cNvSpPr>
          <p:nvPr>
            <p:ph type="body" sz="quarter" idx="21"/>
          </p:nvPr>
        </p:nvSpPr>
        <p:spPr>
          <a:xfrm flipV="1">
            <a:off x="7883196"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7" name="Text Placeholder 11">
            <a:extLst>
              <a:ext uri="{FF2B5EF4-FFF2-40B4-BE49-F238E27FC236}">
                <a16:creationId xmlns:a16="http://schemas.microsoft.com/office/drawing/2014/main" id="{EAE323B5-0A5C-89A7-C0D7-30257C0D5146}"/>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4">
            <a:extLst>
              <a:ext uri="{FF2B5EF4-FFF2-40B4-BE49-F238E27FC236}">
                <a16:creationId xmlns:a16="http://schemas.microsoft.com/office/drawing/2014/main" id="{195D5926-FB0E-C7F6-1983-73CB44AB727C}"/>
              </a:ext>
            </a:extLst>
          </p:cNvPr>
          <p:cNvSpPr>
            <a:spLocks noGrp="1"/>
          </p:cNvSpPr>
          <p:nvPr>
            <p:ph type="body" sz="quarter" idx="17"/>
          </p:nvPr>
        </p:nvSpPr>
        <p:spPr>
          <a:xfrm>
            <a:off x="571500"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9" name="Text Placeholder 4">
            <a:extLst>
              <a:ext uri="{FF2B5EF4-FFF2-40B4-BE49-F238E27FC236}">
                <a16:creationId xmlns:a16="http://schemas.microsoft.com/office/drawing/2014/main" id="{81D78CD3-B954-C0DB-3DDF-CD9A9BB6C47B}"/>
              </a:ext>
            </a:extLst>
          </p:cNvPr>
          <p:cNvSpPr>
            <a:spLocks noGrp="1"/>
          </p:cNvSpPr>
          <p:nvPr>
            <p:ph type="body" sz="quarter" idx="14"/>
          </p:nvPr>
        </p:nvSpPr>
        <p:spPr>
          <a:xfrm>
            <a:off x="571500"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5" name="Text Placeholder 4">
            <a:extLst>
              <a:ext uri="{FF2B5EF4-FFF2-40B4-BE49-F238E27FC236}">
                <a16:creationId xmlns:a16="http://schemas.microsoft.com/office/drawing/2014/main" id="{1D1623CA-F223-1E5B-6F17-3723B18F9018}"/>
              </a:ext>
            </a:extLst>
          </p:cNvPr>
          <p:cNvSpPr>
            <a:spLocks noGrp="1"/>
          </p:cNvSpPr>
          <p:nvPr>
            <p:ph type="body" sz="quarter" idx="18"/>
          </p:nvPr>
        </p:nvSpPr>
        <p:spPr>
          <a:xfrm>
            <a:off x="4102099"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0" name="Text Placeholder 4">
            <a:extLst>
              <a:ext uri="{FF2B5EF4-FFF2-40B4-BE49-F238E27FC236}">
                <a16:creationId xmlns:a16="http://schemas.microsoft.com/office/drawing/2014/main" id="{4FD2E3CA-F145-A813-AECE-20ED6EF76227}"/>
              </a:ext>
            </a:extLst>
          </p:cNvPr>
          <p:cNvSpPr>
            <a:spLocks noGrp="1"/>
          </p:cNvSpPr>
          <p:nvPr>
            <p:ph type="body" sz="quarter" idx="15"/>
          </p:nvPr>
        </p:nvSpPr>
        <p:spPr>
          <a:xfrm>
            <a:off x="4102099"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0" y="2"/>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81796AC-88DE-4A9D-94D8-870B53E7B69C}" type="datetimeyyyy">
              <a:rPr lang="en-US" smtClean="0"/>
              <a:t>2025</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95306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hoto_third_left">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11" name="Text Placeholder 32">
            <a:extLst>
              <a:ext uri="{FF2B5EF4-FFF2-40B4-BE49-F238E27FC236}">
                <a16:creationId xmlns:a16="http://schemas.microsoft.com/office/drawing/2014/main" id="{AB7D0DB1-254B-5D9D-D5C0-6D4E1D686204}"/>
              </a:ext>
              <a:ext uri="{C183D7F6-B498-43B3-948B-1728B52AA6E4}">
                <adec:decorative xmlns:adec="http://schemas.microsoft.com/office/drawing/2017/decorative" val="1"/>
              </a:ext>
            </a:extLst>
          </p:cNvPr>
          <p:cNvSpPr>
            <a:spLocks noGrp="1"/>
          </p:cNvSpPr>
          <p:nvPr>
            <p:ph type="body" sz="quarter" idx="18"/>
          </p:nvPr>
        </p:nvSpPr>
        <p:spPr>
          <a:xfrm flipH="1">
            <a:off x="0"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4CB9A307-4C15-CC3B-D099-CDF4FB8FE8B4}"/>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Subtitle 2">
            <a:extLst>
              <a:ext uri="{FF2B5EF4-FFF2-40B4-BE49-F238E27FC236}">
                <a16:creationId xmlns:a16="http://schemas.microsoft.com/office/drawing/2014/main" id="{DFE5D373-AD47-DABF-439C-D2AAFBBB14F0}"/>
              </a:ext>
            </a:extLst>
          </p:cNvPr>
          <p:cNvSpPr>
            <a:spLocks noGrp="1"/>
          </p:cNvSpPr>
          <p:nvPr>
            <p:ph type="subTitle" idx="1"/>
          </p:nvPr>
        </p:nvSpPr>
        <p:spPr>
          <a:xfrm>
            <a:off x="5270499" y="2933700"/>
            <a:ext cx="6350000" cy="278130"/>
          </a:xfrm>
        </p:spPr>
        <p:txBody>
          <a:bodyPr anchor="b"/>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5" name="Text Placeholder 4">
            <a:extLst>
              <a:ext uri="{FF2B5EF4-FFF2-40B4-BE49-F238E27FC236}">
                <a16:creationId xmlns:a16="http://schemas.microsoft.com/office/drawing/2014/main" id="{0C4347A8-EF40-BE1A-C026-0D94EDDEA20D}"/>
              </a:ext>
            </a:extLst>
          </p:cNvPr>
          <p:cNvSpPr>
            <a:spLocks noGrp="1"/>
          </p:cNvSpPr>
          <p:nvPr>
            <p:ph type="body" sz="quarter" idx="14"/>
          </p:nvPr>
        </p:nvSpPr>
        <p:spPr>
          <a:xfrm>
            <a:off x="5270499" y="3429000"/>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p>
            <a:fld id="{1BB77172-0749-4E0E-9B6A-F413C259FECA}" type="datetimeyyyy">
              <a:rPr lang="en-US" smtClean="0"/>
              <a:t>2025</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pic>
        <p:nvPicPr>
          <p:cNvPr id="6" name="Picture 9">
            <a:extLst>
              <a:ext uri="{FF2B5EF4-FFF2-40B4-BE49-F238E27FC236}">
                <a16:creationId xmlns:a16="http://schemas.microsoft.com/office/drawing/2014/main" id="{3F372DAC-5C00-6EBC-F47E-16BDB956F2E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16728639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hoto_third_lef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95E3C691-3C6F-16D9-CD11-E29E483EF7E6}"/>
              </a:ext>
              <a:ext uri="{C183D7F6-B498-43B3-948B-1728B52AA6E4}">
                <adec:decorative xmlns:adec="http://schemas.microsoft.com/office/drawing/2017/decorative" val="1"/>
              </a:ext>
            </a:extLst>
          </p:cNvPr>
          <p:cNvSpPr>
            <a:spLocks noGrp="1"/>
          </p:cNvSpPr>
          <p:nvPr>
            <p:ph type="body" sz="quarter" idx="21"/>
          </p:nvPr>
        </p:nvSpPr>
        <p:spPr>
          <a:xfrm flipH="1" flipV="1">
            <a:off x="4104352"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8" name="Text Placeholder 11">
            <a:extLst>
              <a:ext uri="{FF2B5EF4-FFF2-40B4-BE49-F238E27FC236}">
                <a16:creationId xmlns:a16="http://schemas.microsoft.com/office/drawing/2014/main" id="{885CA1CD-9BBA-9285-E1BD-B5AB570B458E}"/>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3" name="Text Placeholder 4">
            <a:extLst>
              <a:ext uri="{FF2B5EF4-FFF2-40B4-BE49-F238E27FC236}">
                <a16:creationId xmlns:a16="http://schemas.microsoft.com/office/drawing/2014/main" id="{A9B2EE4D-8894-FFF6-81F9-09770B6A942B}"/>
              </a:ext>
            </a:extLst>
          </p:cNvPr>
          <p:cNvSpPr>
            <a:spLocks noGrp="1"/>
          </p:cNvSpPr>
          <p:nvPr>
            <p:ph type="body" sz="quarter" idx="17"/>
          </p:nvPr>
        </p:nvSpPr>
        <p:spPr>
          <a:xfrm>
            <a:off x="5270499"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270499"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4" name="Text Placeholder 4">
            <a:extLst>
              <a:ext uri="{FF2B5EF4-FFF2-40B4-BE49-F238E27FC236}">
                <a16:creationId xmlns:a16="http://schemas.microsoft.com/office/drawing/2014/main" id="{65493958-D063-A5AB-FF6D-6B0870D48633}"/>
              </a:ext>
            </a:extLst>
          </p:cNvPr>
          <p:cNvSpPr>
            <a:spLocks noGrp="1"/>
          </p:cNvSpPr>
          <p:nvPr>
            <p:ph type="body" sz="quarter" idx="18"/>
          </p:nvPr>
        </p:nvSpPr>
        <p:spPr>
          <a:xfrm>
            <a:off x="8801098"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7" name="Text Placeholder 4">
            <a:extLst>
              <a:ext uri="{FF2B5EF4-FFF2-40B4-BE49-F238E27FC236}">
                <a16:creationId xmlns:a16="http://schemas.microsoft.com/office/drawing/2014/main" id="{3C7D1E9E-C87F-6281-20CA-A6F4971CF76C}"/>
              </a:ext>
            </a:extLst>
          </p:cNvPr>
          <p:cNvSpPr>
            <a:spLocks noGrp="1"/>
          </p:cNvSpPr>
          <p:nvPr>
            <p:ph type="body" sz="quarter" idx="15"/>
          </p:nvPr>
        </p:nvSpPr>
        <p:spPr>
          <a:xfrm>
            <a:off x="8801098" y="3395132"/>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p>
            <a:fld id="{9D9A883A-4ED7-43C0-B9DF-CCC4B6277E4B}" type="datetimeyyyy">
              <a:rPr lang="en-US" smtClean="0"/>
              <a:t>2025</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pic>
        <p:nvPicPr>
          <p:cNvPr id="6" name="Picture 9">
            <a:extLst>
              <a:ext uri="{FF2B5EF4-FFF2-40B4-BE49-F238E27FC236}">
                <a16:creationId xmlns:a16="http://schemas.microsoft.com/office/drawing/2014/main" id="{D9F79E96-81B1-64A5-5C19-08FD0D4330E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52610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DC99-F1D8-5639-4F64-74567F887E69}"/>
              </a:ext>
            </a:extLst>
          </p:cNvPr>
          <p:cNvSpPr>
            <a:spLocks noGrp="1"/>
          </p:cNvSpPr>
          <p:nvPr>
            <p:ph type="title"/>
          </p:nvPr>
        </p:nvSpPr>
        <p:spPr>
          <a:xfrm>
            <a:off x="571500" y="571500"/>
            <a:ext cx="3530600" cy="3352800"/>
          </a:xfrm>
        </p:spPr>
        <p:txBody>
          <a:bodyPr/>
          <a:lstStyle/>
          <a:p>
            <a:r>
              <a:rPr lang="en-US"/>
              <a:t>Click to edit Master title style</a:t>
            </a:r>
          </a:p>
        </p:txBody>
      </p:sp>
      <p:sp>
        <p:nvSpPr>
          <p:cNvPr id="8" name="Text Placeholder 7">
            <a:extLst>
              <a:ext uri="{FF2B5EF4-FFF2-40B4-BE49-F238E27FC236}">
                <a16:creationId xmlns:a16="http://schemas.microsoft.com/office/drawing/2014/main" id="{0A764630-7F5E-DBF9-276D-57EE727943FC}"/>
              </a:ext>
            </a:extLst>
          </p:cNvPr>
          <p:cNvSpPr>
            <a:spLocks noGrp="1"/>
          </p:cNvSpPr>
          <p:nvPr>
            <p:ph type="body" sz="quarter" idx="13"/>
          </p:nvPr>
        </p:nvSpPr>
        <p:spPr>
          <a:xfrm>
            <a:off x="571500" y="4114800"/>
            <a:ext cx="3530600" cy="1371600"/>
          </a:xfrm>
        </p:spPr>
        <p:txBody>
          <a:bodyPr/>
          <a:lstStyle>
            <a:lvl1pPr marL="0" indent="0">
              <a:lnSpc>
                <a:spcPct val="90000"/>
              </a:lnSpc>
              <a:buNone/>
              <a:defRPr sz="2200" b="0"/>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25" name="Picture Placeholder 24">
            <a:extLst>
              <a:ext uri="{FF2B5EF4-FFF2-40B4-BE49-F238E27FC236}">
                <a16:creationId xmlns:a16="http://schemas.microsoft.com/office/drawing/2014/main" id="{D5173095-388F-9E87-760D-6E1513F2D5A4}"/>
              </a:ext>
              <a:ext uri="{C183D7F6-B498-43B3-948B-1728B52AA6E4}">
                <adec:decorative xmlns:adec="http://schemas.microsoft.com/office/drawing/2017/decorative" val="0"/>
              </a:ext>
            </a:extLst>
          </p:cNvPr>
          <p:cNvSpPr>
            <a:spLocks noGrp="1"/>
          </p:cNvSpPr>
          <p:nvPr>
            <p:ph type="pic" sz="quarter" idx="14"/>
          </p:nvPr>
        </p:nvSpPr>
        <p:spPr>
          <a:xfrm>
            <a:off x="5276850" y="571500"/>
            <a:ext cx="1644650" cy="548640"/>
          </a:xfrm>
        </p:spPr>
        <p:txBody>
          <a:bodyPr/>
          <a:lstStyle>
            <a:lvl1pPr marL="0" indent="0">
              <a:buNone/>
              <a:defRPr sz="1000"/>
            </a:lvl1pPr>
          </a:lstStyle>
          <a:p>
            <a:r>
              <a:rPr lang="en-US"/>
              <a:t>Click icon to add picture</a:t>
            </a:r>
          </a:p>
        </p:txBody>
      </p:sp>
      <p:sp>
        <p:nvSpPr>
          <p:cNvPr id="26" name="Picture Placeholder 24">
            <a:extLst>
              <a:ext uri="{FF2B5EF4-FFF2-40B4-BE49-F238E27FC236}">
                <a16:creationId xmlns:a16="http://schemas.microsoft.com/office/drawing/2014/main" id="{52EFFE21-F8F5-392E-7641-CB8AE1CB4480}"/>
              </a:ext>
              <a:ext uri="{C183D7F6-B498-43B3-948B-1728B52AA6E4}">
                <adec:decorative xmlns:adec="http://schemas.microsoft.com/office/drawing/2017/decorative" val="0"/>
              </a:ext>
            </a:extLst>
          </p:cNvPr>
          <p:cNvSpPr>
            <a:spLocks noGrp="1"/>
          </p:cNvSpPr>
          <p:nvPr>
            <p:ph type="pic" sz="quarter" idx="15"/>
          </p:nvPr>
        </p:nvSpPr>
        <p:spPr>
          <a:xfrm>
            <a:off x="7623602" y="571500"/>
            <a:ext cx="1644650" cy="548640"/>
          </a:xfrm>
        </p:spPr>
        <p:txBody>
          <a:bodyPr/>
          <a:lstStyle>
            <a:lvl1pPr marL="0" indent="0">
              <a:buNone/>
              <a:defRPr sz="1000"/>
            </a:lvl1pPr>
          </a:lstStyle>
          <a:p>
            <a:r>
              <a:rPr lang="en-US"/>
              <a:t>Click icon to add picture</a:t>
            </a:r>
          </a:p>
        </p:txBody>
      </p:sp>
      <p:sp>
        <p:nvSpPr>
          <p:cNvPr id="27" name="Picture Placeholder 24">
            <a:extLst>
              <a:ext uri="{FF2B5EF4-FFF2-40B4-BE49-F238E27FC236}">
                <a16:creationId xmlns:a16="http://schemas.microsoft.com/office/drawing/2014/main" id="{B07B539B-6B6D-B160-FED9-9960E8760269}"/>
              </a:ext>
              <a:ext uri="{C183D7F6-B498-43B3-948B-1728B52AA6E4}">
                <adec:decorative xmlns:adec="http://schemas.microsoft.com/office/drawing/2017/decorative" val="0"/>
              </a:ext>
            </a:extLst>
          </p:cNvPr>
          <p:cNvSpPr>
            <a:spLocks noGrp="1"/>
          </p:cNvSpPr>
          <p:nvPr>
            <p:ph type="pic" sz="quarter" idx="16"/>
          </p:nvPr>
        </p:nvSpPr>
        <p:spPr>
          <a:xfrm>
            <a:off x="9970355" y="571500"/>
            <a:ext cx="1644650" cy="548640"/>
          </a:xfrm>
        </p:spPr>
        <p:txBody>
          <a:bodyPr/>
          <a:lstStyle>
            <a:lvl1pPr marL="0" indent="0">
              <a:buNone/>
              <a:defRPr sz="1000"/>
            </a:lvl1pPr>
          </a:lstStyle>
          <a:p>
            <a:r>
              <a:rPr lang="en-US"/>
              <a:t>Click icon to add picture</a:t>
            </a:r>
          </a:p>
        </p:txBody>
      </p:sp>
      <p:sp>
        <p:nvSpPr>
          <p:cNvPr id="28" name="Picture Placeholder 24">
            <a:extLst>
              <a:ext uri="{FF2B5EF4-FFF2-40B4-BE49-F238E27FC236}">
                <a16:creationId xmlns:a16="http://schemas.microsoft.com/office/drawing/2014/main" id="{8D69C67D-40FC-9076-CFD4-F5730D1D7D01}"/>
              </a:ext>
              <a:ext uri="{C183D7F6-B498-43B3-948B-1728B52AA6E4}">
                <adec:decorative xmlns:adec="http://schemas.microsoft.com/office/drawing/2017/decorative" val="0"/>
              </a:ext>
            </a:extLst>
          </p:cNvPr>
          <p:cNvSpPr>
            <a:spLocks noGrp="1"/>
          </p:cNvSpPr>
          <p:nvPr>
            <p:ph type="pic" sz="quarter" idx="17"/>
          </p:nvPr>
        </p:nvSpPr>
        <p:spPr>
          <a:xfrm>
            <a:off x="5276850" y="1731657"/>
            <a:ext cx="1644650" cy="548640"/>
          </a:xfrm>
        </p:spPr>
        <p:txBody>
          <a:bodyPr/>
          <a:lstStyle>
            <a:lvl1pPr marL="0" indent="0">
              <a:buNone/>
              <a:defRPr sz="1000"/>
            </a:lvl1pPr>
          </a:lstStyle>
          <a:p>
            <a:r>
              <a:rPr lang="en-US"/>
              <a:t>Click icon to add picture</a:t>
            </a:r>
          </a:p>
        </p:txBody>
      </p:sp>
      <p:sp>
        <p:nvSpPr>
          <p:cNvPr id="29" name="Picture Placeholder 24">
            <a:extLst>
              <a:ext uri="{FF2B5EF4-FFF2-40B4-BE49-F238E27FC236}">
                <a16:creationId xmlns:a16="http://schemas.microsoft.com/office/drawing/2014/main" id="{5790B19A-3C34-B845-1A01-5EEA0290B8C5}"/>
              </a:ext>
              <a:ext uri="{C183D7F6-B498-43B3-948B-1728B52AA6E4}">
                <adec:decorative xmlns:adec="http://schemas.microsoft.com/office/drawing/2017/decorative" val="0"/>
              </a:ext>
            </a:extLst>
          </p:cNvPr>
          <p:cNvSpPr>
            <a:spLocks noGrp="1"/>
          </p:cNvSpPr>
          <p:nvPr>
            <p:ph type="pic" sz="quarter" idx="18"/>
          </p:nvPr>
        </p:nvSpPr>
        <p:spPr>
          <a:xfrm>
            <a:off x="7623602" y="1731657"/>
            <a:ext cx="1644650" cy="548640"/>
          </a:xfrm>
        </p:spPr>
        <p:txBody>
          <a:bodyPr/>
          <a:lstStyle>
            <a:lvl1pPr marL="0" indent="0">
              <a:buNone/>
              <a:defRPr sz="1000"/>
            </a:lvl1pPr>
          </a:lstStyle>
          <a:p>
            <a:r>
              <a:rPr lang="en-US"/>
              <a:t>Click icon to add picture</a:t>
            </a:r>
          </a:p>
        </p:txBody>
      </p:sp>
      <p:sp>
        <p:nvSpPr>
          <p:cNvPr id="30" name="Picture Placeholder 24">
            <a:extLst>
              <a:ext uri="{FF2B5EF4-FFF2-40B4-BE49-F238E27FC236}">
                <a16:creationId xmlns:a16="http://schemas.microsoft.com/office/drawing/2014/main" id="{F434CBE1-526D-B01C-F4A7-A2A17928CF11}"/>
              </a:ext>
              <a:ext uri="{C183D7F6-B498-43B3-948B-1728B52AA6E4}">
                <adec:decorative xmlns:adec="http://schemas.microsoft.com/office/drawing/2017/decorative" val="0"/>
              </a:ext>
            </a:extLst>
          </p:cNvPr>
          <p:cNvSpPr>
            <a:spLocks noGrp="1"/>
          </p:cNvSpPr>
          <p:nvPr>
            <p:ph type="pic" sz="quarter" idx="19"/>
          </p:nvPr>
        </p:nvSpPr>
        <p:spPr>
          <a:xfrm>
            <a:off x="9970355" y="1731657"/>
            <a:ext cx="1644650" cy="548640"/>
          </a:xfrm>
        </p:spPr>
        <p:txBody>
          <a:bodyPr/>
          <a:lstStyle>
            <a:lvl1pPr marL="0" indent="0">
              <a:buNone/>
              <a:defRPr sz="1000"/>
            </a:lvl1pPr>
          </a:lstStyle>
          <a:p>
            <a:r>
              <a:rPr lang="en-US"/>
              <a:t>Click icon to add picture</a:t>
            </a:r>
          </a:p>
        </p:txBody>
      </p:sp>
      <p:sp>
        <p:nvSpPr>
          <p:cNvPr id="31" name="Picture Placeholder 24">
            <a:extLst>
              <a:ext uri="{FF2B5EF4-FFF2-40B4-BE49-F238E27FC236}">
                <a16:creationId xmlns:a16="http://schemas.microsoft.com/office/drawing/2014/main" id="{A707561E-5916-786D-8742-34F322CC63A6}"/>
              </a:ext>
              <a:ext uri="{C183D7F6-B498-43B3-948B-1728B52AA6E4}">
                <adec:decorative xmlns:adec="http://schemas.microsoft.com/office/drawing/2017/decorative" val="0"/>
              </a:ext>
            </a:extLst>
          </p:cNvPr>
          <p:cNvSpPr>
            <a:spLocks noGrp="1"/>
          </p:cNvSpPr>
          <p:nvPr>
            <p:ph type="pic" sz="quarter" idx="20"/>
          </p:nvPr>
        </p:nvSpPr>
        <p:spPr>
          <a:xfrm>
            <a:off x="5276850" y="2891814"/>
            <a:ext cx="1644650" cy="548640"/>
          </a:xfrm>
        </p:spPr>
        <p:txBody>
          <a:bodyPr/>
          <a:lstStyle>
            <a:lvl1pPr marL="0" indent="0">
              <a:buNone/>
              <a:defRPr sz="1000"/>
            </a:lvl1pPr>
          </a:lstStyle>
          <a:p>
            <a:r>
              <a:rPr lang="en-US"/>
              <a:t>Click icon to add picture</a:t>
            </a:r>
          </a:p>
        </p:txBody>
      </p:sp>
      <p:sp>
        <p:nvSpPr>
          <p:cNvPr id="32" name="Picture Placeholder 24">
            <a:extLst>
              <a:ext uri="{FF2B5EF4-FFF2-40B4-BE49-F238E27FC236}">
                <a16:creationId xmlns:a16="http://schemas.microsoft.com/office/drawing/2014/main" id="{DDC5815B-E2FE-F8D4-A3F1-C8E45F43D45C}"/>
              </a:ext>
              <a:ext uri="{C183D7F6-B498-43B3-948B-1728B52AA6E4}">
                <adec:decorative xmlns:adec="http://schemas.microsoft.com/office/drawing/2017/decorative" val="0"/>
              </a:ext>
            </a:extLst>
          </p:cNvPr>
          <p:cNvSpPr>
            <a:spLocks noGrp="1"/>
          </p:cNvSpPr>
          <p:nvPr>
            <p:ph type="pic" sz="quarter" idx="21"/>
          </p:nvPr>
        </p:nvSpPr>
        <p:spPr>
          <a:xfrm>
            <a:off x="7623602" y="2891814"/>
            <a:ext cx="1644650" cy="548640"/>
          </a:xfrm>
        </p:spPr>
        <p:txBody>
          <a:bodyPr/>
          <a:lstStyle>
            <a:lvl1pPr marL="0" indent="0">
              <a:buNone/>
              <a:defRPr sz="1000"/>
            </a:lvl1pPr>
          </a:lstStyle>
          <a:p>
            <a:r>
              <a:rPr lang="en-US"/>
              <a:t>Click icon to add picture</a:t>
            </a:r>
          </a:p>
        </p:txBody>
      </p:sp>
      <p:sp>
        <p:nvSpPr>
          <p:cNvPr id="33" name="Picture Placeholder 24">
            <a:extLst>
              <a:ext uri="{FF2B5EF4-FFF2-40B4-BE49-F238E27FC236}">
                <a16:creationId xmlns:a16="http://schemas.microsoft.com/office/drawing/2014/main" id="{AD12602F-26DC-0185-2333-B1171B64AB04}"/>
              </a:ext>
              <a:ext uri="{C183D7F6-B498-43B3-948B-1728B52AA6E4}">
                <adec:decorative xmlns:adec="http://schemas.microsoft.com/office/drawing/2017/decorative" val="0"/>
              </a:ext>
            </a:extLst>
          </p:cNvPr>
          <p:cNvSpPr>
            <a:spLocks noGrp="1"/>
          </p:cNvSpPr>
          <p:nvPr>
            <p:ph type="pic" sz="quarter" idx="22"/>
          </p:nvPr>
        </p:nvSpPr>
        <p:spPr>
          <a:xfrm>
            <a:off x="9970355" y="2891814"/>
            <a:ext cx="1644650" cy="548640"/>
          </a:xfrm>
        </p:spPr>
        <p:txBody>
          <a:bodyPr/>
          <a:lstStyle>
            <a:lvl1pPr marL="0" indent="0">
              <a:buNone/>
              <a:defRPr sz="1000"/>
            </a:lvl1pPr>
          </a:lstStyle>
          <a:p>
            <a:r>
              <a:rPr lang="en-US"/>
              <a:t>Click icon to add picture</a:t>
            </a:r>
          </a:p>
        </p:txBody>
      </p:sp>
      <p:sp>
        <p:nvSpPr>
          <p:cNvPr id="34" name="Picture Placeholder 24">
            <a:extLst>
              <a:ext uri="{FF2B5EF4-FFF2-40B4-BE49-F238E27FC236}">
                <a16:creationId xmlns:a16="http://schemas.microsoft.com/office/drawing/2014/main" id="{E898C53E-ACB6-1B62-7DCB-A1B05274278D}"/>
              </a:ext>
              <a:ext uri="{C183D7F6-B498-43B3-948B-1728B52AA6E4}">
                <adec:decorative xmlns:adec="http://schemas.microsoft.com/office/drawing/2017/decorative" val="0"/>
              </a:ext>
            </a:extLst>
          </p:cNvPr>
          <p:cNvSpPr>
            <a:spLocks noGrp="1"/>
          </p:cNvSpPr>
          <p:nvPr>
            <p:ph type="pic" sz="quarter" idx="23"/>
          </p:nvPr>
        </p:nvSpPr>
        <p:spPr>
          <a:xfrm>
            <a:off x="5276850" y="4051971"/>
            <a:ext cx="1644650" cy="548640"/>
          </a:xfrm>
        </p:spPr>
        <p:txBody>
          <a:bodyPr/>
          <a:lstStyle>
            <a:lvl1pPr marL="0" indent="0">
              <a:buNone/>
              <a:defRPr sz="1000"/>
            </a:lvl1pPr>
          </a:lstStyle>
          <a:p>
            <a:r>
              <a:rPr lang="en-US"/>
              <a:t>Click icon to add picture</a:t>
            </a:r>
          </a:p>
        </p:txBody>
      </p:sp>
      <p:sp>
        <p:nvSpPr>
          <p:cNvPr id="35" name="Picture Placeholder 24">
            <a:extLst>
              <a:ext uri="{FF2B5EF4-FFF2-40B4-BE49-F238E27FC236}">
                <a16:creationId xmlns:a16="http://schemas.microsoft.com/office/drawing/2014/main" id="{731E74E5-141E-80AB-9B00-1B5E0FEED1BC}"/>
              </a:ext>
              <a:ext uri="{C183D7F6-B498-43B3-948B-1728B52AA6E4}">
                <adec:decorative xmlns:adec="http://schemas.microsoft.com/office/drawing/2017/decorative" val="0"/>
              </a:ext>
            </a:extLst>
          </p:cNvPr>
          <p:cNvSpPr>
            <a:spLocks noGrp="1"/>
          </p:cNvSpPr>
          <p:nvPr>
            <p:ph type="pic" sz="quarter" idx="24"/>
          </p:nvPr>
        </p:nvSpPr>
        <p:spPr>
          <a:xfrm>
            <a:off x="7623602" y="4051971"/>
            <a:ext cx="1644650" cy="548640"/>
          </a:xfrm>
        </p:spPr>
        <p:txBody>
          <a:bodyPr/>
          <a:lstStyle>
            <a:lvl1pPr marL="0" indent="0">
              <a:buNone/>
              <a:defRPr sz="1000"/>
            </a:lvl1pPr>
          </a:lstStyle>
          <a:p>
            <a:r>
              <a:rPr lang="en-US"/>
              <a:t>Click icon to add picture</a:t>
            </a:r>
          </a:p>
        </p:txBody>
      </p:sp>
      <p:sp>
        <p:nvSpPr>
          <p:cNvPr id="36" name="Picture Placeholder 24">
            <a:extLst>
              <a:ext uri="{FF2B5EF4-FFF2-40B4-BE49-F238E27FC236}">
                <a16:creationId xmlns:a16="http://schemas.microsoft.com/office/drawing/2014/main" id="{826937F0-56E3-26CF-5EC8-F8F85E77D05F}"/>
              </a:ext>
              <a:ext uri="{C183D7F6-B498-43B3-948B-1728B52AA6E4}">
                <adec:decorative xmlns:adec="http://schemas.microsoft.com/office/drawing/2017/decorative" val="0"/>
              </a:ext>
            </a:extLst>
          </p:cNvPr>
          <p:cNvSpPr>
            <a:spLocks noGrp="1"/>
          </p:cNvSpPr>
          <p:nvPr>
            <p:ph type="pic" sz="quarter" idx="25"/>
          </p:nvPr>
        </p:nvSpPr>
        <p:spPr>
          <a:xfrm>
            <a:off x="9970355" y="4051971"/>
            <a:ext cx="1644650" cy="548640"/>
          </a:xfrm>
        </p:spPr>
        <p:txBody>
          <a:bodyPr/>
          <a:lstStyle>
            <a:lvl1pPr marL="0" indent="0">
              <a:buNone/>
              <a:defRPr sz="1000"/>
            </a:lvl1pPr>
          </a:lstStyle>
          <a:p>
            <a:r>
              <a:rPr lang="en-US"/>
              <a:t>Click icon to add picture</a:t>
            </a:r>
          </a:p>
        </p:txBody>
      </p:sp>
      <p:sp>
        <p:nvSpPr>
          <p:cNvPr id="37" name="Picture Placeholder 24">
            <a:extLst>
              <a:ext uri="{FF2B5EF4-FFF2-40B4-BE49-F238E27FC236}">
                <a16:creationId xmlns:a16="http://schemas.microsoft.com/office/drawing/2014/main" id="{211A642A-7EAD-CCEF-F33A-96AAD329D781}"/>
              </a:ext>
              <a:ext uri="{C183D7F6-B498-43B3-948B-1728B52AA6E4}">
                <adec:decorative xmlns:adec="http://schemas.microsoft.com/office/drawing/2017/decorative" val="0"/>
              </a:ext>
            </a:extLst>
          </p:cNvPr>
          <p:cNvSpPr>
            <a:spLocks noGrp="1"/>
          </p:cNvSpPr>
          <p:nvPr>
            <p:ph type="pic" sz="quarter" idx="26"/>
          </p:nvPr>
        </p:nvSpPr>
        <p:spPr>
          <a:xfrm>
            <a:off x="5276850" y="5212128"/>
            <a:ext cx="1644650" cy="548640"/>
          </a:xfrm>
        </p:spPr>
        <p:txBody>
          <a:bodyPr/>
          <a:lstStyle>
            <a:lvl1pPr marL="0" indent="0">
              <a:buNone/>
              <a:defRPr sz="1000"/>
            </a:lvl1pPr>
          </a:lstStyle>
          <a:p>
            <a:r>
              <a:rPr lang="en-US"/>
              <a:t>Click icon to add picture</a:t>
            </a:r>
          </a:p>
        </p:txBody>
      </p:sp>
      <p:sp>
        <p:nvSpPr>
          <p:cNvPr id="38" name="Picture Placeholder 24">
            <a:extLst>
              <a:ext uri="{FF2B5EF4-FFF2-40B4-BE49-F238E27FC236}">
                <a16:creationId xmlns:a16="http://schemas.microsoft.com/office/drawing/2014/main" id="{7BE237C6-6445-AFAD-D53B-7AB8EEECD1C3}"/>
              </a:ext>
              <a:ext uri="{C183D7F6-B498-43B3-948B-1728B52AA6E4}">
                <adec:decorative xmlns:adec="http://schemas.microsoft.com/office/drawing/2017/decorative" val="0"/>
              </a:ext>
            </a:extLst>
          </p:cNvPr>
          <p:cNvSpPr>
            <a:spLocks noGrp="1"/>
          </p:cNvSpPr>
          <p:nvPr>
            <p:ph type="pic" sz="quarter" idx="27"/>
          </p:nvPr>
        </p:nvSpPr>
        <p:spPr>
          <a:xfrm>
            <a:off x="7623602" y="5212128"/>
            <a:ext cx="1644650" cy="548640"/>
          </a:xfrm>
        </p:spPr>
        <p:txBody>
          <a:bodyPr/>
          <a:lstStyle>
            <a:lvl1pPr marL="0" indent="0">
              <a:buNone/>
              <a:defRPr sz="1000"/>
            </a:lvl1pPr>
          </a:lstStyle>
          <a:p>
            <a:r>
              <a:rPr lang="en-US"/>
              <a:t>Click icon to add picture</a:t>
            </a:r>
          </a:p>
        </p:txBody>
      </p:sp>
      <p:sp>
        <p:nvSpPr>
          <p:cNvPr id="39" name="Picture Placeholder 24">
            <a:extLst>
              <a:ext uri="{FF2B5EF4-FFF2-40B4-BE49-F238E27FC236}">
                <a16:creationId xmlns:a16="http://schemas.microsoft.com/office/drawing/2014/main" id="{710208B8-A8C4-C336-539B-0CE006BB08E2}"/>
              </a:ext>
              <a:ext uri="{C183D7F6-B498-43B3-948B-1728B52AA6E4}">
                <adec:decorative xmlns:adec="http://schemas.microsoft.com/office/drawing/2017/decorative" val="0"/>
              </a:ext>
            </a:extLst>
          </p:cNvPr>
          <p:cNvSpPr>
            <a:spLocks noGrp="1"/>
          </p:cNvSpPr>
          <p:nvPr>
            <p:ph type="pic" sz="quarter" idx="28"/>
          </p:nvPr>
        </p:nvSpPr>
        <p:spPr>
          <a:xfrm>
            <a:off x="9970355" y="5212128"/>
            <a:ext cx="1644650" cy="548640"/>
          </a:xfrm>
        </p:spPr>
        <p:txBody>
          <a:bodyPr/>
          <a:lstStyle>
            <a:lvl1pPr marL="0" indent="0">
              <a:buNone/>
              <a:defRPr sz="1000"/>
            </a:lvl1pPr>
          </a:lstStyle>
          <a:p>
            <a:r>
              <a:rPr lang="en-US"/>
              <a:t>Click icon to add picture</a:t>
            </a:r>
          </a:p>
        </p:txBody>
      </p:sp>
      <p:sp>
        <p:nvSpPr>
          <p:cNvPr id="3" name="Footer Placeholder 2">
            <a:extLst>
              <a:ext uri="{FF2B5EF4-FFF2-40B4-BE49-F238E27FC236}">
                <a16:creationId xmlns:a16="http://schemas.microsoft.com/office/drawing/2014/main" id="{E592B8AC-3FEF-FB3D-1D35-1B4C85E09DA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933CB4A-84D4-4E7D-54A8-19F4902C3786}"/>
              </a:ext>
              <a:ext uri="{C183D7F6-B498-43B3-948B-1728B52AA6E4}">
                <adec:decorative xmlns:adec="http://schemas.microsoft.com/office/drawing/2017/decorative" val="1"/>
              </a:ext>
            </a:extLst>
          </p:cNvPr>
          <p:cNvSpPr>
            <a:spLocks noGrp="1"/>
          </p:cNvSpPr>
          <p:nvPr>
            <p:ph type="dt" sz="half" idx="11"/>
          </p:nvPr>
        </p:nvSpPr>
        <p:spPr/>
        <p:txBody>
          <a:bodyPr/>
          <a:lstStyle/>
          <a:p>
            <a:fld id="{034FF75C-945A-404E-922B-DD0D4CEAAB34}" type="datetimeyyyy">
              <a:rPr lang="en-US" smtClean="0"/>
              <a:t>2025</a:t>
            </a:fld>
            <a:endParaRPr lang="en-US"/>
          </a:p>
        </p:txBody>
      </p:sp>
      <p:sp>
        <p:nvSpPr>
          <p:cNvPr id="5" name="Slide Number Placeholder 4">
            <a:extLst>
              <a:ext uri="{FF2B5EF4-FFF2-40B4-BE49-F238E27FC236}">
                <a16:creationId xmlns:a16="http://schemas.microsoft.com/office/drawing/2014/main" id="{7817C489-13B1-1C9F-21CB-50298948F7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1382018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 8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8"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3" name="Picture Placeholder 22">
            <a:extLst>
              <a:ext uri="{FF2B5EF4-FFF2-40B4-BE49-F238E27FC236}">
                <a16:creationId xmlns:a16="http://schemas.microsoft.com/office/drawing/2014/main" id="{31C2DDE3-086E-E146-B791-BBB36081FB9C}"/>
              </a:ext>
              <a:ext uri="{C183D7F6-B498-43B3-948B-1728B52AA6E4}">
                <adec:decorative xmlns:adec="http://schemas.microsoft.com/office/drawing/2017/decorative" val="1"/>
              </a:ext>
            </a:extLst>
          </p:cNvPr>
          <p:cNvSpPr>
            <a:spLocks noGrp="1"/>
          </p:cNvSpPr>
          <p:nvPr>
            <p:ph type="pic" sz="quarter" idx="17"/>
          </p:nvPr>
        </p:nvSpPr>
        <p:spPr>
          <a:xfrm>
            <a:off x="571500"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4" name="Picture Placeholder 23">
            <a:extLst>
              <a:ext uri="{FF2B5EF4-FFF2-40B4-BE49-F238E27FC236}">
                <a16:creationId xmlns:a16="http://schemas.microsoft.com/office/drawing/2014/main" id="{02F7C068-F923-EAA3-C4BB-ADE119399EE0}"/>
              </a:ext>
              <a:ext uri="{C183D7F6-B498-43B3-948B-1728B52AA6E4}">
                <adec:decorative xmlns:adec="http://schemas.microsoft.com/office/drawing/2017/decorative" val="1"/>
              </a:ext>
            </a:extLst>
          </p:cNvPr>
          <p:cNvSpPr>
            <a:spLocks noGrp="1"/>
          </p:cNvSpPr>
          <p:nvPr>
            <p:ph type="pic" sz="quarter" idx="18"/>
          </p:nvPr>
        </p:nvSpPr>
        <p:spPr>
          <a:xfrm>
            <a:off x="3390319"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E2E9DC41-D3E6-09CD-8FC9-3373998130BF}"/>
              </a:ext>
              <a:ext uri="{C183D7F6-B498-43B3-948B-1728B52AA6E4}">
                <adec:decorative xmlns:adec="http://schemas.microsoft.com/office/drawing/2017/decorative" val="1"/>
              </a:ext>
            </a:extLst>
          </p:cNvPr>
          <p:cNvSpPr>
            <a:spLocks noGrp="1"/>
          </p:cNvSpPr>
          <p:nvPr>
            <p:ph type="pic" sz="quarter" idx="19"/>
          </p:nvPr>
        </p:nvSpPr>
        <p:spPr>
          <a:xfrm>
            <a:off x="6209138"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03C6B952-490C-B36C-6A23-D2EC13A63FC6}"/>
              </a:ext>
              <a:ext uri="{C183D7F6-B498-43B3-948B-1728B52AA6E4}">
                <adec:decorative xmlns:adec="http://schemas.microsoft.com/office/drawing/2017/decorative" val="1"/>
              </a:ext>
            </a:extLst>
          </p:cNvPr>
          <p:cNvSpPr>
            <a:spLocks noGrp="1"/>
          </p:cNvSpPr>
          <p:nvPr>
            <p:ph type="pic" sz="quarter" idx="20"/>
          </p:nvPr>
        </p:nvSpPr>
        <p:spPr>
          <a:xfrm>
            <a:off x="9027957"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3" name="Text Placeholder 29">
            <a:extLst>
              <a:ext uri="{FF2B5EF4-FFF2-40B4-BE49-F238E27FC236}">
                <a16:creationId xmlns:a16="http://schemas.microsoft.com/office/drawing/2014/main" id="{09C3EDD5-6423-9D73-E04B-18305794F5AD}"/>
              </a:ext>
            </a:extLst>
          </p:cNvPr>
          <p:cNvSpPr>
            <a:spLocks noGrp="1"/>
          </p:cNvSpPr>
          <p:nvPr>
            <p:ph type="body" sz="quarter" idx="23" hasCustomPrompt="1"/>
          </p:nvPr>
        </p:nvSpPr>
        <p:spPr>
          <a:xfrm>
            <a:off x="3390319"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4" name="Text Placeholder 29">
            <a:extLst>
              <a:ext uri="{FF2B5EF4-FFF2-40B4-BE49-F238E27FC236}">
                <a16:creationId xmlns:a16="http://schemas.microsoft.com/office/drawing/2014/main" id="{849A018A-C5DB-67B7-A0AD-0FD08CCC77BC}"/>
              </a:ext>
            </a:extLst>
          </p:cNvPr>
          <p:cNvSpPr>
            <a:spLocks noGrp="1"/>
          </p:cNvSpPr>
          <p:nvPr>
            <p:ph type="body" sz="quarter" idx="24" hasCustomPrompt="1"/>
          </p:nvPr>
        </p:nvSpPr>
        <p:spPr>
          <a:xfrm>
            <a:off x="3390319"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5" name="Text Placeholder 29">
            <a:extLst>
              <a:ext uri="{FF2B5EF4-FFF2-40B4-BE49-F238E27FC236}">
                <a16:creationId xmlns:a16="http://schemas.microsoft.com/office/drawing/2014/main" id="{D2DA37E6-256C-E209-2D5A-7AA1463214D5}"/>
              </a:ext>
            </a:extLst>
          </p:cNvPr>
          <p:cNvSpPr>
            <a:spLocks noGrp="1"/>
          </p:cNvSpPr>
          <p:nvPr>
            <p:ph type="body" sz="quarter" idx="25" hasCustomPrompt="1"/>
          </p:nvPr>
        </p:nvSpPr>
        <p:spPr>
          <a:xfrm>
            <a:off x="6205537"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B01156E7-E12F-C745-4F58-ACE51E79F219}"/>
              </a:ext>
            </a:extLst>
          </p:cNvPr>
          <p:cNvSpPr>
            <a:spLocks noGrp="1"/>
          </p:cNvSpPr>
          <p:nvPr>
            <p:ph type="body" sz="quarter" idx="26" hasCustomPrompt="1"/>
          </p:nvPr>
        </p:nvSpPr>
        <p:spPr>
          <a:xfrm>
            <a:off x="6205537"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1903F326-5D5C-7561-2ED1-4FCC6C836F5E}"/>
              </a:ext>
            </a:extLst>
          </p:cNvPr>
          <p:cNvSpPr>
            <a:spLocks noGrp="1"/>
          </p:cNvSpPr>
          <p:nvPr>
            <p:ph type="body" sz="quarter" idx="27" hasCustomPrompt="1"/>
          </p:nvPr>
        </p:nvSpPr>
        <p:spPr>
          <a:xfrm>
            <a:off x="9029700"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8" name="Text Placeholder 29">
            <a:extLst>
              <a:ext uri="{FF2B5EF4-FFF2-40B4-BE49-F238E27FC236}">
                <a16:creationId xmlns:a16="http://schemas.microsoft.com/office/drawing/2014/main" id="{77BEE49F-9F5E-B189-1168-EB25FD4B59C9}"/>
              </a:ext>
            </a:extLst>
          </p:cNvPr>
          <p:cNvSpPr>
            <a:spLocks noGrp="1"/>
          </p:cNvSpPr>
          <p:nvPr>
            <p:ph type="body" sz="quarter" idx="28" hasCustomPrompt="1"/>
          </p:nvPr>
        </p:nvSpPr>
        <p:spPr>
          <a:xfrm>
            <a:off x="9029700"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9" name="Text Placeholder 29">
            <a:extLst>
              <a:ext uri="{FF2B5EF4-FFF2-40B4-BE49-F238E27FC236}">
                <a16:creationId xmlns:a16="http://schemas.microsoft.com/office/drawing/2014/main" id="{9AFF5847-59CC-9117-F220-ABEB80472A15}"/>
              </a:ext>
            </a:extLst>
          </p:cNvPr>
          <p:cNvSpPr>
            <a:spLocks noGrp="1"/>
          </p:cNvSpPr>
          <p:nvPr>
            <p:ph type="body" sz="quarter" idx="29" hasCustomPrompt="1"/>
          </p:nvPr>
        </p:nvSpPr>
        <p:spPr>
          <a:xfrm>
            <a:off x="571500"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0" name="Text Placeholder 29">
            <a:extLst>
              <a:ext uri="{FF2B5EF4-FFF2-40B4-BE49-F238E27FC236}">
                <a16:creationId xmlns:a16="http://schemas.microsoft.com/office/drawing/2014/main" id="{C9A6D246-836A-8EB5-DCCA-AB185DD887CA}"/>
              </a:ext>
            </a:extLst>
          </p:cNvPr>
          <p:cNvSpPr>
            <a:spLocks noGrp="1"/>
          </p:cNvSpPr>
          <p:nvPr>
            <p:ph type="body" sz="quarter" idx="30" hasCustomPrompt="1"/>
          </p:nvPr>
        </p:nvSpPr>
        <p:spPr>
          <a:xfrm>
            <a:off x="5715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1" name="Text Placeholder 29">
            <a:extLst>
              <a:ext uri="{FF2B5EF4-FFF2-40B4-BE49-F238E27FC236}">
                <a16:creationId xmlns:a16="http://schemas.microsoft.com/office/drawing/2014/main" id="{E4C3CF32-A213-FB27-CF24-B1733FD0163D}"/>
              </a:ext>
            </a:extLst>
          </p:cNvPr>
          <p:cNvSpPr>
            <a:spLocks noGrp="1"/>
          </p:cNvSpPr>
          <p:nvPr>
            <p:ph type="body" sz="quarter" idx="31" hasCustomPrompt="1"/>
          </p:nvPr>
        </p:nvSpPr>
        <p:spPr>
          <a:xfrm>
            <a:off x="3390319"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2" name="Text Placeholder 29">
            <a:extLst>
              <a:ext uri="{FF2B5EF4-FFF2-40B4-BE49-F238E27FC236}">
                <a16:creationId xmlns:a16="http://schemas.microsoft.com/office/drawing/2014/main" id="{2DFBD71D-6C87-1331-C546-8BBA13EE5CD1}"/>
              </a:ext>
            </a:extLst>
          </p:cNvPr>
          <p:cNvSpPr>
            <a:spLocks noGrp="1"/>
          </p:cNvSpPr>
          <p:nvPr>
            <p:ph type="body" sz="quarter" idx="32" hasCustomPrompt="1"/>
          </p:nvPr>
        </p:nvSpPr>
        <p:spPr>
          <a:xfrm>
            <a:off x="3390319"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3" name="Text Placeholder 29">
            <a:extLst>
              <a:ext uri="{FF2B5EF4-FFF2-40B4-BE49-F238E27FC236}">
                <a16:creationId xmlns:a16="http://schemas.microsoft.com/office/drawing/2014/main" id="{90CE59B6-C93C-63CE-4ACB-DE48DD6C39DE}"/>
              </a:ext>
            </a:extLst>
          </p:cNvPr>
          <p:cNvSpPr>
            <a:spLocks noGrp="1"/>
          </p:cNvSpPr>
          <p:nvPr>
            <p:ph type="body" sz="quarter" idx="33" hasCustomPrompt="1"/>
          </p:nvPr>
        </p:nvSpPr>
        <p:spPr>
          <a:xfrm>
            <a:off x="6205537"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4" name="Text Placeholder 29">
            <a:extLst>
              <a:ext uri="{FF2B5EF4-FFF2-40B4-BE49-F238E27FC236}">
                <a16:creationId xmlns:a16="http://schemas.microsoft.com/office/drawing/2014/main" id="{5846DF4B-CBE1-62A0-2F49-F0857ACBFADD}"/>
              </a:ext>
            </a:extLst>
          </p:cNvPr>
          <p:cNvSpPr>
            <a:spLocks noGrp="1"/>
          </p:cNvSpPr>
          <p:nvPr>
            <p:ph type="body" sz="quarter" idx="34" hasCustomPrompt="1"/>
          </p:nvPr>
        </p:nvSpPr>
        <p:spPr>
          <a:xfrm>
            <a:off x="6205537"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5" name="Text Placeholder 29">
            <a:extLst>
              <a:ext uri="{FF2B5EF4-FFF2-40B4-BE49-F238E27FC236}">
                <a16:creationId xmlns:a16="http://schemas.microsoft.com/office/drawing/2014/main" id="{BCF83C4F-2508-7C3E-9572-07DDACE7BCCB}"/>
              </a:ext>
            </a:extLst>
          </p:cNvPr>
          <p:cNvSpPr>
            <a:spLocks noGrp="1"/>
          </p:cNvSpPr>
          <p:nvPr>
            <p:ph type="body" sz="quarter" idx="35" hasCustomPrompt="1"/>
          </p:nvPr>
        </p:nvSpPr>
        <p:spPr>
          <a:xfrm>
            <a:off x="9029700"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6" name="Text Placeholder 29">
            <a:extLst>
              <a:ext uri="{FF2B5EF4-FFF2-40B4-BE49-F238E27FC236}">
                <a16:creationId xmlns:a16="http://schemas.microsoft.com/office/drawing/2014/main" id="{DABC7021-E87B-0B73-07B1-666928B4B917}"/>
              </a:ext>
            </a:extLst>
          </p:cNvPr>
          <p:cNvSpPr>
            <a:spLocks noGrp="1"/>
          </p:cNvSpPr>
          <p:nvPr>
            <p:ph type="body" sz="quarter" idx="36" hasCustomPrompt="1"/>
          </p:nvPr>
        </p:nvSpPr>
        <p:spPr>
          <a:xfrm>
            <a:off x="90297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2B028AD8-4CF2-4196-8A65-CA9402213F34}" type="datetimeyyyy">
              <a:rPr lang="en-US" smtClean="0"/>
              <a:t>2025</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E31267F3-E735-3F79-7AC7-C9575738CD9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4027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 4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8"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2" name="Text Placeholder 29">
            <a:extLst>
              <a:ext uri="{FF2B5EF4-FFF2-40B4-BE49-F238E27FC236}">
                <a16:creationId xmlns:a16="http://schemas.microsoft.com/office/drawing/2014/main" id="{BCB86024-F111-557E-0E55-68FDF7795825}"/>
              </a:ext>
            </a:extLst>
          </p:cNvPr>
          <p:cNvSpPr>
            <a:spLocks noGrp="1"/>
          </p:cNvSpPr>
          <p:nvPr>
            <p:ph type="body" sz="quarter" idx="23" hasCustomPrompt="1"/>
          </p:nvPr>
        </p:nvSpPr>
        <p:spPr>
          <a:xfrm>
            <a:off x="571500"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3" name="Text Placeholder 29">
            <a:extLst>
              <a:ext uri="{FF2B5EF4-FFF2-40B4-BE49-F238E27FC236}">
                <a16:creationId xmlns:a16="http://schemas.microsoft.com/office/drawing/2014/main" id="{B50DEAE6-2C58-BC47-506B-B8868DFDAE67}"/>
              </a:ext>
            </a:extLst>
          </p:cNvPr>
          <p:cNvSpPr>
            <a:spLocks noGrp="1"/>
          </p:cNvSpPr>
          <p:nvPr>
            <p:ph type="body" sz="quarter" idx="24" hasCustomPrompt="1"/>
          </p:nvPr>
        </p:nvSpPr>
        <p:spPr>
          <a:xfrm>
            <a:off x="3390319"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4" name="Text Placeholder 29">
            <a:extLst>
              <a:ext uri="{FF2B5EF4-FFF2-40B4-BE49-F238E27FC236}">
                <a16:creationId xmlns:a16="http://schemas.microsoft.com/office/drawing/2014/main" id="{8F21AF40-C706-A292-8F00-E5F596203588}"/>
              </a:ext>
            </a:extLst>
          </p:cNvPr>
          <p:cNvSpPr>
            <a:spLocks noGrp="1"/>
          </p:cNvSpPr>
          <p:nvPr>
            <p:ph type="body" sz="quarter" idx="25" hasCustomPrompt="1"/>
          </p:nvPr>
        </p:nvSpPr>
        <p:spPr>
          <a:xfrm>
            <a:off x="3390319"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5" name="Text Placeholder 29">
            <a:extLst>
              <a:ext uri="{FF2B5EF4-FFF2-40B4-BE49-F238E27FC236}">
                <a16:creationId xmlns:a16="http://schemas.microsoft.com/office/drawing/2014/main" id="{C0AF9FB2-1C42-DCB1-8DF0-7DF2EF9E0C49}"/>
              </a:ext>
            </a:extLst>
          </p:cNvPr>
          <p:cNvSpPr>
            <a:spLocks noGrp="1"/>
          </p:cNvSpPr>
          <p:nvPr>
            <p:ph type="body" sz="quarter" idx="26" hasCustomPrompt="1"/>
          </p:nvPr>
        </p:nvSpPr>
        <p:spPr>
          <a:xfrm>
            <a:off x="3390319"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6" name="Text Placeholder 29">
            <a:extLst>
              <a:ext uri="{FF2B5EF4-FFF2-40B4-BE49-F238E27FC236}">
                <a16:creationId xmlns:a16="http://schemas.microsoft.com/office/drawing/2014/main" id="{AEDEE7CB-9E7C-F5DB-6191-00C40ABA3DC2}"/>
              </a:ext>
            </a:extLst>
          </p:cNvPr>
          <p:cNvSpPr>
            <a:spLocks noGrp="1"/>
          </p:cNvSpPr>
          <p:nvPr>
            <p:ph type="body" sz="quarter" idx="27" hasCustomPrompt="1"/>
          </p:nvPr>
        </p:nvSpPr>
        <p:spPr>
          <a:xfrm>
            <a:off x="620553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7" name="Text Placeholder 29">
            <a:extLst>
              <a:ext uri="{FF2B5EF4-FFF2-40B4-BE49-F238E27FC236}">
                <a16:creationId xmlns:a16="http://schemas.microsoft.com/office/drawing/2014/main" id="{ABC84951-C16D-031B-A452-860FEA5D4FB9}"/>
              </a:ext>
            </a:extLst>
          </p:cNvPr>
          <p:cNvSpPr>
            <a:spLocks noGrp="1"/>
          </p:cNvSpPr>
          <p:nvPr>
            <p:ph type="body" sz="quarter" idx="28" hasCustomPrompt="1"/>
          </p:nvPr>
        </p:nvSpPr>
        <p:spPr>
          <a:xfrm>
            <a:off x="6205537"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8" name="Text Placeholder 29">
            <a:extLst>
              <a:ext uri="{FF2B5EF4-FFF2-40B4-BE49-F238E27FC236}">
                <a16:creationId xmlns:a16="http://schemas.microsoft.com/office/drawing/2014/main" id="{5080CFCE-893F-75AB-B974-5963C9E30D60}"/>
              </a:ext>
            </a:extLst>
          </p:cNvPr>
          <p:cNvSpPr>
            <a:spLocks noGrp="1"/>
          </p:cNvSpPr>
          <p:nvPr>
            <p:ph type="body" sz="quarter" idx="29" hasCustomPrompt="1"/>
          </p:nvPr>
        </p:nvSpPr>
        <p:spPr>
          <a:xfrm>
            <a:off x="6205537"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9" name="Text Placeholder 29">
            <a:extLst>
              <a:ext uri="{FF2B5EF4-FFF2-40B4-BE49-F238E27FC236}">
                <a16:creationId xmlns:a16="http://schemas.microsoft.com/office/drawing/2014/main" id="{753E1418-8E20-FE77-9F69-3D8A7C329799}"/>
              </a:ext>
            </a:extLst>
          </p:cNvPr>
          <p:cNvSpPr>
            <a:spLocks noGrp="1"/>
          </p:cNvSpPr>
          <p:nvPr>
            <p:ph type="body" sz="quarter" idx="30" hasCustomPrompt="1"/>
          </p:nvPr>
        </p:nvSpPr>
        <p:spPr>
          <a:xfrm>
            <a:off x="902795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60" name="Text Placeholder 29">
            <a:extLst>
              <a:ext uri="{FF2B5EF4-FFF2-40B4-BE49-F238E27FC236}">
                <a16:creationId xmlns:a16="http://schemas.microsoft.com/office/drawing/2014/main" id="{D590C100-6B2C-FC2E-D160-987DC43723DB}"/>
              </a:ext>
            </a:extLst>
          </p:cNvPr>
          <p:cNvSpPr>
            <a:spLocks noGrp="1"/>
          </p:cNvSpPr>
          <p:nvPr>
            <p:ph type="body" sz="quarter" idx="31" hasCustomPrompt="1"/>
          </p:nvPr>
        </p:nvSpPr>
        <p:spPr>
          <a:xfrm>
            <a:off x="9027957"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61" name="Text Placeholder 29">
            <a:extLst>
              <a:ext uri="{FF2B5EF4-FFF2-40B4-BE49-F238E27FC236}">
                <a16:creationId xmlns:a16="http://schemas.microsoft.com/office/drawing/2014/main" id="{4595D31D-B356-2316-C6C1-64C52CAF31BE}"/>
              </a:ext>
            </a:extLst>
          </p:cNvPr>
          <p:cNvSpPr>
            <a:spLocks noGrp="1"/>
          </p:cNvSpPr>
          <p:nvPr>
            <p:ph type="body" sz="quarter" idx="32" hasCustomPrompt="1"/>
          </p:nvPr>
        </p:nvSpPr>
        <p:spPr>
          <a:xfrm>
            <a:off x="9027957"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0B443848-4945-4173-A7DE-F060D70BDD13}" type="datetimeyyyy">
              <a:rPr lang="en-US" smtClean="0"/>
              <a:t>2025</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80D9BCA4-CA11-332E-A634-2B2C259973E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21879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 4 person w/ shape">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2D363E5E-49E6-EE0A-E24E-20695AC8D63D}"/>
              </a:ext>
              <a:ext uri="{C183D7F6-B498-43B3-948B-1728B52AA6E4}">
                <adec:decorative xmlns:adec="http://schemas.microsoft.com/office/drawing/2017/decorative" val="1"/>
              </a:ext>
            </a:extLst>
          </p:cNvPr>
          <p:cNvSpPr>
            <a:spLocks noGrp="1"/>
          </p:cNvSpPr>
          <p:nvPr>
            <p:ph type="body" sz="quarter" idx="38"/>
          </p:nvPr>
        </p:nvSpPr>
        <p:spPr>
          <a:xfrm>
            <a:off x="7513738" y="0"/>
            <a:ext cx="4338333" cy="6858000"/>
          </a:xfrm>
          <a:custGeom>
            <a:avLst/>
            <a:gdLst>
              <a:gd name="connsiteX0" fmla="*/ 868715 w 4338333"/>
              <a:gd name="connsiteY0" fmla="*/ 0 h 6858000"/>
              <a:gd name="connsiteX1" fmla="*/ 1558917 w 4338333"/>
              <a:gd name="connsiteY1" fmla="*/ 0 h 6858000"/>
              <a:gd name="connsiteX2" fmla="*/ 709870 w 4338333"/>
              <a:gd name="connsiteY2" fmla="*/ 1543003 h 6858000"/>
              <a:gd name="connsiteX3" fmla="*/ 1043440 w 4338333"/>
              <a:gd name="connsiteY3" fmla="*/ 2692852 h 6858000"/>
              <a:gd name="connsiteX4" fmla="*/ 3586424 w 4338333"/>
              <a:gd name="connsiteY4" fmla="*/ 4092206 h 6858000"/>
              <a:gd name="connsiteX5" fmla="*/ 3586439 w 4338333"/>
              <a:gd name="connsiteY5" fmla="*/ 4092121 h 6858000"/>
              <a:gd name="connsiteX6" fmla="*/ 4158277 w 4338333"/>
              <a:gd name="connsiteY6" fmla="*/ 6063302 h 6858000"/>
              <a:gd name="connsiteX7" fmla="*/ 3720979 w 4338333"/>
              <a:gd name="connsiteY7" fmla="*/ 6858000 h 6858000"/>
              <a:gd name="connsiteX8" fmla="*/ 3030809 w 4338333"/>
              <a:gd name="connsiteY8" fmla="*/ 6858000 h 6858000"/>
              <a:gd name="connsiteX9" fmla="*/ 3628486 w 4338333"/>
              <a:gd name="connsiteY9" fmla="*/ 5771869 h 6858000"/>
              <a:gd name="connsiteX10" fmla="*/ 3294915 w 4338333"/>
              <a:gd name="connsiteY10" fmla="*/ 4622019 h 6858000"/>
              <a:gd name="connsiteX11" fmla="*/ 751895 w 4338333"/>
              <a:gd name="connsiteY11" fmla="*/ 3222676 h 6858000"/>
              <a:gd name="connsiteX12" fmla="*/ 180057 w 4338333"/>
              <a:gd name="connsiteY12" fmla="*/ 12514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8333" h="6858000">
                <a:moveTo>
                  <a:pt x="868715" y="0"/>
                </a:moveTo>
                <a:lnTo>
                  <a:pt x="1558917" y="0"/>
                </a:lnTo>
                <a:lnTo>
                  <a:pt x="709870" y="1543003"/>
                </a:lnTo>
                <a:cubicBezTo>
                  <a:pt x="484459" y="1952642"/>
                  <a:pt x="633801" y="2467440"/>
                  <a:pt x="1043440" y="2692852"/>
                </a:cubicBezTo>
                <a:lnTo>
                  <a:pt x="3586424" y="4092206"/>
                </a:lnTo>
                <a:lnTo>
                  <a:pt x="3586439" y="4092121"/>
                </a:lnTo>
                <a:cubicBezTo>
                  <a:pt x="4288668" y="4478565"/>
                  <a:pt x="4544686" y="5361086"/>
                  <a:pt x="4158277" y="6063302"/>
                </a:cubicBezTo>
                <a:lnTo>
                  <a:pt x="3720979" y="6858000"/>
                </a:lnTo>
                <a:lnTo>
                  <a:pt x="3030809" y="6858000"/>
                </a:lnTo>
                <a:lnTo>
                  <a:pt x="3628486" y="5771869"/>
                </a:lnTo>
                <a:cubicBezTo>
                  <a:pt x="3853898" y="5362230"/>
                  <a:pt x="3704555" y="4847430"/>
                  <a:pt x="3294915" y="4622019"/>
                </a:cubicBezTo>
                <a:lnTo>
                  <a:pt x="751895" y="3222676"/>
                </a:lnTo>
                <a:cubicBezTo>
                  <a:pt x="49666" y="2836231"/>
                  <a:pt x="-206351" y="1953712"/>
                  <a:pt x="180057" y="1251495"/>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506A0EAF-FE1F-201F-A700-DD3EBC8F4FF1}"/>
              </a:ext>
              <a:ext uri="{C183D7F6-B498-43B3-948B-1728B52AA6E4}">
                <adec:decorative xmlns:adec="http://schemas.microsoft.com/office/drawing/2017/decorative" val="1"/>
              </a:ext>
            </a:extLst>
          </p:cNvPr>
          <p:cNvSpPr>
            <a:spLocks noGrp="1"/>
          </p:cNvSpPr>
          <p:nvPr>
            <p:ph type="pic" sz="quarter" idx="13"/>
          </p:nvPr>
        </p:nvSpPr>
        <p:spPr>
          <a:xfrm>
            <a:off x="571500" y="1762125"/>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0506C182-28E4-A150-CAF7-DD168C08E9A6}"/>
              </a:ext>
              <a:ext uri="{C183D7F6-B498-43B3-948B-1728B52AA6E4}">
                <adec:decorative xmlns:adec="http://schemas.microsoft.com/office/drawing/2017/decorative" val="1"/>
              </a:ext>
            </a:extLst>
          </p:cNvPr>
          <p:cNvSpPr>
            <a:spLocks noGrp="1"/>
          </p:cNvSpPr>
          <p:nvPr>
            <p:ph type="pic" sz="quarter" idx="14"/>
          </p:nvPr>
        </p:nvSpPr>
        <p:spPr>
          <a:xfrm>
            <a:off x="6238773" y="1762125"/>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1659FD7B-65AE-308F-0507-2F6A5A8E8D51}"/>
              </a:ext>
              <a:ext uri="{C183D7F6-B498-43B3-948B-1728B52AA6E4}">
                <adec:decorative xmlns:adec="http://schemas.microsoft.com/office/drawing/2017/decorative" val="1"/>
              </a:ext>
            </a:extLst>
          </p:cNvPr>
          <p:cNvSpPr>
            <a:spLocks noGrp="1"/>
          </p:cNvSpPr>
          <p:nvPr>
            <p:ph type="pic" sz="quarter" idx="15"/>
          </p:nvPr>
        </p:nvSpPr>
        <p:spPr>
          <a:xfrm>
            <a:off x="571500" y="4218170"/>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7" name="Picture Placeholder 26">
            <a:extLst>
              <a:ext uri="{FF2B5EF4-FFF2-40B4-BE49-F238E27FC236}">
                <a16:creationId xmlns:a16="http://schemas.microsoft.com/office/drawing/2014/main" id="{CE6231C8-8C1E-C76A-72A0-8ABB1B1F2B91}"/>
              </a:ext>
              <a:ext uri="{C183D7F6-B498-43B3-948B-1728B52AA6E4}">
                <adec:decorative xmlns:adec="http://schemas.microsoft.com/office/drawing/2017/decorative" val="1"/>
              </a:ext>
            </a:extLst>
          </p:cNvPr>
          <p:cNvSpPr>
            <a:spLocks noGrp="1"/>
          </p:cNvSpPr>
          <p:nvPr>
            <p:ph type="pic" sz="quarter" idx="16"/>
          </p:nvPr>
        </p:nvSpPr>
        <p:spPr>
          <a:xfrm>
            <a:off x="6238773" y="4218170"/>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75D1B7E5-EAD4-76CB-D39C-FCCA6F3E6E5C}"/>
              </a:ext>
            </a:extLst>
          </p:cNvPr>
          <p:cNvSpPr>
            <a:spLocks noGrp="1"/>
          </p:cNvSpPr>
          <p:nvPr>
            <p:ph type="title"/>
          </p:nvPr>
        </p:nvSpPr>
        <p:spPr>
          <a:xfrm>
            <a:off x="571500" y="571501"/>
            <a:ext cx="11049000" cy="811996"/>
          </a:xfrm>
        </p:spPr>
        <p:txBody>
          <a:bodyPr/>
          <a:lstStyle/>
          <a:p>
            <a:r>
              <a:rPr lang="en-US"/>
              <a:t>Click to edit Master title style</a:t>
            </a:r>
          </a:p>
        </p:txBody>
      </p:sp>
      <p:sp>
        <p:nvSpPr>
          <p:cNvPr id="28" name="Text Placeholder 29">
            <a:extLst>
              <a:ext uri="{FF2B5EF4-FFF2-40B4-BE49-F238E27FC236}">
                <a16:creationId xmlns:a16="http://schemas.microsoft.com/office/drawing/2014/main" id="{C7B09D6C-1E31-88D1-F191-C0911F3BF41C}"/>
              </a:ext>
            </a:extLst>
          </p:cNvPr>
          <p:cNvSpPr>
            <a:spLocks noGrp="1"/>
          </p:cNvSpPr>
          <p:nvPr>
            <p:ph type="body" sz="quarter" idx="21" hasCustomPrompt="1"/>
          </p:nvPr>
        </p:nvSpPr>
        <p:spPr>
          <a:xfrm>
            <a:off x="3415284" y="1890529"/>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29" name="Text Placeholder 29">
            <a:extLst>
              <a:ext uri="{FF2B5EF4-FFF2-40B4-BE49-F238E27FC236}">
                <a16:creationId xmlns:a16="http://schemas.microsoft.com/office/drawing/2014/main" id="{320BFB83-6A55-5691-C4B0-3F7416554927}"/>
              </a:ext>
            </a:extLst>
          </p:cNvPr>
          <p:cNvSpPr>
            <a:spLocks noGrp="1"/>
          </p:cNvSpPr>
          <p:nvPr>
            <p:ph type="body" sz="quarter" idx="22" hasCustomPrompt="1"/>
          </p:nvPr>
        </p:nvSpPr>
        <p:spPr>
          <a:xfrm>
            <a:off x="3415284" y="2449330"/>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0" name="Text Placeholder 29">
            <a:extLst>
              <a:ext uri="{FF2B5EF4-FFF2-40B4-BE49-F238E27FC236}">
                <a16:creationId xmlns:a16="http://schemas.microsoft.com/office/drawing/2014/main" id="{50C6830F-D0AB-D117-86FE-AC716B9D3BD4}"/>
              </a:ext>
            </a:extLst>
          </p:cNvPr>
          <p:cNvSpPr>
            <a:spLocks noGrp="1"/>
          </p:cNvSpPr>
          <p:nvPr>
            <p:ph type="body" sz="quarter" idx="23" hasCustomPrompt="1"/>
          </p:nvPr>
        </p:nvSpPr>
        <p:spPr>
          <a:xfrm>
            <a:off x="3415284" y="2818434"/>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2" name="Text Placeholder 29">
            <a:extLst>
              <a:ext uri="{FF2B5EF4-FFF2-40B4-BE49-F238E27FC236}">
                <a16:creationId xmlns:a16="http://schemas.microsoft.com/office/drawing/2014/main" id="{3ED25CCF-5A2F-84CE-387F-5F481D6A23C2}"/>
              </a:ext>
            </a:extLst>
          </p:cNvPr>
          <p:cNvSpPr>
            <a:spLocks noGrp="1"/>
          </p:cNvSpPr>
          <p:nvPr>
            <p:ph type="body" sz="quarter" idx="24" hasCustomPrompt="1"/>
          </p:nvPr>
        </p:nvSpPr>
        <p:spPr>
          <a:xfrm>
            <a:off x="9029700" y="1890529"/>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3" name="Text Placeholder 29">
            <a:extLst>
              <a:ext uri="{FF2B5EF4-FFF2-40B4-BE49-F238E27FC236}">
                <a16:creationId xmlns:a16="http://schemas.microsoft.com/office/drawing/2014/main" id="{AD5F2723-D00A-AF22-CD14-B72733F8272E}"/>
              </a:ext>
            </a:extLst>
          </p:cNvPr>
          <p:cNvSpPr>
            <a:spLocks noGrp="1"/>
          </p:cNvSpPr>
          <p:nvPr>
            <p:ph type="body" sz="quarter" idx="25" hasCustomPrompt="1"/>
          </p:nvPr>
        </p:nvSpPr>
        <p:spPr>
          <a:xfrm>
            <a:off x="9029700" y="2449330"/>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4" name="Text Placeholder 29">
            <a:extLst>
              <a:ext uri="{FF2B5EF4-FFF2-40B4-BE49-F238E27FC236}">
                <a16:creationId xmlns:a16="http://schemas.microsoft.com/office/drawing/2014/main" id="{AD8C0D09-5C2D-1DD2-1F5F-5839528725EA}"/>
              </a:ext>
            </a:extLst>
          </p:cNvPr>
          <p:cNvSpPr>
            <a:spLocks noGrp="1"/>
          </p:cNvSpPr>
          <p:nvPr>
            <p:ph type="body" sz="quarter" idx="26" hasCustomPrompt="1"/>
          </p:nvPr>
        </p:nvSpPr>
        <p:spPr>
          <a:xfrm>
            <a:off x="9029700" y="2818434"/>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5" name="Text Placeholder 29">
            <a:extLst>
              <a:ext uri="{FF2B5EF4-FFF2-40B4-BE49-F238E27FC236}">
                <a16:creationId xmlns:a16="http://schemas.microsoft.com/office/drawing/2014/main" id="{DEC876F0-1AA1-A3E2-EC2B-11FDFAB8CC7E}"/>
              </a:ext>
            </a:extLst>
          </p:cNvPr>
          <p:cNvSpPr>
            <a:spLocks noGrp="1"/>
          </p:cNvSpPr>
          <p:nvPr>
            <p:ph type="body" sz="quarter" idx="27" hasCustomPrompt="1"/>
          </p:nvPr>
        </p:nvSpPr>
        <p:spPr>
          <a:xfrm>
            <a:off x="3415284" y="4346575"/>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E0A73F5B-D18A-30F7-DB3A-CC53569088EB}"/>
              </a:ext>
            </a:extLst>
          </p:cNvPr>
          <p:cNvSpPr>
            <a:spLocks noGrp="1"/>
          </p:cNvSpPr>
          <p:nvPr>
            <p:ph type="body" sz="quarter" idx="28" hasCustomPrompt="1"/>
          </p:nvPr>
        </p:nvSpPr>
        <p:spPr>
          <a:xfrm>
            <a:off x="3415284"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2A7B1F0A-1695-F042-987C-9C516EBA6E27}"/>
              </a:ext>
            </a:extLst>
          </p:cNvPr>
          <p:cNvSpPr>
            <a:spLocks noGrp="1"/>
          </p:cNvSpPr>
          <p:nvPr>
            <p:ph type="body" sz="quarter" idx="29" hasCustomPrompt="1"/>
          </p:nvPr>
        </p:nvSpPr>
        <p:spPr>
          <a:xfrm>
            <a:off x="3415284" y="5274480"/>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8" name="Text Placeholder 29">
            <a:extLst>
              <a:ext uri="{FF2B5EF4-FFF2-40B4-BE49-F238E27FC236}">
                <a16:creationId xmlns:a16="http://schemas.microsoft.com/office/drawing/2014/main" id="{E1EEB885-29BB-5000-B0B9-7EB826FBE62B}"/>
              </a:ext>
            </a:extLst>
          </p:cNvPr>
          <p:cNvSpPr>
            <a:spLocks noGrp="1"/>
          </p:cNvSpPr>
          <p:nvPr>
            <p:ph type="body" sz="quarter" idx="30" hasCustomPrompt="1"/>
          </p:nvPr>
        </p:nvSpPr>
        <p:spPr>
          <a:xfrm>
            <a:off x="9029700" y="4346575"/>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9" name="Text Placeholder 29">
            <a:extLst>
              <a:ext uri="{FF2B5EF4-FFF2-40B4-BE49-F238E27FC236}">
                <a16:creationId xmlns:a16="http://schemas.microsoft.com/office/drawing/2014/main" id="{4487B338-D044-4463-E4B7-C740382E1D5D}"/>
              </a:ext>
            </a:extLst>
          </p:cNvPr>
          <p:cNvSpPr>
            <a:spLocks noGrp="1"/>
          </p:cNvSpPr>
          <p:nvPr>
            <p:ph type="body" sz="quarter" idx="31" hasCustomPrompt="1"/>
          </p:nvPr>
        </p:nvSpPr>
        <p:spPr>
          <a:xfrm>
            <a:off x="9029700"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0" name="Text Placeholder 29">
            <a:extLst>
              <a:ext uri="{FF2B5EF4-FFF2-40B4-BE49-F238E27FC236}">
                <a16:creationId xmlns:a16="http://schemas.microsoft.com/office/drawing/2014/main" id="{26C97FD7-12D4-4A50-F5CF-FA9144C7BC86}"/>
              </a:ext>
            </a:extLst>
          </p:cNvPr>
          <p:cNvSpPr>
            <a:spLocks noGrp="1"/>
          </p:cNvSpPr>
          <p:nvPr>
            <p:ph type="body" sz="quarter" idx="32" hasCustomPrompt="1"/>
          </p:nvPr>
        </p:nvSpPr>
        <p:spPr>
          <a:xfrm>
            <a:off x="9029700" y="5274480"/>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9F3A52C8-2D44-6D60-6E10-B7020A36133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9019F079-AF58-93B3-C64F-359B26110959}"/>
              </a:ext>
              <a:ext uri="{C183D7F6-B498-43B3-948B-1728B52AA6E4}">
                <adec:decorative xmlns:adec="http://schemas.microsoft.com/office/drawing/2017/decorative" val="1"/>
              </a:ext>
            </a:extLst>
          </p:cNvPr>
          <p:cNvSpPr>
            <a:spLocks noGrp="1"/>
          </p:cNvSpPr>
          <p:nvPr>
            <p:ph type="dt" sz="half" idx="11"/>
          </p:nvPr>
        </p:nvSpPr>
        <p:spPr/>
        <p:txBody>
          <a:bodyPr/>
          <a:lstStyle/>
          <a:p>
            <a:fld id="{7A7E3F2A-E245-4470-B0FD-BD5E47E1890B}" type="datetimeyyyy">
              <a:rPr lang="en-US" smtClean="0"/>
              <a:t>2025</a:t>
            </a:fld>
            <a:endParaRPr lang="en-US"/>
          </a:p>
        </p:txBody>
      </p:sp>
      <p:sp>
        <p:nvSpPr>
          <p:cNvPr id="5" name="Slide Number Placeholder 4">
            <a:extLst>
              <a:ext uri="{FF2B5EF4-FFF2-40B4-BE49-F238E27FC236}">
                <a16:creationId xmlns:a16="http://schemas.microsoft.com/office/drawing/2014/main" id="{1BAA3A45-16AC-4EB1-489C-37DD301A233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049565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37E1F2-21C5-4EF7-034F-863A1FA79B68}"/>
              </a:ext>
            </a:extLst>
          </p:cNvPr>
          <p:cNvSpPr>
            <a:spLocks noGrp="1"/>
          </p:cNvSpPr>
          <p:nvPr>
            <p:ph type="title"/>
          </p:nvPr>
        </p:nvSpPr>
        <p:spPr>
          <a:xfrm>
            <a:off x="571500" y="571501"/>
            <a:ext cx="4470400" cy="1509885"/>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3608"/>
            <a:ext cx="44704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2943030"/>
            <a:ext cx="1651000" cy="981268"/>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13744CA5-DA43-852C-4ED6-6F5BA9AF0DCD}"/>
              </a:ext>
            </a:extLst>
          </p:cNvPr>
          <p:cNvSpPr>
            <a:spLocks noGrp="1"/>
          </p:cNvSpPr>
          <p:nvPr>
            <p:ph type="body" sz="quarter" idx="15"/>
          </p:nvPr>
        </p:nvSpPr>
        <p:spPr>
          <a:xfrm>
            <a:off x="2451100" y="2943030"/>
            <a:ext cx="1651000" cy="981268"/>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6" name="Text Placeholder 13">
            <a:extLst>
              <a:ext uri="{FF2B5EF4-FFF2-40B4-BE49-F238E27FC236}">
                <a16:creationId xmlns:a16="http://schemas.microsoft.com/office/drawing/2014/main" id="{97A67808-DA53-97D4-CD87-DCE5FB9BAE6A}"/>
              </a:ext>
            </a:extLst>
          </p:cNvPr>
          <p:cNvSpPr>
            <a:spLocks noGrp="1"/>
          </p:cNvSpPr>
          <p:nvPr>
            <p:ph type="body" sz="quarter" idx="16"/>
          </p:nvPr>
        </p:nvSpPr>
        <p:spPr>
          <a:xfrm>
            <a:off x="571500" y="4114797"/>
            <a:ext cx="1651000" cy="980623"/>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7" name="Text Placeholder 13">
            <a:extLst>
              <a:ext uri="{FF2B5EF4-FFF2-40B4-BE49-F238E27FC236}">
                <a16:creationId xmlns:a16="http://schemas.microsoft.com/office/drawing/2014/main" id="{A88B629E-A765-6008-E6E4-91BA2D0A49F3}"/>
              </a:ext>
            </a:extLst>
          </p:cNvPr>
          <p:cNvSpPr>
            <a:spLocks noGrp="1"/>
          </p:cNvSpPr>
          <p:nvPr>
            <p:ph type="body" sz="quarter" idx="17"/>
          </p:nvPr>
        </p:nvSpPr>
        <p:spPr>
          <a:xfrm>
            <a:off x="2451100" y="4114797"/>
            <a:ext cx="1651000" cy="980623"/>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 uri="{C183D7F6-B498-43B3-948B-1728B52AA6E4}">
                <adec:decorative xmlns:adec="http://schemas.microsoft.com/office/drawing/2017/decorative" val="0"/>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C43B174-C524-4093-8BF8-E98777F91AA9}" type="datetimeyyyy">
              <a:rPr lang="en-US" smtClean="0"/>
              <a:t>2025</a:t>
            </a:fld>
            <a:endParaRPr lang="en-US"/>
          </a:p>
        </p:txBody>
      </p:sp>
    </p:spTree>
    <p:extLst>
      <p:ext uri="{BB962C8B-B14F-4D97-AF65-F5344CB8AC3E}">
        <p14:creationId xmlns:p14="http://schemas.microsoft.com/office/powerpoint/2010/main" val="18485630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righ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229D9-8EB6-4FB4-8418-1779953A3564}"/>
              </a:ext>
            </a:extLst>
          </p:cNvPr>
          <p:cNvSpPr>
            <a:spLocks noGrp="1"/>
          </p:cNvSpPr>
          <p:nvPr>
            <p:ph type="title"/>
          </p:nvPr>
        </p:nvSpPr>
        <p:spPr>
          <a:xfrm>
            <a:off x="571500" y="571500"/>
            <a:ext cx="4470400" cy="1497329"/>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6000"/>
            <a:ext cx="44704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4114800"/>
            <a:ext cx="4470400" cy="2171700"/>
          </a:xfrm>
        </p:spPr>
        <p:txBody>
          <a:bodyPr/>
          <a:lstStyle>
            <a:lvl1pPr marL="0" indent="0">
              <a:buNone/>
              <a:defRPr sz="14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623D960-D293-41E6-A8A3-B3C44C04DBE1}" type="datetimeyyyy">
              <a:rPr lang="en-US" smtClean="0"/>
              <a:t>2025</a:t>
            </a:fld>
            <a:endParaRPr lang="en-US"/>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7088386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B2AB18-C027-F9C0-44AF-60C2A249C0D1}"/>
              </a:ext>
            </a:extLst>
          </p:cNvPr>
          <p:cNvSpPr>
            <a:spLocks noGrp="1"/>
          </p:cNvSpPr>
          <p:nvPr>
            <p:ph type="title"/>
          </p:nvPr>
        </p:nvSpPr>
        <p:spPr/>
        <p:txBody>
          <a:bodyPr/>
          <a:lstStyle/>
          <a:p>
            <a:r>
              <a:rPr lang="en-US"/>
              <a:t>Click to edit Master title style</a:t>
            </a:r>
          </a:p>
        </p:txBody>
      </p:sp>
      <p:sp>
        <p:nvSpPr>
          <p:cNvPr id="16" name="Text Placeholder 13">
            <a:extLst>
              <a:ext uri="{FF2B5EF4-FFF2-40B4-BE49-F238E27FC236}">
                <a16:creationId xmlns:a16="http://schemas.microsoft.com/office/drawing/2014/main" id="{80F5F842-5C3D-54CD-F990-11896C740B6D}"/>
              </a:ext>
            </a:extLst>
          </p:cNvPr>
          <p:cNvSpPr>
            <a:spLocks noGrp="1"/>
          </p:cNvSpPr>
          <p:nvPr>
            <p:ph type="body" sz="quarter" idx="18"/>
          </p:nvPr>
        </p:nvSpPr>
        <p:spPr>
          <a:xfrm>
            <a:off x="571500" y="1752601"/>
            <a:ext cx="11049000" cy="457200"/>
          </a:xfrm>
        </p:spPr>
        <p:txBody>
          <a:bodyPr/>
          <a:lstStyle>
            <a:lvl1pPr marL="0" indent="0">
              <a:buNone/>
              <a:defRPr sz="1200" b="1" cap="all" spc="150" baseline="0">
                <a:solidFill>
                  <a:schemeClr val="accent1"/>
                </a:solidFill>
              </a:defRPr>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8" name="Chart Placeholder 17">
            <a:extLst>
              <a:ext uri="{FF2B5EF4-FFF2-40B4-BE49-F238E27FC236}">
                <a16:creationId xmlns:a16="http://schemas.microsoft.com/office/drawing/2014/main" id="{40F477FE-DE1B-B705-DA9D-CA5D1127C9E2}"/>
              </a:ext>
            </a:extLst>
          </p:cNvPr>
          <p:cNvSpPr>
            <a:spLocks noGrp="1"/>
          </p:cNvSpPr>
          <p:nvPr>
            <p:ph type="chart" sz="quarter" idx="19"/>
          </p:nvPr>
        </p:nvSpPr>
        <p:spPr>
          <a:xfrm>
            <a:off x="571498" y="2426972"/>
            <a:ext cx="11049000" cy="2679750"/>
          </a:xfrm>
        </p:spPr>
        <p:txBody>
          <a:bodyPr/>
          <a:lstStyle>
            <a:lvl1pPr marL="0" indent="0">
              <a:buNone/>
              <a:defRPr sz="1400"/>
            </a:lvl1pPr>
          </a:lstStyle>
          <a:p>
            <a:r>
              <a:rPr lang="en-US"/>
              <a:t>Click icon to add chart</a:t>
            </a:r>
          </a:p>
        </p:txBody>
      </p:sp>
      <p:sp>
        <p:nvSpPr>
          <p:cNvPr id="12" name="Text Placeholder 13">
            <a:extLst>
              <a:ext uri="{FF2B5EF4-FFF2-40B4-BE49-F238E27FC236}">
                <a16:creationId xmlns:a16="http://schemas.microsoft.com/office/drawing/2014/main" id="{D23B8D11-F0D0-9E49-D780-D95250CB95E7}"/>
              </a:ext>
            </a:extLst>
          </p:cNvPr>
          <p:cNvSpPr>
            <a:spLocks noGrp="1"/>
          </p:cNvSpPr>
          <p:nvPr>
            <p:ph type="body" sz="quarter" idx="14"/>
          </p:nvPr>
        </p:nvSpPr>
        <p:spPr>
          <a:xfrm>
            <a:off x="5715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3" name="Text Placeholder 13">
            <a:extLst>
              <a:ext uri="{FF2B5EF4-FFF2-40B4-BE49-F238E27FC236}">
                <a16:creationId xmlns:a16="http://schemas.microsoft.com/office/drawing/2014/main" id="{06435C4E-9CF4-8E6B-07C7-B67C32B83496}"/>
              </a:ext>
            </a:extLst>
          </p:cNvPr>
          <p:cNvSpPr>
            <a:spLocks noGrp="1"/>
          </p:cNvSpPr>
          <p:nvPr>
            <p:ph type="body" sz="quarter" idx="15"/>
          </p:nvPr>
        </p:nvSpPr>
        <p:spPr>
          <a:xfrm>
            <a:off x="33909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4" name="Text Placeholder 13">
            <a:extLst>
              <a:ext uri="{FF2B5EF4-FFF2-40B4-BE49-F238E27FC236}">
                <a16:creationId xmlns:a16="http://schemas.microsoft.com/office/drawing/2014/main" id="{02A9E9F2-9991-1F6B-4DDA-F4871CF8CA34}"/>
              </a:ext>
            </a:extLst>
          </p:cNvPr>
          <p:cNvSpPr>
            <a:spLocks noGrp="1"/>
          </p:cNvSpPr>
          <p:nvPr>
            <p:ph type="body" sz="quarter" idx="16"/>
          </p:nvPr>
        </p:nvSpPr>
        <p:spPr>
          <a:xfrm>
            <a:off x="62103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C606F0E7-6085-6A74-ED76-8108DFFE19E9}"/>
              </a:ext>
            </a:extLst>
          </p:cNvPr>
          <p:cNvSpPr>
            <a:spLocks noGrp="1"/>
          </p:cNvSpPr>
          <p:nvPr>
            <p:ph type="body" sz="quarter" idx="17"/>
          </p:nvPr>
        </p:nvSpPr>
        <p:spPr>
          <a:xfrm>
            <a:off x="9029699"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3" name="Footer Placeholder 2">
            <a:extLst>
              <a:ext uri="{FF2B5EF4-FFF2-40B4-BE49-F238E27FC236}">
                <a16:creationId xmlns:a16="http://schemas.microsoft.com/office/drawing/2014/main" id="{14BDE212-F330-FC7D-6D5B-C8DC1F1F1EB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653DFA9B-B82D-4565-0656-280DB1B2F5EA}"/>
              </a:ext>
              <a:ext uri="{C183D7F6-B498-43B3-948B-1728B52AA6E4}">
                <adec:decorative xmlns:adec="http://schemas.microsoft.com/office/drawing/2017/decorative" val="1"/>
              </a:ext>
            </a:extLst>
          </p:cNvPr>
          <p:cNvSpPr>
            <a:spLocks noGrp="1"/>
          </p:cNvSpPr>
          <p:nvPr>
            <p:ph type="dt" sz="half" idx="11"/>
          </p:nvPr>
        </p:nvSpPr>
        <p:spPr/>
        <p:txBody>
          <a:bodyPr/>
          <a:lstStyle/>
          <a:p>
            <a:fld id="{751FF448-7BD4-4A3C-887C-8315F8261568}" type="datetimeyyyy">
              <a:rPr lang="en-US" smtClean="0"/>
              <a:t>2025</a:t>
            </a:fld>
            <a:endParaRPr lang="en-US"/>
          </a:p>
        </p:txBody>
      </p:sp>
      <p:sp>
        <p:nvSpPr>
          <p:cNvPr id="5" name="Slide Number Placeholder 4">
            <a:extLst>
              <a:ext uri="{FF2B5EF4-FFF2-40B4-BE49-F238E27FC236}">
                <a16:creationId xmlns:a16="http://schemas.microsoft.com/office/drawing/2014/main" id="{9DEC7FC2-9C6E-D8AB-DD0B-79D0E2499F5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9285912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DACD981F-320C-42DF-ABA7-85C0575B7353}" type="datetimeyyyy">
              <a:rPr lang="en-US" smtClean="0"/>
              <a:t>2025</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8" name="Table Placeholder 7">
            <a:extLst>
              <a:ext uri="{FF2B5EF4-FFF2-40B4-BE49-F238E27FC236}">
                <a16:creationId xmlns:a16="http://schemas.microsoft.com/office/drawing/2014/main" id="{DA8972DC-88B1-3220-E576-DCAE491F1082}"/>
              </a:ext>
            </a:extLst>
          </p:cNvPr>
          <p:cNvSpPr>
            <a:spLocks noGrp="1"/>
          </p:cNvSpPr>
          <p:nvPr>
            <p:ph type="tbl" sz="quarter" idx="14"/>
          </p:nvPr>
        </p:nvSpPr>
        <p:spPr>
          <a:xfrm>
            <a:off x="571500" y="1752600"/>
            <a:ext cx="11049000" cy="4533900"/>
          </a:xfrm>
        </p:spPr>
        <p:txBody>
          <a:bodyPr/>
          <a:lstStyle/>
          <a:p>
            <a:r>
              <a:rPr lang="en-US"/>
              <a:t>Click icon to add table</a:t>
            </a:r>
          </a:p>
        </p:txBody>
      </p:sp>
    </p:spTree>
    <p:extLst>
      <p:ext uri="{BB962C8B-B14F-4D97-AF65-F5344CB8AC3E}">
        <p14:creationId xmlns:p14="http://schemas.microsoft.com/office/powerpoint/2010/main" val="22397036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ient Story 1">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F7E06554-8B2A-F1F4-1E23-A12DC2EABB15}"/>
              </a:ext>
              <a:ext uri="{C183D7F6-B498-43B3-948B-1728B52AA6E4}">
                <adec:decorative xmlns:adec="http://schemas.microsoft.com/office/drawing/2017/decorative" val="1"/>
              </a:ext>
            </a:extLst>
          </p:cNvPr>
          <p:cNvSpPr>
            <a:spLocks noGrp="1"/>
          </p:cNvSpPr>
          <p:nvPr>
            <p:ph type="body" sz="quarter" idx="31"/>
          </p:nvPr>
        </p:nvSpPr>
        <p:spPr>
          <a:xfrm>
            <a:off x="6224657" y="0"/>
            <a:ext cx="5967344" cy="2441050"/>
          </a:xfrm>
          <a:custGeom>
            <a:avLst/>
            <a:gdLst>
              <a:gd name="connsiteX0" fmla="*/ 0 w 5967344"/>
              <a:gd name="connsiteY0" fmla="*/ 0 h 2441050"/>
              <a:gd name="connsiteX1" fmla="*/ 609304 w 5967344"/>
              <a:gd name="connsiteY1" fmla="*/ 0 h 2441050"/>
              <a:gd name="connsiteX2" fmla="*/ 750541 w 5967344"/>
              <a:gd name="connsiteY2" fmla="*/ 473990 h 2441050"/>
              <a:gd name="connsiteX3" fmla="*/ 1767447 w 5967344"/>
              <a:gd name="connsiteY3" fmla="*/ 1024007 h 2441050"/>
              <a:gd name="connsiteX4" fmla="*/ 4453598 w 5967344"/>
              <a:gd name="connsiteY4" fmla="*/ 223654 h 2441050"/>
              <a:gd name="connsiteX5" fmla="*/ 4453551 w 5967344"/>
              <a:gd name="connsiteY5" fmla="*/ 223585 h 2441050"/>
              <a:gd name="connsiteX6" fmla="*/ 5935514 w 5967344"/>
              <a:gd name="connsiteY6" fmla="*/ 675148 h 2441050"/>
              <a:gd name="connsiteX7" fmla="*/ 5967344 w 5967344"/>
              <a:gd name="connsiteY7" fmla="*/ 717859 h 2441050"/>
              <a:gd name="connsiteX8" fmla="*/ 5967344 w 5967344"/>
              <a:gd name="connsiteY8" fmla="*/ 2441050 h 2441050"/>
              <a:gd name="connsiteX9" fmla="*/ 5637280 w 5967344"/>
              <a:gd name="connsiteY9" fmla="*/ 1333287 h 2441050"/>
              <a:gd name="connsiteX10" fmla="*/ 4620373 w 5967344"/>
              <a:gd name="connsiteY10" fmla="*/ 783269 h 2441050"/>
              <a:gd name="connsiteX11" fmla="*/ 1934203 w 5967344"/>
              <a:gd name="connsiteY11" fmla="*/ 1583655 h 2441050"/>
              <a:gd name="connsiteX12" fmla="*/ 190925 w 5967344"/>
              <a:gd name="connsiteY12" fmla="*/ 640763 h 244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7344" h="2441050">
                <a:moveTo>
                  <a:pt x="0" y="0"/>
                </a:moveTo>
                <a:lnTo>
                  <a:pt x="609304" y="0"/>
                </a:lnTo>
                <a:lnTo>
                  <a:pt x="750541" y="473990"/>
                </a:lnTo>
                <a:cubicBezTo>
                  <a:pt x="879470" y="906687"/>
                  <a:pt x="1334749" y="1152935"/>
                  <a:pt x="1767447" y="1024007"/>
                </a:cubicBezTo>
                <a:lnTo>
                  <a:pt x="4453598" y="223654"/>
                </a:lnTo>
                <a:lnTo>
                  <a:pt x="4453551" y="223585"/>
                </a:lnTo>
                <a:cubicBezTo>
                  <a:pt x="5009885" y="57837"/>
                  <a:pt x="5587992" y="253856"/>
                  <a:pt x="5935514" y="675148"/>
                </a:cubicBezTo>
                <a:lnTo>
                  <a:pt x="5967344" y="717859"/>
                </a:lnTo>
                <a:lnTo>
                  <a:pt x="5967344" y="2441050"/>
                </a:lnTo>
                <a:lnTo>
                  <a:pt x="5637280" y="1333287"/>
                </a:lnTo>
                <a:cubicBezTo>
                  <a:pt x="5508351" y="900588"/>
                  <a:pt x="5053071" y="654340"/>
                  <a:pt x="4620373" y="783269"/>
                </a:cubicBezTo>
                <a:lnTo>
                  <a:pt x="1934203" y="1583655"/>
                </a:lnTo>
                <a:cubicBezTo>
                  <a:pt x="1192424" y="1804652"/>
                  <a:pt x="411939" y="1382510"/>
                  <a:pt x="190925" y="640763"/>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EE4616B2-C2FA-4CA9-E6AC-2DAF2058548D}"/>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9" name="Picture Placeholder 28">
            <a:extLst>
              <a:ext uri="{FF2B5EF4-FFF2-40B4-BE49-F238E27FC236}">
                <a16:creationId xmlns:a16="http://schemas.microsoft.com/office/drawing/2014/main" id="{CF535E5E-710C-7CB7-1A56-23F58718852E}"/>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206"/>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17C8946E-1E61-63FF-CE8A-7801BA52B64D}"/>
              </a:ext>
            </a:extLst>
          </p:cNvPr>
          <p:cNvSpPr>
            <a:spLocks noGrp="1"/>
          </p:cNvSpPr>
          <p:nvPr>
            <p:ph type="title"/>
          </p:nvPr>
        </p:nvSpPr>
        <p:spPr>
          <a:xfrm>
            <a:off x="571500" y="1231650"/>
            <a:ext cx="4699000" cy="841248"/>
          </a:xfrm>
        </p:spPr>
        <p:txBody>
          <a:bodyPr/>
          <a:lstStyle/>
          <a:p>
            <a:r>
              <a:rPr lang="en-US"/>
              <a:t>Click to edit Master title style</a:t>
            </a:r>
          </a:p>
        </p:txBody>
      </p:sp>
      <p:sp>
        <p:nvSpPr>
          <p:cNvPr id="31" name="Text Placeholder 30">
            <a:extLst>
              <a:ext uri="{FF2B5EF4-FFF2-40B4-BE49-F238E27FC236}">
                <a16:creationId xmlns:a16="http://schemas.microsoft.com/office/drawing/2014/main" id="{85EE684F-811A-48D0-19CC-E99DA92385FA}"/>
              </a:ext>
            </a:extLst>
          </p:cNvPr>
          <p:cNvSpPr>
            <a:spLocks noGrp="1"/>
          </p:cNvSpPr>
          <p:nvPr>
            <p:ph type="body" sz="quarter" idx="15"/>
          </p:nvPr>
        </p:nvSpPr>
        <p:spPr>
          <a:xfrm>
            <a:off x="571500" y="2933700"/>
            <a:ext cx="4699000"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33" name="Text Placeholder 32">
            <a:extLst>
              <a:ext uri="{FF2B5EF4-FFF2-40B4-BE49-F238E27FC236}">
                <a16:creationId xmlns:a16="http://schemas.microsoft.com/office/drawing/2014/main" id="{D8DDE2F4-F352-152F-C83A-6DE995D4188D}"/>
              </a:ext>
            </a:extLst>
          </p:cNvPr>
          <p:cNvSpPr>
            <a:spLocks noGrp="1"/>
          </p:cNvSpPr>
          <p:nvPr>
            <p:ph type="body" sz="quarter" idx="16"/>
          </p:nvPr>
        </p:nvSpPr>
        <p:spPr>
          <a:xfrm>
            <a:off x="571500" y="3618981"/>
            <a:ext cx="4680246" cy="2043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4">
            <a:extLst>
              <a:ext uri="{FF2B5EF4-FFF2-40B4-BE49-F238E27FC236}">
                <a16:creationId xmlns:a16="http://schemas.microsoft.com/office/drawing/2014/main" id="{69DE830F-F48B-DDC3-4AC8-190DF5D262D7}"/>
              </a:ext>
            </a:extLst>
          </p:cNvPr>
          <p:cNvSpPr>
            <a:spLocks noGrp="1"/>
          </p:cNvSpPr>
          <p:nvPr>
            <p:ph type="body" sz="quarter" idx="17"/>
          </p:nvPr>
        </p:nvSpPr>
        <p:spPr>
          <a:xfrm>
            <a:off x="571500" y="5879600"/>
            <a:ext cx="4699000" cy="406900"/>
          </a:xfrm>
        </p:spPr>
        <p:txBody>
          <a:bodyPr/>
          <a:lstStyle>
            <a:lvl1pPr marL="0" indent="0">
              <a:spcBef>
                <a:spcPts val="0"/>
              </a:spcBef>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6" name="Text Placeholder 30">
            <a:extLst>
              <a:ext uri="{FF2B5EF4-FFF2-40B4-BE49-F238E27FC236}">
                <a16:creationId xmlns:a16="http://schemas.microsoft.com/office/drawing/2014/main" id="{67610148-7BEF-2C77-A659-FE99E5E60F45}"/>
              </a:ext>
            </a:extLst>
          </p:cNvPr>
          <p:cNvSpPr>
            <a:spLocks noGrp="1"/>
          </p:cNvSpPr>
          <p:nvPr>
            <p:ph type="body" sz="quarter" idx="18"/>
          </p:nvPr>
        </p:nvSpPr>
        <p:spPr>
          <a:xfrm>
            <a:off x="6210434" y="2933700"/>
            <a:ext cx="5403684"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7" name="Text Placeholder 30">
            <a:extLst>
              <a:ext uri="{FF2B5EF4-FFF2-40B4-BE49-F238E27FC236}">
                <a16:creationId xmlns:a16="http://schemas.microsoft.com/office/drawing/2014/main" id="{4D7C565C-FB69-81FC-3387-FDBCEF8CF0DE}"/>
              </a:ext>
            </a:extLst>
          </p:cNvPr>
          <p:cNvSpPr>
            <a:spLocks noGrp="1"/>
          </p:cNvSpPr>
          <p:nvPr>
            <p:ph type="body" sz="quarter" idx="27" hasCustomPrompt="1"/>
          </p:nvPr>
        </p:nvSpPr>
        <p:spPr>
          <a:xfrm>
            <a:off x="6210434"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4" name="Text Placeholder 43">
            <a:extLst>
              <a:ext uri="{FF2B5EF4-FFF2-40B4-BE49-F238E27FC236}">
                <a16:creationId xmlns:a16="http://schemas.microsoft.com/office/drawing/2014/main" id="{A00253E8-F1B3-656B-7561-20CCCBA2FD17}"/>
              </a:ext>
            </a:extLst>
          </p:cNvPr>
          <p:cNvSpPr>
            <a:spLocks noGrp="1"/>
          </p:cNvSpPr>
          <p:nvPr>
            <p:ph type="body" sz="quarter" idx="24"/>
          </p:nvPr>
        </p:nvSpPr>
        <p:spPr>
          <a:xfrm>
            <a:off x="6198108"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8" name="Text Placeholder 30">
            <a:extLst>
              <a:ext uri="{FF2B5EF4-FFF2-40B4-BE49-F238E27FC236}">
                <a16:creationId xmlns:a16="http://schemas.microsoft.com/office/drawing/2014/main" id="{93C2E08B-E391-01B0-CF7F-5B9B9CD623CC}"/>
              </a:ext>
            </a:extLst>
          </p:cNvPr>
          <p:cNvSpPr>
            <a:spLocks noGrp="1"/>
          </p:cNvSpPr>
          <p:nvPr>
            <p:ph type="body" sz="quarter" idx="28" hasCustomPrompt="1"/>
          </p:nvPr>
        </p:nvSpPr>
        <p:spPr>
          <a:xfrm>
            <a:off x="8097350"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5" name="Text Placeholder 43">
            <a:extLst>
              <a:ext uri="{FF2B5EF4-FFF2-40B4-BE49-F238E27FC236}">
                <a16:creationId xmlns:a16="http://schemas.microsoft.com/office/drawing/2014/main" id="{C4A198CB-E184-6266-9D43-9BFE575CFEDF}"/>
              </a:ext>
            </a:extLst>
          </p:cNvPr>
          <p:cNvSpPr>
            <a:spLocks noGrp="1"/>
          </p:cNvSpPr>
          <p:nvPr>
            <p:ph type="body" sz="quarter" idx="25"/>
          </p:nvPr>
        </p:nvSpPr>
        <p:spPr>
          <a:xfrm>
            <a:off x="8097350"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9" name="Text Placeholder 30">
            <a:extLst>
              <a:ext uri="{FF2B5EF4-FFF2-40B4-BE49-F238E27FC236}">
                <a16:creationId xmlns:a16="http://schemas.microsoft.com/office/drawing/2014/main" id="{E8698B52-FB70-A72E-D78D-CA176B9E9274}"/>
              </a:ext>
            </a:extLst>
          </p:cNvPr>
          <p:cNvSpPr>
            <a:spLocks noGrp="1"/>
          </p:cNvSpPr>
          <p:nvPr>
            <p:ph type="body" sz="quarter" idx="29" hasCustomPrompt="1"/>
          </p:nvPr>
        </p:nvSpPr>
        <p:spPr>
          <a:xfrm>
            <a:off x="9996592"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6" name="Text Placeholder 43">
            <a:extLst>
              <a:ext uri="{FF2B5EF4-FFF2-40B4-BE49-F238E27FC236}">
                <a16:creationId xmlns:a16="http://schemas.microsoft.com/office/drawing/2014/main" id="{4915718C-0352-5306-2873-FA4B3CEC050D}"/>
              </a:ext>
            </a:extLst>
          </p:cNvPr>
          <p:cNvSpPr>
            <a:spLocks noGrp="1"/>
          </p:cNvSpPr>
          <p:nvPr>
            <p:ph type="body" sz="quarter" idx="26"/>
          </p:nvPr>
        </p:nvSpPr>
        <p:spPr>
          <a:xfrm>
            <a:off x="9996592"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37" name="Text Placeholder 30">
            <a:extLst>
              <a:ext uri="{FF2B5EF4-FFF2-40B4-BE49-F238E27FC236}">
                <a16:creationId xmlns:a16="http://schemas.microsoft.com/office/drawing/2014/main" id="{4A7A2D0C-59FF-6E64-7E59-CB2DD2E4E9EF}"/>
              </a:ext>
            </a:extLst>
          </p:cNvPr>
          <p:cNvSpPr>
            <a:spLocks noGrp="1"/>
          </p:cNvSpPr>
          <p:nvPr>
            <p:ph type="body" sz="quarter" idx="19"/>
          </p:nvPr>
        </p:nvSpPr>
        <p:spPr>
          <a:xfrm>
            <a:off x="6210434" y="4813737"/>
            <a:ext cx="3530600"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0" name="Text Placeholder 39">
            <a:extLst>
              <a:ext uri="{FF2B5EF4-FFF2-40B4-BE49-F238E27FC236}">
                <a16:creationId xmlns:a16="http://schemas.microsoft.com/office/drawing/2014/main" id="{0B704EC8-58FF-EF26-C73A-793CB6E991F7}"/>
              </a:ext>
            </a:extLst>
          </p:cNvPr>
          <p:cNvSpPr>
            <a:spLocks noGrp="1"/>
          </p:cNvSpPr>
          <p:nvPr>
            <p:ph type="body" sz="quarter" idx="21"/>
          </p:nvPr>
        </p:nvSpPr>
        <p:spPr>
          <a:xfrm>
            <a:off x="623411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41" name="Text Placeholder 39">
            <a:extLst>
              <a:ext uri="{FF2B5EF4-FFF2-40B4-BE49-F238E27FC236}">
                <a16:creationId xmlns:a16="http://schemas.microsoft.com/office/drawing/2014/main" id="{D8261159-5E0A-9E29-FB01-E298D1EB21F3}"/>
              </a:ext>
            </a:extLst>
          </p:cNvPr>
          <p:cNvSpPr>
            <a:spLocks noGrp="1"/>
          </p:cNvSpPr>
          <p:nvPr>
            <p:ph type="body" sz="quarter" idx="22"/>
          </p:nvPr>
        </p:nvSpPr>
        <p:spPr>
          <a:xfrm>
            <a:off x="811357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8" name="Text Placeholder 30">
            <a:extLst>
              <a:ext uri="{FF2B5EF4-FFF2-40B4-BE49-F238E27FC236}">
                <a16:creationId xmlns:a16="http://schemas.microsoft.com/office/drawing/2014/main" id="{92698414-2769-0F62-8C6D-677E45CC565E}"/>
              </a:ext>
            </a:extLst>
          </p:cNvPr>
          <p:cNvSpPr>
            <a:spLocks noGrp="1"/>
          </p:cNvSpPr>
          <p:nvPr>
            <p:ph type="body" sz="quarter" idx="20"/>
          </p:nvPr>
        </p:nvSpPr>
        <p:spPr>
          <a:xfrm>
            <a:off x="9996592" y="4813737"/>
            <a:ext cx="1632246"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2" name="Text Placeholder 39">
            <a:extLst>
              <a:ext uri="{FF2B5EF4-FFF2-40B4-BE49-F238E27FC236}">
                <a16:creationId xmlns:a16="http://schemas.microsoft.com/office/drawing/2014/main" id="{0DB1A218-C29A-46F6-7AF4-00BDBD1315B6}"/>
              </a:ext>
            </a:extLst>
          </p:cNvPr>
          <p:cNvSpPr>
            <a:spLocks noGrp="1"/>
          </p:cNvSpPr>
          <p:nvPr>
            <p:ph type="body" sz="quarter" idx="23"/>
          </p:nvPr>
        </p:nvSpPr>
        <p:spPr>
          <a:xfrm>
            <a:off x="9996592"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2">
            <a:extLst>
              <a:ext uri="{FF2B5EF4-FFF2-40B4-BE49-F238E27FC236}">
                <a16:creationId xmlns:a16="http://schemas.microsoft.com/office/drawing/2014/main" id="{AE8E4323-CFF6-B391-006E-9EF76EE21BDA}"/>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B6B0CE59-FD96-EE8E-27DA-A04146B442BF}"/>
              </a:ext>
              <a:ext uri="{C183D7F6-B498-43B3-948B-1728B52AA6E4}">
                <adec:decorative xmlns:adec="http://schemas.microsoft.com/office/drawing/2017/decorative" val="1"/>
              </a:ext>
            </a:extLst>
          </p:cNvPr>
          <p:cNvSpPr>
            <a:spLocks noGrp="1"/>
          </p:cNvSpPr>
          <p:nvPr>
            <p:ph type="dt" sz="half" idx="11"/>
          </p:nvPr>
        </p:nvSpPr>
        <p:spPr/>
        <p:txBody>
          <a:bodyPr/>
          <a:lstStyle/>
          <a:p>
            <a:fld id="{EDCB7403-3BEC-41FB-8685-4356821C5A54}" type="datetimeyyyy">
              <a:rPr lang="en-US" smtClean="0"/>
              <a:t>2025</a:t>
            </a:fld>
            <a:endParaRPr lang="en-US"/>
          </a:p>
        </p:txBody>
      </p:sp>
      <p:sp>
        <p:nvSpPr>
          <p:cNvPr id="5" name="Slide Number Placeholder 4">
            <a:extLst>
              <a:ext uri="{FF2B5EF4-FFF2-40B4-BE49-F238E27FC236}">
                <a16:creationId xmlns:a16="http://schemas.microsoft.com/office/drawing/2014/main" id="{39ED4119-12F7-B9E8-8CF0-BABCFDC2002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8044533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ient Story 2">
    <p:spTree>
      <p:nvGrpSpPr>
        <p:cNvPr id="1" name=""/>
        <p:cNvGrpSpPr/>
        <p:nvPr/>
      </p:nvGrpSpPr>
      <p:grpSpPr>
        <a:xfrm>
          <a:off x="0" y="0"/>
          <a:ext cx="0" cy="0"/>
          <a:chOff x="0" y="0"/>
          <a:chExt cx="0" cy="0"/>
        </a:xfrm>
      </p:grpSpPr>
      <p:sp>
        <p:nvSpPr>
          <p:cNvPr id="24" name="Picture Placeholder 25">
            <a:extLst>
              <a:ext uri="{FF2B5EF4-FFF2-40B4-BE49-F238E27FC236}">
                <a16:creationId xmlns:a16="http://schemas.microsoft.com/office/drawing/2014/main" id="{F59290A7-70C3-BCB6-9242-671EA21CA209}"/>
              </a:ext>
              <a:ext uri="{C183D7F6-B498-43B3-948B-1728B52AA6E4}">
                <adec:decorative xmlns:adec="http://schemas.microsoft.com/office/drawing/2017/decorative" val="1"/>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5" name="Title 1">
            <a:extLst>
              <a:ext uri="{FF2B5EF4-FFF2-40B4-BE49-F238E27FC236}">
                <a16:creationId xmlns:a16="http://schemas.microsoft.com/office/drawing/2014/main" id="{6BFB49F6-16B3-E139-059A-7C11BD17D22E}"/>
              </a:ext>
            </a:extLst>
          </p:cNvPr>
          <p:cNvSpPr>
            <a:spLocks noGrp="1"/>
          </p:cNvSpPr>
          <p:nvPr>
            <p:ph type="title"/>
          </p:nvPr>
        </p:nvSpPr>
        <p:spPr>
          <a:xfrm>
            <a:off x="571499" y="1231650"/>
            <a:ext cx="7285037" cy="837180"/>
          </a:xfrm>
        </p:spPr>
        <p:txBody>
          <a:bodyPr/>
          <a:lstStyle/>
          <a:p>
            <a:r>
              <a:rPr lang="en-US"/>
              <a:t>Click to edit Master title style</a:t>
            </a:r>
          </a:p>
        </p:txBody>
      </p:sp>
      <p:sp>
        <p:nvSpPr>
          <p:cNvPr id="21" name="Text Placeholder 11">
            <a:extLst>
              <a:ext uri="{FF2B5EF4-FFF2-40B4-BE49-F238E27FC236}">
                <a16:creationId xmlns:a16="http://schemas.microsoft.com/office/drawing/2014/main" id="{18AE4E22-5B33-79E7-C09D-EBD831947CE2}"/>
              </a:ext>
            </a:extLst>
          </p:cNvPr>
          <p:cNvSpPr>
            <a:spLocks noGrp="1"/>
          </p:cNvSpPr>
          <p:nvPr>
            <p:ph type="body" sz="quarter" idx="36"/>
          </p:nvPr>
        </p:nvSpPr>
        <p:spPr>
          <a:xfrm>
            <a:off x="571500" y="2286000"/>
            <a:ext cx="72898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Text Placeholder 44">
            <a:extLst>
              <a:ext uri="{FF2B5EF4-FFF2-40B4-BE49-F238E27FC236}">
                <a16:creationId xmlns:a16="http://schemas.microsoft.com/office/drawing/2014/main" id="{73BC812E-69B3-4089-6A8B-56A5EEB81FA4}"/>
              </a:ext>
            </a:extLst>
          </p:cNvPr>
          <p:cNvSpPr>
            <a:spLocks noGrp="1"/>
          </p:cNvSpPr>
          <p:nvPr>
            <p:ph type="body" sz="quarter" idx="23"/>
          </p:nvPr>
        </p:nvSpPr>
        <p:spPr>
          <a:xfrm>
            <a:off x="571497" y="2933700"/>
            <a:ext cx="2580469" cy="2728729"/>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34">
            <a:extLst>
              <a:ext uri="{FF2B5EF4-FFF2-40B4-BE49-F238E27FC236}">
                <a16:creationId xmlns:a16="http://schemas.microsoft.com/office/drawing/2014/main" id="{94E6D2A2-8162-13F6-769C-E5F56A7809D2}"/>
              </a:ext>
            </a:extLst>
          </p:cNvPr>
          <p:cNvSpPr>
            <a:spLocks noGrp="1"/>
          </p:cNvSpPr>
          <p:nvPr>
            <p:ph type="body" sz="quarter" idx="17"/>
          </p:nvPr>
        </p:nvSpPr>
        <p:spPr>
          <a:xfrm>
            <a:off x="571499" y="5879600"/>
            <a:ext cx="2580467"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7" name="Text Placeholder 34">
            <a:extLst>
              <a:ext uri="{FF2B5EF4-FFF2-40B4-BE49-F238E27FC236}">
                <a16:creationId xmlns:a16="http://schemas.microsoft.com/office/drawing/2014/main" id="{ACDD6796-4F48-7418-E2AA-C8C07F1A1401}"/>
              </a:ext>
            </a:extLst>
          </p:cNvPr>
          <p:cNvSpPr>
            <a:spLocks noGrp="1"/>
          </p:cNvSpPr>
          <p:nvPr>
            <p:ph type="body" sz="quarter" idx="30" hasCustomPrompt="1"/>
          </p:nvPr>
        </p:nvSpPr>
        <p:spPr>
          <a:xfrm>
            <a:off x="3390898" y="4120154"/>
            <a:ext cx="1651002"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Client</a:t>
            </a:r>
          </a:p>
        </p:txBody>
      </p:sp>
      <p:sp>
        <p:nvSpPr>
          <p:cNvPr id="42" name="Text Placeholder 44">
            <a:extLst>
              <a:ext uri="{FF2B5EF4-FFF2-40B4-BE49-F238E27FC236}">
                <a16:creationId xmlns:a16="http://schemas.microsoft.com/office/drawing/2014/main" id="{3C51105F-338A-E1AF-3049-2AFD1F66BBF5}"/>
              </a:ext>
            </a:extLst>
          </p:cNvPr>
          <p:cNvSpPr>
            <a:spLocks noGrp="1"/>
          </p:cNvSpPr>
          <p:nvPr>
            <p:ph type="body" sz="quarter" idx="33"/>
          </p:nvPr>
        </p:nvSpPr>
        <p:spPr>
          <a:xfrm>
            <a:off x="3390900" y="4475720"/>
            <a:ext cx="1651000"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4">
            <a:extLst>
              <a:ext uri="{FF2B5EF4-FFF2-40B4-BE49-F238E27FC236}">
                <a16:creationId xmlns:a16="http://schemas.microsoft.com/office/drawing/2014/main" id="{E07C5E31-361F-AAF7-02FF-F08D52AB59C5}"/>
              </a:ext>
            </a:extLst>
          </p:cNvPr>
          <p:cNvSpPr>
            <a:spLocks noGrp="1"/>
          </p:cNvSpPr>
          <p:nvPr>
            <p:ph type="body" sz="quarter" idx="31" hasCustomPrompt="1"/>
          </p:nvPr>
        </p:nvSpPr>
        <p:spPr>
          <a:xfrm>
            <a:off x="5280833" y="4120154"/>
            <a:ext cx="1640665"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Solutions</a:t>
            </a:r>
          </a:p>
        </p:txBody>
      </p:sp>
      <p:sp>
        <p:nvSpPr>
          <p:cNvPr id="43" name="Text Placeholder 44">
            <a:extLst>
              <a:ext uri="{FF2B5EF4-FFF2-40B4-BE49-F238E27FC236}">
                <a16:creationId xmlns:a16="http://schemas.microsoft.com/office/drawing/2014/main" id="{1D47B2D7-00E0-B307-8968-8B1BBB9A731A}"/>
              </a:ext>
            </a:extLst>
          </p:cNvPr>
          <p:cNvSpPr>
            <a:spLocks noGrp="1"/>
          </p:cNvSpPr>
          <p:nvPr>
            <p:ph type="body" sz="quarter" idx="34"/>
          </p:nvPr>
        </p:nvSpPr>
        <p:spPr>
          <a:xfrm>
            <a:off x="5280833" y="4475720"/>
            <a:ext cx="1640665"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34">
            <a:extLst>
              <a:ext uri="{FF2B5EF4-FFF2-40B4-BE49-F238E27FC236}">
                <a16:creationId xmlns:a16="http://schemas.microsoft.com/office/drawing/2014/main" id="{6F11AF7D-BDD0-BFDF-381B-A735A532C03F}"/>
              </a:ext>
            </a:extLst>
          </p:cNvPr>
          <p:cNvSpPr>
            <a:spLocks noGrp="1"/>
          </p:cNvSpPr>
          <p:nvPr>
            <p:ph type="body" sz="quarter" idx="32" hasCustomPrompt="1"/>
          </p:nvPr>
        </p:nvSpPr>
        <p:spPr>
          <a:xfrm>
            <a:off x="7160431" y="4120154"/>
            <a:ext cx="929469"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Platforms</a:t>
            </a:r>
          </a:p>
        </p:txBody>
      </p:sp>
      <p:sp>
        <p:nvSpPr>
          <p:cNvPr id="44" name="Text Placeholder 44">
            <a:extLst>
              <a:ext uri="{FF2B5EF4-FFF2-40B4-BE49-F238E27FC236}">
                <a16:creationId xmlns:a16="http://schemas.microsoft.com/office/drawing/2014/main" id="{2ECA239D-3E9B-FCA2-9CB4-5381EB0158C4}"/>
              </a:ext>
            </a:extLst>
          </p:cNvPr>
          <p:cNvSpPr>
            <a:spLocks noGrp="1"/>
          </p:cNvSpPr>
          <p:nvPr>
            <p:ph type="body" sz="quarter" idx="35"/>
          </p:nvPr>
        </p:nvSpPr>
        <p:spPr>
          <a:xfrm>
            <a:off x="7160431" y="4475720"/>
            <a:ext cx="929469"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p:txBody>
      </p:sp>
      <p:sp>
        <p:nvSpPr>
          <p:cNvPr id="29" name="Picture Placeholder 28">
            <a:extLst>
              <a:ext uri="{FF2B5EF4-FFF2-40B4-BE49-F238E27FC236}">
                <a16:creationId xmlns:a16="http://schemas.microsoft.com/office/drawing/2014/main" id="{B9BF247E-8504-5753-EE74-89AEB4906F9D}"/>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30036C98-D224-33A5-CA57-A6B814AF24E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D98ABE0-084B-6499-BF82-44BC2D53157A}"/>
              </a:ext>
              <a:ext uri="{C183D7F6-B498-43B3-948B-1728B52AA6E4}">
                <adec:decorative xmlns:adec="http://schemas.microsoft.com/office/drawing/2017/decorative" val="1"/>
              </a:ext>
            </a:extLst>
          </p:cNvPr>
          <p:cNvSpPr>
            <a:spLocks noGrp="1"/>
          </p:cNvSpPr>
          <p:nvPr>
            <p:ph type="dt" sz="half" idx="11"/>
          </p:nvPr>
        </p:nvSpPr>
        <p:spPr/>
        <p:txBody>
          <a:bodyPr/>
          <a:lstStyle/>
          <a:p>
            <a:fld id="{00B13694-B473-4F5E-AED6-34957C909A7E}" type="datetimeyyyy">
              <a:rPr lang="en-US" smtClean="0"/>
              <a:t>2025</a:t>
            </a:fld>
            <a:endParaRPr lang="en-US"/>
          </a:p>
        </p:txBody>
      </p:sp>
      <p:sp>
        <p:nvSpPr>
          <p:cNvPr id="5" name="Slide Number Placeholder 4">
            <a:extLst>
              <a:ext uri="{FF2B5EF4-FFF2-40B4-BE49-F238E27FC236}">
                <a16:creationId xmlns:a16="http://schemas.microsoft.com/office/drawing/2014/main" id="{A6DCA947-6913-4ED0-3265-B85B85E39F5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3910438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lient Story 3">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C9CB0EF8-9739-A055-6227-C4FEE56D4D34}"/>
              </a:ext>
              <a:ext uri="{C183D7F6-B498-43B3-948B-1728B52AA6E4}">
                <adec:decorative xmlns:adec="http://schemas.microsoft.com/office/drawing/2017/decorative" val="1"/>
              </a:ext>
            </a:extLst>
          </p:cNvPr>
          <p:cNvCxnSpPr>
            <a:cxnSpLocks/>
          </p:cNvCxnSpPr>
          <p:nvPr userDrawn="1"/>
        </p:nvCxnSpPr>
        <p:spPr>
          <a:xfrm>
            <a:off x="8108325"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7D55FC2-FC25-1311-881D-EDCDC483EDA3}"/>
              </a:ext>
              <a:ext uri="{C183D7F6-B498-43B3-948B-1728B52AA6E4}">
                <adec:decorative xmlns:adec="http://schemas.microsoft.com/office/drawing/2017/decorative" val="1"/>
              </a:ext>
            </a:extLst>
          </p:cNvPr>
          <p:cNvCxnSpPr>
            <a:cxnSpLocks/>
          </p:cNvCxnSpPr>
          <p:nvPr userDrawn="1"/>
        </p:nvCxnSpPr>
        <p:spPr>
          <a:xfrm>
            <a:off x="435210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E696873-FEE2-1010-2D15-2DBB91737768}"/>
              </a:ext>
              <a:ext uri="{C183D7F6-B498-43B3-948B-1728B52AA6E4}">
                <adec:decorative xmlns:adec="http://schemas.microsoft.com/office/drawing/2017/decorative" val="1"/>
              </a:ext>
            </a:extLst>
          </p:cNvPr>
          <p:cNvCxnSpPr>
            <a:cxnSpLocks/>
          </p:cNvCxnSpPr>
          <p:nvPr userDrawn="1"/>
        </p:nvCxnSpPr>
        <p:spPr>
          <a:xfrm>
            <a:off x="566117"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D2A5FE9-2E1A-216D-06E0-296FEF7A788B}"/>
              </a:ext>
              <a:ext uri="{C183D7F6-B498-43B3-948B-1728B52AA6E4}">
                <adec:decorative xmlns:adec="http://schemas.microsoft.com/office/drawing/2017/decorative" val="1"/>
              </a:ext>
            </a:extLst>
          </p:cNvPr>
          <p:cNvCxnSpPr>
            <a:cxnSpLocks/>
          </p:cNvCxnSpPr>
          <p:nvPr userDrawn="1"/>
        </p:nvCxnSpPr>
        <p:spPr>
          <a:xfrm>
            <a:off x="56611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25">
            <a:extLst>
              <a:ext uri="{FF2B5EF4-FFF2-40B4-BE49-F238E27FC236}">
                <a16:creationId xmlns:a16="http://schemas.microsoft.com/office/drawing/2014/main" id="{F5297918-2D87-A118-7987-B9798671E86E}"/>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31" name="Picture Placeholder 28">
            <a:extLst>
              <a:ext uri="{FF2B5EF4-FFF2-40B4-BE49-F238E27FC236}">
                <a16:creationId xmlns:a16="http://schemas.microsoft.com/office/drawing/2014/main" id="{13B4D4E1-343E-CB7D-C5C7-EF29CD8A7C89}"/>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882"/>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30" name="Title 1">
            <a:extLst>
              <a:ext uri="{FF2B5EF4-FFF2-40B4-BE49-F238E27FC236}">
                <a16:creationId xmlns:a16="http://schemas.microsoft.com/office/drawing/2014/main" id="{F52ABCF0-0F8D-82C1-53AA-ED3504C63710}"/>
              </a:ext>
            </a:extLst>
          </p:cNvPr>
          <p:cNvSpPr>
            <a:spLocks noGrp="1"/>
          </p:cNvSpPr>
          <p:nvPr>
            <p:ph type="title"/>
          </p:nvPr>
        </p:nvSpPr>
        <p:spPr>
          <a:xfrm>
            <a:off x="571499" y="1232328"/>
            <a:ext cx="4699001" cy="841248"/>
          </a:xfrm>
        </p:spPr>
        <p:txBody>
          <a:bodyPr/>
          <a:lstStyle/>
          <a:p>
            <a:r>
              <a:rPr lang="en-US"/>
              <a:t>Click to edit Master title style</a:t>
            </a:r>
          </a:p>
        </p:txBody>
      </p:sp>
      <p:sp>
        <p:nvSpPr>
          <p:cNvPr id="40" name="Text Placeholder 11">
            <a:extLst>
              <a:ext uri="{FF2B5EF4-FFF2-40B4-BE49-F238E27FC236}">
                <a16:creationId xmlns:a16="http://schemas.microsoft.com/office/drawing/2014/main" id="{DD7FD1ED-F16A-B697-16F7-D41D3060C301}"/>
              </a:ext>
            </a:extLst>
          </p:cNvPr>
          <p:cNvSpPr>
            <a:spLocks noGrp="1"/>
          </p:cNvSpPr>
          <p:nvPr>
            <p:ph type="body" sz="quarter" idx="35"/>
          </p:nvPr>
        </p:nvSpPr>
        <p:spPr>
          <a:xfrm>
            <a:off x="571500" y="2286000"/>
            <a:ext cx="4699000" cy="457200"/>
          </a:xfrm>
        </p:spPr>
        <p:txBody>
          <a:bodyPr/>
          <a:lstStyle>
            <a:lvl1pPr marL="0" indent="0">
              <a:lnSpc>
                <a:spcPct val="90000"/>
              </a:lnSpc>
              <a:buNone/>
              <a:defRPr sz="14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2" name="Text Placeholder 34">
            <a:extLst>
              <a:ext uri="{FF2B5EF4-FFF2-40B4-BE49-F238E27FC236}">
                <a16:creationId xmlns:a16="http://schemas.microsoft.com/office/drawing/2014/main" id="{4E47228C-5915-0FE3-0377-2D713CBC7338}"/>
              </a:ext>
            </a:extLst>
          </p:cNvPr>
          <p:cNvSpPr>
            <a:spLocks noGrp="1"/>
          </p:cNvSpPr>
          <p:nvPr>
            <p:ph type="body" sz="quarter" idx="30" hasCustomPrompt="1"/>
          </p:nvPr>
        </p:nvSpPr>
        <p:spPr>
          <a:xfrm>
            <a:off x="571500"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Why</a:t>
            </a:r>
          </a:p>
        </p:txBody>
      </p:sp>
      <p:sp>
        <p:nvSpPr>
          <p:cNvPr id="35" name="Text Placeholder 44">
            <a:extLst>
              <a:ext uri="{FF2B5EF4-FFF2-40B4-BE49-F238E27FC236}">
                <a16:creationId xmlns:a16="http://schemas.microsoft.com/office/drawing/2014/main" id="{625A3377-53FB-6855-BDCA-183857C094D6}"/>
              </a:ext>
            </a:extLst>
          </p:cNvPr>
          <p:cNvSpPr>
            <a:spLocks noGrp="1"/>
          </p:cNvSpPr>
          <p:nvPr>
            <p:ph type="body" sz="quarter" idx="23"/>
          </p:nvPr>
        </p:nvSpPr>
        <p:spPr>
          <a:xfrm>
            <a:off x="571497" y="3329837"/>
            <a:ext cx="2814017" cy="2332591"/>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34">
            <a:extLst>
              <a:ext uri="{FF2B5EF4-FFF2-40B4-BE49-F238E27FC236}">
                <a16:creationId xmlns:a16="http://schemas.microsoft.com/office/drawing/2014/main" id="{DCFEDDC6-F8EC-0D1A-7A95-4857D03A9E6C}"/>
              </a:ext>
            </a:extLst>
          </p:cNvPr>
          <p:cNvSpPr>
            <a:spLocks noGrp="1"/>
          </p:cNvSpPr>
          <p:nvPr>
            <p:ph type="body" sz="quarter" idx="31" hasCustomPrompt="1"/>
          </p:nvPr>
        </p:nvSpPr>
        <p:spPr>
          <a:xfrm>
            <a:off x="4337317"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What</a:t>
            </a:r>
          </a:p>
        </p:txBody>
      </p:sp>
      <p:sp>
        <p:nvSpPr>
          <p:cNvPr id="37" name="Text Placeholder 44">
            <a:extLst>
              <a:ext uri="{FF2B5EF4-FFF2-40B4-BE49-F238E27FC236}">
                <a16:creationId xmlns:a16="http://schemas.microsoft.com/office/drawing/2014/main" id="{95D00069-6290-0029-DA84-7D4F4C201387}"/>
              </a:ext>
            </a:extLst>
          </p:cNvPr>
          <p:cNvSpPr>
            <a:spLocks noGrp="1"/>
          </p:cNvSpPr>
          <p:nvPr>
            <p:ph type="body" sz="quarter" idx="33"/>
          </p:nvPr>
        </p:nvSpPr>
        <p:spPr>
          <a:xfrm>
            <a:off x="4337317"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4">
            <a:extLst>
              <a:ext uri="{FF2B5EF4-FFF2-40B4-BE49-F238E27FC236}">
                <a16:creationId xmlns:a16="http://schemas.microsoft.com/office/drawing/2014/main" id="{99E42E70-6B26-F41D-4C4C-973CF011A7CD}"/>
              </a:ext>
            </a:extLst>
          </p:cNvPr>
          <p:cNvSpPr>
            <a:spLocks noGrp="1"/>
          </p:cNvSpPr>
          <p:nvPr>
            <p:ph type="body" sz="quarter" idx="32" hasCustomPrompt="1"/>
          </p:nvPr>
        </p:nvSpPr>
        <p:spPr>
          <a:xfrm>
            <a:off x="8098994"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Wow</a:t>
            </a:r>
          </a:p>
        </p:txBody>
      </p:sp>
      <p:sp>
        <p:nvSpPr>
          <p:cNvPr id="38" name="Text Placeholder 44">
            <a:extLst>
              <a:ext uri="{FF2B5EF4-FFF2-40B4-BE49-F238E27FC236}">
                <a16:creationId xmlns:a16="http://schemas.microsoft.com/office/drawing/2014/main" id="{5F1C306B-6778-A862-057F-A596F5708323}"/>
              </a:ext>
            </a:extLst>
          </p:cNvPr>
          <p:cNvSpPr>
            <a:spLocks noGrp="1"/>
          </p:cNvSpPr>
          <p:nvPr>
            <p:ph type="body" sz="quarter" idx="34"/>
          </p:nvPr>
        </p:nvSpPr>
        <p:spPr>
          <a:xfrm>
            <a:off x="8098994"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4">
            <a:extLst>
              <a:ext uri="{FF2B5EF4-FFF2-40B4-BE49-F238E27FC236}">
                <a16:creationId xmlns:a16="http://schemas.microsoft.com/office/drawing/2014/main" id="{C41AABE2-EE86-8EE5-B351-2F0D94AC111B}"/>
              </a:ext>
            </a:extLst>
          </p:cNvPr>
          <p:cNvSpPr>
            <a:spLocks noGrp="1"/>
          </p:cNvSpPr>
          <p:nvPr>
            <p:ph type="body" sz="quarter" idx="17"/>
          </p:nvPr>
        </p:nvSpPr>
        <p:spPr>
          <a:xfrm>
            <a:off x="571500" y="5879600"/>
            <a:ext cx="2231134"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 name="Footer Placeholder 2">
            <a:extLst>
              <a:ext uri="{FF2B5EF4-FFF2-40B4-BE49-F238E27FC236}">
                <a16:creationId xmlns:a16="http://schemas.microsoft.com/office/drawing/2014/main" id="{0D75BED6-89F2-2FE6-C8BB-DCF2CF86042E}"/>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0B703584-C487-B34F-2B5C-F9A9969CD5E8}"/>
              </a:ext>
              <a:ext uri="{C183D7F6-B498-43B3-948B-1728B52AA6E4}">
                <adec:decorative xmlns:adec="http://schemas.microsoft.com/office/drawing/2017/decorative" val="1"/>
              </a:ext>
            </a:extLst>
          </p:cNvPr>
          <p:cNvSpPr>
            <a:spLocks noGrp="1"/>
          </p:cNvSpPr>
          <p:nvPr>
            <p:ph type="dt" sz="half" idx="11"/>
          </p:nvPr>
        </p:nvSpPr>
        <p:spPr/>
        <p:txBody>
          <a:bodyPr/>
          <a:lstStyle/>
          <a:p>
            <a:fld id="{C99E96F2-1A31-48EF-9DB9-7D559E5AC5CD}" type="datetimeyyyy">
              <a:rPr lang="en-US" smtClean="0"/>
              <a:t>2025</a:t>
            </a:fld>
            <a:endParaRPr lang="en-US"/>
          </a:p>
        </p:txBody>
      </p:sp>
      <p:sp>
        <p:nvSpPr>
          <p:cNvPr id="5" name="Slide Number Placeholder 4">
            <a:extLst>
              <a:ext uri="{FF2B5EF4-FFF2-40B4-BE49-F238E27FC236}">
                <a16:creationId xmlns:a16="http://schemas.microsoft.com/office/drawing/2014/main" id="{9BEFD26E-5268-A28D-B7DC-884BB2EB825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7061479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sultant Profil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4F88508-6093-78DA-EC40-1090B8A18CE5}"/>
              </a:ext>
              <a:ext uri="{C183D7F6-B498-43B3-948B-1728B52AA6E4}">
                <adec:decorative xmlns:adec="http://schemas.microsoft.com/office/drawing/2017/decorative" val="1"/>
              </a:ext>
            </a:extLst>
          </p:cNvPr>
          <p:cNvSpPr>
            <a:spLocks noGrp="1"/>
          </p:cNvSpPr>
          <p:nvPr>
            <p:ph type="pic" sz="quarter" idx="13"/>
          </p:nvPr>
        </p:nvSpPr>
        <p:spPr>
          <a:xfrm>
            <a:off x="571501" y="571500"/>
            <a:ext cx="1865376" cy="1865376"/>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a:lvl1pPr>
          </a:lstStyle>
          <a:p>
            <a:r>
              <a:rPr lang="en-US"/>
              <a:t>Click icon to add picture</a:t>
            </a:r>
          </a:p>
        </p:txBody>
      </p:sp>
      <p:cxnSp>
        <p:nvCxnSpPr>
          <p:cNvPr id="12" name="Straight Connector 11">
            <a:extLst>
              <a:ext uri="{FF2B5EF4-FFF2-40B4-BE49-F238E27FC236}">
                <a16:creationId xmlns:a16="http://schemas.microsoft.com/office/drawing/2014/main" id="{448F380C-D9F2-AC7E-CC4B-ACF105A8DA0F}"/>
              </a:ext>
              <a:ext uri="{C183D7F6-B498-43B3-948B-1728B52AA6E4}">
                <adec:decorative xmlns:adec="http://schemas.microsoft.com/office/drawing/2017/decorative" val="1"/>
              </a:ext>
            </a:extLst>
          </p:cNvPr>
          <p:cNvCxnSpPr>
            <a:cxnSpLocks/>
          </p:cNvCxnSpPr>
          <p:nvPr userDrawn="1"/>
        </p:nvCxnSpPr>
        <p:spPr>
          <a:xfrm flipH="1">
            <a:off x="9969499" y="1377682"/>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2DB5DF-F1EF-1BD1-2308-31D13FF94952}"/>
              </a:ext>
              <a:ext uri="{C183D7F6-B498-43B3-948B-1728B52AA6E4}">
                <adec:decorative xmlns:adec="http://schemas.microsoft.com/office/drawing/2017/decorative" val="1"/>
              </a:ext>
            </a:extLst>
          </p:cNvPr>
          <p:cNvCxnSpPr>
            <a:cxnSpLocks/>
          </p:cNvCxnSpPr>
          <p:nvPr userDrawn="1"/>
        </p:nvCxnSpPr>
        <p:spPr>
          <a:xfrm flipH="1">
            <a:off x="5272527" y="1374871"/>
            <a:ext cx="3766445" cy="1"/>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E54A77A-3D12-63EA-66F3-ED1B3850380D}"/>
              </a:ext>
            </a:extLst>
          </p:cNvPr>
          <p:cNvSpPr>
            <a:spLocks noGrp="1"/>
          </p:cNvSpPr>
          <p:nvPr>
            <p:ph type="title" hasCustomPrompt="1"/>
          </p:nvPr>
        </p:nvSpPr>
        <p:spPr>
          <a:xfrm>
            <a:off x="567943" y="2741195"/>
            <a:ext cx="3740914" cy="990600"/>
          </a:xfrm>
        </p:spPr>
        <p:txBody>
          <a:bodyPr anchor="b"/>
          <a:lstStyle>
            <a:lvl1pPr>
              <a:defRPr/>
            </a:lvl1pPr>
          </a:lstStyle>
          <a:p>
            <a:r>
              <a:rPr lang="en-US" err="1"/>
              <a:t>Firstname</a:t>
            </a:r>
            <a:r>
              <a:rPr lang="en-US"/>
              <a:t> </a:t>
            </a:r>
            <a:r>
              <a:rPr lang="en-US" err="1"/>
              <a:t>Lastname</a:t>
            </a:r>
            <a:endParaRPr lang="en-US"/>
          </a:p>
        </p:txBody>
      </p:sp>
      <p:sp>
        <p:nvSpPr>
          <p:cNvPr id="21" name="Text Placeholder 20">
            <a:extLst>
              <a:ext uri="{FF2B5EF4-FFF2-40B4-BE49-F238E27FC236}">
                <a16:creationId xmlns:a16="http://schemas.microsoft.com/office/drawing/2014/main" id="{1188EF8E-2193-0355-E7DC-3D4D323EB293}"/>
              </a:ext>
            </a:extLst>
          </p:cNvPr>
          <p:cNvSpPr>
            <a:spLocks noGrp="1"/>
          </p:cNvSpPr>
          <p:nvPr>
            <p:ph type="body" sz="quarter" idx="14"/>
          </p:nvPr>
        </p:nvSpPr>
        <p:spPr>
          <a:xfrm>
            <a:off x="571500" y="3924297"/>
            <a:ext cx="3740914"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5">
            <a:extLst>
              <a:ext uri="{FF2B5EF4-FFF2-40B4-BE49-F238E27FC236}">
                <a16:creationId xmlns:a16="http://schemas.microsoft.com/office/drawing/2014/main" id="{EA1F67B3-9AE4-394F-690C-1A721AF84FDE}"/>
              </a:ext>
            </a:extLst>
          </p:cNvPr>
          <p:cNvSpPr>
            <a:spLocks noGrp="1"/>
          </p:cNvSpPr>
          <p:nvPr>
            <p:ph type="body" sz="quarter" idx="17" hasCustomPrompt="1"/>
          </p:nvPr>
        </p:nvSpPr>
        <p:spPr>
          <a:xfrm>
            <a:off x="5272527" y="571500"/>
            <a:ext cx="3757173" cy="622028"/>
          </a:xfrm>
        </p:spPr>
        <p:txBody>
          <a:bodyPr anchor="b"/>
          <a:lstStyle>
            <a:lvl1pPr marL="0" indent="0">
              <a:buNone/>
              <a:defRPr sz="1200" b="1" cap="all" spc="150" baseline="0">
                <a:solidFill>
                  <a:schemeClr val="accent1"/>
                </a:solidFill>
              </a:defRPr>
            </a:lvl1pPr>
            <a:lvl2pPr marL="227012" indent="0">
              <a:buNone/>
              <a:defRPr/>
            </a:lvl2pPr>
          </a:lstStyle>
          <a:p>
            <a:pPr lvl="0"/>
            <a:r>
              <a:rPr lang="en-US"/>
              <a:t>Relevant experience</a:t>
            </a:r>
          </a:p>
        </p:txBody>
      </p:sp>
      <p:sp>
        <p:nvSpPr>
          <p:cNvPr id="23" name="Text Placeholder 22">
            <a:extLst>
              <a:ext uri="{FF2B5EF4-FFF2-40B4-BE49-F238E27FC236}">
                <a16:creationId xmlns:a16="http://schemas.microsoft.com/office/drawing/2014/main" id="{B406DB24-9BAB-801B-17BA-45ECF4C90F9C}"/>
              </a:ext>
            </a:extLst>
          </p:cNvPr>
          <p:cNvSpPr>
            <a:spLocks noGrp="1"/>
          </p:cNvSpPr>
          <p:nvPr>
            <p:ph type="body" sz="quarter" idx="15"/>
          </p:nvPr>
        </p:nvSpPr>
        <p:spPr>
          <a:xfrm>
            <a:off x="5273675" y="1562100"/>
            <a:ext cx="3765297" cy="4533896"/>
          </a:xfrm>
        </p:spPr>
        <p:txBody>
          <a:bodyPr/>
          <a:lstStyle>
            <a:lvl1pPr marL="120650" indent="-120650">
              <a:defRPr sz="1000"/>
            </a:lvl1pPr>
            <a:lvl2pPr marL="403225" indent="-176213">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5">
            <a:extLst>
              <a:ext uri="{FF2B5EF4-FFF2-40B4-BE49-F238E27FC236}">
                <a16:creationId xmlns:a16="http://schemas.microsoft.com/office/drawing/2014/main" id="{44272DFB-858B-3160-31AA-257667556531}"/>
              </a:ext>
            </a:extLst>
          </p:cNvPr>
          <p:cNvSpPr>
            <a:spLocks noGrp="1"/>
          </p:cNvSpPr>
          <p:nvPr>
            <p:ph type="body" sz="quarter" idx="18" hasCustomPrompt="1"/>
          </p:nvPr>
        </p:nvSpPr>
        <p:spPr>
          <a:xfrm>
            <a:off x="9984258" y="571500"/>
            <a:ext cx="1620267" cy="622022"/>
          </a:xfrm>
        </p:spPr>
        <p:txBody>
          <a:bodyPr anchor="b"/>
          <a:lstStyle>
            <a:lvl1pPr marL="0" indent="0">
              <a:buNone/>
              <a:defRPr sz="1200" b="1" cap="all" spc="150" baseline="0">
                <a:solidFill>
                  <a:schemeClr val="accent1"/>
                </a:solidFill>
              </a:defRPr>
            </a:lvl1pPr>
            <a:lvl2pPr marL="227012" indent="0">
              <a:buNone/>
              <a:defRPr/>
            </a:lvl2pPr>
          </a:lstStyle>
          <a:p>
            <a:pPr lvl="0"/>
            <a:r>
              <a:rPr lang="en-US"/>
              <a:t>Skills</a:t>
            </a:r>
          </a:p>
        </p:txBody>
      </p:sp>
      <p:sp>
        <p:nvSpPr>
          <p:cNvPr id="24" name="Text Placeholder 22">
            <a:extLst>
              <a:ext uri="{FF2B5EF4-FFF2-40B4-BE49-F238E27FC236}">
                <a16:creationId xmlns:a16="http://schemas.microsoft.com/office/drawing/2014/main" id="{4CD92990-27E5-6EF1-B05C-48005CB63B1F}"/>
              </a:ext>
            </a:extLst>
          </p:cNvPr>
          <p:cNvSpPr>
            <a:spLocks noGrp="1"/>
          </p:cNvSpPr>
          <p:nvPr>
            <p:ph type="body" sz="quarter" idx="16"/>
          </p:nvPr>
        </p:nvSpPr>
        <p:spPr>
          <a:xfrm>
            <a:off x="9984258" y="1562100"/>
            <a:ext cx="1620267" cy="4533896"/>
          </a:xfrm>
        </p:spPr>
        <p:txBody>
          <a:bodyPr/>
          <a:lstStyle>
            <a:lvl1pPr marL="120650" indent="-120650">
              <a:defRPr sz="1000"/>
            </a:lvl1pPr>
            <a:lvl2pPr marL="403225" indent="-176213">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75C91D87-AF4A-FFD7-017B-CA0304C1C90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2902595-FEAC-6B1C-4520-58B29666C7E0}"/>
              </a:ext>
              <a:ext uri="{C183D7F6-B498-43B3-948B-1728B52AA6E4}">
                <adec:decorative xmlns:adec="http://schemas.microsoft.com/office/drawing/2017/decorative" val="1"/>
              </a:ext>
            </a:extLst>
          </p:cNvPr>
          <p:cNvSpPr>
            <a:spLocks noGrp="1"/>
          </p:cNvSpPr>
          <p:nvPr>
            <p:ph type="dt" sz="half" idx="11"/>
          </p:nvPr>
        </p:nvSpPr>
        <p:spPr/>
        <p:txBody>
          <a:bodyPr/>
          <a:lstStyle/>
          <a:p>
            <a:fld id="{2A25A080-1792-4392-BE38-5E620E52C462}" type="datetimeyyyy">
              <a:rPr lang="en-US" smtClean="0"/>
              <a:t>2025</a:t>
            </a:fld>
            <a:endParaRPr lang="en-US"/>
          </a:p>
        </p:txBody>
      </p:sp>
      <p:sp>
        <p:nvSpPr>
          <p:cNvPr id="5" name="Slide Number Placeholder 4">
            <a:extLst>
              <a:ext uri="{FF2B5EF4-FFF2-40B4-BE49-F238E27FC236}">
                <a16:creationId xmlns:a16="http://schemas.microsoft.com/office/drawing/2014/main" id="{FB782E6F-431A-7665-4546-3ED0A1E01C1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983733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wo image w/ squar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C273D-5BD8-E7E1-85A0-178676E45CC2}"/>
              </a:ext>
              <a:ext uri="{C183D7F6-B498-43B3-948B-1728B52AA6E4}">
                <adec:decorative xmlns:adec="http://schemas.microsoft.com/office/drawing/2017/decorative" val="1"/>
              </a:ext>
            </a:extLst>
          </p:cNvPr>
          <p:cNvSpPr/>
          <p:nvPr userDrawn="1"/>
        </p:nvSpPr>
        <p:spPr>
          <a:xfrm>
            <a:off x="0" y="0"/>
            <a:ext cx="6096000" cy="3562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Text Placeholder 16">
            <a:extLst>
              <a:ext uri="{FF2B5EF4-FFF2-40B4-BE49-F238E27FC236}">
                <a16:creationId xmlns:a16="http://schemas.microsoft.com/office/drawing/2014/main" id="{D098AB90-6E8A-85D3-32C9-317E798AFDFA}"/>
              </a:ext>
            </a:extLst>
          </p:cNvPr>
          <p:cNvSpPr>
            <a:spLocks noGrp="1"/>
          </p:cNvSpPr>
          <p:nvPr>
            <p:ph type="body" sz="quarter" idx="16"/>
          </p:nvPr>
        </p:nvSpPr>
        <p:spPr>
          <a:xfrm>
            <a:off x="1282700" y="557170"/>
            <a:ext cx="3759200" cy="495017"/>
          </a:xfrm>
        </p:spPr>
        <p:txBody>
          <a:bodyPr anchor="b"/>
          <a:lstStyle>
            <a:lvl1pPr marL="0" indent="0">
              <a:lnSpc>
                <a:spcPct val="90000"/>
              </a:lnSpc>
              <a:buNone/>
              <a:defRPr sz="1200" b="1" cap="all" spc="150" baseline="0">
                <a:solidFill>
                  <a:schemeClr val="bg1"/>
                </a:solidFill>
              </a:defRPr>
            </a:lvl1pPr>
          </a:lstStyle>
          <a:p>
            <a:pPr lvl="0"/>
            <a:r>
              <a:rPr lang="en-US"/>
              <a:t>Click to edit Master text styles</a:t>
            </a:r>
          </a:p>
        </p:txBody>
      </p:sp>
      <p:sp>
        <p:nvSpPr>
          <p:cNvPr id="17" name="Text Placeholder 16">
            <a:extLst>
              <a:ext uri="{FF2B5EF4-FFF2-40B4-BE49-F238E27FC236}">
                <a16:creationId xmlns:a16="http://schemas.microsoft.com/office/drawing/2014/main" id="{8AAD0F4C-FFBB-CC2D-83A4-15B41626479B}"/>
              </a:ext>
            </a:extLst>
          </p:cNvPr>
          <p:cNvSpPr>
            <a:spLocks noGrp="1"/>
          </p:cNvSpPr>
          <p:nvPr>
            <p:ph type="body" sz="quarter" idx="15"/>
          </p:nvPr>
        </p:nvSpPr>
        <p:spPr>
          <a:xfrm>
            <a:off x="1282700" y="1235034"/>
            <a:ext cx="3759200" cy="1508166"/>
          </a:xfrm>
        </p:spPr>
        <p:txBody>
          <a:bodyPr/>
          <a:lstStyle>
            <a:lvl1pPr marL="0" indent="0">
              <a:buNone/>
              <a:defRPr sz="2200">
                <a:solidFill>
                  <a:schemeClr val="bg1"/>
                </a:solidFill>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297F2D4D-AB7F-7B88-CCF6-E5F697F5CAED}"/>
              </a:ext>
              <a:ext uri="{C183D7F6-B498-43B3-948B-1728B52AA6E4}">
                <adec:decorative xmlns:adec="http://schemas.microsoft.com/office/drawing/2017/decorative" val="0"/>
              </a:ext>
            </a:extLst>
          </p:cNvPr>
          <p:cNvSpPr>
            <a:spLocks noGrp="1"/>
          </p:cNvSpPr>
          <p:nvPr>
            <p:ph type="pic" sz="quarter" idx="14"/>
          </p:nvPr>
        </p:nvSpPr>
        <p:spPr>
          <a:xfrm>
            <a:off x="6096000" y="0"/>
            <a:ext cx="6102395" cy="3429000"/>
          </a:xfrm>
          <a:custGeom>
            <a:avLst/>
            <a:gdLst>
              <a:gd name="connsiteX0" fmla="*/ 0 w 6121605"/>
              <a:gd name="connsiteY0" fmla="*/ 0 h 3429000"/>
              <a:gd name="connsiteX1" fmla="*/ 6121605 w 6121605"/>
              <a:gd name="connsiteY1" fmla="*/ 0 h 3429000"/>
              <a:gd name="connsiteX2" fmla="*/ 6121605 w 6121605"/>
              <a:gd name="connsiteY2" fmla="*/ 2857489 h 3429000"/>
              <a:gd name="connsiteX3" fmla="*/ 5548895 w 6121605"/>
              <a:gd name="connsiteY3" fmla="*/ 3429000 h 3429000"/>
              <a:gd name="connsiteX4" fmla="*/ 0 w 6121605"/>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1605" h="3429000">
                <a:moveTo>
                  <a:pt x="0" y="0"/>
                </a:moveTo>
                <a:lnTo>
                  <a:pt x="6121605" y="0"/>
                </a:lnTo>
                <a:lnTo>
                  <a:pt x="6121605" y="2857489"/>
                </a:lnTo>
                <a:cubicBezTo>
                  <a:pt x="6121605" y="3173126"/>
                  <a:pt x="5865194" y="3429000"/>
                  <a:pt x="5548895" y="3429000"/>
                </a:cubicBezTo>
                <a:lnTo>
                  <a:pt x="0" y="3429000"/>
                </a:lnTo>
                <a:close/>
              </a:path>
            </a:pathLst>
          </a:custGeom>
        </p:spPr>
        <p:txBody>
          <a:bodyPr wrap="square">
            <a:noAutofit/>
          </a:bodyPr>
          <a:lstStyle/>
          <a:p>
            <a:r>
              <a:rPr lang="en-US"/>
              <a:t>Click icon to add picture</a:t>
            </a:r>
          </a:p>
        </p:txBody>
      </p:sp>
      <p:sp>
        <p:nvSpPr>
          <p:cNvPr id="12" name="Picture Placeholder 11">
            <a:extLst>
              <a:ext uri="{FF2B5EF4-FFF2-40B4-BE49-F238E27FC236}">
                <a16:creationId xmlns:a16="http://schemas.microsoft.com/office/drawing/2014/main" id="{B5409D05-3C98-D050-0D6F-2A2628CDF15A}"/>
              </a:ext>
              <a:ext uri="{C183D7F6-B498-43B3-948B-1728B52AA6E4}">
                <adec:decorative xmlns:adec="http://schemas.microsoft.com/office/drawing/2017/decorative" val="0"/>
              </a:ext>
            </a:extLst>
          </p:cNvPr>
          <p:cNvSpPr>
            <a:spLocks noGrp="1"/>
          </p:cNvSpPr>
          <p:nvPr>
            <p:ph type="pic" sz="quarter" idx="13"/>
          </p:nvPr>
        </p:nvSpPr>
        <p:spPr>
          <a:xfrm>
            <a:off x="0" y="3429000"/>
            <a:ext cx="6096000" cy="3436938"/>
          </a:xfrm>
        </p:spPr>
        <p:txBody>
          <a:bodyPr/>
          <a:lstStyle/>
          <a:p>
            <a:r>
              <a:rPr lang="en-US"/>
              <a:t>Click icon to add picture</a:t>
            </a:r>
          </a:p>
        </p:txBody>
      </p:sp>
      <p:sp>
        <p:nvSpPr>
          <p:cNvPr id="20" name="Text Placeholder 16">
            <a:extLst>
              <a:ext uri="{FF2B5EF4-FFF2-40B4-BE49-F238E27FC236}">
                <a16:creationId xmlns:a16="http://schemas.microsoft.com/office/drawing/2014/main" id="{4D365ABC-5996-98B8-0B33-725C6CAD5839}"/>
              </a:ext>
            </a:extLst>
          </p:cNvPr>
          <p:cNvSpPr>
            <a:spLocks noGrp="1"/>
          </p:cNvSpPr>
          <p:nvPr>
            <p:ph type="body" sz="quarter" idx="18"/>
          </p:nvPr>
        </p:nvSpPr>
        <p:spPr>
          <a:xfrm>
            <a:off x="7150100" y="4114800"/>
            <a:ext cx="3759200" cy="292165"/>
          </a:xfrm>
        </p:spPr>
        <p:txBody>
          <a:bodyPr anchor="b"/>
          <a:lstStyle>
            <a:lvl1pPr marL="0" indent="0">
              <a:lnSpc>
                <a:spcPct val="90000"/>
              </a:lnSpc>
              <a:buNone/>
              <a:defRPr sz="1200" b="1" cap="all" spc="150" baseline="0">
                <a:solidFill>
                  <a:schemeClr val="accent1"/>
                </a:solidFill>
              </a:defRPr>
            </a:lvl1pPr>
          </a:lstStyle>
          <a:p>
            <a:pPr lvl="0"/>
            <a:r>
              <a:rPr lang="en-US"/>
              <a:t>Click to edit Master text styles</a:t>
            </a:r>
          </a:p>
        </p:txBody>
      </p:sp>
      <p:sp>
        <p:nvSpPr>
          <p:cNvPr id="19" name="Text Placeholder 16">
            <a:extLst>
              <a:ext uri="{FF2B5EF4-FFF2-40B4-BE49-F238E27FC236}">
                <a16:creationId xmlns:a16="http://schemas.microsoft.com/office/drawing/2014/main" id="{51D26A1B-AE8E-5DFA-85FE-D7D5C971C935}"/>
              </a:ext>
            </a:extLst>
          </p:cNvPr>
          <p:cNvSpPr>
            <a:spLocks noGrp="1"/>
          </p:cNvSpPr>
          <p:nvPr>
            <p:ph type="body" sz="quarter" idx="17"/>
          </p:nvPr>
        </p:nvSpPr>
        <p:spPr>
          <a:xfrm>
            <a:off x="7150100" y="4589811"/>
            <a:ext cx="3759200" cy="1696687"/>
          </a:xfrm>
        </p:spPr>
        <p:txBody>
          <a:bodyPr/>
          <a:lstStyle>
            <a:lvl1pPr marL="0" indent="0">
              <a:buNone/>
              <a:defRPr sz="2200"/>
            </a:lvl1pPr>
          </a:lstStyle>
          <a:p>
            <a:pPr lvl="0"/>
            <a:r>
              <a:rPr lang="en-US"/>
              <a:t>Click to edit Master text styles</a:t>
            </a:r>
          </a:p>
        </p:txBody>
      </p:sp>
      <p:sp>
        <p:nvSpPr>
          <p:cNvPr id="3" name="Footer Placeholder 2">
            <a:extLst>
              <a:ext uri="{FF2B5EF4-FFF2-40B4-BE49-F238E27FC236}">
                <a16:creationId xmlns:a16="http://schemas.microsoft.com/office/drawing/2014/main" id="{D109148D-2336-4FD5-7678-BEC7A9C269E4}"/>
              </a:ext>
              <a:ext uri="{C183D7F6-B498-43B3-948B-1728B52AA6E4}">
                <adec:decorative xmlns:adec="http://schemas.microsoft.com/office/drawing/2017/decorative" val="1"/>
              </a:ext>
            </a:extLst>
          </p:cNvPr>
          <p:cNvSpPr>
            <a:spLocks noGrp="1"/>
          </p:cNvSpPr>
          <p:nvPr>
            <p:ph type="ftr" sz="quarter" idx="10"/>
          </p:nvPr>
        </p:nvSpPr>
        <p:spPr>
          <a:xfrm>
            <a:off x="1645217" y="6503670"/>
            <a:ext cx="4023360" cy="137160"/>
          </a:xfrm>
        </p:spPr>
        <p:txBody>
          <a:bodyPr/>
          <a:lstStyle>
            <a:lvl1pPr>
              <a:defRPr>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9AE54A5D-BF91-532F-80BF-59D69DE99078}"/>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2"/>
                </a:solidFill>
              </a:defRPr>
            </a:lvl1pPr>
          </a:lstStyle>
          <a:p>
            <a:fld id="{AC09F21D-86C0-48B1-8956-21A994161978}" type="datetimeyyyy">
              <a:rPr lang="en-US" smtClean="0"/>
              <a:t>2025</a:t>
            </a:fld>
            <a:endParaRPr lang="en-US"/>
          </a:p>
        </p:txBody>
      </p:sp>
      <p:sp>
        <p:nvSpPr>
          <p:cNvPr id="5" name="Slide Number Placeholder 4">
            <a:extLst>
              <a:ext uri="{FF2B5EF4-FFF2-40B4-BE49-F238E27FC236}">
                <a16:creationId xmlns:a16="http://schemas.microsoft.com/office/drawing/2014/main" id="{9B30DC17-FAF7-CEE9-ACB8-56A8FF40F77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7" name="Text Placeholder 28">
            <a:extLst>
              <a:ext uri="{FF2B5EF4-FFF2-40B4-BE49-F238E27FC236}">
                <a16:creationId xmlns:a16="http://schemas.microsoft.com/office/drawing/2014/main" id="{7E377AD8-A33C-6129-93D3-533202357423}"/>
              </a:ext>
              <a:ext uri="{C183D7F6-B498-43B3-948B-1728B52AA6E4}">
                <adec:decorative xmlns:adec="http://schemas.microsoft.com/office/drawing/2017/decorative" val="1"/>
              </a:ext>
            </a:extLst>
          </p:cNvPr>
          <p:cNvSpPr>
            <a:spLocks noGrp="1" noChangeAspect="1"/>
          </p:cNvSpPr>
          <p:nvPr>
            <p:ph type="body" sz="quarter" idx="21"/>
          </p:nvPr>
        </p:nvSpPr>
        <p:spPr>
          <a:xfrm>
            <a:off x="576072" y="6473952"/>
            <a:ext cx="562041"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8" name="Text Placeholder 27">
            <a:extLst>
              <a:ext uri="{FF2B5EF4-FFF2-40B4-BE49-F238E27FC236}">
                <a16:creationId xmlns:a16="http://schemas.microsoft.com/office/drawing/2014/main" id="{8C82ECBB-508A-C0BD-C854-09FC9EE69CAD}"/>
              </a:ext>
              <a:ext uri="{C183D7F6-B498-43B3-948B-1728B52AA6E4}">
                <adec:decorative xmlns:adec="http://schemas.microsoft.com/office/drawing/2017/decorative" val="1"/>
              </a:ext>
            </a:extLst>
          </p:cNvPr>
          <p:cNvSpPr>
            <a:spLocks noGrp="1"/>
          </p:cNvSpPr>
          <p:nvPr>
            <p:ph type="body" sz="quarter" idx="22"/>
          </p:nvPr>
        </p:nvSpPr>
        <p:spPr>
          <a:xfrm>
            <a:off x="1298448" y="6539765"/>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227012" indent="0">
              <a:buNone/>
              <a:defRPr sz="400"/>
            </a:lvl2pPr>
            <a:lvl3pPr marL="460375" indent="0">
              <a:buNone/>
              <a:defRPr sz="400"/>
            </a:lvl3pPr>
            <a:lvl4pPr marL="625475" indent="0">
              <a:buNone/>
              <a:defRPr sz="400"/>
            </a:lvl4pPr>
            <a:lvl5pPr marL="798513" indent="0">
              <a:buNone/>
              <a:defRPr sz="400"/>
            </a:lvl5pPr>
          </a:lstStyle>
          <a:p>
            <a:pPr lvl="0"/>
            <a:r>
              <a:rPr lang="en-US"/>
              <a:t>Click to edit Master text styles</a:t>
            </a:r>
          </a:p>
        </p:txBody>
      </p:sp>
    </p:spTree>
    <p:extLst>
      <p:ext uri="{BB962C8B-B14F-4D97-AF65-F5344CB8AC3E}">
        <p14:creationId xmlns:p14="http://schemas.microsoft.com/office/powerpoint/2010/main" val="264655982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p>
            <a:fld id="{1A5677DA-750D-4E26-A317-2E82EE9A7E3B}" type="datetimeyyyy">
              <a:rPr lang="en-US" smtClean="0"/>
              <a:t>2025</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1985471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2">
    <p:bg>
      <p:bgPr>
        <a:solidFill>
          <a:schemeClr val="accent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99004FBB-F6D2-4FB3-A70E-EF890FAC946B}" type="datetimeyyyy">
              <a:rPr lang="en-US" smtClean="0"/>
              <a:t>2025</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05664DA5-6A87-E42D-982F-335EC8227279}"/>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B6102F70-12D2-5411-17DD-873A6F26A253}"/>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336201378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over + Section Divider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 uri="{C183D7F6-B498-43B3-948B-1728B52AA6E4}">
                <adec:decorative xmlns:adec="http://schemas.microsoft.com/office/drawing/2017/decorative" val="0"/>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Additional Cover slides and section divider slides</a:t>
            </a:r>
          </a:p>
        </p:txBody>
      </p:sp>
    </p:spTree>
    <p:extLst>
      <p:ext uri="{BB962C8B-B14F-4D97-AF65-F5344CB8AC3E}">
        <p14:creationId xmlns:p14="http://schemas.microsoft.com/office/powerpoint/2010/main" val="27010315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0" y="971809"/>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0" y="1216686"/>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285999"/>
            <a:ext cx="8229600" cy="1828802"/>
          </a:xfrm>
        </p:spPr>
        <p:txBody>
          <a:bodyPr anchor="b"/>
          <a:lstStyle>
            <a:lvl1pPr algn="l">
              <a:defRPr sz="6600">
                <a:solidFill>
                  <a:schemeClr val="accent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0" y="4599050"/>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0" name="Picture Placeholder 5">
            <a:extLst>
              <a:ext uri="{FF2B5EF4-FFF2-40B4-BE49-F238E27FC236}">
                <a16:creationId xmlns:a16="http://schemas.microsoft.com/office/drawing/2014/main" id="{C2B27502-C2DC-9A63-9B23-BA9BE99318F2}"/>
              </a:ext>
              <a:ext uri="{C183D7F6-B498-43B3-948B-1728B52AA6E4}">
                <adec:decorative xmlns:adec="http://schemas.microsoft.com/office/drawing/2017/decorative" val="0"/>
              </a:ext>
            </a:extLst>
          </p:cNvPr>
          <p:cNvSpPr>
            <a:spLocks noGrp="1"/>
          </p:cNvSpPr>
          <p:nvPr>
            <p:ph type="pic" sz="quarter" idx="16" hasCustomPrompt="1"/>
          </p:nvPr>
        </p:nvSpPr>
        <p:spPr>
          <a:xfrm>
            <a:off x="1511300" y="5627683"/>
            <a:ext cx="3027622" cy="661824"/>
          </a:xfrm>
        </p:spPr>
        <p:txBody>
          <a:bodyPr anchor="ctr"/>
          <a:lstStyle>
            <a:lvl1pPr marL="0" indent="0" algn="ctr">
              <a:buNone/>
              <a:defRPr sz="900" b="1" cap="all" baseline="0"/>
            </a:lvl1pPr>
          </a:lstStyle>
          <a:p>
            <a:r>
              <a:rPr lang="en-US"/>
              <a:t>Click icon to insert Client logo</a:t>
            </a:r>
          </a:p>
        </p:txBody>
      </p:sp>
    </p:spTree>
    <p:extLst>
      <p:ext uri="{BB962C8B-B14F-4D97-AF65-F5344CB8AC3E}">
        <p14:creationId xmlns:p14="http://schemas.microsoft.com/office/powerpoint/2010/main" val="11827187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ver Slide - Partner Logo">
    <p:bg>
      <p:bgPr>
        <a:solidFill>
          <a:schemeClr val="accent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508DAC0-BC9F-FB2B-9ECF-781051E35BF9}"/>
              </a:ext>
            </a:extLst>
          </p:cNvPr>
          <p:cNvCxnSpPr/>
          <p:nvPr userDrawn="1"/>
        </p:nvCxnSpPr>
        <p:spPr>
          <a:xfrm>
            <a:off x="8801100" y="395940"/>
            <a:ext cx="0" cy="518179"/>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1" name="Picture 9">
            <a:extLst>
              <a:ext uri="{FF2B5EF4-FFF2-40B4-BE49-F238E27FC236}">
                <a16:creationId xmlns:a16="http://schemas.microsoft.com/office/drawing/2014/main" id="{C02014B9-F4F4-8E0F-5847-F64008EAC75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07522" y="486514"/>
            <a:ext cx="1299971" cy="337030"/>
          </a:xfrm>
          <a:prstGeom prst="rect">
            <a:avLst/>
          </a:prstGeom>
        </p:spPr>
      </p:pic>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6" name="Picture Placeholder 5">
            <a:extLst>
              <a:ext uri="{FF2B5EF4-FFF2-40B4-BE49-F238E27FC236}">
                <a16:creationId xmlns:a16="http://schemas.microsoft.com/office/drawing/2014/main" id="{46CE2DE3-ABB9-9B32-E52C-5B71441C16BE}"/>
              </a:ext>
              <a:ext uri="{C183D7F6-B498-43B3-948B-1728B52AA6E4}">
                <adec:decorative xmlns:adec="http://schemas.microsoft.com/office/drawing/2017/decorative" val="0"/>
              </a:ext>
            </a:extLst>
          </p:cNvPr>
          <p:cNvSpPr>
            <a:spLocks noGrp="1"/>
          </p:cNvSpPr>
          <p:nvPr userDrawn="1">
            <p:ph type="pic" sz="quarter" idx="16" hasCustomPrompt="1"/>
          </p:nvPr>
        </p:nvSpPr>
        <p:spPr>
          <a:xfrm>
            <a:off x="9243281" y="395938"/>
            <a:ext cx="2370503" cy="518182"/>
          </a:xfrm>
        </p:spPr>
        <p:txBody>
          <a:bodyPr anchor="ctr"/>
          <a:lstStyle>
            <a:lvl1pPr marL="0" indent="0" algn="ctr">
              <a:buNone/>
              <a:defRPr sz="900" b="1" cap="all" baseline="0"/>
            </a:lvl1pPr>
          </a:lstStyle>
          <a:p>
            <a:r>
              <a:rPr lang="en-US"/>
              <a:t>Click icon to insert Partner logo</a:t>
            </a:r>
          </a:p>
        </p:txBody>
      </p:sp>
      <p:sp>
        <p:nvSpPr>
          <p:cNvPr id="37" name="Text Placeholder 4">
            <a:extLst>
              <a:ext uri="{FF2B5EF4-FFF2-40B4-BE49-F238E27FC236}">
                <a16:creationId xmlns:a16="http://schemas.microsoft.com/office/drawing/2014/main" id="{DBC706B5-DD0D-21FC-8DFC-D9B4B0C03970}"/>
              </a:ext>
              <a:ext uri="{C183D7F6-B498-43B3-948B-1728B52AA6E4}">
                <adec:decorative xmlns:adec="http://schemas.microsoft.com/office/drawing/2017/decorative" val="0"/>
              </a:ext>
            </a:extLst>
          </p:cNvPr>
          <p:cNvSpPr>
            <a:spLocks noGrp="1"/>
          </p:cNvSpPr>
          <p:nvPr userDrawn="1">
            <p:ph type="body" sz="quarter" idx="14" hasCustomPrompt="1"/>
          </p:nvPr>
        </p:nvSpPr>
        <p:spPr>
          <a:xfrm>
            <a:off x="1511300" y="1764475"/>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 uri="{C183D7F6-B498-43B3-948B-1728B52AA6E4}">
                <adec:decorative xmlns:adec="http://schemas.microsoft.com/office/drawing/2017/decorative" val="0"/>
              </a:ext>
            </a:extLst>
          </p:cNvPr>
          <p:cNvSpPr>
            <a:spLocks noGrp="1"/>
          </p:cNvSpPr>
          <p:nvPr userDrawn="1">
            <p:ph type="body" sz="quarter" idx="15" hasCustomPrompt="1"/>
          </p:nvPr>
        </p:nvSpPr>
        <p:spPr>
          <a:xfrm>
            <a:off x="1511300" y="2009352"/>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userDrawn="1">
            <p:ph type="ctrTitle"/>
          </p:nvPr>
        </p:nvSpPr>
        <p:spPr>
          <a:xfrm>
            <a:off x="1511300" y="2743200"/>
            <a:ext cx="8229600" cy="2362199"/>
          </a:xfrm>
        </p:spPr>
        <p:txBody>
          <a:bodyPr anchor="b"/>
          <a:lstStyle>
            <a:lvl1pPr algn="l">
              <a:defRPr sz="6600"/>
            </a:lvl1pPr>
          </a:lstStyle>
          <a:p>
            <a:r>
              <a:rPr lang="en-US"/>
              <a:t>Click to edit Master title style</a:t>
            </a:r>
          </a:p>
        </p:txBody>
      </p:sp>
      <p:sp>
        <p:nvSpPr>
          <p:cNvPr id="3" name="Subtitle 2">
            <a:extLst>
              <a:ext uri="{FF2B5EF4-FFF2-40B4-BE49-F238E27FC236}">
                <a16:creationId xmlns:a16="http://schemas.microsoft.com/office/drawing/2014/main" id="{56F8D719-2B49-447B-9B7B-DC72A26B3909}"/>
              </a:ext>
            </a:extLst>
          </p:cNvPr>
          <p:cNvSpPr>
            <a:spLocks noGrp="1"/>
          </p:cNvSpPr>
          <p:nvPr userDrawn="1">
            <p:ph type="subTitle" idx="1"/>
          </p:nvPr>
        </p:nvSpPr>
        <p:spPr>
          <a:xfrm>
            <a:off x="1511300" y="5317795"/>
            <a:ext cx="3759200"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userDrawn="1">
            <p:ph type="body" sz="quarter" idx="13"/>
          </p:nvPr>
        </p:nvSpPr>
        <p:spPr>
          <a:xfrm>
            <a:off x="1511301" y="5628725"/>
            <a:ext cx="3759200" cy="657775"/>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3281795564"/>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Slide 2 - Partner Logo">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Picture Placeholder 5">
            <a:extLst>
              <a:ext uri="{FF2B5EF4-FFF2-40B4-BE49-F238E27FC236}">
                <a16:creationId xmlns:a16="http://schemas.microsoft.com/office/drawing/2014/main" id="{2F818987-3005-3F2C-2E66-DC62D80EAC92}"/>
              </a:ext>
              <a:ext uri="{C183D7F6-B498-43B3-948B-1728B52AA6E4}">
                <adec:decorative xmlns:adec="http://schemas.microsoft.com/office/drawing/2017/decorative" val="0"/>
              </a:ext>
            </a:extLst>
          </p:cNvPr>
          <p:cNvSpPr>
            <a:spLocks noGrp="1"/>
          </p:cNvSpPr>
          <p:nvPr>
            <p:ph type="pic" sz="quarter" idx="16" hasCustomPrompt="1"/>
          </p:nvPr>
        </p:nvSpPr>
        <p:spPr>
          <a:xfrm>
            <a:off x="9243281" y="395938"/>
            <a:ext cx="2370503" cy="518182"/>
          </a:xfrm>
        </p:spPr>
        <p:txBody>
          <a:bodyPr anchor="ctr"/>
          <a:lstStyle>
            <a:lvl1pPr marL="0" indent="0" algn="ctr">
              <a:buNone/>
              <a:defRPr sz="900" b="1" cap="all" baseline="0"/>
            </a:lvl1pPr>
          </a:lstStyle>
          <a:p>
            <a:r>
              <a:rPr lang="en-US"/>
              <a:t>Click icon to insert Partner logo</a:t>
            </a:r>
          </a:p>
        </p:txBody>
      </p:sp>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0" y="1752600"/>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0" y="1997477"/>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741995"/>
            <a:ext cx="8229600" cy="2363405"/>
          </a:xfrm>
        </p:spPr>
        <p:txBody>
          <a:bodyPr anchor="b"/>
          <a:lstStyle>
            <a:lvl1pPr algn="l">
              <a:defRPr sz="6600">
                <a:solidFill>
                  <a:schemeClr val="accent1"/>
                </a:solidFill>
              </a:defRPr>
            </a:lvl1pPr>
          </a:lstStyle>
          <a:p>
            <a:r>
              <a:rPr lang="en-US"/>
              <a:t>Click to edit Master title style</a:t>
            </a:r>
          </a:p>
        </p:txBody>
      </p:sp>
      <p:sp>
        <p:nvSpPr>
          <p:cNvPr id="23" name="Subtitle 2">
            <a:extLst>
              <a:ext uri="{FF2B5EF4-FFF2-40B4-BE49-F238E27FC236}">
                <a16:creationId xmlns:a16="http://schemas.microsoft.com/office/drawing/2014/main" id="{223208DF-94D6-71EF-9D57-7E591ED72FA8}"/>
              </a:ext>
            </a:extLst>
          </p:cNvPr>
          <p:cNvSpPr>
            <a:spLocks noGrp="1"/>
          </p:cNvSpPr>
          <p:nvPr>
            <p:ph type="subTitle" idx="1"/>
          </p:nvPr>
        </p:nvSpPr>
        <p:spPr>
          <a:xfrm>
            <a:off x="1511300" y="5313390"/>
            <a:ext cx="3759200"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1" y="5624320"/>
            <a:ext cx="3759200"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cxnSp>
        <p:nvCxnSpPr>
          <p:cNvPr id="2" name="Straight Connector 1">
            <a:extLst>
              <a:ext uri="{FF2B5EF4-FFF2-40B4-BE49-F238E27FC236}">
                <a16:creationId xmlns:a16="http://schemas.microsoft.com/office/drawing/2014/main" id="{2DFD3AA2-1F30-E14C-F3FB-9DA7C50EB84E}"/>
              </a:ext>
              <a:ext uri="{C183D7F6-B498-43B3-948B-1728B52AA6E4}">
                <adec:decorative xmlns:adec="http://schemas.microsoft.com/office/drawing/2017/decorative" val="1"/>
              </a:ext>
            </a:extLst>
          </p:cNvPr>
          <p:cNvCxnSpPr/>
          <p:nvPr userDrawn="1"/>
        </p:nvCxnSpPr>
        <p:spPr>
          <a:xfrm>
            <a:off x="8801100" y="395940"/>
            <a:ext cx="0" cy="518179"/>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0" name="Picture 9">
            <a:extLst>
              <a:ext uri="{FF2B5EF4-FFF2-40B4-BE49-F238E27FC236}">
                <a16:creationId xmlns:a16="http://schemas.microsoft.com/office/drawing/2014/main" id="{F8022471-4462-CE51-9317-A5E00E36CAD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07521" y="486514"/>
            <a:ext cx="1299973" cy="337031"/>
          </a:xfrm>
          <a:prstGeom prst="rect">
            <a:avLst/>
          </a:prstGeom>
        </p:spPr>
      </p:pic>
    </p:spTree>
    <p:extLst>
      <p:ext uri="{BB962C8B-B14F-4D97-AF65-F5344CB8AC3E}">
        <p14:creationId xmlns:p14="http://schemas.microsoft.com/office/powerpoint/2010/main" val="30985149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800"/>
          </a:xfrm>
        </p:spPr>
        <p:txBody>
          <a:bodyPr anchor="t"/>
          <a:lstStyle>
            <a:lvl1pPr algn="l">
              <a:defRPr sz="5400">
                <a:solidFill>
                  <a:schemeClr val="tx1"/>
                </a:solidFill>
              </a:defRPr>
            </a:lvl1pPr>
          </a:lstStyle>
          <a:p>
            <a:r>
              <a:rPr lang="en-US"/>
              <a:t>Click to edit Master title style</a:t>
            </a:r>
          </a:p>
        </p:txBody>
      </p:sp>
      <p:sp>
        <p:nvSpPr>
          <p:cNvPr id="20" name="Text Placeholder 4">
            <a:extLst>
              <a:ext uri="{FF2B5EF4-FFF2-40B4-BE49-F238E27FC236}">
                <a16:creationId xmlns:a16="http://schemas.microsoft.com/office/drawing/2014/main" id="{8054F7FC-C80C-E0CC-59AE-79AAAD29A470}"/>
              </a:ext>
            </a:extLst>
          </p:cNvPr>
          <p:cNvSpPr>
            <a:spLocks noGrp="1"/>
          </p:cNvSpPr>
          <p:nvPr>
            <p:ph type="body" sz="quarter" idx="13" hasCustomPrompt="1"/>
          </p:nvPr>
        </p:nvSpPr>
        <p:spPr>
          <a:xfrm>
            <a:off x="1511300" y="5873497"/>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01. Section indicator</a:t>
            </a:r>
          </a:p>
        </p:txBody>
      </p:sp>
      <p:sp>
        <p:nvSpPr>
          <p:cNvPr id="21" name="Text Placeholder 4">
            <a:extLst>
              <a:ext uri="{FF2B5EF4-FFF2-40B4-BE49-F238E27FC236}">
                <a16:creationId xmlns:a16="http://schemas.microsoft.com/office/drawing/2014/main" id="{DC055F5E-0403-AE46-E374-BD2A8C1AAB09}"/>
              </a:ext>
            </a:extLst>
          </p:cNvPr>
          <p:cNvSpPr>
            <a:spLocks noGrp="1"/>
          </p:cNvSpPr>
          <p:nvPr>
            <p:ph type="body" sz="quarter" idx="15" hasCustomPrompt="1"/>
          </p:nvPr>
        </p:nvSpPr>
        <p:spPr>
          <a:xfrm>
            <a:off x="3390900" y="5873497"/>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02. Section indicator</a:t>
            </a:r>
          </a:p>
        </p:txBody>
      </p:sp>
      <p:sp>
        <p:nvSpPr>
          <p:cNvPr id="23" name="Text Placeholder 4">
            <a:extLst>
              <a:ext uri="{FF2B5EF4-FFF2-40B4-BE49-F238E27FC236}">
                <a16:creationId xmlns:a16="http://schemas.microsoft.com/office/drawing/2014/main" id="{10FABD76-3F00-0FAF-2469-1F2536153E4A}"/>
              </a:ext>
            </a:extLst>
          </p:cNvPr>
          <p:cNvSpPr>
            <a:spLocks noGrp="1"/>
          </p:cNvSpPr>
          <p:nvPr>
            <p:ph type="body" sz="quarter" idx="16" hasCustomPrompt="1"/>
          </p:nvPr>
        </p:nvSpPr>
        <p:spPr>
          <a:xfrm>
            <a:off x="5270501" y="5873497"/>
            <a:ext cx="1650999"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03. Section indicator</a:t>
            </a:r>
          </a:p>
        </p:txBody>
      </p:sp>
      <p:sp>
        <p:nvSpPr>
          <p:cNvPr id="25" name="Text Placeholder 4">
            <a:extLst>
              <a:ext uri="{FF2B5EF4-FFF2-40B4-BE49-F238E27FC236}">
                <a16:creationId xmlns:a16="http://schemas.microsoft.com/office/drawing/2014/main" id="{6EA5E727-161E-4C13-B53C-A18124F61C4E}"/>
              </a:ext>
            </a:extLst>
          </p:cNvPr>
          <p:cNvSpPr>
            <a:spLocks noGrp="1"/>
          </p:cNvSpPr>
          <p:nvPr>
            <p:ph type="body" sz="quarter" idx="17" hasCustomPrompt="1"/>
          </p:nvPr>
        </p:nvSpPr>
        <p:spPr>
          <a:xfrm>
            <a:off x="7150104" y="5873497"/>
            <a:ext cx="1650996"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04. Section indicator</a:t>
            </a:r>
          </a:p>
        </p:txBody>
      </p:sp>
      <p:sp>
        <p:nvSpPr>
          <p:cNvPr id="26" name="Text Placeholder 4">
            <a:extLst>
              <a:ext uri="{FF2B5EF4-FFF2-40B4-BE49-F238E27FC236}">
                <a16:creationId xmlns:a16="http://schemas.microsoft.com/office/drawing/2014/main" id="{FCC5001C-8747-ABB4-2ACA-EC2ADE747BFF}"/>
              </a:ext>
            </a:extLst>
          </p:cNvPr>
          <p:cNvSpPr>
            <a:spLocks noGrp="1"/>
          </p:cNvSpPr>
          <p:nvPr>
            <p:ph type="body" sz="quarter" idx="18" hasCustomPrompt="1"/>
          </p:nvPr>
        </p:nvSpPr>
        <p:spPr>
          <a:xfrm>
            <a:off x="9030832" y="5873497"/>
            <a:ext cx="1649868"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05. Section indicator</a:t>
            </a:r>
          </a:p>
        </p:txBody>
      </p:sp>
    </p:spTree>
    <p:extLst>
      <p:ext uri="{BB962C8B-B14F-4D97-AF65-F5344CB8AC3E}">
        <p14:creationId xmlns:p14="http://schemas.microsoft.com/office/powerpoint/2010/main" val="2098022754"/>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1FF95A9-5EDA-B440-A493-7CDCA3BDACF6}"/>
              </a:ext>
              <a:ext uri="{C183D7F6-B498-43B3-948B-1728B52AA6E4}">
                <adec:decorative xmlns:adec="http://schemas.microsoft.com/office/drawing/2017/decorative" val="0"/>
              </a:ext>
            </a:extLst>
          </p:cNvPr>
          <p:cNvSpPr>
            <a:spLocks noGrp="1"/>
          </p:cNvSpPr>
          <p:nvPr>
            <p:ph type="pic" sz="quarter" idx="11"/>
          </p:nvPr>
        </p:nvSpPr>
        <p:spPr>
          <a:xfrm>
            <a:off x="137160" y="1"/>
            <a:ext cx="12054840" cy="6858000"/>
          </a:xfrm>
        </p:spPr>
        <p:txBody>
          <a:bodyPr/>
          <a:lstStyle>
            <a:lvl1pPr marL="0" indent="0">
              <a:buNone/>
              <a:defRPr/>
            </a:lvl1pPr>
          </a:lstStyle>
          <a:p>
            <a:r>
              <a:rPr lang="en-US"/>
              <a:t>Click icon to add picture</a:t>
            </a:r>
          </a:p>
        </p:txBody>
      </p:sp>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lvl1pPr>
          </a:lstStyle>
          <a:p>
            <a:r>
              <a:rPr lang="en-US"/>
              <a:t>Click to edit Master title style</a:t>
            </a:r>
          </a:p>
        </p:txBody>
      </p:sp>
    </p:spTree>
    <p:extLst>
      <p:ext uri="{BB962C8B-B14F-4D97-AF65-F5344CB8AC3E}">
        <p14:creationId xmlns:p14="http://schemas.microsoft.com/office/powerpoint/2010/main" val="36228230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Divider 4">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chemeClr val="accent2"/>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bg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0552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Divider 5">
    <p:bg>
      <p:bgPr>
        <a:solidFill>
          <a:schemeClr val="accent3"/>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00BAD6"/>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814560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Divider 6">
    <p:bg>
      <p:bgPr>
        <a:solidFill>
          <a:schemeClr val="accent4"/>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E6154A"/>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788113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Divider 7">
    <p:bg>
      <p:bgPr>
        <a:solidFill>
          <a:schemeClr val="accent5"/>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9488F0"/>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923425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Divider 8">
    <p:bg>
      <p:bgPr>
        <a:solidFill>
          <a:schemeClr val="accent6"/>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B3CC3E"/>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9810987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Divider 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0962788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ction Divider 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00BAD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6988354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ection Divider 1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dirty="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E6154A"/>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345175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Divider 1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rgbClr val="948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tabLst/>
              <a:defRPr sz="5400" b="1">
                <a:solidFill>
                  <a:srgbClr val="9488F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7352605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Divider 1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rgbClr val="B3C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dirty="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B3CC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6653853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losing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hasCustomPrompt="1"/>
          </p:nvPr>
        </p:nvSpPr>
        <p:spPr>
          <a:xfrm>
            <a:off x="138684" y="0"/>
            <a:ext cx="12053316" cy="6858000"/>
          </a:xfrm>
          <a:solidFill>
            <a:schemeClr val="accent2"/>
          </a:solidFill>
        </p:spPr>
        <p:txBody>
          <a:bodyPr/>
          <a:lstStyle>
            <a:lvl1pPr marL="0" indent="0" algn="l">
              <a:buNone/>
              <a:defRPr sz="9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8" y="571500"/>
            <a:ext cx="3538682" cy="5715002"/>
          </a:xfrm>
        </p:spPr>
        <p:txBody>
          <a:bodyPr anchor="ctr"/>
          <a:lstStyle>
            <a:lvl1pPr algn="l">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829107876"/>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nd of Layout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Do not use layouts past this point</a:t>
            </a:r>
          </a:p>
        </p:txBody>
      </p:sp>
    </p:spTree>
    <p:extLst>
      <p:ext uri="{BB962C8B-B14F-4D97-AF65-F5344CB8AC3E}">
        <p14:creationId xmlns:p14="http://schemas.microsoft.com/office/powerpoint/2010/main" val="30572842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2.sv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9">
            <a:extLst>
              <a:ext uri="{FF2B5EF4-FFF2-40B4-BE49-F238E27FC236}">
                <a16:creationId xmlns:a16="http://schemas.microsoft.com/office/drawing/2014/main" id="{B8542C79-3E51-6C46-FD1D-3F548800442C}"/>
              </a:ext>
              <a:ext uri="{C183D7F6-B498-43B3-948B-1728B52AA6E4}">
                <adec:decorative xmlns:adec="http://schemas.microsoft.com/office/drawing/2017/decorative" val="1"/>
              </a:ext>
            </a:extLst>
          </p:cNvPr>
          <p:cNvPicPr>
            <a:picLocks noChangeAspect="1"/>
          </p:cNvPicPr>
          <p:nvPr userDrawn="1"/>
        </p:nvPicPr>
        <p:blipFill>
          <a:blip r:embed="rId60" cstate="email">
            <a:extLst>
              <a:ext uri="{28A0092B-C50C-407E-A947-70E740481C1C}">
                <a14:useLocalDpi xmlns:a14="http://schemas.microsoft.com/office/drawing/2010/main"/>
              </a:ext>
              <a:ext uri="{96DAC541-7B7A-43D3-8B79-37D633B846F1}">
                <asvg:svgBlip xmlns:asvg="http://schemas.microsoft.com/office/drawing/2016/SVG/main" r:embed="rId61"/>
              </a:ext>
            </a:extLst>
          </a:blip>
          <a:srcRect/>
          <a:stretch/>
        </p:blipFill>
        <p:spPr>
          <a:xfrm>
            <a:off x="571500" y="6472119"/>
            <a:ext cx="562567" cy="145851"/>
          </a:xfrm>
          <a:prstGeom prst="rect">
            <a:avLst/>
          </a:prstGeom>
        </p:spPr>
      </p:pic>
      <p:sp>
        <p:nvSpPr>
          <p:cNvPr id="2" name="Title Placeholder 1">
            <a:extLst>
              <a:ext uri="{FF2B5EF4-FFF2-40B4-BE49-F238E27FC236}">
                <a16:creationId xmlns:a16="http://schemas.microsoft.com/office/drawing/2014/main" id="{948FBA51-83A7-418F-9111-FF640E9D135D}"/>
              </a:ext>
            </a:extLst>
          </p:cNvPr>
          <p:cNvSpPr>
            <a:spLocks noGrp="1"/>
          </p:cNvSpPr>
          <p:nvPr>
            <p:ph type="title"/>
          </p:nvPr>
        </p:nvSpPr>
        <p:spPr>
          <a:xfrm>
            <a:off x="571500" y="571501"/>
            <a:ext cx="11049000" cy="99060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FA9BDFA8-3817-4733-A7E6-C391835FC246}"/>
              </a:ext>
            </a:extLst>
          </p:cNvPr>
          <p:cNvSpPr>
            <a:spLocks noGrp="1"/>
          </p:cNvSpPr>
          <p:nvPr>
            <p:ph type="body" idx="1"/>
          </p:nvPr>
        </p:nvSpPr>
        <p:spPr>
          <a:xfrm>
            <a:off x="571500" y="2933700"/>
            <a:ext cx="11049000" cy="33527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B1261B06-3F99-1DA3-3B13-025F807F77FC}"/>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sp>
        <p:nvSpPr>
          <p:cNvPr id="5" name="Footer Placeholder 4">
            <a:extLst>
              <a:ext uri="{FF2B5EF4-FFF2-40B4-BE49-F238E27FC236}">
                <a16:creationId xmlns:a16="http://schemas.microsoft.com/office/drawing/2014/main" id="{70E8890C-677F-4C91-82E6-627D8C881C36}"/>
              </a:ext>
              <a:ext uri="{C183D7F6-B498-43B3-948B-1728B52AA6E4}">
                <adec:decorative xmlns:adec="http://schemas.microsoft.com/office/drawing/2017/decorative" val="1"/>
              </a:ext>
            </a:extLst>
          </p:cNvPr>
          <p:cNvSpPr>
            <a:spLocks noGrp="1"/>
          </p:cNvSpPr>
          <p:nvPr>
            <p:ph type="ftr" sz="quarter" idx="3"/>
          </p:nvPr>
        </p:nvSpPr>
        <p:spPr>
          <a:xfrm>
            <a:off x="1645217" y="6503670"/>
            <a:ext cx="6518274" cy="137160"/>
          </a:xfrm>
          <a:prstGeom prst="rect">
            <a:avLst/>
          </a:prstGeom>
        </p:spPr>
        <p:txBody>
          <a:bodyPr vert="horz" lIns="0" tIns="0" rIns="0" bIns="0" rtlCol="0" anchor="b"/>
          <a:lstStyle>
            <a:lvl1pPr algn="l">
              <a:defRPr sz="800">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C87AF948-68C6-4080-96A4-341B3E72654F}"/>
              </a:ext>
              <a:ext uri="{C183D7F6-B498-43B3-948B-1728B52AA6E4}">
                <adec:decorative xmlns:adec="http://schemas.microsoft.com/office/drawing/2017/decorative" val="1"/>
              </a:ext>
            </a:extLst>
          </p:cNvPr>
          <p:cNvSpPr>
            <a:spLocks noGrp="1"/>
          </p:cNvSpPr>
          <p:nvPr>
            <p:ph type="dt" sz="half" idx="2"/>
          </p:nvPr>
        </p:nvSpPr>
        <p:spPr>
          <a:xfrm>
            <a:off x="1384477" y="6503670"/>
            <a:ext cx="255977" cy="137160"/>
          </a:xfrm>
          <a:prstGeom prst="rect">
            <a:avLst/>
          </a:prstGeom>
        </p:spPr>
        <p:txBody>
          <a:bodyPr vert="horz" wrap="none" lIns="0" tIns="0" rIns="0" bIns="0" rtlCol="0" anchor="b"/>
          <a:lstStyle>
            <a:lvl1pPr algn="l">
              <a:defRPr sz="800">
                <a:solidFill>
                  <a:schemeClr val="tx2"/>
                </a:solidFill>
              </a:defRPr>
            </a:lvl1pPr>
          </a:lstStyle>
          <a:p>
            <a:fld id="{02D25020-0143-4C28-AF12-D7B43E151733}" type="datetimeyyyy">
              <a:rPr lang="en-US" smtClean="0"/>
              <a:t>2025</a:t>
            </a:fld>
            <a:endParaRPr lang="en-US"/>
          </a:p>
        </p:txBody>
      </p:sp>
      <p:sp>
        <p:nvSpPr>
          <p:cNvPr id="6" name="Slide Number Placeholder 5">
            <a:extLst>
              <a:ext uri="{FF2B5EF4-FFF2-40B4-BE49-F238E27FC236}">
                <a16:creationId xmlns:a16="http://schemas.microsoft.com/office/drawing/2014/main" id="{BBB351C1-F417-4576-B405-26A2525BAB69}"/>
              </a:ext>
              <a:ext uri="{C183D7F6-B498-43B3-948B-1728B52AA6E4}">
                <adec:decorative xmlns:adec="http://schemas.microsoft.com/office/drawing/2017/decorative" val="1"/>
              </a:ext>
            </a:extLst>
          </p:cNvPr>
          <p:cNvSpPr>
            <a:spLocks noGrp="1"/>
          </p:cNvSpPr>
          <p:nvPr>
            <p:ph type="sldNum" sz="quarter" idx="4"/>
          </p:nvPr>
        </p:nvSpPr>
        <p:spPr>
          <a:xfrm>
            <a:off x="11277601" y="6503670"/>
            <a:ext cx="342898" cy="137160"/>
          </a:xfrm>
          <a:prstGeom prst="rect">
            <a:avLst/>
          </a:prstGeom>
        </p:spPr>
        <p:txBody>
          <a:bodyPr vert="horz" lIns="0" tIns="0" rIns="0" bIns="0" rtlCol="0" anchor="b"/>
          <a:lstStyle>
            <a:lvl1pPr algn="r">
              <a:defRPr sz="800">
                <a:solidFill>
                  <a:schemeClr val="tx2"/>
                </a:solidFill>
              </a:defRPr>
            </a:lvl1pPr>
          </a:lstStyle>
          <a:p>
            <a:fld id="{B2643E34-DC33-45ED-8E33-EC0D5991E9A4}" type="slidenum">
              <a:rPr lang="en-US" smtClean="0"/>
              <a:pPr/>
              <a:t>‹#›</a:t>
            </a:fld>
            <a:endParaRPr lang="en-US"/>
          </a:p>
        </p:txBody>
      </p:sp>
    </p:spTree>
    <p:extLst>
      <p:ext uri="{BB962C8B-B14F-4D97-AF65-F5344CB8AC3E}">
        <p14:creationId xmlns:p14="http://schemas.microsoft.com/office/powerpoint/2010/main" val="1065508376"/>
      </p:ext>
    </p:extLst>
  </p:cSld>
  <p:clrMap bg1="lt1" tx1="dk1" bg2="lt2" tx2="dk2" accent1="accent1" accent2="accent2" accent3="accent3" accent4="accent4" accent5="accent5" accent6="accent6" hlink="hlink" folHlink="folHlink"/>
  <p:sldLayoutIdLst>
    <p:sldLayoutId id="2147483681" r:id="rId1"/>
    <p:sldLayoutId id="2147483684" r:id="rId2"/>
    <p:sldLayoutId id="2147483719" r:id="rId3"/>
    <p:sldLayoutId id="2147483680" r:id="rId4"/>
    <p:sldLayoutId id="2147483667" r:id="rId5"/>
    <p:sldLayoutId id="2147483718" r:id="rId6"/>
    <p:sldLayoutId id="2147483668" r:id="rId7"/>
    <p:sldLayoutId id="2147483670" r:id="rId8"/>
    <p:sldLayoutId id="2147483671" r:id="rId9"/>
    <p:sldLayoutId id="2147483702" r:id="rId10"/>
    <p:sldLayoutId id="2147483723" r:id="rId11"/>
    <p:sldLayoutId id="2147483676" r:id="rId12"/>
    <p:sldLayoutId id="2147483706" r:id="rId13"/>
    <p:sldLayoutId id="2147483703" r:id="rId14"/>
    <p:sldLayoutId id="2147483704" r:id="rId15"/>
    <p:sldLayoutId id="2147483705" r:id="rId16"/>
    <p:sldLayoutId id="2147483725" r:id="rId17"/>
    <p:sldLayoutId id="2147483700" r:id="rId18"/>
    <p:sldLayoutId id="2147483701" r:id="rId19"/>
    <p:sldLayoutId id="2147483709" r:id="rId20"/>
    <p:sldLayoutId id="2147483721" r:id="rId21"/>
    <p:sldLayoutId id="2147483688" r:id="rId22"/>
    <p:sldLayoutId id="2147483690" r:id="rId23"/>
    <p:sldLayoutId id="2147483689" r:id="rId24"/>
    <p:sldLayoutId id="2147483691" r:id="rId25"/>
    <p:sldLayoutId id="2147483692" r:id="rId26"/>
    <p:sldLayoutId id="2147483693" r:id="rId27"/>
    <p:sldLayoutId id="2147483694" r:id="rId28"/>
    <p:sldLayoutId id="2147483695" r:id="rId29"/>
    <p:sldLayoutId id="2147483696" r:id="rId30"/>
    <p:sldLayoutId id="2147483707" r:id="rId31"/>
    <p:sldLayoutId id="2147483697" r:id="rId32"/>
    <p:sldLayoutId id="2147483733" r:id="rId33"/>
    <p:sldLayoutId id="2147483699" r:id="rId34"/>
    <p:sldLayoutId id="2147483717" r:id="rId35"/>
    <p:sldLayoutId id="2147483730" r:id="rId36"/>
    <p:sldLayoutId id="2147483731" r:id="rId37"/>
    <p:sldLayoutId id="2147483724" r:id="rId38"/>
    <p:sldLayoutId id="2147483672" r:id="rId39"/>
    <p:sldLayoutId id="2147483673" r:id="rId40"/>
    <p:sldLayoutId id="2147483729" r:id="rId41"/>
    <p:sldLayoutId id="2147483665" r:id="rId42"/>
    <p:sldLayoutId id="2147483682" r:id="rId43"/>
    <p:sldLayoutId id="2147483683" r:id="rId44"/>
    <p:sldLayoutId id="2147483720" r:id="rId45"/>
    <p:sldLayoutId id="2147483666" r:id="rId46"/>
    <p:sldLayoutId id="2147483711" r:id="rId47"/>
    <p:sldLayoutId id="2147483712" r:id="rId48"/>
    <p:sldLayoutId id="2147483713" r:id="rId49"/>
    <p:sldLayoutId id="2147483714" r:id="rId50"/>
    <p:sldLayoutId id="2147483715" r:id="rId51"/>
    <p:sldLayoutId id="2147483739" r:id="rId52"/>
    <p:sldLayoutId id="2147483740" r:id="rId53"/>
    <p:sldLayoutId id="2147483741" r:id="rId54"/>
    <p:sldLayoutId id="2147483742" r:id="rId55"/>
    <p:sldLayoutId id="2147483743" r:id="rId56"/>
    <p:sldLayoutId id="2147483722" r:id="rId57"/>
    <p:sldLayoutId id="2147483679" r:id="rId58"/>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60" userDrawn="1">
          <p15:clr>
            <a:srgbClr val="F26B43"/>
          </p15:clr>
        </p15:guide>
        <p15:guide id="4" pos="808" userDrawn="1">
          <p15:clr>
            <a:srgbClr val="A4A3A4"/>
          </p15:clr>
        </p15:guide>
        <p15:guide id="5" pos="952" userDrawn="1">
          <p15:clr>
            <a:srgbClr val="A4A3A4"/>
          </p15:clr>
        </p15:guide>
        <p15:guide id="6" pos="1400" userDrawn="1">
          <p15:clr>
            <a:srgbClr val="A4A3A4"/>
          </p15:clr>
        </p15:guide>
        <p15:guide id="7" pos="1536" userDrawn="1">
          <p15:clr>
            <a:srgbClr val="A4A3A4"/>
          </p15:clr>
        </p15:guide>
        <p15:guide id="8" pos="1992" userDrawn="1">
          <p15:clr>
            <a:srgbClr val="A4A3A4"/>
          </p15:clr>
        </p15:guide>
        <p15:guide id="9" pos="2136" userDrawn="1">
          <p15:clr>
            <a:srgbClr val="A4A3A4"/>
          </p15:clr>
        </p15:guide>
        <p15:guide id="10" pos="2584" userDrawn="1">
          <p15:clr>
            <a:srgbClr val="5ACBF0"/>
          </p15:clr>
        </p15:guide>
        <p15:guide id="11" pos="2728" userDrawn="1">
          <p15:clr>
            <a:srgbClr val="5ACBF0"/>
          </p15:clr>
        </p15:guide>
        <p15:guide id="12" pos="3176" userDrawn="1">
          <p15:clr>
            <a:srgbClr val="A4A3A4"/>
          </p15:clr>
        </p15:guide>
        <p15:guide id="13" pos="3320" userDrawn="1">
          <p15:clr>
            <a:srgbClr val="A4A3A4"/>
          </p15:clr>
        </p15:guide>
        <p15:guide id="14" pos="3768" userDrawn="1">
          <p15:clr>
            <a:srgbClr val="FBAE40"/>
          </p15:clr>
        </p15:guide>
        <p15:guide id="15" pos="3912" userDrawn="1">
          <p15:clr>
            <a:srgbClr val="FBAE40"/>
          </p15:clr>
        </p15:guide>
        <p15:guide id="16" pos="4360" userDrawn="1">
          <p15:clr>
            <a:srgbClr val="A4A3A4"/>
          </p15:clr>
        </p15:guide>
        <p15:guide id="17" pos="4504" userDrawn="1">
          <p15:clr>
            <a:srgbClr val="A4A3A4"/>
          </p15:clr>
        </p15:guide>
        <p15:guide id="18" pos="4952" userDrawn="1">
          <p15:clr>
            <a:srgbClr val="5ACBF0"/>
          </p15:clr>
        </p15:guide>
        <p15:guide id="19" pos="5096" userDrawn="1">
          <p15:clr>
            <a:srgbClr val="5ACBF0"/>
          </p15:clr>
        </p15:guide>
        <p15:guide id="20" pos="5544" userDrawn="1">
          <p15:clr>
            <a:srgbClr val="A4A3A4"/>
          </p15:clr>
        </p15:guide>
        <p15:guide id="21" pos="5688" userDrawn="1">
          <p15:clr>
            <a:srgbClr val="A4A3A4"/>
          </p15:clr>
        </p15:guide>
        <p15:guide id="22" pos="6136" userDrawn="1">
          <p15:clr>
            <a:srgbClr val="A4A3A4"/>
          </p15:clr>
        </p15:guide>
        <p15:guide id="23" pos="6280" userDrawn="1">
          <p15:clr>
            <a:srgbClr val="A4A3A4"/>
          </p15:clr>
        </p15:guide>
        <p15:guide id="24" pos="6728" userDrawn="1">
          <p15:clr>
            <a:srgbClr val="A4A3A4"/>
          </p15:clr>
        </p15:guide>
        <p15:guide id="25" pos="6872" userDrawn="1">
          <p15:clr>
            <a:srgbClr val="A4A3A4"/>
          </p15:clr>
        </p15:guide>
        <p15:guide id="26" pos="7320" userDrawn="1">
          <p15:clr>
            <a:srgbClr val="F26B43"/>
          </p15:clr>
        </p15:guide>
        <p15:guide id="27" orient="horz" userDrawn="1">
          <p15:clr>
            <a:srgbClr val="F26B43"/>
          </p15:clr>
        </p15:guide>
        <p15:guide id="28" orient="horz" pos="4320" userDrawn="1">
          <p15:clr>
            <a:srgbClr val="F26B43"/>
          </p15:clr>
        </p15:guide>
        <p15:guide id="29" orient="horz" pos="360" userDrawn="1">
          <p15:clr>
            <a:srgbClr val="F26B43"/>
          </p15:clr>
        </p15:guide>
        <p15:guide id="31" orient="horz" pos="3960" userDrawn="1">
          <p15:clr>
            <a:srgbClr val="F26B43"/>
          </p15:clr>
        </p15:guide>
        <p15:guide id="32" orient="horz" pos="984" userDrawn="1">
          <p15:clr>
            <a:srgbClr val="F26B43"/>
          </p15:clr>
        </p15:guide>
        <p15:guide id="33" orient="horz" pos="1728" userDrawn="1">
          <p15:clr>
            <a:srgbClr val="5ACBF0"/>
          </p15:clr>
        </p15:guide>
        <p15:guide id="34" orient="horz" pos="2592" userDrawn="1">
          <p15:clr>
            <a:srgbClr val="A4A3A4"/>
          </p15:clr>
        </p15:guide>
        <p15:guide id="35" orient="horz" pos="3336" userDrawn="1">
          <p15:clr>
            <a:srgbClr val="A4A3A4"/>
          </p15:clr>
        </p15:guide>
        <p15:guide id="36" orient="horz" pos="1104" userDrawn="1">
          <p15:clr>
            <a:srgbClr val="5ACBF0"/>
          </p15:clr>
        </p15:guide>
        <p15:guide id="37" orient="horz" pos="1848" userDrawn="1">
          <p15:clr>
            <a:srgbClr val="F26B43"/>
          </p15:clr>
        </p15:guide>
        <p15:guide id="38" orient="horz" pos="2472" userDrawn="1">
          <p15:clr>
            <a:srgbClr val="A4A3A4"/>
          </p15:clr>
        </p15:guide>
        <p15:guide id="39" orient="horz" pos="3216"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60.xml"/><Relationship Id="rId13" Type="http://schemas.openxmlformats.org/officeDocument/2006/relationships/slide" Target="slide112.xml"/><Relationship Id="rId18" Type="http://schemas.openxmlformats.org/officeDocument/2006/relationships/slide" Target="slide158.xml"/><Relationship Id="rId3" Type="http://schemas.openxmlformats.org/officeDocument/2006/relationships/slide" Target="slide3.xml"/><Relationship Id="rId7" Type="http://schemas.openxmlformats.org/officeDocument/2006/relationships/slide" Target="slide46.xml"/><Relationship Id="rId12" Type="http://schemas.openxmlformats.org/officeDocument/2006/relationships/slide" Target="slide122.xml"/><Relationship Id="rId17" Type="http://schemas.openxmlformats.org/officeDocument/2006/relationships/slide" Target="slide150.xml"/><Relationship Id="rId2" Type="http://schemas.openxmlformats.org/officeDocument/2006/relationships/notesSlide" Target="../notesSlides/notesSlide2.xml"/><Relationship Id="rId16" Type="http://schemas.openxmlformats.org/officeDocument/2006/relationships/slide" Target="slide141.xml"/><Relationship Id="rId1" Type="http://schemas.openxmlformats.org/officeDocument/2006/relationships/slideLayout" Target="../slideLayouts/slideLayout5.xml"/><Relationship Id="rId6" Type="http://schemas.openxmlformats.org/officeDocument/2006/relationships/slide" Target="slide34.xml"/><Relationship Id="rId11" Type="http://schemas.openxmlformats.org/officeDocument/2006/relationships/slide" Target="slide110.xml"/><Relationship Id="rId5" Type="http://schemas.openxmlformats.org/officeDocument/2006/relationships/slide" Target="slide24.xml"/><Relationship Id="rId15" Type="http://schemas.openxmlformats.org/officeDocument/2006/relationships/slide" Target="slide134.xml"/><Relationship Id="rId10" Type="http://schemas.openxmlformats.org/officeDocument/2006/relationships/slide" Target="slide91.xml"/><Relationship Id="rId4" Type="http://schemas.openxmlformats.org/officeDocument/2006/relationships/slide" Target="slide14.xml"/><Relationship Id="rId9" Type="http://schemas.openxmlformats.org/officeDocument/2006/relationships/slide" Target="slide85.xml"/><Relationship Id="rId14" Type="http://schemas.openxmlformats.org/officeDocument/2006/relationships/slide" Target="slide130.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hyperlink" Target="https://twodegrees1.sharepoint.com/teams/marketing/SitePages/Creative-Library-Brand-Guide.aspx" TargetMode="External"/><Relationship Id="rId1" Type="http://schemas.openxmlformats.org/officeDocument/2006/relationships/slideLayout" Target="../slideLayouts/slideLayout8.xml"/><Relationship Id="rId6" Type="http://schemas.openxmlformats.org/officeDocument/2006/relationships/hyperlink" Target="https://support.microsoft.com/en-us/office/everything-you-need-to-know-to-write-effective-alt-text-df98f884-ca3d-456c-807b-1a1fa82f5dc2" TargetMode="Externa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 Target="slide157.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11.xml"/><Relationship Id="rId5" Type="http://schemas.openxmlformats.org/officeDocument/2006/relationships/image" Target="../media/image2.sv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7.xml"/></Relationships>
</file>

<file path=ppt/slides/_rels/slide4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8.xml"/></Relationships>
</file>

<file path=ppt/slides/_rels/slide4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9.xml"/></Relationships>
</file>

<file path=ppt/slides/_rels/slide4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51.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svg"/><Relationship Id="rId18" Type="http://schemas.openxmlformats.org/officeDocument/2006/relationships/image" Target="../media/image66.png"/><Relationship Id="rId3" Type="http://schemas.openxmlformats.org/officeDocument/2006/relationships/image" Target="../media/image51.svg"/><Relationship Id="rId21" Type="http://schemas.openxmlformats.org/officeDocument/2006/relationships/image" Target="../media/image69.svg"/><Relationship Id="rId7" Type="http://schemas.openxmlformats.org/officeDocument/2006/relationships/image" Target="../media/image55.svg"/><Relationship Id="rId12" Type="http://schemas.openxmlformats.org/officeDocument/2006/relationships/image" Target="../media/image60.png"/><Relationship Id="rId17" Type="http://schemas.openxmlformats.org/officeDocument/2006/relationships/image" Target="../media/image65.svg"/><Relationship Id="rId25" Type="http://schemas.openxmlformats.org/officeDocument/2006/relationships/image" Target="../media/image73.svg"/><Relationship Id="rId2" Type="http://schemas.openxmlformats.org/officeDocument/2006/relationships/image" Target="../media/image50.png"/><Relationship Id="rId16" Type="http://schemas.openxmlformats.org/officeDocument/2006/relationships/image" Target="../media/image64.png"/><Relationship Id="rId20" Type="http://schemas.openxmlformats.org/officeDocument/2006/relationships/image" Target="../media/image68.png"/><Relationship Id="rId1" Type="http://schemas.openxmlformats.org/officeDocument/2006/relationships/slideLayout" Target="../slideLayouts/slideLayout8.xml"/><Relationship Id="rId6" Type="http://schemas.openxmlformats.org/officeDocument/2006/relationships/image" Target="../media/image54.png"/><Relationship Id="rId11" Type="http://schemas.openxmlformats.org/officeDocument/2006/relationships/image" Target="../media/image59.svg"/><Relationship Id="rId24" Type="http://schemas.openxmlformats.org/officeDocument/2006/relationships/image" Target="../media/image72.png"/><Relationship Id="rId5" Type="http://schemas.openxmlformats.org/officeDocument/2006/relationships/image" Target="../media/image53.svg"/><Relationship Id="rId15" Type="http://schemas.openxmlformats.org/officeDocument/2006/relationships/image" Target="../media/image63.svg"/><Relationship Id="rId23" Type="http://schemas.openxmlformats.org/officeDocument/2006/relationships/image" Target="../media/image71.svg"/><Relationship Id="rId10" Type="http://schemas.openxmlformats.org/officeDocument/2006/relationships/image" Target="../media/image58.png"/><Relationship Id="rId19" Type="http://schemas.openxmlformats.org/officeDocument/2006/relationships/image" Target="../media/image67.svg"/><Relationship Id="rId4" Type="http://schemas.openxmlformats.org/officeDocument/2006/relationships/image" Target="../media/image52.png"/><Relationship Id="rId9" Type="http://schemas.openxmlformats.org/officeDocument/2006/relationships/image" Target="../media/image57.svg"/><Relationship Id="rId14" Type="http://schemas.openxmlformats.org/officeDocument/2006/relationships/image" Target="../media/image62.png"/><Relationship Id="rId22" Type="http://schemas.openxmlformats.org/officeDocument/2006/relationships/image" Target="../media/image70.png"/></Relationships>
</file>

<file path=ppt/slides/_rels/slide50.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84.png"/><Relationship Id="rId18" Type="http://schemas.openxmlformats.org/officeDocument/2006/relationships/image" Target="../media/image89.svg"/><Relationship Id="rId26" Type="http://schemas.openxmlformats.org/officeDocument/2006/relationships/image" Target="../media/image97.sv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sv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svg"/><Relationship Id="rId20" Type="http://schemas.openxmlformats.org/officeDocument/2006/relationships/image" Target="../media/image91.svg"/><Relationship Id="rId1" Type="http://schemas.openxmlformats.org/officeDocument/2006/relationships/slideLayout" Target="../slideLayouts/slideLayout8.xml"/><Relationship Id="rId6" Type="http://schemas.openxmlformats.org/officeDocument/2006/relationships/image" Target="../media/image77.svg"/><Relationship Id="rId11" Type="http://schemas.openxmlformats.org/officeDocument/2006/relationships/image" Target="../media/image82.png"/><Relationship Id="rId24" Type="http://schemas.openxmlformats.org/officeDocument/2006/relationships/image" Target="../media/image95.sv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10" Type="http://schemas.openxmlformats.org/officeDocument/2006/relationships/image" Target="../media/image81.svg"/><Relationship Id="rId19" Type="http://schemas.openxmlformats.org/officeDocument/2006/relationships/image" Target="../media/image90.png"/><Relationship Id="rId4" Type="http://schemas.openxmlformats.org/officeDocument/2006/relationships/image" Target="../media/image75.svg"/><Relationship Id="rId9" Type="http://schemas.openxmlformats.org/officeDocument/2006/relationships/image" Target="../media/image80.png"/><Relationship Id="rId14" Type="http://schemas.openxmlformats.org/officeDocument/2006/relationships/image" Target="../media/image85.svg"/><Relationship Id="rId22" Type="http://schemas.openxmlformats.org/officeDocument/2006/relationships/image" Target="../media/image93.svg"/></Relationships>
</file>

<file path=ppt/slides/_rels/slide51.xml.rels><?xml version="1.0" encoding="UTF-8" standalone="yes"?>
<Relationships xmlns="http://schemas.openxmlformats.org/package/2006/relationships"><Relationship Id="rId2" Type="http://schemas.openxmlformats.org/officeDocument/2006/relationships/hyperlink" Target="https://twodegrees1.sharepoint.com/teams/marketing/SitePages/Brand-Hub.aspx?OR=Teams-HL&amp;CT=1661184770726&amp;clickparams=eyJBcHBOYW1lIjoiVGVhbXMtRGVza3RvcCIsIkFwcFZlcnNpb24iOiIyOC8yMjA3MzEwMTAwNSIsIkhhc0ZlZGVyYXRlZFVzZXIiOmZhbHNlfQ%3D%3DTakeover#talking-about-slalom" TargetMode="Externa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9.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hyperlink" Target="https://www.slalom.com/platforms" TargetMode="Externa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svg"/><Relationship Id="rId18" Type="http://schemas.openxmlformats.org/officeDocument/2006/relationships/image" Target="../media/image116.png"/><Relationship Id="rId3" Type="http://schemas.openxmlformats.org/officeDocument/2006/relationships/image" Target="../media/image101.svg"/><Relationship Id="rId7" Type="http://schemas.openxmlformats.org/officeDocument/2006/relationships/image" Target="../media/image105.svg"/><Relationship Id="rId12" Type="http://schemas.openxmlformats.org/officeDocument/2006/relationships/image" Target="../media/image110.png"/><Relationship Id="rId17" Type="http://schemas.openxmlformats.org/officeDocument/2006/relationships/image" Target="../media/image115.svg"/><Relationship Id="rId2" Type="http://schemas.openxmlformats.org/officeDocument/2006/relationships/image" Target="../media/image100.png"/><Relationship Id="rId16" Type="http://schemas.openxmlformats.org/officeDocument/2006/relationships/image" Target="../media/image114.png"/><Relationship Id="rId1" Type="http://schemas.openxmlformats.org/officeDocument/2006/relationships/slideLayout" Target="../slideLayouts/slideLayout8.xml"/><Relationship Id="rId6" Type="http://schemas.openxmlformats.org/officeDocument/2006/relationships/image" Target="../media/image104.png"/><Relationship Id="rId11" Type="http://schemas.openxmlformats.org/officeDocument/2006/relationships/image" Target="../media/image109.svg"/><Relationship Id="rId5" Type="http://schemas.openxmlformats.org/officeDocument/2006/relationships/image" Target="../media/image103.svg"/><Relationship Id="rId15" Type="http://schemas.openxmlformats.org/officeDocument/2006/relationships/image" Target="../media/image113.svg"/><Relationship Id="rId10" Type="http://schemas.openxmlformats.org/officeDocument/2006/relationships/image" Target="../media/image108.png"/><Relationship Id="rId19" Type="http://schemas.openxmlformats.org/officeDocument/2006/relationships/image" Target="../media/image117.svg"/><Relationship Id="rId4" Type="http://schemas.openxmlformats.org/officeDocument/2006/relationships/image" Target="../media/image102.png"/><Relationship Id="rId9" Type="http://schemas.openxmlformats.org/officeDocument/2006/relationships/image" Target="../media/image107.svg"/><Relationship Id="rId14" Type="http://schemas.openxmlformats.org/officeDocument/2006/relationships/image" Target="../media/image112.png"/></Relationships>
</file>

<file path=ppt/slides/_rels/slide5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jpeg"/><Relationship Id="rId18" Type="http://schemas.openxmlformats.org/officeDocument/2006/relationships/image" Target="../media/image135.png"/><Relationship Id="rId3" Type="http://schemas.openxmlformats.org/officeDocument/2006/relationships/image" Target="../media/image120.png"/><Relationship Id="rId7" Type="http://schemas.openxmlformats.org/officeDocument/2006/relationships/image" Target="../media/image124.svg"/><Relationship Id="rId12" Type="http://schemas.openxmlformats.org/officeDocument/2006/relationships/image" Target="../media/image129.png"/><Relationship Id="rId17" Type="http://schemas.openxmlformats.org/officeDocument/2006/relationships/image" Target="../media/image134.png"/><Relationship Id="rId2" Type="http://schemas.openxmlformats.org/officeDocument/2006/relationships/image" Target="../media/image119.png"/><Relationship Id="rId16" Type="http://schemas.openxmlformats.org/officeDocument/2006/relationships/image" Target="../media/image133.png"/><Relationship Id="rId1" Type="http://schemas.openxmlformats.org/officeDocument/2006/relationships/slideLayout" Target="../slideLayouts/slideLayout26.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svg"/><Relationship Id="rId15" Type="http://schemas.openxmlformats.org/officeDocument/2006/relationships/image" Target="../media/image13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s>
</file>

<file path=ppt/slides/_rels/slide58.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147.svg"/><Relationship Id="rId18" Type="http://schemas.openxmlformats.org/officeDocument/2006/relationships/image" Target="../media/image152.png"/><Relationship Id="rId3" Type="http://schemas.openxmlformats.org/officeDocument/2006/relationships/image" Target="../media/image137.svg"/><Relationship Id="rId21" Type="http://schemas.openxmlformats.org/officeDocument/2006/relationships/image" Target="../media/image155.svg"/><Relationship Id="rId7" Type="http://schemas.openxmlformats.org/officeDocument/2006/relationships/image" Target="../media/image141.svg"/><Relationship Id="rId12" Type="http://schemas.openxmlformats.org/officeDocument/2006/relationships/image" Target="../media/image146.png"/><Relationship Id="rId17" Type="http://schemas.openxmlformats.org/officeDocument/2006/relationships/image" Target="../media/image151.svg"/><Relationship Id="rId2" Type="http://schemas.openxmlformats.org/officeDocument/2006/relationships/image" Target="../media/image136.png"/><Relationship Id="rId16" Type="http://schemas.openxmlformats.org/officeDocument/2006/relationships/image" Target="../media/image150.png"/><Relationship Id="rId20" Type="http://schemas.openxmlformats.org/officeDocument/2006/relationships/image" Target="../media/image154.png"/><Relationship Id="rId1" Type="http://schemas.openxmlformats.org/officeDocument/2006/relationships/slideLayout" Target="../slideLayouts/slideLayout8.xml"/><Relationship Id="rId6" Type="http://schemas.openxmlformats.org/officeDocument/2006/relationships/image" Target="../media/image140.png"/><Relationship Id="rId11" Type="http://schemas.openxmlformats.org/officeDocument/2006/relationships/image" Target="../media/image145.svg"/><Relationship Id="rId5" Type="http://schemas.openxmlformats.org/officeDocument/2006/relationships/image" Target="../media/image139.svg"/><Relationship Id="rId15" Type="http://schemas.openxmlformats.org/officeDocument/2006/relationships/image" Target="../media/image149.svg"/><Relationship Id="rId10" Type="http://schemas.openxmlformats.org/officeDocument/2006/relationships/image" Target="../media/image144.png"/><Relationship Id="rId19" Type="http://schemas.openxmlformats.org/officeDocument/2006/relationships/image" Target="../media/image153.svg"/><Relationship Id="rId4" Type="http://schemas.openxmlformats.org/officeDocument/2006/relationships/image" Target="../media/image138.png"/><Relationship Id="rId9" Type="http://schemas.openxmlformats.org/officeDocument/2006/relationships/image" Target="../media/image143.svg"/><Relationship Id="rId14" Type="http://schemas.openxmlformats.org/officeDocument/2006/relationships/image" Target="../media/image148.png"/></Relationships>
</file>

<file path=ppt/slides/_rels/slide59.xml.rels><?xml version="1.0" encoding="UTF-8" standalone="yes"?>
<Relationships xmlns="http://schemas.openxmlformats.org/package/2006/relationships"><Relationship Id="rId3" Type="http://schemas.openxmlformats.org/officeDocument/2006/relationships/image" Target="../media/image157.svg"/><Relationship Id="rId2" Type="http://schemas.openxmlformats.org/officeDocument/2006/relationships/image" Target="../media/image156.png"/><Relationship Id="rId1" Type="http://schemas.openxmlformats.org/officeDocument/2006/relationships/slideLayout" Target="../slideLayouts/slideLayout22.xml"/><Relationship Id="rId6" Type="http://schemas.openxmlformats.org/officeDocument/2006/relationships/image" Target="../media/image159.jpeg"/><Relationship Id="rId5" Type="http://schemas.openxmlformats.org/officeDocument/2006/relationships/hyperlink" Target="https://twodegrees1.sharepoint.com/teams/marketing/SitePages/Slalom%20awards.aspx" TargetMode="External"/><Relationship Id="rId4" Type="http://schemas.openxmlformats.org/officeDocument/2006/relationships/image" Target="../media/image158.jpeg"/></Relationships>
</file>

<file path=ppt/slides/_rels/slide60.xml.rels><?xml version="1.0" encoding="UTF-8" standalone="yes"?>
<Relationships xmlns="http://schemas.openxmlformats.org/package/2006/relationships"><Relationship Id="rId3" Type="http://schemas.openxmlformats.org/officeDocument/2006/relationships/image" Target="../media/image161.svg"/><Relationship Id="rId2" Type="http://schemas.openxmlformats.org/officeDocument/2006/relationships/image" Target="../media/image160.png"/><Relationship Id="rId1" Type="http://schemas.openxmlformats.org/officeDocument/2006/relationships/slideLayout" Target="../slideLayouts/slideLayout8.xml"/><Relationship Id="rId5" Type="http://schemas.openxmlformats.org/officeDocument/2006/relationships/image" Target="../media/image163.svg"/><Relationship Id="rId4" Type="http://schemas.openxmlformats.org/officeDocument/2006/relationships/image" Target="../media/image162.png"/></Relationships>
</file>

<file path=ppt/slides/_rels/slide61.xml.rels><?xml version="1.0" encoding="UTF-8" standalone="yes"?>
<Relationships xmlns="http://schemas.openxmlformats.org/package/2006/relationships"><Relationship Id="rId2" Type="http://schemas.openxmlformats.org/officeDocument/2006/relationships/image" Target="../media/image164.jpeg"/><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29.jpeg"/><Relationship Id="rId4" Type="http://schemas.openxmlformats.org/officeDocument/2006/relationships/image" Target="../media/image166.svg"/></Relationships>
</file>

<file path=ppt/slides/_rels/slide6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166.svg"/><Relationship Id="rId2" Type="http://schemas.openxmlformats.org/officeDocument/2006/relationships/image" Target="../media/image165.png"/><Relationship Id="rId1" Type="http://schemas.openxmlformats.org/officeDocument/2006/relationships/slideLayout" Target="../slideLayouts/slideLayout16.xml"/><Relationship Id="rId6" Type="http://schemas.openxmlformats.org/officeDocument/2006/relationships/image" Target="../media/image29.jpeg"/><Relationship Id="rId5" Type="http://schemas.openxmlformats.org/officeDocument/2006/relationships/image" Target="../media/image167.svg"/><Relationship Id="rId4" Type="http://schemas.openxmlformats.org/officeDocument/2006/relationships/image" Target="../media/image112.png"/></Relationships>
</file>

<file path=ppt/slides/_rels/slide6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68.jpeg"/><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69.jpeg"/><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70.jpeg"/><Relationship Id="rId1" Type="http://schemas.openxmlformats.org/officeDocument/2006/relationships/slideLayout" Target="../slideLayouts/slideLayout22.xml"/></Relationships>
</file>

<file path=ppt/slides/_rels/slide6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71.jpeg"/><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3" Type="http://schemas.openxmlformats.org/officeDocument/2006/relationships/image" Target="../media/image166.svg"/><Relationship Id="rId7" Type="http://schemas.openxmlformats.org/officeDocument/2006/relationships/image" Target="../media/image153.svg"/><Relationship Id="rId2" Type="http://schemas.openxmlformats.org/officeDocument/2006/relationships/image" Target="../media/image165.png"/><Relationship Id="rId1" Type="http://schemas.openxmlformats.org/officeDocument/2006/relationships/slideLayout" Target="../slideLayouts/slideLayout18.xml"/><Relationship Id="rId6" Type="http://schemas.openxmlformats.org/officeDocument/2006/relationships/image" Target="../media/image152.png"/><Relationship Id="rId5" Type="http://schemas.openxmlformats.org/officeDocument/2006/relationships/image" Target="../media/image167.svg"/><Relationship Id="rId4" Type="http://schemas.openxmlformats.org/officeDocument/2006/relationships/image" Target="../media/image1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8" Type="http://schemas.openxmlformats.org/officeDocument/2006/relationships/image" Target="../media/image177.svg"/><Relationship Id="rId13" Type="http://schemas.openxmlformats.org/officeDocument/2006/relationships/image" Target="../media/image182.png"/><Relationship Id="rId3" Type="http://schemas.openxmlformats.org/officeDocument/2006/relationships/image" Target="../media/image172.png"/><Relationship Id="rId7" Type="http://schemas.openxmlformats.org/officeDocument/2006/relationships/image" Target="../media/image176.png"/><Relationship Id="rId12" Type="http://schemas.openxmlformats.org/officeDocument/2006/relationships/image" Target="../media/image181.svg"/><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175.svg"/><Relationship Id="rId11" Type="http://schemas.openxmlformats.org/officeDocument/2006/relationships/image" Target="../media/image180.png"/><Relationship Id="rId5" Type="http://schemas.openxmlformats.org/officeDocument/2006/relationships/image" Target="../media/image174.png"/><Relationship Id="rId15" Type="http://schemas.openxmlformats.org/officeDocument/2006/relationships/image" Target="../media/image184.jpeg"/><Relationship Id="rId10" Type="http://schemas.openxmlformats.org/officeDocument/2006/relationships/image" Target="../media/image179.svg"/><Relationship Id="rId4" Type="http://schemas.openxmlformats.org/officeDocument/2006/relationships/image" Target="../media/image173.svg"/><Relationship Id="rId9" Type="http://schemas.openxmlformats.org/officeDocument/2006/relationships/image" Target="../media/image178.png"/><Relationship Id="rId14" Type="http://schemas.openxmlformats.org/officeDocument/2006/relationships/image" Target="../media/image183.svg"/></Relationships>
</file>

<file path=ppt/slides/_rels/slide77.xml.rels><?xml version="1.0" encoding="UTF-8" standalone="yes"?>
<Relationships xmlns="http://schemas.openxmlformats.org/package/2006/relationships"><Relationship Id="rId2" Type="http://schemas.openxmlformats.org/officeDocument/2006/relationships/image" Target="../media/image185.jpeg"/><Relationship Id="rId1" Type="http://schemas.openxmlformats.org/officeDocument/2006/relationships/slideLayout" Target="../slideLayouts/slideLayout21.xml"/></Relationships>
</file>

<file path=ppt/slides/_rels/slide78.xml.rels><?xml version="1.0" encoding="UTF-8" standalone="yes"?>
<Relationships xmlns="http://schemas.openxmlformats.org/package/2006/relationships"><Relationship Id="rId26" Type="http://schemas.openxmlformats.org/officeDocument/2006/relationships/image" Target="../media/image108.png"/><Relationship Id="rId21" Type="http://schemas.openxmlformats.org/officeDocument/2006/relationships/image" Target="../media/image205.svg"/><Relationship Id="rId42" Type="http://schemas.openxmlformats.org/officeDocument/2006/relationships/image" Target="../media/image222.png"/><Relationship Id="rId47" Type="http://schemas.openxmlformats.org/officeDocument/2006/relationships/image" Target="../media/image225.svg"/><Relationship Id="rId63" Type="http://schemas.openxmlformats.org/officeDocument/2006/relationships/image" Target="../media/image241.svg"/><Relationship Id="rId68" Type="http://schemas.openxmlformats.org/officeDocument/2006/relationships/image" Target="../media/image152.png"/><Relationship Id="rId2" Type="http://schemas.openxmlformats.org/officeDocument/2006/relationships/image" Target="../media/image186.png"/><Relationship Id="rId16" Type="http://schemas.openxmlformats.org/officeDocument/2006/relationships/image" Target="../media/image200.png"/><Relationship Id="rId29" Type="http://schemas.openxmlformats.org/officeDocument/2006/relationships/image" Target="../media/image211.svg"/><Relationship Id="rId11" Type="http://schemas.openxmlformats.org/officeDocument/2006/relationships/image" Target="../media/image195.svg"/><Relationship Id="rId24" Type="http://schemas.openxmlformats.org/officeDocument/2006/relationships/image" Target="../media/image208.png"/><Relationship Id="rId32" Type="http://schemas.openxmlformats.org/officeDocument/2006/relationships/image" Target="../media/image212.png"/><Relationship Id="rId37" Type="http://schemas.openxmlformats.org/officeDocument/2006/relationships/image" Target="../media/image217.svg"/><Relationship Id="rId40" Type="http://schemas.openxmlformats.org/officeDocument/2006/relationships/image" Target="../media/image220.png"/><Relationship Id="rId45" Type="http://schemas.openxmlformats.org/officeDocument/2006/relationships/image" Target="../media/image107.svg"/><Relationship Id="rId53" Type="http://schemas.openxmlformats.org/officeDocument/2006/relationships/image" Target="../media/image231.svg"/><Relationship Id="rId58" Type="http://schemas.openxmlformats.org/officeDocument/2006/relationships/image" Target="../media/image236.png"/><Relationship Id="rId66" Type="http://schemas.openxmlformats.org/officeDocument/2006/relationships/image" Target="../media/image242.png"/><Relationship Id="rId74" Type="http://schemas.openxmlformats.org/officeDocument/2006/relationships/image" Target="../media/image136.png"/><Relationship Id="rId5" Type="http://schemas.openxmlformats.org/officeDocument/2006/relationships/image" Target="../media/image189.svg"/><Relationship Id="rId61" Type="http://schemas.openxmlformats.org/officeDocument/2006/relationships/image" Target="../media/image239.svg"/><Relationship Id="rId19" Type="http://schemas.openxmlformats.org/officeDocument/2006/relationships/image" Target="../media/image203.svg"/><Relationship Id="rId14" Type="http://schemas.openxmlformats.org/officeDocument/2006/relationships/image" Target="../media/image198.png"/><Relationship Id="rId22" Type="http://schemas.openxmlformats.org/officeDocument/2006/relationships/image" Target="../media/image206.png"/><Relationship Id="rId27" Type="http://schemas.openxmlformats.org/officeDocument/2006/relationships/image" Target="../media/image109.svg"/><Relationship Id="rId30" Type="http://schemas.openxmlformats.org/officeDocument/2006/relationships/image" Target="../media/image148.png"/><Relationship Id="rId35" Type="http://schemas.openxmlformats.org/officeDocument/2006/relationships/image" Target="../media/image215.svg"/><Relationship Id="rId43" Type="http://schemas.openxmlformats.org/officeDocument/2006/relationships/image" Target="../media/image223.svg"/><Relationship Id="rId48" Type="http://schemas.openxmlformats.org/officeDocument/2006/relationships/image" Target="../media/image226.png"/><Relationship Id="rId56" Type="http://schemas.openxmlformats.org/officeDocument/2006/relationships/image" Target="../media/image234.png"/><Relationship Id="rId64" Type="http://schemas.openxmlformats.org/officeDocument/2006/relationships/image" Target="../media/image112.png"/><Relationship Id="rId69" Type="http://schemas.openxmlformats.org/officeDocument/2006/relationships/image" Target="../media/image153.svg"/><Relationship Id="rId8" Type="http://schemas.openxmlformats.org/officeDocument/2006/relationships/image" Target="../media/image192.png"/><Relationship Id="rId51" Type="http://schemas.openxmlformats.org/officeDocument/2006/relationships/image" Target="../media/image229.svg"/><Relationship Id="rId72" Type="http://schemas.openxmlformats.org/officeDocument/2006/relationships/image" Target="../media/image246.png"/><Relationship Id="rId3" Type="http://schemas.openxmlformats.org/officeDocument/2006/relationships/image" Target="../media/image187.svg"/><Relationship Id="rId12" Type="http://schemas.openxmlformats.org/officeDocument/2006/relationships/image" Target="../media/image196.png"/><Relationship Id="rId17" Type="http://schemas.openxmlformats.org/officeDocument/2006/relationships/image" Target="../media/image201.svg"/><Relationship Id="rId25" Type="http://schemas.openxmlformats.org/officeDocument/2006/relationships/image" Target="../media/image209.svg"/><Relationship Id="rId33" Type="http://schemas.openxmlformats.org/officeDocument/2006/relationships/image" Target="../media/image213.svg"/><Relationship Id="rId38" Type="http://schemas.openxmlformats.org/officeDocument/2006/relationships/image" Target="../media/image218.png"/><Relationship Id="rId46" Type="http://schemas.openxmlformats.org/officeDocument/2006/relationships/image" Target="../media/image224.png"/><Relationship Id="rId59" Type="http://schemas.openxmlformats.org/officeDocument/2006/relationships/image" Target="../media/image237.svg"/><Relationship Id="rId67" Type="http://schemas.openxmlformats.org/officeDocument/2006/relationships/image" Target="../media/image243.svg"/><Relationship Id="rId20" Type="http://schemas.openxmlformats.org/officeDocument/2006/relationships/image" Target="../media/image204.png"/><Relationship Id="rId41" Type="http://schemas.openxmlformats.org/officeDocument/2006/relationships/image" Target="../media/image221.svg"/><Relationship Id="rId54" Type="http://schemas.openxmlformats.org/officeDocument/2006/relationships/image" Target="../media/image232.png"/><Relationship Id="rId62" Type="http://schemas.openxmlformats.org/officeDocument/2006/relationships/image" Target="../media/image240.png"/><Relationship Id="rId70" Type="http://schemas.openxmlformats.org/officeDocument/2006/relationships/image" Target="../media/image244.png"/><Relationship Id="rId75" Type="http://schemas.openxmlformats.org/officeDocument/2006/relationships/image" Target="../media/image137.svg"/><Relationship Id="rId1" Type="http://schemas.openxmlformats.org/officeDocument/2006/relationships/slideLayout" Target="../slideLayouts/slideLayout10.xml"/><Relationship Id="rId6" Type="http://schemas.openxmlformats.org/officeDocument/2006/relationships/image" Target="../media/image190.png"/><Relationship Id="rId15" Type="http://schemas.openxmlformats.org/officeDocument/2006/relationships/image" Target="../media/image199.svg"/><Relationship Id="rId23" Type="http://schemas.openxmlformats.org/officeDocument/2006/relationships/image" Target="../media/image207.svg"/><Relationship Id="rId28" Type="http://schemas.openxmlformats.org/officeDocument/2006/relationships/image" Target="../media/image210.png"/><Relationship Id="rId36" Type="http://schemas.openxmlformats.org/officeDocument/2006/relationships/image" Target="../media/image216.png"/><Relationship Id="rId49" Type="http://schemas.openxmlformats.org/officeDocument/2006/relationships/image" Target="../media/image227.svg"/><Relationship Id="rId57" Type="http://schemas.openxmlformats.org/officeDocument/2006/relationships/image" Target="../media/image235.svg"/><Relationship Id="rId10" Type="http://schemas.openxmlformats.org/officeDocument/2006/relationships/image" Target="../media/image194.png"/><Relationship Id="rId31" Type="http://schemas.openxmlformats.org/officeDocument/2006/relationships/image" Target="../media/image149.svg"/><Relationship Id="rId44" Type="http://schemas.openxmlformats.org/officeDocument/2006/relationships/image" Target="../media/image106.png"/><Relationship Id="rId52" Type="http://schemas.openxmlformats.org/officeDocument/2006/relationships/image" Target="../media/image230.png"/><Relationship Id="rId60" Type="http://schemas.openxmlformats.org/officeDocument/2006/relationships/image" Target="../media/image238.png"/><Relationship Id="rId65" Type="http://schemas.openxmlformats.org/officeDocument/2006/relationships/image" Target="../media/image113.svg"/><Relationship Id="rId73" Type="http://schemas.openxmlformats.org/officeDocument/2006/relationships/image" Target="../media/image247.svg"/><Relationship Id="rId4" Type="http://schemas.openxmlformats.org/officeDocument/2006/relationships/image" Target="../media/image188.png"/><Relationship Id="rId9" Type="http://schemas.openxmlformats.org/officeDocument/2006/relationships/image" Target="../media/image193.svg"/><Relationship Id="rId13" Type="http://schemas.openxmlformats.org/officeDocument/2006/relationships/image" Target="../media/image197.svg"/><Relationship Id="rId18" Type="http://schemas.openxmlformats.org/officeDocument/2006/relationships/image" Target="../media/image202.png"/><Relationship Id="rId39" Type="http://schemas.openxmlformats.org/officeDocument/2006/relationships/image" Target="../media/image219.svg"/><Relationship Id="rId34" Type="http://schemas.openxmlformats.org/officeDocument/2006/relationships/image" Target="../media/image214.png"/><Relationship Id="rId50" Type="http://schemas.openxmlformats.org/officeDocument/2006/relationships/image" Target="../media/image228.png"/><Relationship Id="rId55" Type="http://schemas.openxmlformats.org/officeDocument/2006/relationships/image" Target="../media/image233.svg"/><Relationship Id="rId76" Type="http://schemas.openxmlformats.org/officeDocument/2006/relationships/hyperlink" Target="https://twodegrees1.sharepoint.com/teams/marketing/SitePages/Creative-Library-Icons.aspx" TargetMode="External"/><Relationship Id="rId7" Type="http://schemas.openxmlformats.org/officeDocument/2006/relationships/image" Target="../media/image191.svg"/><Relationship Id="rId71" Type="http://schemas.openxmlformats.org/officeDocument/2006/relationships/image" Target="../media/image245.svg"/></Relationships>
</file>

<file path=ppt/slides/_rels/slide79.xml.rels><?xml version="1.0" encoding="UTF-8" standalone="yes"?>
<Relationships xmlns="http://schemas.openxmlformats.org/package/2006/relationships"><Relationship Id="rId26" Type="http://schemas.openxmlformats.org/officeDocument/2006/relationships/image" Target="../media/image100.png"/><Relationship Id="rId21" Type="http://schemas.openxmlformats.org/officeDocument/2006/relationships/image" Target="../media/image265.svg"/><Relationship Id="rId42" Type="http://schemas.openxmlformats.org/officeDocument/2006/relationships/image" Target="../media/image280.png"/><Relationship Id="rId47" Type="http://schemas.openxmlformats.org/officeDocument/2006/relationships/image" Target="../media/image285.svg"/><Relationship Id="rId63" Type="http://schemas.openxmlformats.org/officeDocument/2006/relationships/image" Target="../media/image299.svg"/><Relationship Id="rId68" Type="http://schemas.openxmlformats.org/officeDocument/2006/relationships/image" Target="../media/image304.png"/><Relationship Id="rId84" Type="http://schemas.openxmlformats.org/officeDocument/2006/relationships/image" Target="../media/image154.png"/><Relationship Id="rId89" Type="http://schemas.openxmlformats.org/officeDocument/2006/relationships/image" Target="../media/image145.svg"/><Relationship Id="rId16" Type="http://schemas.openxmlformats.org/officeDocument/2006/relationships/image" Target="../media/image260.png"/><Relationship Id="rId107" Type="http://schemas.openxmlformats.org/officeDocument/2006/relationships/image" Target="../media/image329.svg"/><Relationship Id="rId11" Type="http://schemas.openxmlformats.org/officeDocument/2006/relationships/image" Target="../media/image143.svg"/><Relationship Id="rId32" Type="http://schemas.openxmlformats.org/officeDocument/2006/relationships/image" Target="../media/image102.png"/><Relationship Id="rId37" Type="http://schemas.openxmlformats.org/officeDocument/2006/relationships/image" Target="../media/image275.svg"/><Relationship Id="rId53" Type="http://schemas.openxmlformats.org/officeDocument/2006/relationships/image" Target="../media/image291.svg"/><Relationship Id="rId58" Type="http://schemas.openxmlformats.org/officeDocument/2006/relationships/image" Target="../media/image294.png"/><Relationship Id="rId74" Type="http://schemas.openxmlformats.org/officeDocument/2006/relationships/image" Target="../media/image104.png"/><Relationship Id="rId79" Type="http://schemas.openxmlformats.org/officeDocument/2006/relationships/image" Target="../media/image309.svg"/><Relationship Id="rId102" Type="http://schemas.openxmlformats.org/officeDocument/2006/relationships/image" Target="../media/image324.png"/><Relationship Id="rId5" Type="http://schemas.openxmlformats.org/officeDocument/2006/relationships/image" Target="../media/image251.svg"/><Relationship Id="rId90" Type="http://schemas.openxmlformats.org/officeDocument/2006/relationships/image" Target="../media/image312.png"/><Relationship Id="rId95" Type="http://schemas.openxmlformats.org/officeDocument/2006/relationships/image" Target="../media/image317.svg"/><Relationship Id="rId22" Type="http://schemas.openxmlformats.org/officeDocument/2006/relationships/image" Target="../media/image266.png"/><Relationship Id="rId27" Type="http://schemas.openxmlformats.org/officeDocument/2006/relationships/image" Target="../media/image101.svg"/><Relationship Id="rId43" Type="http://schemas.openxmlformats.org/officeDocument/2006/relationships/image" Target="../media/image281.svg"/><Relationship Id="rId48" Type="http://schemas.openxmlformats.org/officeDocument/2006/relationships/image" Target="../media/image286.png"/><Relationship Id="rId64" Type="http://schemas.openxmlformats.org/officeDocument/2006/relationships/image" Target="../media/image300.png"/><Relationship Id="rId69" Type="http://schemas.openxmlformats.org/officeDocument/2006/relationships/image" Target="../media/image305.svg"/><Relationship Id="rId80" Type="http://schemas.openxmlformats.org/officeDocument/2006/relationships/image" Target="../media/image310.png"/><Relationship Id="rId85" Type="http://schemas.openxmlformats.org/officeDocument/2006/relationships/image" Target="../media/image155.svg"/><Relationship Id="rId12" Type="http://schemas.openxmlformats.org/officeDocument/2006/relationships/image" Target="../media/image256.png"/><Relationship Id="rId17" Type="http://schemas.openxmlformats.org/officeDocument/2006/relationships/image" Target="../media/image261.svg"/><Relationship Id="rId33" Type="http://schemas.openxmlformats.org/officeDocument/2006/relationships/image" Target="../media/image103.svg"/><Relationship Id="rId38" Type="http://schemas.openxmlformats.org/officeDocument/2006/relationships/image" Target="../media/image276.png"/><Relationship Id="rId59" Type="http://schemas.openxmlformats.org/officeDocument/2006/relationships/image" Target="../media/image295.svg"/><Relationship Id="rId103" Type="http://schemas.openxmlformats.org/officeDocument/2006/relationships/image" Target="../media/image325.svg"/><Relationship Id="rId108" Type="http://schemas.openxmlformats.org/officeDocument/2006/relationships/image" Target="../media/image330.png"/><Relationship Id="rId54" Type="http://schemas.openxmlformats.org/officeDocument/2006/relationships/image" Target="../media/image292.png"/><Relationship Id="rId70" Type="http://schemas.openxmlformats.org/officeDocument/2006/relationships/image" Target="../media/image110.png"/><Relationship Id="rId75" Type="http://schemas.openxmlformats.org/officeDocument/2006/relationships/image" Target="../media/image105.svg"/><Relationship Id="rId91" Type="http://schemas.openxmlformats.org/officeDocument/2006/relationships/image" Target="../media/image313.svg"/><Relationship Id="rId96" Type="http://schemas.openxmlformats.org/officeDocument/2006/relationships/image" Target="../media/image318.png"/><Relationship Id="rId1" Type="http://schemas.openxmlformats.org/officeDocument/2006/relationships/slideLayout" Target="../slideLayouts/slideLayout10.xml"/><Relationship Id="rId6" Type="http://schemas.openxmlformats.org/officeDocument/2006/relationships/image" Target="../media/image252.png"/><Relationship Id="rId15" Type="http://schemas.openxmlformats.org/officeDocument/2006/relationships/image" Target="../media/image259.svg"/><Relationship Id="rId23" Type="http://schemas.openxmlformats.org/officeDocument/2006/relationships/image" Target="../media/image267.svg"/><Relationship Id="rId28" Type="http://schemas.openxmlformats.org/officeDocument/2006/relationships/image" Target="../media/image270.png"/><Relationship Id="rId36" Type="http://schemas.openxmlformats.org/officeDocument/2006/relationships/image" Target="../media/image274.png"/><Relationship Id="rId49" Type="http://schemas.openxmlformats.org/officeDocument/2006/relationships/image" Target="../media/image287.svg"/><Relationship Id="rId57" Type="http://schemas.openxmlformats.org/officeDocument/2006/relationships/image" Target="../media/image139.svg"/><Relationship Id="rId106" Type="http://schemas.openxmlformats.org/officeDocument/2006/relationships/image" Target="../media/image328.png"/><Relationship Id="rId10" Type="http://schemas.openxmlformats.org/officeDocument/2006/relationships/image" Target="../media/image142.png"/><Relationship Id="rId31" Type="http://schemas.openxmlformats.org/officeDocument/2006/relationships/image" Target="../media/image147.svg"/><Relationship Id="rId44" Type="http://schemas.openxmlformats.org/officeDocument/2006/relationships/image" Target="../media/image282.png"/><Relationship Id="rId52" Type="http://schemas.openxmlformats.org/officeDocument/2006/relationships/image" Target="../media/image290.png"/><Relationship Id="rId60" Type="http://schemas.openxmlformats.org/officeDocument/2006/relationships/image" Target="../media/image296.png"/><Relationship Id="rId65" Type="http://schemas.openxmlformats.org/officeDocument/2006/relationships/image" Target="../media/image301.svg"/><Relationship Id="rId73" Type="http://schemas.openxmlformats.org/officeDocument/2006/relationships/image" Target="../media/image307.svg"/><Relationship Id="rId78" Type="http://schemas.openxmlformats.org/officeDocument/2006/relationships/image" Target="../media/image308.png"/><Relationship Id="rId81" Type="http://schemas.openxmlformats.org/officeDocument/2006/relationships/image" Target="../media/image311.svg"/><Relationship Id="rId86" Type="http://schemas.openxmlformats.org/officeDocument/2006/relationships/image" Target="../media/image140.png"/><Relationship Id="rId94" Type="http://schemas.openxmlformats.org/officeDocument/2006/relationships/image" Target="../media/image316.png"/><Relationship Id="rId99" Type="http://schemas.openxmlformats.org/officeDocument/2006/relationships/image" Target="../media/image321.svg"/><Relationship Id="rId101" Type="http://schemas.openxmlformats.org/officeDocument/2006/relationships/image" Target="../media/image323.svg"/><Relationship Id="rId4" Type="http://schemas.openxmlformats.org/officeDocument/2006/relationships/image" Target="../media/image250.png"/><Relationship Id="rId9" Type="http://schemas.openxmlformats.org/officeDocument/2006/relationships/image" Target="../media/image255.svg"/><Relationship Id="rId13" Type="http://schemas.openxmlformats.org/officeDocument/2006/relationships/image" Target="../media/image257.svg"/><Relationship Id="rId18" Type="http://schemas.openxmlformats.org/officeDocument/2006/relationships/image" Target="../media/image262.png"/><Relationship Id="rId39" Type="http://schemas.openxmlformats.org/officeDocument/2006/relationships/image" Target="../media/image277.svg"/><Relationship Id="rId109" Type="http://schemas.openxmlformats.org/officeDocument/2006/relationships/image" Target="../media/image331.svg"/><Relationship Id="rId34" Type="http://schemas.openxmlformats.org/officeDocument/2006/relationships/image" Target="../media/image272.png"/><Relationship Id="rId50" Type="http://schemas.openxmlformats.org/officeDocument/2006/relationships/image" Target="../media/image288.png"/><Relationship Id="rId55" Type="http://schemas.openxmlformats.org/officeDocument/2006/relationships/image" Target="../media/image293.svg"/><Relationship Id="rId76" Type="http://schemas.openxmlformats.org/officeDocument/2006/relationships/image" Target="../media/image114.png"/><Relationship Id="rId97" Type="http://schemas.openxmlformats.org/officeDocument/2006/relationships/image" Target="../media/image319.svg"/><Relationship Id="rId104" Type="http://schemas.openxmlformats.org/officeDocument/2006/relationships/image" Target="../media/image326.png"/><Relationship Id="rId7" Type="http://schemas.openxmlformats.org/officeDocument/2006/relationships/image" Target="../media/image253.svg"/><Relationship Id="rId71" Type="http://schemas.openxmlformats.org/officeDocument/2006/relationships/image" Target="../media/image111.svg"/><Relationship Id="rId92" Type="http://schemas.openxmlformats.org/officeDocument/2006/relationships/image" Target="../media/image314.png"/><Relationship Id="rId2" Type="http://schemas.openxmlformats.org/officeDocument/2006/relationships/image" Target="../media/image248.png"/><Relationship Id="rId29" Type="http://schemas.openxmlformats.org/officeDocument/2006/relationships/image" Target="../media/image271.svg"/><Relationship Id="rId24" Type="http://schemas.openxmlformats.org/officeDocument/2006/relationships/image" Target="../media/image268.png"/><Relationship Id="rId40" Type="http://schemas.openxmlformats.org/officeDocument/2006/relationships/image" Target="../media/image278.png"/><Relationship Id="rId45" Type="http://schemas.openxmlformats.org/officeDocument/2006/relationships/image" Target="../media/image283.svg"/><Relationship Id="rId66" Type="http://schemas.openxmlformats.org/officeDocument/2006/relationships/image" Target="../media/image302.png"/><Relationship Id="rId87" Type="http://schemas.openxmlformats.org/officeDocument/2006/relationships/image" Target="../media/image141.svg"/><Relationship Id="rId110" Type="http://schemas.openxmlformats.org/officeDocument/2006/relationships/image" Target="../media/image332.png"/><Relationship Id="rId61" Type="http://schemas.openxmlformats.org/officeDocument/2006/relationships/image" Target="../media/image297.svg"/><Relationship Id="rId82" Type="http://schemas.openxmlformats.org/officeDocument/2006/relationships/image" Target="../media/image150.png"/><Relationship Id="rId19" Type="http://schemas.openxmlformats.org/officeDocument/2006/relationships/image" Target="../media/image263.svg"/><Relationship Id="rId14" Type="http://schemas.openxmlformats.org/officeDocument/2006/relationships/image" Target="../media/image258.png"/><Relationship Id="rId30" Type="http://schemas.openxmlformats.org/officeDocument/2006/relationships/image" Target="../media/image146.png"/><Relationship Id="rId35" Type="http://schemas.openxmlformats.org/officeDocument/2006/relationships/image" Target="../media/image273.svg"/><Relationship Id="rId56" Type="http://schemas.openxmlformats.org/officeDocument/2006/relationships/image" Target="../media/image138.png"/><Relationship Id="rId77" Type="http://schemas.openxmlformats.org/officeDocument/2006/relationships/image" Target="../media/image115.svg"/><Relationship Id="rId100" Type="http://schemas.openxmlformats.org/officeDocument/2006/relationships/image" Target="../media/image322.png"/><Relationship Id="rId105" Type="http://schemas.openxmlformats.org/officeDocument/2006/relationships/image" Target="../media/image327.svg"/><Relationship Id="rId8" Type="http://schemas.openxmlformats.org/officeDocument/2006/relationships/image" Target="../media/image254.png"/><Relationship Id="rId51" Type="http://schemas.openxmlformats.org/officeDocument/2006/relationships/image" Target="../media/image289.svg"/><Relationship Id="rId72" Type="http://schemas.openxmlformats.org/officeDocument/2006/relationships/image" Target="../media/image306.png"/><Relationship Id="rId93" Type="http://schemas.openxmlformats.org/officeDocument/2006/relationships/image" Target="../media/image315.svg"/><Relationship Id="rId98" Type="http://schemas.openxmlformats.org/officeDocument/2006/relationships/image" Target="../media/image320.png"/><Relationship Id="rId3" Type="http://schemas.openxmlformats.org/officeDocument/2006/relationships/image" Target="../media/image249.svg"/><Relationship Id="rId25" Type="http://schemas.openxmlformats.org/officeDocument/2006/relationships/image" Target="../media/image269.svg"/><Relationship Id="rId46" Type="http://schemas.openxmlformats.org/officeDocument/2006/relationships/image" Target="../media/image284.png"/><Relationship Id="rId67" Type="http://schemas.openxmlformats.org/officeDocument/2006/relationships/image" Target="../media/image303.svg"/><Relationship Id="rId20" Type="http://schemas.openxmlformats.org/officeDocument/2006/relationships/image" Target="../media/image264.png"/><Relationship Id="rId41" Type="http://schemas.openxmlformats.org/officeDocument/2006/relationships/image" Target="../media/image279.svg"/><Relationship Id="rId62" Type="http://schemas.openxmlformats.org/officeDocument/2006/relationships/image" Target="../media/image298.png"/><Relationship Id="rId83" Type="http://schemas.openxmlformats.org/officeDocument/2006/relationships/image" Target="../media/image151.svg"/><Relationship Id="rId88" Type="http://schemas.openxmlformats.org/officeDocument/2006/relationships/image" Target="../media/image144.png"/><Relationship Id="rId111" Type="http://schemas.openxmlformats.org/officeDocument/2006/relationships/image" Target="../media/image333.svg"/></Relationships>
</file>

<file path=ppt/slides/_rels/slide80.xml.rels><?xml version="1.0" encoding="UTF-8" standalone="yes"?>
<Relationships xmlns="http://schemas.openxmlformats.org/package/2006/relationships"><Relationship Id="rId26" Type="http://schemas.openxmlformats.org/officeDocument/2006/relationships/image" Target="../media/image356.png"/><Relationship Id="rId21" Type="http://schemas.openxmlformats.org/officeDocument/2006/relationships/image" Target="../media/image351.svg"/><Relationship Id="rId42" Type="http://schemas.openxmlformats.org/officeDocument/2006/relationships/image" Target="../media/image372.png"/><Relationship Id="rId47" Type="http://schemas.openxmlformats.org/officeDocument/2006/relationships/image" Target="../media/image377.svg"/><Relationship Id="rId63" Type="http://schemas.openxmlformats.org/officeDocument/2006/relationships/image" Target="../media/image393.svg"/><Relationship Id="rId68" Type="http://schemas.openxmlformats.org/officeDocument/2006/relationships/image" Target="../media/image398.png"/><Relationship Id="rId16" Type="http://schemas.openxmlformats.org/officeDocument/2006/relationships/image" Target="../media/image116.png"/><Relationship Id="rId11" Type="http://schemas.openxmlformats.org/officeDocument/2006/relationships/image" Target="../media/image343.svg"/><Relationship Id="rId24" Type="http://schemas.openxmlformats.org/officeDocument/2006/relationships/image" Target="../media/image354.png"/><Relationship Id="rId32" Type="http://schemas.openxmlformats.org/officeDocument/2006/relationships/image" Target="../media/image362.png"/><Relationship Id="rId37" Type="http://schemas.openxmlformats.org/officeDocument/2006/relationships/image" Target="../media/image367.svg"/><Relationship Id="rId40" Type="http://schemas.openxmlformats.org/officeDocument/2006/relationships/image" Target="../media/image370.png"/><Relationship Id="rId45" Type="http://schemas.openxmlformats.org/officeDocument/2006/relationships/image" Target="../media/image375.svg"/><Relationship Id="rId53" Type="http://schemas.openxmlformats.org/officeDocument/2006/relationships/image" Target="../media/image383.svg"/><Relationship Id="rId58" Type="http://schemas.openxmlformats.org/officeDocument/2006/relationships/image" Target="../media/image388.png"/><Relationship Id="rId66" Type="http://schemas.openxmlformats.org/officeDocument/2006/relationships/image" Target="../media/image396.png"/><Relationship Id="rId74" Type="http://schemas.openxmlformats.org/officeDocument/2006/relationships/image" Target="../media/image404.png"/><Relationship Id="rId79" Type="http://schemas.openxmlformats.org/officeDocument/2006/relationships/image" Target="../media/image409.svg"/><Relationship Id="rId5" Type="http://schemas.openxmlformats.org/officeDocument/2006/relationships/image" Target="../media/image337.svg"/><Relationship Id="rId61" Type="http://schemas.openxmlformats.org/officeDocument/2006/relationships/image" Target="../media/image391.svg"/><Relationship Id="rId19" Type="http://schemas.openxmlformats.org/officeDocument/2006/relationships/image" Target="../media/image349.svg"/><Relationship Id="rId14" Type="http://schemas.openxmlformats.org/officeDocument/2006/relationships/image" Target="../media/image346.png"/><Relationship Id="rId22" Type="http://schemas.openxmlformats.org/officeDocument/2006/relationships/image" Target="../media/image352.png"/><Relationship Id="rId27" Type="http://schemas.openxmlformats.org/officeDocument/2006/relationships/image" Target="../media/image357.svg"/><Relationship Id="rId30" Type="http://schemas.openxmlformats.org/officeDocument/2006/relationships/image" Target="../media/image360.png"/><Relationship Id="rId35" Type="http://schemas.openxmlformats.org/officeDocument/2006/relationships/image" Target="../media/image365.svg"/><Relationship Id="rId43" Type="http://schemas.openxmlformats.org/officeDocument/2006/relationships/image" Target="../media/image373.svg"/><Relationship Id="rId48" Type="http://schemas.openxmlformats.org/officeDocument/2006/relationships/image" Target="../media/image378.png"/><Relationship Id="rId56" Type="http://schemas.openxmlformats.org/officeDocument/2006/relationships/image" Target="../media/image386.png"/><Relationship Id="rId64" Type="http://schemas.openxmlformats.org/officeDocument/2006/relationships/image" Target="../media/image394.png"/><Relationship Id="rId69" Type="http://schemas.openxmlformats.org/officeDocument/2006/relationships/image" Target="../media/image399.svg"/><Relationship Id="rId77" Type="http://schemas.openxmlformats.org/officeDocument/2006/relationships/image" Target="../media/image407.svg"/><Relationship Id="rId8" Type="http://schemas.openxmlformats.org/officeDocument/2006/relationships/image" Target="../media/image340.png"/><Relationship Id="rId51" Type="http://schemas.openxmlformats.org/officeDocument/2006/relationships/image" Target="../media/image381.svg"/><Relationship Id="rId72" Type="http://schemas.openxmlformats.org/officeDocument/2006/relationships/image" Target="../media/image402.png"/><Relationship Id="rId3" Type="http://schemas.openxmlformats.org/officeDocument/2006/relationships/image" Target="../media/image335.svg"/><Relationship Id="rId12" Type="http://schemas.openxmlformats.org/officeDocument/2006/relationships/image" Target="../media/image344.png"/><Relationship Id="rId17" Type="http://schemas.openxmlformats.org/officeDocument/2006/relationships/image" Target="../media/image117.svg"/><Relationship Id="rId25" Type="http://schemas.openxmlformats.org/officeDocument/2006/relationships/image" Target="../media/image355.svg"/><Relationship Id="rId33" Type="http://schemas.openxmlformats.org/officeDocument/2006/relationships/image" Target="../media/image363.svg"/><Relationship Id="rId38" Type="http://schemas.openxmlformats.org/officeDocument/2006/relationships/image" Target="../media/image368.png"/><Relationship Id="rId46" Type="http://schemas.openxmlformats.org/officeDocument/2006/relationships/image" Target="../media/image376.png"/><Relationship Id="rId59" Type="http://schemas.openxmlformats.org/officeDocument/2006/relationships/image" Target="../media/image389.svg"/><Relationship Id="rId67" Type="http://schemas.openxmlformats.org/officeDocument/2006/relationships/image" Target="../media/image397.svg"/><Relationship Id="rId20" Type="http://schemas.openxmlformats.org/officeDocument/2006/relationships/image" Target="../media/image350.png"/><Relationship Id="rId41" Type="http://schemas.openxmlformats.org/officeDocument/2006/relationships/image" Target="../media/image371.svg"/><Relationship Id="rId54" Type="http://schemas.openxmlformats.org/officeDocument/2006/relationships/image" Target="../media/image384.png"/><Relationship Id="rId62" Type="http://schemas.openxmlformats.org/officeDocument/2006/relationships/image" Target="../media/image392.png"/><Relationship Id="rId70" Type="http://schemas.openxmlformats.org/officeDocument/2006/relationships/image" Target="../media/image400.png"/><Relationship Id="rId75" Type="http://schemas.openxmlformats.org/officeDocument/2006/relationships/image" Target="../media/image405.svg"/><Relationship Id="rId1" Type="http://schemas.openxmlformats.org/officeDocument/2006/relationships/slideLayout" Target="../slideLayouts/slideLayout10.xml"/><Relationship Id="rId6" Type="http://schemas.openxmlformats.org/officeDocument/2006/relationships/image" Target="../media/image338.png"/><Relationship Id="rId15" Type="http://schemas.openxmlformats.org/officeDocument/2006/relationships/image" Target="../media/image347.svg"/><Relationship Id="rId23" Type="http://schemas.openxmlformats.org/officeDocument/2006/relationships/image" Target="../media/image353.svg"/><Relationship Id="rId28" Type="http://schemas.openxmlformats.org/officeDocument/2006/relationships/image" Target="../media/image358.png"/><Relationship Id="rId36" Type="http://schemas.openxmlformats.org/officeDocument/2006/relationships/image" Target="../media/image366.png"/><Relationship Id="rId49" Type="http://schemas.openxmlformats.org/officeDocument/2006/relationships/image" Target="../media/image379.svg"/><Relationship Id="rId57" Type="http://schemas.openxmlformats.org/officeDocument/2006/relationships/image" Target="../media/image387.svg"/><Relationship Id="rId10" Type="http://schemas.openxmlformats.org/officeDocument/2006/relationships/image" Target="../media/image342.png"/><Relationship Id="rId31" Type="http://schemas.openxmlformats.org/officeDocument/2006/relationships/image" Target="../media/image361.svg"/><Relationship Id="rId44" Type="http://schemas.openxmlformats.org/officeDocument/2006/relationships/image" Target="../media/image374.png"/><Relationship Id="rId52" Type="http://schemas.openxmlformats.org/officeDocument/2006/relationships/image" Target="../media/image382.png"/><Relationship Id="rId60" Type="http://schemas.openxmlformats.org/officeDocument/2006/relationships/image" Target="../media/image390.png"/><Relationship Id="rId65" Type="http://schemas.openxmlformats.org/officeDocument/2006/relationships/image" Target="../media/image395.svg"/><Relationship Id="rId73" Type="http://schemas.openxmlformats.org/officeDocument/2006/relationships/image" Target="../media/image403.svg"/><Relationship Id="rId78" Type="http://schemas.openxmlformats.org/officeDocument/2006/relationships/image" Target="../media/image408.png"/><Relationship Id="rId4" Type="http://schemas.openxmlformats.org/officeDocument/2006/relationships/image" Target="../media/image336.png"/><Relationship Id="rId9" Type="http://schemas.openxmlformats.org/officeDocument/2006/relationships/image" Target="../media/image341.svg"/><Relationship Id="rId13" Type="http://schemas.openxmlformats.org/officeDocument/2006/relationships/image" Target="../media/image345.svg"/><Relationship Id="rId18" Type="http://schemas.openxmlformats.org/officeDocument/2006/relationships/image" Target="../media/image348.png"/><Relationship Id="rId39" Type="http://schemas.openxmlformats.org/officeDocument/2006/relationships/image" Target="../media/image369.svg"/><Relationship Id="rId34" Type="http://schemas.openxmlformats.org/officeDocument/2006/relationships/image" Target="../media/image364.png"/><Relationship Id="rId50" Type="http://schemas.openxmlformats.org/officeDocument/2006/relationships/image" Target="../media/image380.png"/><Relationship Id="rId55" Type="http://schemas.openxmlformats.org/officeDocument/2006/relationships/image" Target="../media/image385.svg"/><Relationship Id="rId76" Type="http://schemas.openxmlformats.org/officeDocument/2006/relationships/image" Target="../media/image406.png"/><Relationship Id="rId7" Type="http://schemas.openxmlformats.org/officeDocument/2006/relationships/image" Target="../media/image339.svg"/><Relationship Id="rId71" Type="http://schemas.openxmlformats.org/officeDocument/2006/relationships/image" Target="../media/image401.svg"/><Relationship Id="rId2" Type="http://schemas.openxmlformats.org/officeDocument/2006/relationships/image" Target="../media/image334.png"/><Relationship Id="rId29" Type="http://schemas.openxmlformats.org/officeDocument/2006/relationships/image" Target="../media/image359.svg"/></Relationships>
</file>

<file path=ppt/slides/_rels/slide81.xml.rels><?xml version="1.0" encoding="UTF-8" standalone="yes"?>
<Relationships xmlns="http://schemas.openxmlformats.org/package/2006/relationships"><Relationship Id="rId8" Type="http://schemas.openxmlformats.org/officeDocument/2006/relationships/image" Target="../media/image181.svg"/><Relationship Id="rId13" Type="http://schemas.openxmlformats.org/officeDocument/2006/relationships/image" Target="../media/image260.png"/><Relationship Id="rId3" Type="http://schemas.openxmlformats.org/officeDocument/2006/relationships/image" Target="../media/image176.png"/><Relationship Id="rId7" Type="http://schemas.openxmlformats.org/officeDocument/2006/relationships/image" Target="../media/image180.png"/><Relationship Id="rId12" Type="http://schemas.openxmlformats.org/officeDocument/2006/relationships/image" Target="../media/image139.sv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79.svg"/><Relationship Id="rId11" Type="http://schemas.openxmlformats.org/officeDocument/2006/relationships/image" Target="../media/image138.png"/><Relationship Id="rId5" Type="http://schemas.openxmlformats.org/officeDocument/2006/relationships/image" Target="../media/image178.png"/><Relationship Id="rId10" Type="http://schemas.openxmlformats.org/officeDocument/2006/relationships/image" Target="../media/image183.svg"/><Relationship Id="rId4" Type="http://schemas.openxmlformats.org/officeDocument/2006/relationships/image" Target="../media/image177.svg"/><Relationship Id="rId9" Type="http://schemas.openxmlformats.org/officeDocument/2006/relationships/image" Target="../media/image182.png"/><Relationship Id="rId14" Type="http://schemas.openxmlformats.org/officeDocument/2006/relationships/image" Target="../media/image261.sv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410.jpeg"/><Relationship Id="rId1" Type="http://schemas.openxmlformats.org/officeDocument/2006/relationships/slideLayout" Target="../slideLayouts/slideLayout24.xml"/></Relationships>
</file>

<file path=ppt/slides/_rels/slide86.xml.rels><?xml version="1.0" encoding="UTF-8" standalone="yes"?>
<Relationships xmlns="http://schemas.openxmlformats.org/package/2006/relationships"><Relationship Id="rId2" Type="http://schemas.openxmlformats.org/officeDocument/2006/relationships/image" Target="../media/image411.jpeg"/><Relationship Id="rId1" Type="http://schemas.openxmlformats.org/officeDocument/2006/relationships/slideLayout" Target="../slideLayouts/slideLayout21.xml"/></Relationships>
</file>

<file path=ppt/slides/_rels/slide8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3" Type="http://schemas.openxmlformats.org/officeDocument/2006/relationships/image" Target="../media/image166.svg"/><Relationship Id="rId7" Type="http://schemas.openxmlformats.org/officeDocument/2006/relationships/image" Target="../media/image153.svg"/><Relationship Id="rId2" Type="http://schemas.openxmlformats.org/officeDocument/2006/relationships/image" Target="../media/image165.png"/><Relationship Id="rId1" Type="http://schemas.openxmlformats.org/officeDocument/2006/relationships/slideLayout" Target="../slideLayouts/slideLayout18.xml"/><Relationship Id="rId6" Type="http://schemas.openxmlformats.org/officeDocument/2006/relationships/image" Target="../media/image152.png"/><Relationship Id="rId5" Type="http://schemas.openxmlformats.org/officeDocument/2006/relationships/image" Target="../media/image167.svg"/><Relationship Id="rId4" Type="http://schemas.openxmlformats.org/officeDocument/2006/relationships/image" Target="../media/image11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3" Type="http://schemas.openxmlformats.org/officeDocument/2006/relationships/image" Target="../media/image412.png"/><Relationship Id="rId7" Type="http://schemas.openxmlformats.org/officeDocument/2006/relationships/image" Target="../media/image416.png"/><Relationship Id="rId2" Type="http://schemas.openxmlformats.org/officeDocument/2006/relationships/notesSlide" Target="../notesSlides/notesSlide12.xml"/><Relationship Id="rId1" Type="http://schemas.openxmlformats.org/officeDocument/2006/relationships/slideLayout" Target="../slideLayouts/slideLayout33.xml"/><Relationship Id="rId6" Type="http://schemas.openxmlformats.org/officeDocument/2006/relationships/image" Target="../media/image415.svg"/><Relationship Id="rId5" Type="http://schemas.openxmlformats.org/officeDocument/2006/relationships/image" Target="../media/image414.png"/><Relationship Id="rId4" Type="http://schemas.openxmlformats.org/officeDocument/2006/relationships/image" Target="../media/image413.svg"/></Relationships>
</file>

<file path=ppt/slides/_rels/slide92.xml.rels><?xml version="1.0" encoding="UTF-8" standalone="yes"?>
<Relationships xmlns="http://schemas.openxmlformats.org/package/2006/relationships"><Relationship Id="rId8" Type="http://schemas.openxmlformats.org/officeDocument/2006/relationships/image" Target="../media/image419.png"/><Relationship Id="rId3" Type="http://schemas.openxmlformats.org/officeDocument/2006/relationships/image" Target="../media/image418.svg"/><Relationship Id="rId7" Type="http://schemas.openxmlformats.org/officeDocument/2006/relationships/image" Target="../media/image153.svg"/><Relationship Id="rId2" Type="http://schemas.openxmlformats.org/officeDocument/2006/relationships/image" Target="../media/image417.png"/><Relationship Id="rId1" Type="http://schemas.openxmlformats.org/officeDocument/2006/relationships/slideLayout" Target="../slideLayouts/slideLayout10.xml"/><Relationship Id="rId6" Type="http://schemas.openxmlformats.org/officeDocument/2006/relationships/image" Target="../media/image152.png"/><Relationship Id="rId11" Type="http://schemas.openxmlformats.org/officeDocument/2006/relationships/image" Target="../media/image183.svg"/><Relationship Id="rId5" Type="http://schemas.openxmlformats.org/officeDocument/2006/relationships/image" Target="../media/image167.svg"/><Relationship Id="rId10" Type="http://schemas.openxmlformats.org/officeDocument/2006/relationships/image" Target="../media/image182.png"/><Relationship Id="rId4" Type="http://schemas.openxmlformats.org/officeDocument/2006/relationships/image" Target="../media/image112.png"/><Relationship Id="rId9" Type="http://schemas.openxmlformats.org/officeDocument/2006/relationships/image" Target="../media/image420.sv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3" Type="http://schemas.openxmlformats.org/officeDocument/2006/relationships/image" Target="../media/image422.svg"/><Relationship Id="rId2" Type="http://schemas.openxmlformats.org/officeDocument/2006/relationships/image" Target="../media/image421.png"/><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3" Type="http://schemas.openxmlformats.org/officeDocument/2006/relationships/image" Target="../media/image166.svg"/><Relationship Id="rId7" Type="http://schemas.openxmlformats.org/officeDocument/2006/relationships/image" Target="../media/image173.svg"/><Relationship Id="rId2" Type="http://schemas.openxmlformats.org/officeDocument/2006/relationships/image" Target="../media/image165.png"/><Relationship Id="rId1" Type="http://schemas.openxmlformats.org/officeDocument/2006/relationships/slideLayout" Target="../slideLayouts/slideLayout10.xml"/><Relationship Id="rId6" Type="http://schemas.openxmlformats.org/officeDocument/2006/relationships/image" Target="../media/image172.png"/><Relationship Id="rId5" Type="http://schemas.openxmlformats.org/officeDocument/2006/relationships/image" Target="../media/image179.svg"/><Relationship Id="rId4" Type="http://schemas.openxmlformats.org/officeDocument/2006/relationships/image" Target="../media/image178.png"/></Relationships>
</file>

<file path=ppt/slides/_rels/slide103.xml.rels><?xml version="1.0" encoding="UTF-8" standalone="yes"?>
<Relationships xmlns="http://schemas.openxmlformats.org/package/2006/relationships"><Relationship Id="rId8" Type="http://schemas.openxmlformats.org/officeDocument/2006/relationships/image" Target="../media/image417.png"/><Relationship Id="rId3" Type="http://schemas.openxmlformats.org/officeDocument/2006/relationships/image" Target="../media/image166.svg"/><Relationship Id="rId7" Type="http://schemas.openxmlformats.org/officeDocument/2006/relationships/image" Target="../media/image173.svg"/><Relationship Id="rId2" Type="http://schemas.openxmlformats.org/officeDocument/2006/relationships/image" Target="../media/image165.png"/><Relationship Id="rId1" Type="http://schemas.openxmlformats.org/officeDocument/2006/relationships/slideLayout" Target="../slideLayouts/slideLayout10.xml"/><Relationship Id="rId6" Type="http://schemas.openxmlformats.org/officeDocument/2006/relationships/image" Target="../media/image172.png"/><Relationship Id="rId5" Type="http://schemas.openxmlformats.org/officeDocument/2006/relationships/image" Target="../media/image179.svg"/><Relationship Id="rId4" Type="http://schemas.openxmlformats.org/officeDocument/2006/relationships/image" Target="../media/image178.png"/><Relationship Id="rId9" Type="http://schemas.openxmlformats.org/officeDocument/2006/relationships/image" Target="../media/image418.svg"/></Relationships>
</file>

<file path=ppt/slides/_rels/slide104.xml.rels><?xml version="1.0" encoding="UTF-8" standalone="yes"?>
<Relationships xmlns="http://schemas.openxmlformats.org/package/2006/relationships"><Relationship Id="rId8" Type="http://schemas.openxmlformats.org/officeDocument/2006/relationships/image" Target="../media/image174.png"/><Relationship Id="rId3" Type="http://schemas.openxmlformats.org/officeDocument/2006/relationships/image" Target="../media/image418.svg"/><Relationship Id="rId7" Type="http://schemas.openxmlformats.org/officeDocument/2006/relationships/image" Target="../media/image179.svg"/><Relationship Id="rId2" Type="http://schemas.openxmlformats.org/officeDocument/2006/relationships/image" Target="../media/image417.png"/><Relationship Id="rId1" Type="http://schemas.openxmlformats.org/officeDocument/2006/relationships/slideLayout" Target="../slideLayouts/slideLayout10.xml"/><Relationship Id="rId6" Type="http://schemas.openxmlformats.org/officeDocument/2006/relationships/image" Target="../media/image178.png"/><Relationship Id="rId11" Type="http://schemas.openxmlformats.org/officeDocument/2006/relationships/image" Target="../media/image173.svg"/><Relationship Id="rId5" Type="http://schemas.openxmlformats.org/officeDocument/2006/relationships/image" Target="../media/image166.svg"/><Relationship Id="rId10" Type="http://schemas.openxmlformats.org/officeDocument/2006/relationships/image" Target="../media/image172.png"/><Relationship Id="rId4" Type="http://schemas.openxmlformats.org/officeDocument/2006/relationships/image" Target="../media/image165.png"/><Relationship Id="rId9" Type="http://schemas.openxmlformats.org/officeDocument/2006/relationships/image" Target="../media/image175.svg"/></Relationships>
</file>

<file path=ppt/slides/_rels/slide105.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424.svg"/><Relationship Id="rId3" Type="http://schemas.openxmlformats.org/officeDocument/2006/relationships/image" Target="../media/image418.svg"/><Relationship Id="rId7" Type="http://schemas.openxmlformats.org/officeDocument/2006/relationships/image" Target="../media/image179.svg"/><Relationship Id="rId12" Type="http://schemas.openxmlformats.org/officeDocument/2006/relationships/image" Target="../media/image423.png"/><Relationship Id="rId2" Type="http://schemas.openxmlformats.org/officeDocument/2006/relationships/image" Target="../media/image417.png"/><Relationship Id="rId1" Type="http://schemas.openxmlformats.org/officeDocument/2006/relationships/slideLayout" Target="../slideLayouts/slideLayout10.xml"/><Relationship Id="rId6" Type="http://schemas.openxmlformats.org/officeDocument/2006/relationships/image" Target="../media/image178.png"/><Relationship Id="rId11" Type="http://schemas.openxmlformats.org/officeDocument/2006/relationships/image" Target="../media/image173.svg"/><Relationship Id="rId5" Type="http://schemas.openxmlformats.org/officeDocument/2006/relationships/image" Target="../media/image166.svg"/><Relationship Id="rId10" Type="http://schemas.openxmlformats.org/officeDocument/2006/relationships/image" Target="../media/image172.png"/><Relationship Id="rId4" Type="http://schemas.openxmlformats.org/officeDocument/2006/relationships/image" Target="../media/image165.png"/><Relationship Id="rId9" Type="http://schemas.openxmlformats.org/officeDocument/2006/relationships/image" Target="../media/image175.svg"/></Relationships>
</file>

<file path=ppt/slides/_rels/slide106.xml.rels><?xml version="1.0" encoding="UTF-8" standalone="yes"?>
<Relationships xmlns="http://schemas.openxmlformats.org/package/2006/relationships"><Relationship Id="rId3" Type="http://schemas.openxmlformats.org/officeDocument/2006/relationships/image" Target="../media/image425.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426.png"/></Relationships>
</file>

<file path=ppt/slides/_rels/slide107.xml.rels><?xml version="1.0" encoding="UTF-8" standalone="yes"?>
<Relationships xmlns="http://schemas.openxmlformats.org/package/2006/relationships"><Relationship Id="rId3" Type="http://schemas.openxmlformats.org/officeDocument/2006/relationships/image" Target="../media/image427.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428.png"/></Relationships>
</file>

<file path=ppt/slides/_rels/slide108.xml.rels><?xml version="1.0" encoding="UTF-8" standalone="yes"?>
<Relationships xmlns="http://schemas.openxmlformats.org/package/2006/relationships"><Relationship Id="rId3" Type="http://schemas.openxmlformats.org/officeDocument/2006/relationships/image" Target="../media/image427.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428.png"/></Relationships>
</file>

<file path=ppt/slides/_rels/slide109.xml.rels><?xml version="1.0" encoding="UTF-8" standalone="yes"?>
<Relationships xmlns="http://schemas.openxmlformats.org/package/2006/relationships"><Relationship Id="rId3" Type="http://schemas.openxmlformats.org/officeDocument/2006/relationships/image" Target="../media/image428.png"/><Relationship Id="rId2" Type="http://schemas.openxmlformats.org/officeDocument/2006/relationships/image" Target="../media/image427.png"/><Relationship Id="rId1" Type="http://schemas.openxmlformats.org/officeDocument/2006/relationships/slideLayout" Target="../slideLayouts/slideLayout13.xml"/><Relationship Id="rId5" Type="http://schemas.openxmlformats.org/officeDocument/2006/relationships/image" Target="../media/image429.png"/><Relationship Id="rId4" Type="http://schemas.openxmlformats.org/officeDocument/2006/relationships/image" Target="../media/image425.png"/></Relationships>
</file>

<file path=ppt/slides/_rels/slide1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0.xml"/></Relationships>
</file>

<file path=ppt/slides/_rels/slide1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0.xml"/></Relationships>
</file>

<file path=ppt/slides/_rels/slide1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2.xml"/></Relationships>
</file>

<file path=ppt/slides/_rels/slide1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3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8.xml"/><Relationship Id="rId5" Type="http://schemas.openxmlformats.org/officeDocument/2006/relationships/chart" Target="../charts/chart10.xml"/><Relationship Id="rId4" Type="http://schemas.openxmlformats.org/officeDocument/2006/relationships/chart" Target="../charts/chart9.xml"/></Relationships>
</file>

<file path=ppt/slides/_rels/slide11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31.xml"/></Relationships>
</file>

<file path=ppt/slides/_rels/slide120.xml.rels><?xml version="1.0" encoding="UTF-8" standalone="yes"?>
<Relationships xmlns="http://schemas.openxmlformats.org/package/2006/relationships"><Relationship Id="rId3" Type="http://schemas.openxmlformats.org/officeDocument/2006/relationships/image" Target="../media/image211.png"/><Relationship Id="rId2" Type="http://schemas.microsoft.com/office/2014/relationships/chartEx" Target="../charts/chartEx1.xml"/><Relationship Id="rId1" Type="http://schemas.openxmlformats.org/officeDocument/2006/relationships/slideLayout" Target="../slideLayouts/slideLayout32.xml"/></Relationships>
</file>

<file path=ppt/slides/_rels/slide121.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3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1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430.png"/><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431.png"/><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432.png"/><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433.png"/><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434.jpeg"/><Relationship Id="rId1" Type="http://schemas.openxmlformats.org/officeDocument/2006/relationships/slideLayout" Target="../slideLayouts/slideLayout8.xml"/><Relationship Id="rId5" Type="http://schemas.openxmlformats.org/officeDocument/2006/relationships/image" Target="../media/image2.svg"/><Relationship Id="rId4" Type="http://schemas.openxmlformats.org/officeDocument/2006/relationships/image" Target="../media/image1.png"/></Relationships>
</file>

<file path=ppt/slides/_rels/slide1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435.png"/><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436.jpeg"/><Relationship Id="rId1" Type="http://schemas.openxmlformats.org/officeDocument/2006/relationships/slideLayout" Target="../slideLayouts/slideLayout8.xml"/><Relationship Id="rId5" Type="http://schemas.openxmlformats.org/officeDocument/2006/relationships/image" Target="../media/image2.svg"/><Relationship Id="rId4"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34.xml.rels><?xml version="1.0" encoding="UTF-8" standalone="yes"?>
<Relationships xmlns="http://schemas.openxmlformats.org/package/2006/relationships"><Relationship Id="rId3" Type="http://schemas.openxmlformats.org/officeDocument/2006/relationships/hyperlink" Target="https://twodegrees1.sharepoint.com/sites/SlalomStories/SitePages/Telling-client-stories-publicly.aspx" TargetMode="External"/><Relationship Id="rId2" Type="http://schemas.openxmlformats.org/officeDocument/2006/relationships/hyperlink" Target="https://twodegrees1.sharepoint.com/teams/marketing/SitePages/Templates.aspx?OR=Teams-HL&amp;CT=1661808477252&amp;clickparams=eyJBcHBOYW1lIjoiVGVhbXMtRGVza3RvcCIsIkFwcFZlcnNpb24iOiIyOC8yMjA3MzEwMTAwNSIsIkhhc0ZlZGVyYXRlZFVzZXIiOmZhbHNlfQ%3D%3D" TargetMode="External"/><Relationship Id="rId1" Type="http://schemas.openxmlformats.org/officeDocument/2006/relationships/slideLayout" Target="../slideLayouts/slideLayout8.xml"/><Relationship Id="rId5" Type="http://schemas.openxmlformats.org/officeDocument/2006/relationships/hyperlink" Target="https://twodegrees1.sharepoint.com/sites/SlalomStories" TargetMode="External"/><Relationship Id="rId4" Type="http://schemas.openxmlformats.org/officeDocument/2006/relationships/hyperlink" Target="https://twodegrees1.sharepoint.com/teams/marketing/SitePages/Creative-Library.aspx?OR=Teams-HL&amp;CT=1661808594149&amp;clickparams=eyJBcHBOYW1lIjoiVGVhbXMtRGVza3RvcCIsIkFwcFZlcnNpb24iOiIyOC8yMjA3MzEwMTAwNSIsIkhhc0ZlZGVyYXRlZFVzZXIiOmZhbHNlfQ%3D%3D" TargetMode="External"/></Relationships>
</file>

<file path=ppt/slides/_rels/slide135.xml.rels><?xml version="1.0" encoding="UTF-8" standalone="yes"?>
<Relationships xmlns="http://schemas.openxmlformats.org/package/2006/relationships"><Relationship Id="rId2" Type="http://schemas.openxmlformats.org/officeDocument/2006/relationships/image" Target="../media/image437.jpeg"/><Relationship Id="rId1" Type="http://schemas.openxmlformats.org/officeDocument/2006/relationships/slideLayout" Target="../slideLayouts/slideLayout35.xml"/></Relationships>
</file>

<file path=ppt/slides/_rels/slide136.xml.rels><?xml version="1.0" encoding="UTF-8" standalone="yes"?>
<Relationships xmlns="http://schemas.openxmlformats.org/package/2006/relationships"><Relationship Id="rId3" Type="http://schemas.openxmlformats.org/officeDocument/2006/relationships/image" Target="../media/image438.jpeg"/><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137.xml.rels><?xml version="1.0" encoding="UTF-8" standalone="yes"?>
<Relationships xmlns="http://schemas.openxmlformats.org/package/2006/relationships"><Relationship Id="rId8" Type="http://schemas.openxmlformats.org/officeDocument/2006/relationships/image" Target="../media/image418.svg"/><Relationship Id="rId3" Type="http://schemas.openxmlformats.org/officeDocument/2006/relationships/image" Target="../media/image440.png"/><Relationship Id="rId7" Type="http://schemas.openxmlformats.org/officeDocument/2006/relationships/image" Target="../media/image417.png"/><Relationship Id="rId2" Type="http://schemas.openxmlformats.org/officeDocument/2006/relationships/image" Target="../media/image439.jpeg"/><Relationship Id="rId1" Type="http://schemas.openxmlformats.org/officeDocument/2006/relationships/slideLayout" Target="../slideLayouts/slideLayout35.xml"/><Relationship Id="rId6" Type="http://schemas.openxmlformats.org/officeDocument/2006/relationships/image" Target="../media/image420.svg"/><Relationship Id="rId5" Type="http://schemas.openxmlformats.org/officeDocument/2006/relationships/image" Target="../media/image419.png"/><Relationship Id="rId4" Type="http://schemas.openxmlformats.org/officeDocument/2006/relationships/image" Target="../media/image441.svg"/></Relationships>
</file>

<file path=ppt/slides/_rels/slide138.xml.rels><?xml version="1.0" encoding="UTF-8" standalone="yes"?>
<Relationships xmlns="http://schemas.openxmlformats.org/package/2006/relationships"><Relationship Id="rId8" Type="http://schemas.openxmlformats.org/officeDocument/2006/relationships/image" Target="../media/image442.jpeg"/><Relationship Id="rId3" Type="http://schemas.openxmlformats.org/officeDocument/2006/relationships/image" Target="../media/image139.svg"/><Relationship Id="rId7" Type="http://schemas.openxmlformats.org/officeDocument/2006/relationships/image" Target="../media/image147.svg"/><Relationship Id="rId2" Type="http://schemas.openxmlformats.org/officeDocument/2006/relationships/image" Target="../media/image138.png"/><Relationship Id="rId1" Type="http://schemas.openxmlformats.org/officeDocument/2006/relationships/slideLayout" Target="../slideLayouts/slideLayout35.xml"/><Relationship Id="rId6" Type="http://schemas.openxmlformats.org/officeDocument/2006/relationships/image" Target="../media/image146.png"/><Relationship Id="rId5" Type="http://schemas.openxmlformats.org/officeDocument/2006/relationships/image" Target="../media/image263.svg"/><Relationship Id="rId10" Type="http://schemas.openxmlformats.org/officeDocument/2006/relationships/image" Target="../media/image115.svg"/><Relationship Id="rId4" Type="http://schemas.openxmlformats.org/officeDocument/2006/relationships/image" Target="../media/image262.png"/><Relationship Id="rId9" Type="http://schemas.openxmlformats.org/officeDocument/2006/relationships/image" Target="../media/image114.png"/></Relationships>
</file>

<file path=ppt/slides/_rels/slide13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1.xml.rels><?xml version="1.0" encoding="UTF-8" standalone="yes"?>
<Relationships xmlns="http://schemas.openxmlformats.org/package/2006/relationships"><Relationship Id="rId2" Type="http://schemas.openxmlformats.org/officeDocument/2006/relationships/hyperlink" Target="https://twodegrees1.sharepoint.com/teams/marketing/SitePages/Templates.aspx?OR=Teams-HL&amp;CT=1661808477252&amp;clickparams=eyJBcHBOYW1lIjoiVGVhbXMtRGVza3RvcCIsIkFwcFZlcnNpb24iOiIyOC8yMjA3MzEwMTAwNSIsIkhhc0ZlZGVyYXRlZFVzZXIiOmZhbHNlfQ%3D%3D" TargetMode="External"/><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2" Type="http://schemas.openxmlformats.org/officeDocument/2006/relationships/image" Target="../media/image443.png"/><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3" Type="http://schemas.openxmlformats.org/officeDocument/2006/relationships/image" Target="../media/image443.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2" Type="http://schemas.openxmlformats.org/officeDocument/2006/relationships/image" Target="../media/image443.png"/><Relationship Id="rId1" Type="http://schemas.openxmlformats.org/officeDocument/2006/relationships/slideLayout" Target="../slideLayouts/slideLayout10.xml"/></Relationships>
</file>

<file path=ppt/slides/_rels/slide145.xml.rels><?xml version="1.0" encoding="UTF-8" standalone="yes"?>
<Relationships xmlns="http://schemas.openxmlformats.org/package/2006/relationships"><Relationship Id="rId2" Type="http://schemas.openxmlformats.org/officeDocument/2006/relationships/hyperlink" Target="https://twodegrees1.sharepoint.com/teams/marketing/SitePages/boilerplates.aspx" TargetMode="External"/><Relationship Id="rId1" Type="http://schemas.openxmlformats.org/officeDocument/2006/relationships/slideLayout" Target="../slideLayouts/slideLayout11.xml"/></Relationships>
</file>

<file path=ppt/slides/_rels/slide146.xml.rels><?xml version="1.0" encoding="UTF-8" standalone="yes"?>
<Relationships xmlns="http://schemas.openxmlformats.org/package/2006/relationships"><Relationship Id="rId2" Type="http://schemas.openxmlformats.org/officeDocument/2006/relationships/hyperlink" Target="https://twodegrees1.sharepoint.com/teams/marketing/SitePages/boilerplates.aspx" TargetMode="External"/><Relationship Id="rId1" Type="http://schemas.openxmlformats.org/officeDocument/2006/relationships/slideLayout" Target="../slideLayouts/slideLayout11.xml"/></Relationships>
</file>

<file path=ppt/slides/_rels/slide147.xml.rels><?xml version="1.0" encoding="UTF-8" standalone="yes"?>
<Relationships xmlns="http://schemas.openxmlformats.org/package/2006/relationships"><Relationship Id="rId2" Type="http://schemas.openxmlformats.org/officeDocument/2006/relationships/hyperlink" Target="https://twodegrees1.sharepoint.com/teams/marketing/SitePages/boilerplates.aspx" TargetMode="External"/><Relationship Id="rId1" Type="http://schemas.openxmlformats.org/officeDocument/2006/relationships/slideLayout" Target="../slideLayouts/slideLayout11.xml"/></Relationships>
</file>

<file path=ppt/slides/_rels/slide148.xml.rels><?xml version="1.0" encoding="UTF-8" standalone="yes"?>
<Relationships xmlns="http://schemas.openxmlformats.org/package/2006/relationships"><Relationship Id="rId2" Type="http://schemas.openxmlformats.org/officeDocument/2006/relationships/hyperlink" Target="https://twodegrees1.sharepoint.com/teams/marketing/SitePages/boilerplates.aspx" TargetMode="External"/><Relationship Id="rId1" Type="http://schemas.openxmlformats.org/officeDocument/2006/relationships/slideLayout" Target="../slideLayouts/slideLayout11.xml"/></Relationships>
</file>

<file path=ppt/slides/_rels/slide149.xml.rels><?xml version="1.0" encoding="UTF-8" standalone="yes"?>
<Relationships xmlns="http://schemas.openxmlformats.org/package/2006/relationships"><Relationship Id="rId2" Type="http://schemas.openxmlformats.org/officeDocument/2006/relationships/hyperlink" Target="mailto:emailaddress@slalom.com" TargetMode="External"/><Relationship Id="rId1" Type="http://schemas.openxmlformats.org/officeDocument/2006/relationships/slideLayout" Target="../slideLayouts/slideLayout3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2" Type="http://schemas.openxmlformats.org/officeDocument/2006/relationships/image" Target="../media/image444.jpeg"/><Relationship Id="rId1" Type="http://schemas.openxmlformats.org/officeDocument/2006/relationships/slideLayout" Target="../slideLayouts/slideLayout57.xml"/></Relationships>
</file>

<file path=ppt/slides/_rels/slide152.xml.rels><?xml version="1.0" encoding="UTF-8" standalone="yes"?>
<Relationships xmlns="http://schemas.openxmlformats.org/package/2006/relationships"><Relationship Id="rId2" Type="http://schemas.openxmlformats.org/officeDocument/2006/relationships/image" Target="../media/image445.jpeg"/><Relationship Id="rId1" Type="http://schemas.openxmlformats.org/officeDocument/2006/relationships/slideLayout" Target="../slideLayouts/slideLayout57.xml"/></Relationships>
</file>

<file path=ppt/slides/_rels/slide153.xml.rels><?xml version="1.0" encoding="UTF-8" standalone="yes"?>
<Relationships xmlns="http://schemas.openxmlformats.org/package/2006/relationships"><Relationship Id="rId2" Type="http://schemas.openxmlformats.org/officeDocument/2006/relationships/image" Target="../media/image446.jpeg"/><Relationship Id="rId1" Type="http://schemas.openxmlformats.org/officeDocument/2006/relationships/slideLayout" Target="../slideLayouts/slideLayout57.xml"/></Relationships>
</file>

<file path=ppt/slides/_rels/slide154.xml.rels><?xml version="1.0" encoding="UTF-8" standalone="yes"?>
<Relationships xmlns="http://schemas.openxmlformats.org/package/2006/relationships"><Relationship Id="rId2" Type="http://schemas.openxmlformats.org/officeDocument/2006/relationships/image" Target="../media/image447.jpeg"/><Relationship Id="rId1" Type="http://schemas.openxmlformats.org/officeDocument/2006/relationships/slideLayout" Target="../slideLayouts/slideLayout57.xml"/></Relationships>
</file>

<file path=ppt/slides/_rels/slide1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5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4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0.xml.rels><?xml version="1.0" encoding="UTF-8" standalone="yes"?>
<Relationships xmlns="http://schemas.openxmlformats.org/package/2006/relationships"><Relationship Id="rId3" Type="http://schemas.openxmlformats.org/officeDocument/2006/relationships/image" Target="../media/image448.png"/><Relationship Id="rId2" Type="http://schemas.openxmlformats.org/officeDocument/2006/relationships/slide" Target="slide3.xml"/><Relationship Id="rId1" Type="http://schemas.openxmlformats.org/officeDocument/2006/relationships/slideLayout" Target="../slideLayouts/slideLayout8.xml"/></Relationships>
</file>

<file path=ppt/slides/_rels/slide161.xml.rels><?xml version="1.0" encoding="UTF-8" standalone="yes"?>
<Relationships xmlns="http://schemas.openxmlformats.org/package/2006/relationships"><Relationship Id="rId3" Type="http://schemas.openxmlformats.org/officeDocument/2006/relationships/image" Target="../media/image449.png"/><Relationship Id="rId2" Type="http://schemas.openxmlformats.org/officeDocument/2006/relationships/image" Target="../media/image448.png"/><Relationship Id="rId1" Type="http://schemas.openxmlformats.org/officeDocument/2006/relationships/slideLayout" Target="../slideLayouts/slideLayout8.xml"/></Relationships>
</file>

<file path=ppt/slides/_rels/slide162.xml.rels><?xml version="1.0" encoding="UTF-8" standalone="yes"?>
<Relationships xmlns="http://schemas.openxmlformats.org/package/2006/relationships"><Relationship Id="rId3" Type="http://schemas.openxmlformats.org/officeDocument/2006/relationships/image" Target="../media/image451.png"/><Relationship Id="rId2" Type="http://schemas.openxmlformats.org/officeDocument/2006/relationships/image" Target="../media/image450.jpeg"/><Relationship Id="rId1" Type="http://schemas.openxmlformats.org/officeDocument/2006/relationships/slideLayout" Target="../slideLayouts/slideLayout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4.xml.rels><?xml version="1.0" encoding="UTF-8" standalone="yes"?>
<Relationships xmlns="http://schemas.openxmlformats.org/package/2006/relationships"><Relationship Id="rId2" Type="http://schemas.openxmlformats.org/officeDocument/2006/relationships/image" Target="../media/image452.png"/><Relationship Id="rId1" Type="http://schemas.openxmlformats.org/officeDocument/2006/relationships/slideLayout" Target="../slideLayouts/slideLayout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6.xml.rels><?xml version="1.0" encoding="UTF-8" standalone="yes"?>
<Relationships xmlns="http://schemas.openxmlformats.org/package/2006/relationships"><Relationship Id="rId3" Type="http://schemas.openxmlformats.org/officeDocument/2006/relationships/image" Target="../media/image454.svg"/><Relationship Id="rId7" Type="http://schemas.openxmlformats.org/officeDocument/2006/relationships/image" Target="../media/image458.svg"/><Relationship Id="rId2" Type="http://schemas.openxmlformats.org/officeDocument/2006/relationships/image" Target="../media/image453.png"/><Relationship Id="rId1" Type="http://schemas.openxmlformats.org/officeDocument/2006/relationships/slideLayout" Target="../slideLayouts/slideLayout8.xml"/><Relationship Id="rId6" Type="http://schemas.openxmlformats.org/officeDocument/2006/relationships/image" Target="../media/image457.png"/><Relationship Id="rId5" Type="http://schemas.openxmlformats.org/officeDocument/2006/relationships/image" Target="../media/image456.jpeg"/><Relationship Id="rId4" Type="http://schemas.openxmlformats.org/officeDocument/2006/relationships/image" Target="../media/image455.png"/></Relationships>
</file>

<file path=ppt/slides/_rels/slide167.xml.rels><?xml version="1.0" encoding="UTF-8" standalone="yes"?>
<Relationships xmlns="http://schemas.openxmlformats.org/package/2006/relationships"><Relationship Id="rId3" Type="http://schemas.openxmlformats.org/officeDocument/2006/relationships/image" Target="../media/image459.png"/><Relationship Id="rId2" Type="http://schemas.openxmlformats.org/officeDocument/2006/relationships/hyperlink" Target="https://twodegrees1.sharepoint.com/:f:/t/marketing/EkyqfQnb__hAuMGjLmTC22ABGbvGVpSyB18DuEjrp7sAZg?e=Lhbdo0" TargetMode="External"/><Relationship Id="rId1" Type="http://schemas.openxmlformats.org/officeDocument/2006/relationships/slideLayout" Target="../slideLayouts/slideLayout8.xml"/><Relationship Id="rId6" Type="http://schemas.openxmlformats.org/officeDocument/2006/relationships/image" Target="../media/image462.emf"/><Relationship Id="rId5" Type="http://schemas.openxmlformats.org/officeDocument/2006/relationships/image" Target="../media/image461.emf"/><Relationship Id="rId4" Type="http://schemas.openxmlformats.org/officeDocument/2006/relationships/image" Target="../media/image460.svg"/></Relationships>
</file>

<file path=ppt/slides/_rels/slide168.xml.rels><?xml version="1.0" encoding="UTF-8" standalone="yes"?>
<Relationships xmlns="http://schemas.openxmlformats.org/package/2006/relationships"><Relationship Id="rId3" Type="http://schemas.openxmlformats.org/officeDocument/2006/relationships/image" Target="../media/image464.png"/><Relationship Id="rId2" Type="http://schemas.openxmlformats.org/officeDocument/2006/relationships/image" Target="../media/image463.png"/><Relationship Id="rId1" Type="http://schemas.openxmlformats.org/officeDocument/2006/relationships/slideLayout" Target="../slideLayouts/slideLayout8.xml"/></Relationships>
</file>

<file path=ppt/slides/_rels/slide169.xml.rels><?xml version="1.0" encoding="UTF-8" standalone="yes"?>
<Relationships xmlns="http://schemas.openxmlformats.org/package/2006/relationships"><Relationship Id="rId8" Type="http://schemas.openxmlformats.org/officeDocument/2006/relationships/image" Target="../media/image471.png"/><Relationship Id="rId3" Type="http://schemas.openxmlformats.org/officeDocument/2006/relationships/image" Target="../media/image466.png"/><Relationship Id="rId7" Type="http://schemas.openxmlformats.org/officeDocument/2006/relationships/image" Target="../media/image470.png"/><Relationship Id="rId2" Type="http://schemas.openxmlformats.org/officeDocument/2006/relationships/image" Target="../media/image465.png"/><Relationship Id="rId1" Type="http://schemas.openxmlformats.org/officeDocument/2006/relationships/slideLayout" Target="../slideLayouts/slideLayout8.xml"/><Relationship Id="rId6" Type="http://schemas.openxmlformats.org/officeDocument/2006/relationships/image" Target="../media/image469.png"/><Relationship Id="rId11" Type="http://schemas.openxmlformats.org/officeDocument/2006/relationships/image" Target="../media/image474.png"/><Relationship Id="rId5" Type="http://schemas.openxmlformats.org/officeDocument/2006/relationships/image" Target="../media/image468.png"/><Relationship Id="rId10" Type="http://schemas.openxmlformats.org/officeDocument/2006/relationships/image" Target="../media/image473.png"/><Relationship Id="rId4" Type="http://schemas.openxmlformats.org/officeDocument/2006/relationships/image" Target="../media/image467.png"/><Relationship Id="rId9" Type="http://schemas.openxmlformats.org/officeDocument/2006/relationships/image" Target="../media/image472.png"/></Relationships>
</file>

<file path=ppt/slides/_rels/slide170.xml.rels><?xml version="1.0" encoding="UTF-8" standalone="yes"?>
<Relationships xmlns="http://schemas.openxmlformats.org/package/2006/relationships"><Relationship Id="rId8" Type="http://schemas.openxmlformats.org/officeDocument/2006/relationships/image" Target="../media/image481.png"/><Relationship Id="rId3" Type="http://schemas.openxmlformats.org/officeDocument/2006/relationships/image" Target="../media/image476.png"/><Relationship Id="rId7" Type="http://schemas.openxmlformats.org/officeDocument/2006/relationships/image" Target="../media/image480.png"/><Relationship Id="rId2" Type="http://schemas.openxmlformats.org/officeDocument/2006/relationships/image" Target="../media/image475.png"/><Relationship Id="rId1" Type="http://schemas.openxmlformats.org/officeDocument/2006/relationships/slideLayout" Target="../slideLayouts/slideLayout10.xml"/><Relationship Id="rId6" Type="http://schemas.openxmlformats.org/officeDocument/2006/relationships/image" Target="../media/image479.png"/><Relationship Id="rId11" Type="http://schemas.openxmlformats.org/officeDocument/2006/relationships/image" Target="../media/image484.png"/><Relationship Id="rId5" Type="http://schemas.openxmlformats.org/officeDocument/2006/relationships/image" Target="../media/image478.png"/><Relationship Id="rId10" Type="http://schemas.openxmlformats.org/officeDocument/2006/relationships/image" Target="../media/image483.png"/><Relationship Id="rId4" Type="http://schemas.openxmlformats.org/officeDocument/2006/relationships/image" Target="../media/image477.png"/><Relationship Id="rId9" Type="http://schemas.openxmlformats.org/officeDocument/2006/relationships/image" Target="../media/image482.png"/></Relationships>
</file>

<file path=ppt/slides/_rels/slide171.xml.rels><?xml version="1.0" encoding="UTF-8" standalone="yes"?>
<Relationships xmlns="http://schemas.openxmlformats.org/package/2006/relationships"><Relationship Id="rId3" Type="http://schemas.openxmlformats.org/officeDocument/2006/relationships/image" Target="../media/image486.svg"/><Relationship Id="rId2" Type="http://schemas.openxmlformats.org/officeDocument/2006/relationships/image" Target="../media/image485.png"/><Relationship Id="rId1" Type="http://schemas.openxmlformats.org/officeDocument/2006/relationships/slideLayout" Target="../slideLayouts/slideLayout10.xml"/><Relationship Id="rId5" Type="http://schemas.openxmlformats.org/officeDocument/2006/relationships/image" Target="../media/image488.svg"/><Relationship Id="rId4" Type="http://schemas.openxmlformats.org/officeDocument/2006/relationships/image" Target="../media/image487.png"/></Relationships>
</file>

<file path=ppt/slides/_rels/slide172.xml.rels><?xml version="1.0" encoding="UTF-8" standalone="yes"?>
<Relationships xmlns="http://schemas.openxmlformats.org/package/2006/relationships"><Relationship Id="rId3" Type="http://schemas.openxmlformats.org/officeDocument/2006/relationships/image" Target="../media/image490.svg"/><Relationship Id="rId7" Type="http://schemas.openxmlformats.org/officeDocument/2006/relationships/image" Target="../media/image494.svg"/><Relationship Id="rId2" Type="http://schemas.openxmlformats.org/officeDocument/2006/relationships/image" Target="../media/image489.png"/><Relationship Id="rId1" Type="http://schemas.openxmlformats.org/officeDocument/2006/relationships/slideLayout" Target="../slideLayouts/slideLayout11.xml"/><Relationship Id="rId6" Type="http://schemas.openxmlformats.org/officeDocument/2006/relationships/image" Target="../media/image493.png"/><Relationship Id="rId5" Type="http://schemas.openxmlformats.org/officeDocument/2006/relationships/image" Target="../media/image492.svg"/><Relationship Id="rId4" Type="http://schemas.openxmlformats.org/officeDocument/2006/relationships/image" Target="../media/image491.png"/></Relationships>
</file>

<file path=ppt/slides/_rels/slide173.xml.rels><?xml version="1.0" encoding="UTF-8" standalone="yes"?>
<Relationships xmlns="http://schemas.openxmlformats.org/package/2006/relationships"><Relationship Id="rId3" Type="http://schemas.openxmlformats.org/officeDocument/2006/relationships/image" Target="../media/image496.svg"/><Relationship Id="rId7" Type="http://schemas.openxmlformats.org/officeDocument/2006/relationships/image" Target="../media/image500.svg"/><Relationship Id="rId2" Type="http://schemas.openxmlformats.org/officeDocument/2006/relationships/image" Target="../media/image495.png"/><Relationship Id="rId1" Type="http://schemas.openxmlformats.org/officeDocument/2006/relationships/slideLayout" Target="../slideLayouts/slideLayout10.xml"/><Relationship Id="rId6" Type="http://schemas.openxmlformats.org/officeDocument/2006/relationships/image" Target="../media/image499.png"/><Relationship Id="rId5" Type="http://schemas.openxmlformats.org/officeDocument/2006/relationships/image" Target="../media/image498.svg"/><Relationship Id="rId4" Type="http://schemas.openxmlformats.org/officeDocument/2006/relationships/image" Target="../media/image497.png"/></Relationships>
</file>

<file path=ppt/slides/_rels/slide174.xml.rels><?xml version="1.0" encoding="UTF-8" standalone="yes"?>
<Relationships xmlns="http://schemas.openxmlformats.org/package/2006/relationships"><Relationship Id="rId3" Type="http://schemas.openxmlformats.org/officeDocument/2006/relationships/hyperlink" Target="https://twodegrees1.sharepoint.com/teams/marketing/SitePages/Creative-Library.aspx" TargetMode="External"/><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hyperlink" Target="https://twodegrees1.sharepoint.com/teams/marketing/SitePages/Creative-Library-Brand-Guide.aspx" TargetMode="External"/><Relationship Id="rId5" Type="http://schemas.openxmlformats.org/officeDocument/2006/relationships/hyperlink" Target="https://twodegrees1.sharepoint.com/teams/marketing/SitePages/Brand-Hub.aspx?OR=Teams-HL&amp;CT=1661184770726#presentation-templates%E2%80%8B%E2%80%8B%E2%80%8B%E2%80%8B%E2%80%8B%E2%80%8B%E2%80%8B%E2%80%8B%E2%80%8B%E2%80%8B%E2%80%8B%E2%80%8B%E2%80%8B%E2%80%8B" TargetMode="External"/><Relationship Id="rId4" Type="http://schemas.openxmlformats.org/officeDocument/2006/relationships/hyperlink" Target="https://twodegrees1.sharepoint.com/teams/marketing/SitePages/Templates.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D3F3880-EB49-FCA3-B755-CE09539368B6}"/>
              </a:ext>
            </a:extLst>
          </p:cNvPr>
          <p:cNvSpPr>
            <a:spLocks noGrp="1"/>
          </p:cNvSpPr>
          <p:nvPr>
            <p:ph type="body" sz="quarter" idx="15"/>
          </p:nvPr>
        </p:nvSpPr>
        <p:spPr/>
        <p:txBody>
          <a:bodyPr/>
          <a:lstStyle/>
          <a:p>
            <a:r>
              <a:rPr lang="en-US" dirty="0"/>
              <a:t>January 2024</a:t>
            </a:r>
          </a:p>
        </p:txBody>
      </p:sp>
      <p:sp>
        <p:nvSpPr>
          <p:cNvPr id="2" name="Title 1">
            <a:extLst>
              <a:ext uri="{FF2B5EF4-FFF2-40B4-BE49-F238E27FC236}">
                <a16:creationId xmlns:a16="http://schemas.microsoft.com/office/drawing/2014/main" id="{343EB5CD-9B48-14F8-3C17-A949803CA82C}"/>
              </a:ext>
            </a:extLst>
          </p:cNvPr>
          <p:cNvSpPr>
            <a:spLocks noGrp="1"/>
          </p:cNvSpPr>
          <p:nvPr>
            <p:ph type="ctrTitle"/>
          </p:nvPr>
        </p:nvSpPr>
        <p:spPr/>
        <p:txBody>
          <a:bodyPr/>
          <a:lstStyle/>
          <a:p>
            <a:r>
              <a:rPr lang="en-US"/>
              <a:t>Welcome to the Slalom PPT toolkit</a:t>
            </a:r>
          </a:p>
        </p:txBody>
      </p:sp>
      <p:sp>
        <p:nvSpPr>
          <p:cNvPr id="4" name="Text Placeholder 3">
            <a:extLst>
              <a:ext uri="{FF2B5EF4-FFF2-40B4-BE49-F238E27FC236}">
                <a16:creationId xmlns:a16="http://schemas.microsoft.com/office/drawing/2014/main" id="{552374D5-9F6D-93EE-0B87-B206B79E83B6}"/>
              </a:ext>
            </a:extLst>
          </p:cNvPr>
          <p:cNvSpPr>
            <a:spLocks noGrp="1"/>
          </p:cNvSpPr>
          <p:nvPr>
            <p:ph type="body" sz="quarter" idx="13"/>
          </p:nvPr>
        </p:nvSpPr>
        <p:spPr/>
        <p:txBody>
          <a:bodyPr/>
          <a:lstStyle/>
          <a:p>
            <a:r>
              <a:rPr lang="en-US" sz="1800"/>
              <a:t>The following slides are intended as a template for adding content. Use this deck as a resource for crafting your presentation or document.</a:t>
            </a:r>
          </a:p>
        </p:txBody>
      </p:sp>
    </p:spTree>
    <p:extLst>
      <p:ext uri="{BB962C8B-B14F-4D97-AF65-F5344CB8AC3E}">
        <p14:creationId xmlns:p14="http://schemas.microsoft.com/office/powerpoint/2010/main" val="1298145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0E4BF5-27EE-DCFB-F24F-463D572204BD}"/>
              </a:ext>
            </a:extLst>
          </p:cNvPr>
          <p:cNvSpPr>
            <a:spLocks noGrp="1"/>
          </p:cNvSpPr>
          <p:nvPr>
            <p:ph type="title"/>
          </p:nvPr>
        </p:nvSpPr>
        <p:spPr/>
        <p:txBody>
          <a:bodyPr/>
          <a:lstStyle/>
          <a:p>
            <a:r>
              <a:rPr lang="en-US"/>
              <a:t>What’s included in this </a:t>
            </a:r>
            <a:r>
              <a:rPr lang="en-US">
                <a:solidFill>
                  <a:schemeClr val="accent1"/>
                </a:solidFill>
              </a:rPr>
              <a:t>Slalom template</a:t>
            </a:r>
            <a:r>
              <a:rPr lang="en-US"/>
              <a:t>?</a:t>
            </a:r>
          </a:p>
        </p:txBody>
      </p:sp>
      <p:graphicFrame>
        <p:nvGraphicFramePr>
          <p:cNvPr id="8" name="object 3">
            <a:extLst>
              <a:ext uri="{FF2B5EF4-FFF2-40B4-BE49-F238E27FC236}">
                <a16:creationId xmlns:a16="http://schemas.microsoft.com/office/drawing/2014/main" id="{4A3FA970-8243-3013-DD1C-FFB11C098D9E}"/>
              </a:ext>
            </a:extLst>
          </p:cNvPr>
          <p:cNvGraphicFramePr>
            <a:graphicFrameLocks noGrp="1"/>
          </p:cNvGraphicFramePr>
          <p:nvPr>
            <p:ph sz="quarter" idx="13"/>
            <p:extLst>
              <p:ext uri="{D42A27DB-BD31-4B8C-83A1-F6EECF244321}">
                <p14:modId xmlns:p14="http://schemas.microsoft.com/office/powerpoint/2010/main" val="384147981"/>
              </p:ext>
            </p:extLst>
          </p:nvPr>
        </p:nvGraphicFramePr>
        <p:xfrm>
          <a:off x="571500" y="1627617"/>
          <a:ext cx="10109200" cy="4575312"/>
        </p:xfrm>
        <a:graphic>
          <a:graphicData uri="http://schemas.openxmlformats.org/drawingml/2006/table">
            <a:tbl>
              <a:tblPr firstRow="1" bandRow="1">
                <a:tableStyleId>{2D5ABB26-0587-4C30-8999-92F81FD0307C}</a:tableStyleId>
              </a:tblPr>
              <a:tblGrid>
                <a:gridCol w="3434983">
                  <a:extLst>
                    <a:ext uri="{9D8B030D-6E8A-4147-A177-3AD203B41FA5}">
                      <a16:colId xmlns:a16="http://schemas.microsoft.com/office/drawing/2014/main" val="20001"/>
                    </a:ext>
                  </a:extLst>
                </a:gridCol>
                <a:gridCol w="6674217">
                  <a:extLst>
                    <a:ext uri="{9D8B030D-6E8A-4147-A177-3AD203B41FA5}">
                      <a16:colId xmlns:a16="http://schemas.microsoft.com/office/drawing/2014/main" val="20002"/>
                    </a:ext>
                  </a:extLst>
                </a:gridCol>
              </a:tblGrid>
              <a:tr h="285957">
                <a:tc>
                  <a:txBody>
                    <a:bodyPr/>
                    <a:lstStyle/>
                    <a:p>
                      <a:pPr marL="12700" indent="0" algn="l">
                        <a:lnSpc>
                          <a:spcPct val="100000"/>
                        </a:lnSpc>
                        <a:tabLst/>
                      </a:pPr>
                      <a:r>
                        <a:rPr lang="en-US" sz="1200" b="1" i="0" spc="0">
                          <a:solidFill>
                            <a:schemeClr val="tx1"/>
                          </a:solidFill>
                          <a:latin typeface="+mn-lt"/>
                          <a:cs typeface="+mn-cs"/>
                          <a:hlinkClick r:id="rId3" action="ppaction://hlinksldjump"/>
                        </a:rPr>
                        <a:t>PowerPoint tips and tricks </a:t>
                      </a:r>
                      <a:endParaRPr lang="en-US" sz="1200" b="1" i="0" spc="0">
                        <a:solidFill>
                          <a:schemeClr val="tx1"/>
                        </a:solidFill>
                        <a:latin typeface="+mn-lt"/>
                        <a:cs typeface="+mn-cs"/>
                      </a:endParaRPr>
                    </a:p>
                  </a:txBody>
                  <a:tcPr marL="0" marR="0" marT="0" marB="0" anchor="ctr">
                    <a:lnL>
                      <a:noFill/>
                    </a:lnL>
                    <a:lnR>
                      <a:noFill/>
                    </a:lnR>
                    <a:lnT>
                      <a:noFill/>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en-US" sz="1200" b="0" i="0" spc="0">
                          <a:solidFill>
                            <a:schemeClr val="tx1"/>
                          </a:solidFill>
                          <a:latin typeface="+mn-lt"/>
                          <a:cs typeface="+mn-cs"/>
                        </a:rPr>
                        <a:t>Expert guidance on everything from content formatting to accessibility</a:t>
                      </a:r>
                    </a:p>
                  </a:txBody>
                  <a:tcPr marL="0" marR="0" marT="0" marB="0" anchor="ctr">
                    <a:lnL>
                      <a:noFill/>
                    </a:lnL>
                    <a:lnR>
                      <a:noFill/>
                    </a:lnR>
                    <a:lnT>
                      <a:noFill/>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4" action="ppaction://hlinksldjump"/>
                        </a:rPr>
                        <a:t>Cover slides</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0"/>
                        </a:spcBef>
                      </a:pPr>
                      <a:r>
                        <a:rPr lang="en-US" sz="1200" b="0" i="0" spc="0">
                          <a:solidFill>
                            <a:schemeClr val="tx1"/>
                          </a:solidFill>
                          <a:latin typeface="+mn-lt"/>
                          <a:cs typeface="+mn-cs"/>
                        </a:rPr>
                        <a:t>Cover options to kick off your presentation</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5957">
                <a:tc>
                  <a:txBody>
                    <a:bodyPr/>
                    <a:lstStyle/>
                    <a:p>
                      <a:pPr marL="12700" indent="0" algn="l" defTabSz="914400" rtl="0" eaLnBrk="1" latinLnBrk="0" hangingPunct="1">
                        <a:lnSpc>
                          <a:spcPct val="100000"/>
                        </a:lnSpc>
                        <a:spcBef>
                          <a:spcPts val="0"/>
                        </a:spcBef>
                        <a:tabLst/>
                      </a:pPr>
                      <a:r>
                        <a:rPr lang="en-US" sz="1200" b="1" i="0" kern="1200" spc="0">
                          <a:solidFill>
                            <a:schemeClr val="tx1"/>
                          </a:solidFill>
                          <a:latin typeface="+mn-lt"/>
                          <a:ea typeface="+mn-ea"/>
                          <a:cs typeface="+mn-cs"/>
                          <a:hlinkClick r:id="rId5" action="ppaction://hlinksldjump"/>
                        </a:rPr>
                        <a:t>Setup and introductions</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0"/>
                        </a:spcBef>
                      </a:pPr>
                      <a:r>
                        <a:rPr lang="en-US" sz="1200" b="0" i="0" spc="0">
                          <a:solidFill>
                            <a:schemeClr val="tx1"/>
                          </a:solidFill>
                          <a:latin typeface="+mn-lt"/>
                          <a:cs typeface="+mn-cs"/>
                        </a:rPr>
                        <a:t>Agendas, tables of contents, and other templates for setting context</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6" action="ppaction://hlinksldjump"/>
                        </a:rPr>
                        <a:t>Section dividers</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2655"/>
                        </a:spcBef>
                      </a:pPr>
                      <a:r>
                        <a:rPr lang="en-US" sz="1200" b="0" i="0" spc="0">
                          <a:solidFill>
                            <a:schemeClr val="tx1"/>
                          </a:solidFill>
                          <a:latin typeface="+mn-lt"/>
                          <a:cs typeface="+mn-cs"/>
                        </a:rPr>
                        <a:t>Colorful slides to introduce new content sections</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2659810"/>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7" action="ppaction://hlinksldjump"/>
                        </a:rPr>
                        <a:t>About Slalom</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2655"/>
                        </a:spcBef>
                      </a:pPr>
                      <a:r>
                        <a:rPr lang="en-US" sz="1200" b="0" i="0" spc="0">
                          <a:solidFill>
                            <a:schemeClr val="tx1"/>
                          </a:solidFill>
                          <a:latin typeface="+mn-lt"/>
                          <a:cs typeface="+mn-cs"/>
                        </a:rPr>
                        <a:t>Grab-and-go slides about who we are, what we do, and what makes us different</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8" action="ppaction://hlinksldjump"/>
                        </a:rPr>
                        <a:t>Content layouts</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Layout options for custom content</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9" action="ppaction://hlinksldjump"/>
                        </a:rPr>
                        <a:t>Layouts with larger body type </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Layout options with larger text; recommended for live presentations </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5957">
                <a:tc>
                  <a:txBody>
                    <a:bodyPr/>
                    <a:lstStyle/>
                    <a:p>
                      <a:pPr marL="12700" indent="0" algn="l" defTabSz="914400" rtl="0" eaLnBrk="1" latinLnBrk="0" hangingPunct="1">
                        <a:lnSpc>
                          <a:spcPct val="100000"/>
                        </a:lnSpc>
                        <a:spcBef>
                          <a:spcPts val="2655"/>
                        </a:spcBef>
                        <a:tabLst/>
                      </a:pPr>
                      <a:r>
                        <a:rPr lang="en-US" sz="1200" b="1" i="0" kern="1200" spc="0" dirty="0">
                          <a:solidFill>
                            <a:schemeClr val="tx1"/>
                          </a:solidFill>
                          <a:latin typeface="+mn-lt"/>
                          <a:ea typeface="+mn-ea"/>
                          <a:cs typeface="+mn-cs"/>
                          <a:hlinkClick r:id="rId10" action="ppaction://hlinksldjump"/>
                        </a:rPr>
                        <a:t>Timelines and process visuals </a:t>
                      </a:r>
                      <a:endParaRPr lang="en-US" sz="1200" b="1" i="0" kern="1200" spc="0" dirty="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Tables, timelines, and diagrams for projects of all sizes</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6862568"/>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11" action="ppaction://hlinksldjump"/>
                        </a:rPr>
                        <a:t>Charts and graphs </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Colorful visuals to display metrics </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885176"/>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12" action="ppaction://hlinksldjump"/>
                        </a:rPr>
                        <a:t>Consultant Profile </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Template for profiling individuals</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462448"/>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13" action="ppaction://hlinksldjump"/>
                        </a:rPr>
                        <a:t>Maps</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Slalom offices by country and across the globe </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5158995"/>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14" action="ppaction://hlinksldjump"/>
                        </a:rPr>
                        <a:t>Quotes</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Options for highlighting a compelling quote</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0498984"/>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15" action="ppaction://hlinksldjump"/>
                        </a:rPr>
                        <a:t>Storytelling templates</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Layouts to capture your customer stories</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0417882"/>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16" action="ppaction://hlinksldjump"/>
                        </a:rPr>
                        <a:t>SPRO templates</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Single page response overview template with examples </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0132206"/>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17" action="ppaction://hlinksldjump"/>
                        </a:rPr>
                        <a:t>Closing and copyright </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a:solidFill>
                            <a:schemeClr val="tx1"/>
                          </a:solidFill>
                          <a:latin typeface="+mn-lt"/>
                          <a:cs typeface="+mn-cs"/>
                        </a:rPr>
                        <a:t>Slides for wrapping up your presentation beautifully</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620448"/>
                  </a:ext>
                </a:extLst>
              </a:tr>
              <a:tr h="285957">
                <a:tc>
                  <a:txBody>
                    <a:bodyPr/>
                    <a:lstStyle/>
                    <a:p>
                      <a:pPr marL="12700" indent="0" algn="l" defTabSz="914400" rtl="0" eaLnBrk="1" latinLnBrk="0" hangingPunct="1">
                        <a:lnSpc>
                          <a:spcPct val="100000"/>
                        </a:lnSpc>
                        <a:spcBef>
                          <a:spcPts val="2655"/>
                        </a:spcBef>
                        <a:tabLst/>
                      </a:pPr>
                      <a:r>
                        <a:rPr lang="en-US" sz="1200" b="1" i="0" kern="1200" spc="0">
                          <a:solidFill>
                            <a:schemeClr val="tx1"/>
                          </a:solidFill>
                          <a:latin typeface="+mn-lt"/>
                          <a:ea typeface="+mn-ea"/>
                          <a:cs typeface="+mn-cs"/>
                          <a:hlinkClick r:id="rId18" action="ppaction://hlinksldjump"/>
                        </a:rPr>
                        <a:t>Visual design system </a:t>
                      </a:r>
                      <a:endParaRPr lang="en-US" sz="1200" b="1" i="0" kern="1200" spc="0">
                        <a:solidFill>
                          <a:schemeClr val="tx1"/>
                        </a:solidFill>
                        <a:latin typeface="+mn-lt"/>
                        <a:ea typeface="+mn-ea"/>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200" b="0" i="0" spc="0" dirty="0">
                          <a:solidFill>
                            <a:schemeClr val="tx1"/>
                          </a:solidFill>
                          <a:latin typeface="+mn-lt"/>
                          <a:cs typeface="+mn-cs"/>
                        </a:rPr>
                        <a:t>Pre-formatted icons, partner logos, and design assets/resources </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194082"/>
                  </a:ext>
                </a:extLst>
              </a:tr>
            </a:tbl>
          </a:graphicData>
        </a:graphic>
      </p:graphicFrame>
      <p:sp>
        <p:nvSpPr>
          <p:cNvPr id="2" name="Date Placeholder 1">
            <a:extLst>
              <a:ext uri="{FF2B5EF4-FFF2-40B4-BE49-F238E27FC236}">
                <a16:creationId xmlns:a16="http://schemas.microsoft.com/office/drawing/2014/main" id="{4BCB28AC-4427-5E69-822C-0BC6249B0588}"/>
              </a:ext>
              <a:ext uri="{C183D7F6-B498-43B3-948B-1728B52AA6E4}">
                <adec:decorative xmlns:adec="http://schemas.microsoft.com/office/drawing/2017/decorative" val="1"/>
              </a:ext>
            </a:extLst>
          </p:cNvPr>
          <p:cNvSpPr>
            <a:spLocks noGrp="1"/>
          </p:cNvSpPr>
          <p:nvPr>
            <p:ph type="dt" sz="half" idx="10"/>
          </p:nvPr>
        </p:nvSpPr>
        <p:spPr/>
        <p:txBody>
          <a:bodyPr/>
          <a:lstStyle/>
          <a:p>
            <a:fld id="{B59BCF23-4E92-4A1C-A10E-0098B55F9858}" type="datetimeyyyy">
              <a:rPr lang="en-US" smtClean="0"/>
              <a:t>2025</a:t>
            </a:fld>
            <a:endParaRPr lang="en-US"/>
          </a:p>
        </p:txBody>
      </p:sp>
      <p:sp>
        <p:nvSpPr>
          <p:cNvPr id="3" name="Footer Placeholder 2">
            <a:extLst>
              <a:ext uri="{FF2B5EF4-FFF2-40B4-BE49-F238E27FC236}">
                <a16:creationId xmlns:a16="http://schemas.microsoft.com/office/drawing/2014/main" id="{EE3FCBF0-8978-63F6-BA9E-E16BFF1CACD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EE5D7A82-C57F-D024-2B30-B0162E00744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2</a:t>
            </a:fld>
            <a:endParaRPr lang="en-US"/>
          </a:p>
        </p:txBody>
      </p:sp>
    </p:spTree>
    <p:extLst>
      <p:ext uri="{BB962C8B-B14F-4D97-AF65-F5344CB8AC3E}">
        <p14:creationId xmlns:p14="http://schemas.microsoft.com/office/powerpoint/2010/main" val="1280550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497C449-9743-4556-38B5-1AFBC1794ED5}"/>
              </a:ext>
            </a:extLst>
          </p:cNvPr>
          <p:cNvSpPr>
            <a:spLocks noGrp="1"/>
          </p:cNvSpPr>
          <p:nvPr>
            <p:ph type="title"/>
          </p:nvPr>
        </p:nvSpPr>
        <p:spPr>
          <a:xfrm>
            <a:off x="571500" y="571501"/>
            <a:ext cx="8936730" cy="990600"/>
          </a:xfrm>
        </p:spPr>
        <p:txBody>
          <a:bodyPr/>
          <a:lstStyle/>
          <a:p>
            <a:r>
              <a:rPr lang="en-US"/>
              <a:t>Formatting and design guidance available within this template</a:t>
            </a:r>
          </a:p>
        </p:txBody>
      </p:sp>
      <p:sp>
        <p:nvSpPr>
          <p:cNvPr id="20" name="Text Placeholder 19">
            <a:extLst>
              <a:ext uri="{FF2B5EF4-FFF2-40B4-BE49-F238E27FC236}">
                <a16:creationId xmlns:a16="http://schemas.microsoft.com/office/drawing/2014/main" id="{5874F975-4E15-7B0E-E78D-9CD083117657}"/>
              </a:ext>
            </a:extLst>
          </p:cNvPr>
          <p:cNvSpPr>
            <a:spLocks noGrp="1"/>
          </p:cNvSpPr>
          <p:nvPr>
            <p:ph type="body" sz="quarter" idx="13"/>
          </p:nvPr>
        </p:nvSpPr>
        <p:spPr/>
        <p:txBody>
          <a:bodyPr/>
          <a:lstStyle/>
          <a:p>
            <a:r>
              <a:rPr lang="en-US"/>
              <a:t>See </a:t>
            </a:r>
            <a:r>
              <a:rPr lang="en-US">
                <a:solidFill>
                  <a:schemeClr val="accent1"/>
                </a:solidFill>
              </a:rPr>
              <a:t>blue (pasteboard)</a:t>
            </a:r>
            <a:r>
              <a:rPr lang="en-US"/>
              <a:t> notes with instructions or tips. </a:t>
            </a:r>
          </a:p>
        </p:txBody>
      </p:sp>
      <p:sp>
        <p:nvSpPr>
          <p:cNvPr id="2" name="Date Placeholder 1">
            <a:extLst>
              <a:ext uri="{FF2B5EF4-FFF2-40B4-BE49-F238E27FC236}">
                <a16:creationId xmlns:a16="http://schemas.microsoft.com/office/drawing/2014/main" id="{1D3C780B-4E81-3F98-A377-2045D884D825}"/>
              </a:ext>
              <a:ext uri="{C183D7F6-B498-43B3-948B-1728B52AA6E4}">
                <adec:decorative xmlns:adec="http://schemas.microsoft.com/office/drawing/2017/decorative" val="1"/>
              </a:ext>
            </a:extLst>
          </p:cNvPr>
          <p:cNvSpPr>
            <a:spLocks noGrp="1"/>
          </p:cNvSpPr>
          <p:nvPr>
            <p:ph type="dt" sz="half" idx="10"/>
          </p:nvPr>
        </p:nvSpPr>
        <p:spPr/>
        <p:txBody>
          <a:bodyPr/>
          <a:lstStyle/>
          <a:p>
            <a:fld id="{C84125D3-6707-4E6C-9338-36FB9612082B}" type="datetimeyyyy">
              <a:rPr lang="en-US" smtClean="0"/>
              <a:t>2025</a:t>
            </a:fld>
            <a:endParaRPr lang="en-US"/>
          </a:p>
        </p:txBody>
      </p:sp>
      <p:sp>
        <p:nvSpPr>
          <p:cNvPr id="3" name="Footer Placeholder 2">
            <a:extLst>
              <a:ext uri="{FF2B5EF4-FFF2-40B4-BE49-F238E27FC236}">
                <a16:creationId xmlns:a16="http://schemas.microsoft.com/office/drawing/2014/main" id="{5F282B54-DB30-35CE-7DFB-AC1EDDF7945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65BCAE9-F511-8315-6E3B-BC631F4059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3</a:t>
            </a:fld>
            <a:endParaRPr lang="en-US"/>
          </a:p>
        </p:txBody>
      </p:sp>
      <p:sp>
        <p:nvSpPr>
          <p:cNvPr id="9" name="TextBox 8">
            <a:extLst>
              <a:ext uri="{FF2B5EF4-FFF2-40B4-BE49-F238E27FC236}">
                <a16:creationId xmlns:a16="http://schemas.microsoft.com/office/drawing/2014/main" id="{14A494AE-5F8C-97E1-F621-A57F1D0DA681}"/>
              </a:ext>
            </a:extLst>
          </p:cNvPr>
          <p:cNvSpPr txBox="1">
            <a:spLocks/>
          </p:cNvSpPr>
          <p:nvPr/>
        </p:nvSpPr>
        <p:spPr>
          <a:xfrm>
            <a:off x="577850" y="2456728"/>
            <a:ext cx="3530600" cy="2460355"/>
          </a:xfrm>
          <a:prstGeom prst="rect">
            <a:avLst/>
          </a:prstGeom>
          <a:noFill/>
        </p:spPr>
        <p:txBody>
          <a:bodyPr wrap="square" lIns="0" tIns="0" rIns="0" bIns="0" rtlCol="0" anchor="t">
            <a:noAutofit/>
          </a:bodyPr>
          <a:lstStyle/>
          <a:p>
            <a:pPr lvl="0">
              <a:lnSpc>
                <a:spcPct val="110000"/>
              </a:lnSpc>
              <a:spcAft>
                <a:spcPts val="1000"/>
              </a:spcAft>
              <a:defRPr/>
            </a:pPr>
            <a:r>
              <a:rPr lang="en-US" sz="1400"/>
              <a:t>This template includes specific </a:t>
            </a:r>
            <a:br>
              <a:rPr lang="en-US" sz="1400"/>
            </a:br>
            <a:r>
              <a:rPr lang="en-US" sz="1400"/>
              <a:t>instructions and tips for some slides, including graphs, tables, and </a:t>
            </a:r>
            <a:br>
              <a:rPr lang="en-US" sz="1400"/>
            </a:br>
            <a:r>
              <a:rPr lang="en-US" sz="1400"/>
              <a:t>layouts with slightly complex editing. </a:t>
            </a:r>
          </a:p>
          <a:p>
            <a:pPr lvl="0">
              <a:lnSpc>
                <a:spcPct val="110000"/>
              </a:lnSpc>
              <a:spcAft>
                <a:spcPts val="1000"/>
              </a:spcAft>
              <a:defRPr/>
            </a:pPr>
            <a:r>
              <a:rPr lang="en-US" sz="1400"/>
              <a:t>Look on the pasteboard for</a:t>
            </a:r>
            <a:br>
              <a:rPr lang="en-US" sz="1400"/>
            </a:br>
            <a:r>
              <a:rPr lang="en-US" sz="1400"/>
              <a:t>notes containing information on </a:t>
            </a:r>
            <a:br>
              <a:rPr lang="en-US" sz="1400"/>
            </a:br>
            <a:r>
              <a:rPr lang="en-US" sz="1400"/>
              <a:t>editing instructions. </a:t>
            </a:r>
          </a:p>
          <a:p>
            <a:pPr lvl="0">
              <a:lnSpc>
                <a:spcPct val="110000"/>
              </a:lnSpc>
              <a:spcAft>
                <a:spcPts val="1000"/>
              </a:spcAft>
              <a:defRPr/>
            </a:pPr>
            <a:r>
              <a:rPr lang="en-US" sz="1400"/>
              <a:t>Blue pasteboards do not show up in presentation mode, PDF, or when printed. </a:t>
            </a:r>
          </a:p>
          <a:p>
            <a:pPr lvl="0">
              <a:lnSpc>
                <a:spcPct val="110000"/>
              </a:lnSpc>
              <a:spcAft>
                <a:spcPts val="1000"/>
              </a:spcAft>
              <a:defRPr/>
            </a:pPr>
            <a:r>
              <a:rPr lang="en-US" sz="1400"/>
              <a:t>They can also be deleted </a:t>
            </a:r>
            <a:br>
              <a:rPr lang="en-US" sz="1400"/>
            </a:br>
            <a:r>
              <a:rPr lang="en-US" sz="1400"/>
              <a:t>within a given slide.</a:t>
            </a:r>
          </a:p>
        </p:txBody>
      </p:sp>
      <p:pic>
        <p:nvPicPr>
          <p:cNvPr id="6" name="Picture 5" descr="Graphical user interface">
            <a:extLst>
              <a:ext uri="{FF2B5EF4-FFF2-40B4-BE49-F238E27FC236}">
                <a16:creationId xmlns:a16="http://schemas.microsoft.com/office/drawing/2014/main" id="{4EF00590-DA06-F34F-F265-60FD4A61FB58}"/>
              </a:ext>
              <a:ext uri="{C183D7F6-B498-43B3-948B-1728B52AA6E4}">
                <adec:decorative xmlns:adec="http://schemas.microsoft.com/office/drawing/2017/decorative" val="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b="-126"/>
          <a:stretch/>
        </p:blipFill>
        <p:spPr>
          <a:xfrm>
            <a:off x="4337050" y="2456728"/>
            <a:ext cx="4204391" cy="2163701"/>
          </a:xfrm>
          <a:prstGeom prst="rect">
            <a:avLst/>
          </a:prstGeom>
          <a:ln>
            <a:solidFill>
              <a:schemeClr val="bg2"/>
            </a:solidFill>
          </a:ln>
        </p:spPr>
      </p:pic>
      <p:sp>
        <p:nvSpPr>
          <p:cNvPr id="11" name="Rectangle 10">
            <a:extLst>
              <a:ext uri="{FF2B5EF4-FFF2-40B4-BE49-F238E27FC236}">
                <a16:creationId xmlns:a16="http://schemas.microsoft.com/office/drawing/2014/main" id="{ADF458A7-E387-D7C4-F30C-90224757EBE2}"/>
              </a:ext>
              <a:ext uri="{C183D7F6-B498-43B3-948B-1728B52AA6E4}">
                <adec:decorative xmlns:adec="http://schemas.microsoft.com/office/drawing/2017/decorative" val="1"/>
              </a:ext>
            </a:extLst>
          </p:cNvPr>
          <p:cNvSpPr/>
          <p:nvPr/>
        </p:nvSpPr>
        <p:spPr>
          <a:xfrm>
            <a:off x="7316175" y="3507198"/>
            <a:ext cx="2192055" cy="17434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pic>
        <p:nvPicPr>
          <p:cNvPr id="8" name="Picture 7" descr="Graphical user interface">
            <a:extLst>
              <a:ext uri="{FF2B5EF4-FFF2-40B4-BE49-F238E27FC236}">
                <a16:creationId xmlns:a16="http://schemas.microsoft.com/office/drawing/2014/main" id="{FB5680AB-8358-CDD9-6C1C-F90BA0CF332B}"/>
              </a:ext>
              <a:ext uri="{C183D7F6-B498-43B3-948B-1728B52AA6E4}">
                <adec:decorative xmlns:adec="http://schemas.microsoft.com/office/drawing/2017/decorative" val="0"/>
              </a:ext>
            </a:extLst>
          </p:cNvPr>
          <p:cNvPicPr>
            <a:picLocks noChangeAspect="1"/>
          </p:cNvPicPr>
          <p:nvPr/>
        </p:nvPicPr>
        <p:blipFill>
          <a:blip r:embed="rId4"/>
          <a:srcRect/>
          <a:stretch/>
        </p:blipFill>
        <p:spPr>
          <a:xfrm>
            <a:off x="7417610" y="3611643"/>
            <a:ext cx="4204391" cy="2163701"/>
          </a:xfrm>
          <a:prstGeom prst="rect">
            <a:avLst/>
          </a:prstGeom>
          <a:ln>
            <a:solidFill>
              <a:schemeClr val="bg2"/>
            </a:solidFill>
          </a:ln>
        </p:spPr>
      </p:pic>
      <p:grpSp>
        <p:nvGrpSpPr>
          <p:cNvPr id="5" name="Group 4">
            <a:extLst>
              <a:ext uri="{FF2B5EF4-FFF2-40B4-BE49-F238E27FC236}">
                <a16:creationId xmlns:a16="http://schemas.microsoft.com/office/drawing/2014/main" id="{7A0919D4-D2DA-E5D3-7C64-10683D35A201}"/>
              </a:ext>
            </a:extLst>
          </p:cNvPr>
          <p:cNvGrpSpPr/>
          <p:nvPr/>
        </p:nvGrpSpPr>
        <p:grpSpPr>
          <a:xfrm>
            <a:off x="8899680" y="13719"/>
            <a:ext cx="3292320" cy="337040"/>
            <a:chOff x="633490" y="272560"/>
            <a:chExt cx="3292320" cy="337040"/>
          </a:xfrm>
        </p:grpSpPr>
        <p:sp>
          <p:nvSpPr>
            <p:cNvPr id="7" name="Rectangle 6">
              <a:extLst>
                <a:ext uri="{FF2B5EF4-FFF2-40B4-BE49-F238E27FC236}">
                  <a16:creationId xmlns:a16="http://schemas.microsoft.com/office/drawing/2014/main" id="{0E27732C-2A6D-9692-D135-8F2C03B7D78C}"/>
                </a:ext>
              </a:extLst>
            </p:cNvPr>
            <p:cNvSpPr/>
            <p:nvPr/>
          </p:nvSpPr>
          <p:spPr>
            <a:xfrm>
              <a:off x="633490" y="272560"/>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12" name="Rectangle 11">
              <a:extLst>
                <a:ext uri="{FF2B5EF4-FFF2-40B4-BE49-F238E27FC236}">
                  <a16:creationId xmlns:a16="http://schemas.microsoft.com/office/drawing/2014/main" id="{455EFD5C-F383-1C33-7170-A9D21C2ED63A}"/>
                </a:ext>
              </a:extLst>
            </p:cNvPr>
            <p:cNvSpPr/>
            <p:nvPr/>
          </p:nvSpPr>
          <p:spPr>
            <a:xfrm>
              <a:off x="2279650" y="272560"/>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grpSp>
    </p:spTree>
    <p:extLst>
      <p:ext uri="{BB962C8B-B14F-4D97-AF65-F5344CB8AC3E}">
        <p14:creationId xmlns:p14="http://schemas.microsoft.com/office/powerpoint/2010/main" val="3951863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379642-8087-41C3-8051-A969501503F8}"/>
              </a:ext>
              <a:ext uri="{C183D7F6-B498-43B3-948B-1728B52AA6E4}">
                <adec:decorative xmlns:adec="http://schemas.microsoft.com/office/drawing/2017/decorative" val="0"/>
              </a:ext>
            </a:extLst>
          </p:cNvPr>
          <p:cNvSpPr>
            <a:spLocks noGrp="1"/>
          </p:cNvSpPr>
          <p:nvPr>
            <p:ph type="title"/>
          </p:nvPr>
        </p:nvSpPr>
        <p:spPr/>
        <p:txBody>
          <a:bodyPr/>
          <a:lstStyle/>
          <a:p>
            <a:r>
              <a:rPr lang="en-US"/>
              <a:t>General presentation tips</a:t>
            </a:r>
          </a:p>
        </p:txBody>
      </p:sp>
      <p:sp>
        <p:nvSpPr>
          <p:cNvPr id="11" name="TextBox 10">
            <a:extLst>
              <a:ext uri="{FF2B5EF4-FFF2-40B4-BE49-F238E27FC236}">
                <a16:creationId xmlns:a16="http://schemas.microsoft.com/office/drawing/2014/main" id="{C2CACF2E-D418-CB80-70B7-F38B6F87E34C}"/>
              </a:ext>
            </a:extLst>
          </p:cNvPr>
          <p:cNvSpPr txBox="1">
            <a:spLocks/>
          </p:cNvSpPr>
          <p:nvPr/>
        </p:nvSpPr>
        <p:spPr>
          <a:xfrm>
            <a:off x="571500" y="1752600"/>
            <a:ext cx="3530600" cy="4533900"/>
          </a:xfrm>
          <a:prstGeom prst="rect">
            <a:avLst/>
          </a:prstGeom>
          <a:noFill/>
        </p:spPr>
        <p:txBody>
          <a:bodyPr wrap="square" lIns="0" tIns="0" rIns="0" bIns="0" rtlCol="0" anchor="t">
            <a:noAutofit/>
          </a:bodyPr>
          <a:lstStyle/>
          <a:p>
            <a:pPr algn="l">
              <a:lnSpc>
                <a:spcPct val="110000"/>
              </a:lnSpc>
              <a:spcAft>
                <a:spcPts val="1000"/>
              </a:spcAft>
            </a:pPr>
            <a:r>
              <a:rPr lang="en-US" sz="1400" b="1"/>
              <a:t>Less is more</a:t>
            </a:r>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Less is more when it comes to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content. Leverage your voice rather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than relying on dense slide content.</a:t>
            </a:r>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Use small text and full paragraphs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sparingly for in person-presentations.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Tailor your content accordingly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whether the document serves as a presentation or as a leave-behind.</a:t>
            </a:r>
          </a:p>
        </p:txBody>
      </p:sp>
      <p:sp>
        <p:nvSpPr>
          <p:cNvPr id="12" name="TextBox 11">
            <a:extLst>
              <a:ext uri="{FF2B5EF4-FFF2-40B4-BE49-F238E27FC236}">
                <a16:creationId xmlns:a16="http://schemas.microsoft.com/office/drawing/2014/main" id="{99428176-06E9-E284-E8D2-E96711946FB4}"/>
              </a:ext>
            </a:extLst>
          </p:cNvPr>
          <p:cNvSpPr txBox="1">
            <a:spLocks/>
          </p:cNvSpPr>
          <p:nvPr/>
        </p:nvSpPr>
        <p:spPr>
          <a:xfrm>
            <a:off x="4339741" y="1752600"/>
            <a:ext cx="3512515" cy="4533900"/>
          </a:xfrm>
          <a:prstGeom prst="rect">
            <a:avLst/>
          </a:prstGeom>
          <a:noFill/>
        </p:spPr>
        <p:txBody>
          <a:bodyPr wrap="square" lIns="0" tIns="0" rIns="0" bIns="0" rtlCol="0" anchor="t">
            <a:noAutofit/>
          </a:bodyPr>
          <a:lstStyle/>
          <a:p>
            <a:pPr algn="l">
              <a:lnSpc>
                <a:spcPct val="110000"/>
              </a:lnSpc>
              <a:spcAft>
                <a:spcPts val="1000"/>
              </a:spcAft>
            </a:pPr>
            <a:r>
              <a:rPr lang="en-US" sz="1400" b="1"/>
              <a:t>Room to breathe</a:t>
            </a:r>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Unless necessary, work toward simplicity, delivering one salient point at a time. </a:t>
            </a:r>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More slides with less content are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always better than cramming. This approach allows for easier skimming, viewing over video calls, and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following along with a voiceover.</a:t>
            </a:r>
          </a:p>
        </p:txBody>
      </p:sp>
      <p:sp>
        <p:nvSpPr>
          <p:cNvPr id="13" name="TextBox 12">
            <a:extLst>
              <a:ext uri="{FF2B5EF4-FFF2-40B4-BE49-F238E27FC236}">
                <a16:creationId xmlns:a16="http://schemas.microsoft.com/office/drawing/2014/main" id="{CED15600-D553-2666-FBE4-2BF29BF1B9BA}"/>
              </a:ext>
            </a:extLst>
          </p:cNvPr>
          <p:cNvSpPr txBox="1">
            <a:spLocks/>
          </p:cNvSpPr>
          <p:nvPr/>
        </p:nvSpPr>
        <p:spPr>
          <a:xfrm>
            <a:off x="8107983" y="1752600"/>
            <a:ext cx="3512515" cy="4533900"/>
          </a:xfrm>
          <a:prstGeom prst="rect">
            <a:avLst/>
          </a:prstGeom>
          <a:noFill/>
        </p:spPr>
        <p:txBody>
          <a:bodyPr wrap="square" lIns="0" tIns="0" rIns="0" bIns="0" rtlCol="0" anchor="t">
            <a:noAutofit/>
          </a:bodyPr>
          <a:lstStyle/>
          <a:p>
            <a:pPr algn="l">
              <a:lnSpc>
                <a:spcPct val="110000"/>
              </a:lnSpc>
              <a:spcAft>
                <a:spcPts val="1000"/>
              </a:spcAft>
            </a:pPr>
            <a:r>
              <a:rPr lang="en-US" sz="1400" b="1"/>
              <a:t>Maintaining attention</a:t>
            </a:r>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Changing between light and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dark background slides creates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a dynamic presentation.</a:t>
            </a:r>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Look under the Layout drop down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menu in the Home Ribbon tab</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to find other color and slide options.</a:t>
            </a:r>
          </a:p>
        </p:txBody>
      </p:sp>
      <p:sp>
        <p:nvSpPr>
          <p:cNvPr id="5" name="Slide Number Placeholder 4">
            <a:extLst>
              <a:ext uri="{FF2B5EF4-FFF2-40B4-BE49-F238E27FC236}">
                <a16:creationId xmlns:a16="http://schemas.microsoft.com/office/drawing/2014/main" id="{45E54801-169F-7D18-B015-27A80C90A7C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4</a:t>
            </a:fld>
            <a:endParaRPr lang="en-US"/>
          </a:p>
        </p:txBody>
      </p:sp>
      <p:sp>
        <p:nvSpPr>
          <p:cNvPr id="4" name="Date Placeholder 3">
            <a:extLst>
              <a:ext uri="{FF2B5EF4-FFF2-40B4-BE49-F238E27FC236}">
                <a16:creationId xmlns:a16="http://schemas.microsoft.com/office/drawing/2014/main" id="{F63F671A-2067-46BE-AAD5-1929BDDF27BB}"/>
              </a:ext>
              <a:ext uri="{C183D7F6-B498-43B3-948B-1728B52AA6E4}">
                <adec:decorative xmlns:adec="http://schemas.microsoft.com/office/drawing/2017/decorative" val="1"/>
              </a:ext>
            </a:extLst>
          </p:cNvPr>
          <p:cNvSpPr>
            <a:spLocks noGrp="1"/>
          </p:cNvSpPr>
          <p:nvPr>
            <p:ph type="dt" sz="half" idx="10"/>
          </p:nvPr>
        </p:nvSpPr>
        <p:spPr/>
        <p:txBody>
          <a:bodyPr/>
          <a:lstStyle/>
          <a:p>
            <a:fld id="{15F7E922-F9A9-43A1-A612-A8DE5A13D950}" type="datetimeyyyy">
              <a:rPr lang="en-US" smtClean="0"/>
              <a:t>2025</a:t>
            </a:fld>
            <a:endParaRPr lang="en-US"/>
          </a:p>
        </p:txBody>
      </p:sp>
      <p:sp>
        <p:nvSpPr>
          <p:cNvPr id="3" name="Footer Placeholder 2">
            <a:extLst>
              <a:ext uri="{FF2B5EF4-FFF2-40B4-BE49-F238E27FC236}">
                <a16:creationId xmlns:a16="http://schemas.microsoft.com/office/drawing/2014/main" id="{12376B03-F586-43AB-762F-17DC9D16569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2" name="Rectangle 1">
            <a:extLst>
              <a:ext uri="{FF2B5EF4-FFF2-40B4-BE49-F238E27FC236}">
                <a16:creationId xmlns:a16="http://schemas.microsoft.com/office/drawing/2014/main" id="{A6E883EF-2D64-C2A1-5FD3-C1D0AB7EA4CD}"/>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6" name="Rectangle 5">
            <a:extLst>
              <a:ext uri="{FF2B5EF4-FFF2-40B4-BE49-F238E27FC236}">
                <a16:creationId xmlns:a16="http://schemas.microsoft.com/office/drawing/2014/main" id="{8186DE62-616C-6092-A141-57903E3D79E8}"/>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spTree>
    <p:extLst>
      <p:ext uri="{BB962C8B-B14F-4D97-AF65-F5344CB8AC3E}">
        <p14:creationId xmlns:p14="http://schemas.microsoft.com/office/powerpoint/2010/main" val="2677273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A9AB985-46E0-B5F5-50D1-8AD0F7D91F48}"/>
              </a:ext>
            </a:extLst>
          </p:cNvPr>
          <p:cNvSpPr>
            <a:spLocks noGrp="1"/>
          </p:cNvSpPr>
          <p:nvPr>
            <p:ph type="title"/>
          </p:nvPr>
        </p:nvSpPr>
        <p:spPr>
          <a:xfrm>
            <a:off x="571500" y="571501"/>
            <a:ext cx="11049000" cy="990600"/>
          </a:xfrm>
        </p:spPr>
        <p:txBody>
          <a:bodyPr/>
          <a:lstStyle/>
          <a:p>
            <a:r>
              <a:rPr lang="en-US"/>
              <a:t>Bringing previous content into this template</a:t>
            </a:r>
          </a:p>
        </p:txBody>
      </p:sp>
      <p:sp>
        <p:nvSpPr>
          <p:cNvPr id="10" name="TextBox 9">
            <a:extLst>
              <a:ext uri="{FF2B5EF4-FFF2-40B4-BE49-F238E27FC236}">
                <a16:creationId xmlns:a16="http://schemas.microsoft.com/office/drawing/2014/main" id="{0A1F10C0-D65C-FA23-48F2-118C037907CA}"/>
              </a:ext>
            </a:extLst>
          </p:cNvPr>
          <p:cNvSpPr txBox="1">
            <a:spLocks/>
          </p:cNvSpPr>
          <p:nvPr/>
        </p:nvSpPr>
        <p:spPr>
          <a:xfrm>
            <a:off x="571500" y="1752601"/>
            <a:ext cx="3530600" cy="2266416"/>
          </a:xfrm>
          <a:prstGeom prst="rect">
            <a:avLst/>
          </a:prstGeom>
          <a:noFill/>
        </p:spPr>
        <p:txBody>
          <a:bodyPr wrap="square" lIns="0" tIns="0" rIns="0" bIns="0" rtlCol="0" anchor="t">
            <a:noAutofit/>
          </a:bodyPr>
          <a:lstStyle/>
          <a:p>
            <a:pPr lvl="0">
              <a:lnSpc>
                <a:spcPct val="110000"/>
              </a:lnSpc>
              <a:spcAft>
                <a:spcPts val="1000"/>
              </a:spcAft>
              <a:defRPr/>
            </a:pPr>
            <a:r>
              <a:rPr lang="en-US" sz="1400"/>
              <a:t>When you bring a slide into the new template, PPT will try to match the slide layout name. </a:t>
            </a:r>
          </a:p>
          <a:p>
            <a:pPr lvl="0">
              <a:lnSpc>
                <a:spcPct val="110000"/>
              </a:lnSpc>
              <a:spcAft>
                <a:spcPts val="1000"/>
              </a:spcAft>
              <a:defRPr/>
            </a:pPr>
            <a:r>
              <a:rPr lang="en-US" sz="1400"/>
              <a:t>If it cannot find a matching layout, it may make an illegitimate layout after the “</a:t>
            </a:r>
            <a:r>
              <a:rPr lang="en-US" sz="1400" b="1"/>
              <a:t>Do Not Use Layouts Past This Point”</a:t>
            </a:r>
            <a:r>
              <a:rPr lang="en-US" sz="1400"/>
              <a:t> marker. </a:t>
            </a:r>
          </a:p>
          <a:p>
            <a:pPr lvl="0">
              <a:lnSpc>
                <a:spcPct val="110000"/>
              </a:lnSpc>
              <a:spcAft>
                <a:spcPts val="1000"/>
              </a:spcAft>
              <a:defRPr/>
            </a:pPr>
            <a:r>
              <a:rPr lang="en-US" sz="1400"/>
              <a:t>Assign the slide to the layout in this template that best matches your content.  </a:t>
            </a:r>
          </a:p>
        </p:txBody>
      </p:sp>
      <p:grpSp>
        <p:nvGrpSpPr>
          <p:cNvPr id="5" name="Group 4">
            <a:extLst>
              <a:ext uri="{FF2B5EF4-FFF2-40B4-BE49-F238E27FC236}">
                <a16:creationId xmlns:a16="http://schemas.microsoft.com/office/drawing/2014/main" id="{F5604910-3B93-AE7B-FBD5-22D4435296F2}"/>
              </a:ext>
            </a:extLst>
          </p:cNvPr>
          <p:cNvGrpSpPr/>
          <p:nvPr/>
        </p:nvGrpSpPr>
        <p:grpSpPr>
          <a:xfrm>
            <a:off x="571326" y="4019016"/>
            <a:ext cx="3504648" cy="1094786"/>
            <a:chOff x="571500" y="5197612"/>
            <a:chExt cx="3504648" cy="1094786"/>
          </a:xfrm>
        </p:grpSpPr>
        <p:pic>
          <p:nvPicPr>
            <p:cNvPr id="12" name="Picture 11" descr="Graphical user interface, application">
              <a:extLst>
                <a:ext uri="{FF2B5EF4-FFF2-40B4-BE49-F238E27FC236}">
                  <a16:creationId xmlns:a16="http://schemas.microsoft.com/office/drawing/2014/main" id="{5A3C6CC8-D692-D21E-42A2-A49033AF595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b="-108"/>
            <a:stretch/>
          </p:blipFill>
          <p:spPr>
            <a:xfrm>
              <a:off x="571500" y="5197612"/>
              <a:ext cx="3504648" cy="1094786"/>
            </a:xfrm>
            <a:prstGeom prst="rect">
              <a:avLst/>
            </a:prstGeom>
          </p:spPr>
        </p:pic>
        <p:sp>
          <p:nvSpPr>
            <p:cNvPr id="18" name="Rectangle 17">
              <a:extLst>
                <a:ext uri="{FF2B5EF4-FFF2-40B4-BE49-F238E27FC236}">
                  <a16:creationId xmlns:a16="http://schemas.microsoft.com/office/drawing/2014/main" id="{25419997-8FE8-D067-3582-48418C37C8B6}"/>
                </a:ext>
                <a:ext uri="{C183D7F6-B498-43B3-948B-1728B52AA6E4}">
                  <adec:decorative xmlns:adec="http://schemas.microsoft.com/office/drawing/2017/decorative" val="1"/>
                </a:ext>
              </a:extLst>
            </p:cNvPr>
            <p:cNvSpPr/>
            <p:nvPr/>
          </p:nvSpPr>
          <p:spPr>
            <a:xfrm>
              <a:off x="2006440" y="5761973"/>
              <a:ext cx="1964311" cy="4275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4" name="TextBox 13">
            <a:extLst>
              <a:ext uri="{FF2B5EF4-FFF2-40B4-BE49-F238E27FC236}">
                <a16:creationId xmlns:a16="http://schemas.microsoft.com/office/drawing/2014/main" id="{21825617-41E0-B07E-C7F8-AF07D7620E23}"/>
              </a:ext>
            </a:extLst>
          </p:cNvPr>
          <p:cNvSpPr txBox="1">
            <a:spLocks/>
          </p:cNvSpPr>
          <p:nvPr/>
        </p:nvSpPr>
        <p:spPr>
          <a:xfrm>
            <a:off x="4332012" y="1752600"/>
            <a:ext cx="3530600" cy="1609053"/>
          </a:xfrm>
          <a:prstGeom prst="rect">
            <a:avLst/>
          </a:prstGeom>
          <a:noFill/>
        </p:spPr>
        <p:txBody>
          <a:bodyPr wrap="square" lIns="0" tIns="0" rIns="0" bIns="0" rtlCol="0" anchor="t">
            <a:noAutofit/>
          </a:bodyPr>
          <a:lstStyle/>
          <a:p>
            <a:pPr lvl="0">
              <a:lnSpc>
                <a:spcPct val="110000"/>
              </a:lnSpc>
              <a:spcAft>
                <a:spcPts val="1000"/>
              </a:spcAft>
              <a:defRPr/>
            </a:pPr>
            <a:r>
              <a:rPr lang="en-US" sz="1400"/>
              <a:t>Our previous template did not have </a:t>
            </a:r>
            <a:r>
              <a:rPr lang="en-US" sz="1400" b="1"/>
              <a:t>text </a:t>
            </a:r>
            <a:br>
              <a:rPr lang="en-US" sz="1400" b="1"/>
            </a:br>
            <a:r>
              <a:rPr lang="en-US" sz="1400" b="1"/>
              <a:t>&amp; content placeholders</a:t>
            </a:r>
            <a:r>
              <a:rPr lang="en-US" sz="1400"/>
              <a:t>. This template provides these valuable assets to </a:t>
            </a:r>
            <a:br>
              <a:rPr lang="en-US" sz="1400"/>
            </a:br>
            <a:r>
              <a:rPr lang="en-US" sz="1400"/>
              <a:t>keep our content consistent and aligned. </a:t>
            </a:r>
          </a:p>
          <a:p>
            <a:pPr lvl="0">
              <a:lnSpc>
                <a:spcPct val="110000"/>
              </a:lnSpc>
              <a:spcAft>
                <a:spcPts val="1000"/>
              </a:spcAft>
              <a:defRPr/>
            </a:pPr>
            <a:r>
              <a:rPr lang="en-US" sz="1400"/>
              <a:t>Copy &amp; paste your content into the placeholders provided. </a:t>
            </a:r>
          </a:p>
        </p:txBody>
      </p:sp>
      <p:pic>
        <p:nvPicPr>
          <p:cNvPr id="20" name="Picture 19" descr="Graphical user interface, application">
            <a:extLst>
              <a:ext uri="{FF2B5EF4-FFF2-40B4-BE49-F238E27FC236}">
                <a16:creationId xmlns:a16="http://schemas.microsoft.com/office/drawing/2014/main" id="{3EAD6D71-8DE8-95EA-1DAB-055D83924154}"/>
              </a:ext>
            </a:extLst>
          </p:cNvPr>
          <p:cNvPicPr>
            <a:picLocks noChangeAspect="1"/>
          </p:cNvPicPr>
          <p:nvPr/>
        </p:nvPicPr>
        <p:blipFill>
          <a:blip r:embed="rId4"/>
          <a:stretch>
            <a:fillRect/>
          </a:stretch>
        </p:blipFill>
        <p:spPr>
          <a:xfrm>
            <a:off x="4351327" y="3361654"/>
            <a:ext cx="3068627" cy="1752148"/>
          </a:xfrm>
          <a:prstGeom prst="rect">
            <a:avLst/>
          </a:prstGeom>
        </p:spPr>
      </p:pic>
      <p:sp>
        <p:nvSpPr>
          <p:cNvPr id="15" name="TextBox 14">
            <a:extLst>
              <a:ext uri="{FF2B5EF4-FFF2-40B4-BE49-F238E27FC236}">
                <a16:creationId xmlns:a16="http://schemas.microsoft.com/office/drawing/2014/main" id="{6D7EFD63-16F2-657F-4DCF-56E7A579201C}"/>
              </a:ext>
            </a:extLst>
          </p:cNvPr>
          <p:cNvSpPr txBox="1">
            <a:spLocks/>
          </p:cNvSpPr>
          <p:nvPr/>
        </p:nvSpPr>
        <p:spPr>
          <a:xfrm>
            <a:off x="8092524" y="1752601"/>
            <a:ext cx="3523008" cy="1837342"/>
          </a:xfrm>
          <a:prstGeom prst="rect">
            <a:avLst/>
          </a:prstGeom>
          <a:noFill/>
        </p:spPr>
        <p:txBody>
          <a:bodyPr wrap="square" lIns="0" tIns="0" rIns="0" bIns="0" rtlCol="0" anchor="t">
            <a:noAutofit/>
          </a:bodyPr>
          <a:lstStyle/>
          <a:p>
            <a:pPr>
              <a:lnSpc>
                <a:spcPct val="110000"/>
              </a:lnSpc>
              <a:spcAft>
                <a:spcPts val="1000"/>
              </a:spcAft>
              <a:defRPr/>
            </a:pPr>
            <a:r>
              <a:rPr lang="en-US" sz="1400"/>
              <a:t>Check that all your fonts are </a:t>
            </a:r>
            <a:br>
              <a:rPr lang="en-US" sz="1400"/>
            </a:br>
            <a:r>
              <a:rPr lang="en-US" sz="1400" b="1"/>
              <a:t>Avenir Next LT Pro</a:t>
            </a:r>
            <a:r>
              <a:rPr lang="en-US" sz="1400"/>
              <a:t>, our new standard </a:t>
            </a:r>
            <a:br>
              <a:rPr lang="en-US" sz="1400"/>
            </a:br>
            <a:r>
              <a:rPr lang="en-US" sz="1400"/>
              <a:t>for presentations. </a:t>
            </a:r>
          </a:p>
          <a:p>
            <a:pPr lvl="0">
              <a:lnSpc>
                <a:spcPct val="110000"/>
              </a:lnSpc>
              <a:spcAft>
                <a:spcPts val="1000"/>
              </a:spcAft>
              <a:defRPr/>
            </a:pPr>
            <a:r>
              <a:rPr lang="en-US" sz="1400"/>
              <a:t>Use the </a:t>
            </a:r>
            <a:r>
              <a:rPr lang="en-US" sz="1400" b="1"/>
              <a:t>Reset button</a:t>
            </a:r>
            <a:r>
              <a:rPr lang="en-US" sz="1400"/>
              <a:t> (located on the </a:t>
            </a:r>
            <a:br>
              <a:rPr lang="en-US" sz="1400"/>
            </a:br>
            <a:r>
              <a:rPr lang="en-US" sz="1400"/>
              <a:t>Home tab) to reset all content in placeholders to the template theme (colors, fonts, styles, placement, etc.). </a:t>
            </a:r>
          </a:p>
          <a:p>
            <a:pPr lvl="0">
              <a:lnSpc>
                <a:spcPct val="110000"/>
              </a:lnSpc>
              <a:spcAft>
                <a:spcPts val="1000"/>
              </a:spcAft>
              <a:defRPr/>
            </a:pPr>
            <a:endParaRPr lang="en-US" sz="1400"/>
          </a:p>
          <a:p>
            <a:pPr lvl="0">
              <a:lnSpc>
                <a:spcPct val="110000"/>
              </a:lnSpc>
              <a:spcAft>
                <a:spcPts val="1000"/>
              </a:spcAft>
              <a:defRPr/>
            </a:pPr>
            <a:endParaRPr lang="en-US" sz="1400"/>
          </a:p>
          <a:p>
            <a:pPr lvl="0">
              <a:lnSpc>
                <a:spcPct val="110000"/>
              </a:lnSpc>
              <a:spcAft>
                <a:spcPts val="1000"/>
              </a:spcAft>
              <a:defRPr/>
            </a:pPr>
            <a:endParaRPr lang="en-US" sz="1400"/>
          </a:p>
          <a:p>
            <a:pPr lvl="0">
              <a:lnSpc>
                <a:spcPct val="110000"/>
              </a:lnSpc>
              <a:spcAft>
                <a:spcPts val="1000"/>
              </a:spcAft>
              <a:defRPr/>
            </a:pPr>
            <a:endParaRPr lang="en-US" sz="1400"/>
          </a:p>
        </p:txBody>
      </p:sp>
      <p:grpSp>
        <p:nvGrpSpPr>
          <p:cNvPr id="6" name="Group 5">
            <a:extLst>
              <a:ext uri="{FF2B5EF4-FFF2-40B4-BE49-F238E27FC236}">
                <a16:creationId xmlns:a16="http://schemas.microsoft.com/office/drawing/2014/main" id="{A08EA6DF-C01C-4BCD-4169-B3C51641B6F5}"/>
              </a:ext>
            </a:extLst>
          </p:cNvPr>
          <p:cNvGrpSpPr/>
          <p:nvPr/>
        </p:nvGrpSpPr>
        <p:grpSpPr>
          <a:xfrm>
            <a:off x="8089900" y="3691410"/>
            <a:ext cx="2793446" cy="1422392"/>
            <a:chOff x="8115855" y="4870006"/>
            <a:chExt cx="2793446" cy="1422392"/>
          </a:xfrm>
        </p:grpSpPr>
        <p:pic>
          <p:nvPicPr>
            <p:cNvPr id="17" name="Picture 16" descr="Graphical user interface, application">
              <a:extLst>
                <a:ext uri="{FF2B5EF4-FFF2-40B4-BE49-F238E27FC236}">
                  <a16:creationId xmlns:a16="http://schemas.microsoft.com/office/drawing/2014/main" id="{B7F720A9-A61F-4632-61C9-B138D14E0AC9}"/>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8115855" y="4870006"/>
              <a:ext cx="2793446" cy="1422392"/>
            </a:xfrm>
            <a:prstGeom prst="rect">
              <a:avLst/>
            </a:prstGeom>
          </p:spPr>
        </p:pic>
        <p:sp>
          <p:nvSpPr>
            <p:cNvPr id="13" name="Rectangle 12">
              <a:extLst>
                <a:ext uri="{FF2B5EF4-FFF2-40B4-BE49-F238E27FC236}">
                  <a16:creationId xmlns:a16="http://schemas.microsoft.com/office/drawing/2014/main" id="{4D077A2D-9BED-F8EB-63A1-EE6199681600}"/>
                </a:ext>
                <a:ext uri="{C183D7F6-B498-43B3-948B-1728B52AA6E4}">
                  <adec:decorative xmlns:adec="http://schemas.microsoft.com/office/drawing/2017/decorative" val="1"/>
                </a:ext>
              </a:extLst>
            </p:cNvPr>
            <p:cNvSpPr/>
            <p:nvPr/>
          </p:nvSpPr>
          <p:spPr>
            <a:xfrm>
              <a:off x="9188117" y="5378056"/>
              <a:ext cx="1533810" cy="4062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 name="Date Placeholder 1">
            <a:extLst>
              <a:ext uri="{FF2B5EF4-FFF2-40B4-BE49-F238E27FC236}">
                <a16:creationId xmlns:a16="http://schemas.microsoft.com/office/drawing/2014/main" id="{CCEE2E88-77C2-3468-CB1F-5A2CAB6C232D}"/>
              </a:ext>
              <a:ext uri="{C183D7F6-B498-43B3-948B-1728B52AA6E4}">
                <adec:decorative xmlns:adec="http://schemas.microsoft.com/office/drawing/2017/decorative" val="1"/>
              </a:ext>
            </a:extLst>
          </p:cNvPr>
          <p:cNvSpPr>
            <a:spLocks noGrp="1"/>
          </p:cNvSpPr>
          <p:nvPr>
            <p:ph type="dt" sz="half" idx="10"/>
          </p:nvPr>
        </p:nvSpPr>
        <p:spPr/>
        <p:txBody>
          <a:bodyPr/>
          <a:lstStyle/>
          <a:p>
            <a:fld id="{E37B7E55-2F3B-4976-B7B2-201C48EC8609}" type="datetimeyyyy">
              <a:rPr lang="en-US" smtClean="0"/>
              <a:t>2025</a:t>
            </a:fld>
            <a:endParaRPr lang="en-US"/>
          </a:p>
        </p:txBody>
      </p:sp>
      <p:sp>
        <p:nvSpPr>
          <p:cNvPr id="3" name="Footer Placeholder 2">
            <a:extLst>
              <a:ext uri="{FF2B5EF4-FFF2-40B4-BE49-F238E27FC236}">
                <a16:creationId xmlns:a16="http://schemas.microsoft.com/office/drawing/2014/main" id="{AC348239-6671-3216-886A-031495E7EDCF}"/>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AD50B182-042B-695D-F799-B5D960C5ABC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a:t>
            </a:fld>
            <a:endParaRPr lang="en-US"/>
          </a:p>
        </p:txBody>
      </p:sp>
      <p:grpSp>
        <p:nvGrpSpPr>
          <p:cNvPr id="7" name="Group 6">
            <a:extLst>
              <a:ext uri="{FF2B5EF4-FFF2-40B4-BE49-F238E27FC236}">
                <a16:creationId xmlns:a16="http://schemas.microsoft.com/office/drawing/2014/main" id="{00279E2E-B531-706B-C26D-8FA3E02A7C79}"/>
              </a:ext>
            </a:extLst>
          </p:cNvPr>
          <p:cNvGrpSpPr/>
          <p:nvPr/>
        </p:nvGrpSpPr>
        <p:grpSpPr>
          <a:xfrm>
            <a:off x="8899680" y="13719"/>
            <a:ext cx="3292320" cy="337040"/>
            <a:chOff x="633490" y="272560"/>
            <a:chExt cx="3292320" cy="337040"/>
          </a:xfrm>
        </p:grpSpPr>
        <p:sp>
          <p:nvSpPr>
            <p:cNvPr id="8" name="Rectangle 7">
              <a:extLst>
                <a:ext uri="{FF2B5EF4-FFF2-40B4-BE49-F238E27FC236}">
                  <a16:creationId xmlns:a16="http://schemas.microsoft.com/office/drawing/2014/main" id="{B384CC5E-4CB7-9BFE-9098-5D653CB66B88}"/>
                </a:ext>
              </a:extLst>
            </p:cNvPr>
            <p:cNvSpPr/>
            <p:nvPr/>
          </p:nvSpPr>
          <p:spPr>
            <a:xfrm>
              <a:off x="633490" y="272560"/>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11" name="Rectangle 10">
              <a:extLst>
                <a:ext uri="{FF2B5EF4-FFF2-40B4-BE49-F238E27FC236}">
                  <a16:creationId xmlns:a16="http://schemas.microsoft.com/office/drawing/2014/main" id="{405BF5D0-AFE9-A247-536C-7AEC0444DB07}"/>
                </a:ext>
              </a:extLst>
            </p:cNvPr>
            <p:cNvSpPr/>
            <p:nvPr/>
          </p:nvSpPr>
          <p:spPr>
            <a:xfrm>
              <a:off x="2279650" y="272560"/>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grpSp>
    </p:spTree>
    <p:extLst>
      <p:ext uri="{BB962C8B-B14F-4D97-AF65-F5344CB8AC3E}">
        <p14:creationId xmlns:p14="http://schemas.microsoft.com/office/powerpoint/2010/main" val="203399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497C449-9743-4556-38B5-1AFBC1794ED5}"/>
              </a:ext>
            </a:extLst>
          </p:cNvPr>
          <p:cNvSpPr>
            <a:spLocks noGrp="1"/>
          </p:cNvSpPr>
          <p:nvPr>
            <p:ph type="title"/>
          </p:nvPr>
        </p:nvSpPr>
        <p:spPr/>
        <p:txBody>
          <a:bodyPr/>
          <a:lstStyle/>
          <a:p>
            <a:r>
              <a:rPr lang="en-US"/>
              <a:t>Quick formatting trick for non-placeholder content</a:t>
            </a:r>
          </a:p>
        </p:txBody>
      </p:sp>
      <p:sp>
        <p:nvSpPr>
          <p:cNvPr id="5" name="TextBox 4">
            <a:extLst>
              <a:ext uri="{FF2B5EF4-FFF2-40B4-BE49-F238E27FC236}">
                <a16:creationId xmlns:a16="http://schemas.microsoft.com/office/drawing/2014/main" id="{6E4DF2B1-FAA9-B0CF-FC45-E7A2CCF36BBB}"/>
              </a:ext>
            </a:extLst>
          </p:cNvPr>
          <p:cNvSpPr txBox="1">
            <a:spLocks/>
          </p:cNvSpPr>
          <p:nvPr/>
        </p:nvSpPr>
        <p:spPr>
          <a:xfrm>
            <a:off x="571500" y="1752600"/>
            <a:ext cx="3530600" cy="4533901"/>
          </a:xfrm>
          <a:prstGeom prst="rect">
            <a:avLst/>
          </a:prstGeom>
          <a:noFill/>
        </p:spPr>
        <p:txBody>
          <a:bodyPr wrap="square" lIns="0" tIns="0" rIns="0" bIns="0" rtlCol="0" anchor="t">
            <a:noAutofit/>
          </a:bodyPr>
          <a:lstStyle/>
          <a:p>
            <a:pPr lvl="0">
              <a:lnSpc>
                <a:spcPct val="110000"/>
              </a:lnSpc>
              <a:spcAft>
                <a:spcPts val="1000"/>
              </a:spcAft>
              <a:defRPr/>
            </a:pPr>
            <a:r>
              <a:rPr lang="en-US" sz="1400"/>
              <a:t>Want to bulk format quickly </a:t>
            </a:r>
            <a:br>
              <a:rPr lang="en-US" sz="1400"/>
            </a:br>
            <a:r>
              <a:rPr lang="en-US" sz="1400"/>
              <a:t>non-placeholder text and other shapes </a:t>
            </a:r>
            <a:br>
              <a:rPr lang="en-US" sz="1400"/>
            </a:br>
            <a:r>
              <a:rPr lang="en-US" sz="1400"/>
              <a:t>to template standards? </a:t>
            </a:r>
          </a:p>
          <a:p>
            <a:pPr lvl="0">
              <a:lnSpc>
                <a:spcPct val="110000"/>
              </a:lnSpc>
              <a:spcAft>
                <a:spcPts val="1000"/>
              </a:spcAft>
              <a:defRPr/>
            </a:pPr>
            <a:r>
              <a:rPr lang="en-US" sz="1400"/>
              <a:t>Use </a:t>
            </a:r>
            <a:r>
              <a:rPr lang="en-US" sz="1400" b="1"/>
              <a:t>Copy &amp; Paste Formatting </a:t>
            </a:r>
            <a:r>
              <a:rPr lang="en-US" sz="1400"/>
              <a:t>by </a:t>
            </a:r>
            <a:br>
              <a:rPr lang="en-US" sz="1400"/>
            </a:br>
            <a:r>
              <a:rPr lang="en-US" sz="1400"/>
              <a:t>holding down Shift during your Copy &amp; Paste (Shift + Ctrl + C or V). </a:t>
            </a:r>
          </a:p>
          <a:p>
            <a:pPr lvl="0">
              <a:lnSpc>
                <a:spcPct val="110000"/>
              </a:lnSpc>
              <a:spcAft>
                <a:spcPts val="1000"/>
              </a:spcAft>
              <a:defRPr/>
            </a:pPr>
            <a:r>
              <a:rPr lang="en-US" sz="1400"/>
              <a:t>Copy styles of text, shapes, lines from </a:t>
            </a:r>
            <a:br>
              <a:rPr lang="en-US" sz="1400"/>
            </a:br>
            <a:r>
              <a:rPr lang="en-US" sz="1400"/>
              <a:t>the style guide slides, select the items </a:t>
            </a:r>
            <a:br>
              <a:rPr lang="en-US" sz="1400"/>
            </a:br>
            <a:r>
              <a:rPr lang="en-US" sz="1400"/>
              <a:t>on your slide and paste the formatting – </a:t>
            </a:r>
            <a:br>
              <a:rPr lang="en-US" sz="1400"/>
            </a:br>
            <a:r>
              <a:rPr lang="en-US" sz="1400"/>
              <a:t>it works with multiple items at a time! </a:t>
            </a:r>
          </a:p>
        </p:txBody>
      </p:sp>
      <p:pic>
        <p:nvPicPr>
          <p:cNvPr id="11" name="Picture 10" descr="Typography slide sample">
            <a:extLst>
              <a:ext uri="{FF2B5EF4-FFF2-40B4-BE49-F238E27FC236}">
                <a16:creationId xmlns:a16="http://schemas.microsoft.com/office/drawing/2014/main" id="{E13A6ED1-004B-DA2D-9C77-82B99DDA9AC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4330700" y="1767073"/>
            <a:ext cx="4470400" cy="2509698"/>
          </a:xfrm>
          <a:prstGeom prst="rect">
            <a:avLst/>
          </a:prstGeom>
          <a:ln>
            <a:solidFill>
              <a:schemeClr val="bg2"/>
            </a:solidFill>
          </a:ln>
        </p:spPr>
      </p:pic>
      <p:sp>
        <p:nvSpPr>
          <p:cNvPr id="6" name="Rectangle 5">
            <a:extLst>
              <a:ext uri="{FF2B5EF4-FFF2-40B4-BE49-F238E27FC236}">
                <a16:creationId xmlns:a16="http://schemas.microsoft.com/office/drawing/2014/main" id="{0DA6D924-9BA2-C2BD-023D-90440C26678C}"/>
              </a:ext>
              <a:ext uri="{C183D7F6-B498-43B3-948B-1728B52AA6E4}">
                <adec:decorative xmlns:adec="http://schemas.microsoft.com/office/drawing/2017/decorative" val="1"/>
              </a:ext>
            </a:extLst>
          </p:cNvPr>
          <p:cNvSpPr/>
          <p:nvPr/>
        </p:nvSpPr>
        <p:spPr>
          <a:xfrm>
            <a:off x="6936734" y="3564948"/>
            <a:ext cx="2192055" cy="17434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pic>
        <p:nvPicPr>
          <p:cNvPr id="13" name="Picture 12" descr="Theme colors slide sample&#10;">
            <a:extLst>
              <a:ext uri="{FF2B5EF4-FFF2-40B4-BE49-F238E27FC236}">
                <a16:creationId xmlns:a16="http://schemas.microsoft.com/office/drawing/2014/main" id="{E431F074-420B-EAF6-FD80-374314CD91A7}"/>
              </a:ext>
            </a:extLst>
          </p:cNvPr>
          <p:cNvPicPr>
            <a:picLocks noChangeAspect="1"/>
          </p:cNvPicPr>
          <p:nvPr/>
        </p:nvPicPr>
        <p:blipFill>
          <a:blip r:embed="rId3"/>
          <a:srcRect/>
          <a:stretch/>
        </p:blipFill>
        <p:spPr>
          <a:xfrm>
            <a:off x="7150099" y="3769564"/>
            <a:ext cx="4470400" cy="2516908"/>
          </a:xfrm>
          <a:prstGeom prst="rect">
            <a:avLst/>
          </a:prstGeom>
          <a:ln>
            <a:solidFill>
              <a:schemeClr val="bg2"/>
            </a:solidFill>
          </a:ln>
        </p:spPr>
      </p:pic>
      <p:sp>
        <p:nvSpPr>
          <p:cNvPr id="2" name="Date Placeholder 1">
            <a:extLst>
              <a:ext uri="{FF2B5EF4-FFF2-40B4-BE49-F238E27FC236}">
                <a16:creationId xmlns:a16="http://schemas.microsoft.com/office/drawing/2014/main" id="{1D3C780B-4E81-3F98-A377-2045D884D825}"/>
              </a:ext>
              <a:ext uri="{C183D7F6-B498-43B3-948B-1728B52AA6E4}">
                <adec:decorative xmlns:adec="http://schemas.microsoft.com/office/drawing/2017/decorative" val="1"/>
              </a:ext>
            </a:extLst>
          </p:cNvPr>
          <p:cNvSpPr>
            <a:spLocks noGrp="1"/>
          </p:cNvSpPr>
          <p:nvPr>
            <p:ph type="dt" sz="half" idx="10"/>
          </p:nvPr>
        </p:nvSpPr>
        <p:spPr/>
        <p:txBody>
          <a:bodyPr/>
          <a:lstStyle/>
          <a:p>
            <a:fld id="{D7DAE125-3570-4198-B9CB-A66D43C0AD6E}" type="datetimeyyyy">
              <a:rPr lang="en-US" smtClean="0"/>
              <a:t>2025</a:t>
            </a:fld>
            <a:endParaRPr lang="en-US"/>
          </a:p>
        </p:txBody>
      </p:sp>
      <p:sp>
        <p:nvSpPr>
          <p:cNvPr id="3" name="Footer Placeholder 2">
            <a:extLst>
              <a:ext uri="{FF2B5EF4-FFF2-40B4-BE49-F238E27FC236}">
                <a16:creationId xmlns:a16="http://schemas.microsoft.com/office/drawing/2014/main" id="{5F282B54-DB30-35CE-7DFB-AC1EDDF7945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65BCAE9-F511-8315-6E3B-BC631F4059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a:t>
            </a:fld>
            <a:endParaRPr lang="en-US"/>
          </a:p>
        </p:txBody>
      </p:sp>
      <p:sp>
        <p:nvSpPr>
          <p:cNvPr id="8" name="Rectangle 7">
            <a:extLst>
              <a:ext uri="{FF2B5EF4-FFF2-40B4-BE49-F238E27FC236}">
                <a16:creationId xmlns:a16="http://schemas.microsoft.com/office/drawing/2014/main" id="{C01C3260-251C-0646-AF14-8B82790D3B2F}"/>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9" name="Rectangle 8">
            <a:extLst>
              <a:ext uri="{FF2B5EF4-FFF2-40B4-BE49-F238E27FC236}">
                <a16:creationId xmlns:a16="http://schemas.microsoft.com/office/drawing/2014/main" id="{9DC746B1-D4A7-2A9F-2CD2-9C666AC441A1}"/>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spTree>
    <p:extLst>
      <p:ext uri="{BB962C8B-B14F-4D97-AF65-F5344CB8AC3E}">
        <p14:creationId xmlns:p14="http://schemas.microsoft.com/office/powerpoint/2010/main" val="634171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88BFB0-8770-9A31-FDF6-23369DC6AF1F}"/>
              </a:ext>
            </a:extLst>
          </p:cNvPr>
          <p:cNvSpPr>
            <a:spLocks noGrp="1"/>
          </p:cNvSpPr>
          <p:nvPr>
            <p:ph type="title"/>
          </p:nvPr>
        </p:nvSpPr>
        <p:spPr/>
        <p:txBody>
          <a:bodyPr/>
          <a:lstStyle/>
          <a:p>
            <a:r>
              <a:rPr lang="en-US"/>
              <a:t>Working with the background shapes on some layouts</a:t>
            </a:r>
          </a:p>
        </p:txBody>
      </p:sp>
      <p:sp>
        <p:nvSpPr>
          <p:cNvPr id="8" name="TextBox 7">
            <a:extLst>
              <a:ext uri="{FF2B5EF4-FFF2-40B4-BE49-F238E27FC236}">
                <a16:creationId xmlns:a16="http://schemas.microsoft.com/office/drawing/2014/main" id="{66E4C47A-AC42-BAA2-90A2-F42142B16657}"/>
              </a:ext>
            </a:extLst>
          </p:cNvPr>
          <p:cNvSpPr txBox="1">
            <a:spLocks/>
          </p:cNvSpPr>
          <p:nvPr/>
        </p:nvSpPr>
        <p:spPr>
          <a:xfrm>
            <a:off x="571500" y="1752600"/>
            <a:ext cx="3759200" cy="4675429"/>
          </a:xfrm>
          <a:prstGeom prst="rect">
            <a:avLst/>
          </a:prstGeom>
          <a:noFill/>
        </p:spPr>
        <p:txBody>
          <a:bodyPr wrap="square" lIns="0" tIns="0" rIns="0" bIns="0" rtlCol="0" anchor="t">
            <a:noAutofit/>
          </a:bodyPr>
          <a:lstStyle/>
          <a:p>
            <a:pPr lvl="0">
              <a:lnSpc>
                <a:spcPct val="110000"/>
              </a:lnSpc>
              <a:spcAft>
                <a:spcPts val="1000"/>
              </a:spcAft>
              <a:defRPr/>
            </a:pPr>
            <a:r>
              <a:rPr lang="en-US" sz="1400"/>
              <a:t>Some layouts include a background shape. </a:t>
            </a:r>
          </a:p>
          <a:p>
            <a:pPr lvl="0">
              <a:lnSpc>
                <a:spcPct val="110000"/>
              </a:lnSpc>
              <a:spcAft>
                <a:spcPts val="1000"/>
              </a:spcAft>
              <a:defRPr/>
            </a:pPr>
            <a:r>
              <a:rPr lang="en-US" sz="1400"/>
              <a:t>These can be removed or recolored.</a:t>
            </a:r>
          </a:p>
          <a:p>
            <a:pPr lvl="0">
              <a:lnSpc>
                <a:spcPct val="110000"/>
              </a:lnSpc>
              <a:spcAft>
                <a:spcPts val="1000"/>
              </a:spcAft>
              <a:defRPr/>
            </a:pPr>
            <a:r>
              <a:rPr lang="en-US" sz="1400" b="1"/>
              <a:t>Remove: </a:t>
            </a:r>
            <a:r>
              <a:rPr lang="en-US" sz="1400"/>
              <a:t>Simply select the shape and press the delete key. </a:t>
            </a:r>
          </a:p>
          <a:p>
            <a:pPr lvl="0">
              <a:lnSpc>
                <a:spcPct val="110000"/>
              </a:lnSpc>
              <a:spcAft>
                <a:spcPts val="1000"/>
              </a:spcAft>
              <a:defRPr/>
            </a:pPr>
            <a:r>
              <a:rPr lang="en-US" sz="1400" b="1"/>
              <a:t>Recolor: </a:t>
            </a:r>
            <a:r>
              <a:rPr lang="en-US" sz="1400"/>
              <a:t>Use the fill palette to select an accent color (Accents 1-6) from the theme row.  </a:t>
            </a:r>
          </a:p>
          <a:p>
            <a:pPr lvl="0">
              <a:lnSpc>
                <a:spcPct val="110000"/>
              </a:lnSpc>
              <a:spcAft>
                <a:spcPts val="1000"/>
              </a:spcAft>
              <a:defRPr/>
            </a:pPr>
            <a:r>
              <a:rPr lang="en-US" sz="1400"/>
              <a:t>Note: The background shape should always sit behind the other elements on the slide. </a:t>
            </a:r>
            <a:br>
              <a:rPr lang="en-US" sz="1400"/>
            </a:br>
            <a:r>
              <a:rPr lang="en-US" sz="1400"/>
              <a:t>If an image placeholder exists on the same layout, once you add the image you may have to select it and use Arrange &gt; Send to Back. </a:t>
            </a:r>
          </a:p>
        </p:txBody>
      </p:sp>
      <p:pic>
        <p:nvPicPr>
          <p:cNvPr id="11" name="Picture 10">
            <a:extLst>
              <a:ext uri="{FF2B5EF4-FFF2-40B4-BE49-F238E27FC236}">
                <a16:creationId xmlns:a16="http://schemas.microsoft.com/office/drawing/2014/main" id="{0FB3EBB7-D7B4-AC2B-C5C0-9241B79A96BE}"/>
              </a:ext>
            </a:extLst>
          </p:cNvPr>
          <p:cNvPicPr>
            <a:picLocks noChangeAspect="1"/>
          </p:cNvPicPr>
          <p:nvPr/>
        </p:nvPicPr>
        <p:blipFill>
          <a:blip r:embed="rId2"/>
          <a:srcRect/>
          <a:stretch/>
        </p:blipFill>
        <p:spPr>
          <a:xfrm>
            <a:off x="5278980" y="3683711"/>
            <a:ext cx="3068850" cy="1726229"/>
          </a:xfrm>
          <a:prstGeom prst="rect">
            <a:avLst/>
          </a:prstGeom>
          <a:ln>
            <a:solidFill>
              <a:schemeClr val="bg2"/>
            </a:solidFill>
          </a:ln>
        </p:spPr>
      </p:pic>
      <p:pic>
        <p:nvPicPr>
          <p:cNvPr id="13" name="Picture 12">
            <a:extLst>
              <a:ext uri="{FF2B5EF4-FFF2-40B4-BE49-F238E27FC236}">
                <a16:creationId xmlns:a16="http://schemas.microsoft.com/office/drawing/2014/main" id="{93569EB2-E3ED-3DE8-184F-6248D3B47538}"/>
              </a:ext>
            </a:extLst>
          </p:cNvPr>
          <p:cNvPicPr>
            <a:picLocks noChangeAspect="1"/>
          </p:cNvPicPr>
          <p:nvPr/>
        </p:nvPicPr>
        <p:blipFill>
          <a:blip r:embed="rId3"/>
          <a:srcRect/>
          <a:stretch/>
        </p:blipFill>
        <p:spPr>
          <a:xfrm>
            <a:off x="8543249" y="1752600"/>
            <a:ext cx="3068850" cy="1724829"/>
          </a:xfrm>
          <a:prstGeom prst="rect">
            <a:avLst/>
          </a:prstGeom>
          <a:ln>
            <a:solidFill>
              <a:schemeClr val="bg2"/>
            </a:solidFill>
          </a:ln>
        </p:spPr>
      </p:pic>
      <p:pic>
        <p:nvPicPr>
          <p:cNvPr id="15" name="Picture 14">
            <a:extLst>
              <a:ext uri="{FF2B5EF4-FFF2-40B4-BE49-F238E27FC236}">
                <a16:creationId xmlns:a16="http://schemas.microsoft.com/office/drawing/2014/main" id="{DE985D07-9CB8-B2FB-FF23-3B716CFC9B17}"/>
              </a:ext>
            </a:extLst>
          </p:cNvPr>
          <p:cNvPicPr>
            <a:picLocks noChangeAspect="1"/>
          </p:cNvPicPr>
          <p:nvPr/>
        </p:nvPicPr>
        <p:blipFill>
          <a:blip r:embed="rId4"/>
          <a:srcRect/>
          <a:stretch/>
        </p:blipFill>
        <p:spPr>
          <a:xfrm>
            <a:off x="8543249" y="3680515"/>
            <a:ext cx="3068850" cy="1729425"/>
          </a:xfrm>
          <a:prstGeom prst="rect">
            <a:avLst/>
          </a:prstGeom>
          <a:ln>
            <a:solidFill>
              <a:schemeClr val="bg2"/>
            </a:solidFill>
          </a:ln>
        </p:spPr>
      </p:pic>
      <p:sp>
        <p:nvSpPr>
          <p:cNvPr id="2" name="Date Placeholder 1">
            <a:extLst>
              <a:ext uri="{FF2B5EF4-FFF2-40B4-BE49-F238E27FC236}">
                <a16:creationId xmlns:a16="http://schemas.microsoft.com/office/drawing/2014/main" id="{E913B764-2ED3-130D-5B94-ECEB8E2E1255}"/>
              </a:ext>
              <a:ext uri="{C183D7F6-B498-43B3-948B-1728B52AA6E4}">
                <adec:decorative xmlns:adec="http://schemas.microsoft.com/office/drawing/2017/decorative" val="1"/>
              </a:ext>
            </a:extLst>
          </p:cNvPr>
          <p:cNvSpPr>
            <a:spLocks noGrp="1"/>
          </p:cNvSpPr>
          <p:nvPr>
            <p:ph type="dt" sz="half" idx="10"/>
          </p:nvPr>
        </p:nvSpPr>
        <p:spPr/>
        <p:txBody>
          <a:bodyPr/>
          <a:lstStyle/>
          <a:p>
            <a:fld id="{86858938-F54B-4DA4-856F-DCBB9E57FD0C}" type="datetimeyyyy">
              <a:rPr lang="en-US" smtClean="0"/>
              <a:t>2025</a:t>
            </a:fld>
            <a:endParaRPr lang="en-US"/>
          </a:p>
        </p:txBody>
      </p:sp>
      <p:sp>
        <p:nvSpPr>
          <p:cNvPr id="3" name="Footer Placeholder 2">
            <a:extLst>
              <a:ext uri="{FF2B5EF4-FFF2-40B4-BE49-F238E27FC236}">
                <a16:creationId xmlns:a16="http://schemas.microsoft.com/office/drawing/2014/main" id="{63B29527-F01B-21B3-48D8-E44AC85B9BA1}"/>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4AE8B984-C211-1061-4A53-1391103A6BC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a:t>
            </a:fld>
            <a:endParaRPr lang="en-US"/>
          </a:p>
        </p:txBody>
      </p:sp>
      <p:pic>
        <p:nvPicPr>
          <p:cNvPr id="7" name="Picture 6">
            <a:extLst>
              <a:ext uri="{FF2B5EF4-FFF2-40B4-BE49-F238E27FC236}">
                <a16:creationId xmlns:a16="http://schemas.microsoft.com/office/drawing/2014/main" id="{803F71D4-AFAF-77A0-8977-6BDDF2EF43E4}"/>
              </a:ext>
            </a:extLst>
          </p:cNvPr>
          <p:cNvPicPr>
            <a:picLocks noChangeAspect="1"/>
          </p:cNvPicPr>
          <p:nvPr/>
        </p:nvPicPr>
        <p:blipFill>
          <a:blip r:embed="rId5"/>
          <a:srcRect/>
          <a:stretch/>
        </p:blipFill>
        <p:spPr>
          <a:xfrm>
            <a:off x="5278980" y="1752600"/>
            <a:ext cx="3068850" cy="1724829"/>
          </a:xfrm>
          <a:prstGeom prst="rect">
            <a:avLst/>
          </a:prstGeom>
          <a:ln>
            <a:solidFill>
              <a:schemeClr val="bg2"/>
            </a:solidFill>
          </a:ln>
        </p:spPr>
      </p:pic>
      <p:sp>
        <p:nvSpPr>
          <p:cNvPr id="6" name="Rectangle 5">
            <a:extLst>
              <a:ext uri="{FF2B5EF4-FFF2-40B4-BE49-F238E27FC236}">
                <a16:creationId xmlns:a16="http://schemas.microsoft.com/office/drawing/2014/main" id="{FD58FB5A-1819-181B-D24B-E671B458B5BA}"/>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9" name="Rectangle 8">
            <a:extLst>
              <a:ext uri="{FF2B5EF4-FFF2-40B4-BE49-F238E27FC236}">
                <a16:creationId xmlns:a16="http://schemas.microsoft.com/office/drawing/2014/main" id="{55EFCA3B-AB96-5E7A-FC3E-8526A5D2D07D}"/>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spTree>
    <p:extLst>
      <p:ext uri="{BB962C8B-B14F-4D97-AF65-F5344CB8AC3E}">
        <p14:creationId xmlns:p14="http://schemas.microsoft.com/office/powerpoint/2010/main" val="2327263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E505FC-4DCC-4A88-6A16-E8063C1F335F}"/>
              </a:ext>
              <a:ext uri="{C183D7F6-B498-43B3-948B-1728B52AA6E4}">
                <adec:decorative xmlns:adec="http://schemas.microsoft.com/office/drawing/2017/decorative" val="1"/>
              </a:ext>
            </a:extLst>
          </p:cNvPr>
          <p:cNvSpPr/>
          <p:nvPr/>
        </p:nvSpPr>
        <p:spPr>
          <a:xfrm>
            <a:off x="9034462" y="3263386"/>
            <a:ext cx="2411661" cy="2664819"/>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41BE498-D62A-D82B-9913-B2784ECBF398}"/>
              </a:ext>
              <a:ext uri="{C183D7F6-B498-43B3-948B-1728B52AA6E4}">
                <adec:decorative xmlns:adec="http://schemas.microsoft.com/office/drawing/2017/decorative" val="1"/>
              </a:ext>
            </a:extLst>
          </p:cNvPr>
          <p:cNvSpPr/>
          <p:nvPr/>
        </p:nvSpPr>
        <p:spPr>
          <a:xfrm>
            <a:off x="6215063" y="3263386"/>
            <a:ext cx="2411660" cy="2664818"/>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0" name="Title 9">
            <a:extLst>
              <a:ext uri="{FF2B5EF4-FFF2-40B4-BE49-F238E27FC236}">
                <a16:creationId xmlns:a16="http://schemas.microsoft.com/office/drawing/2014/main" id="{2497C449-9743-4556-38B5-1AFBC1794ED5}"/>
              </a:ext>
            </a:extLst>
          </p:cNvPr>
          <p:cNvSpPr>
            <a:spLocks noGrp="1"/>
          </p:cNvSpPr>
          <p:nvPr>
            <p:ph type="title"/>
          </p:nvPr>
        </p:nvSpPr>
        <p:spPr/>
        <p:txBody>
          <a:bodyPr/>
          <a:lstStyle/>
          <a:p>
            <a:r>
              <a:rPr lang="en-US"/>
              <a:t>Using Smart Art for charts </a:t>
            </a:r>
          </a:p>
        </p:txBody>
      </p:sp>
      <p:sp>
        <p:nvSpPr>
          <p:cNvPr id="5" name="TextBox 4">
            <a:extLst>
              <a:ext uri="{FF2B5EF4-FFF2-40B4-BE49-F238E27FC236}">
                <a16:creationId xmlns:a16="http://schemas.microsoft.com/office/drawing/2014/main" id="{2CF38CA4-406A-1463-137B-8C9E9D469F56}"/>
              </a:ext>
            </a:extLst>
          </p:cNvPr>
          <p:cNvSpPr txBox="1">
            <a:spLocks/>
          </p:cNvSpPr>
          <p:nvPr/>
        </p:nvSpPr>
        <p:spPr>
          <a:xfrm>
            <a:off x="571500" y="1752600"/>
            <a:ext cx="4470400" cy="4533901"/>
          </a:xfrm>
          <a:prstGeom prst="rect">
            <a:avLst/>
          </a:prstGeom>
          <a:noFill/>
        </p:spPr>
        <p:txBody>
          <a:bodyPr wrap="square" lIns="0" tIns="0" rIns="0" bIns="0" rtlCol="0" anchor="t">
            <a:noAutofit/>
          </a:bodyPr>
          <a:lstStyle/>
          <a:p>
            <a:pPr lvl="0">
              <a:lnSpc>
                <a:spcPct val="110000"/>
              </a:lnSpc>
              <a:spcAft>
                <a:spcPts val="1000"/>
              </a:spcAft>
              <a:defRPr/>
            </a:pPr>
            <a:r>
              <a:rPr lang="en-US" sz="1400"/>
              <a:t>SmartArt is a set of diagrams built into PowerPoint. </a:t>
            </a:r>
            <a:br>
              <a:rPr lang="en-US" sz="1400"/>
            </a:br>
            <a:r>
              <a:rPr lang="en-US" sz="1400"/>
              <a:t>You can find in SmartArt under the Insert Tab. </a:t>
            </a:r>
          </a:p>
          <a:p>
            <a:pPr lvl="0">
              <a:lnSpc>
                <a:spcPct val="110000"/>
              </a:lnSpc>
              <a:spcAft>
                <a:spcPts val="1000"/>
              </a:spcAft>
              <a:defRPr/>
            </a:pPr>
            <a:r>
              <a:rPr lang="en-US" sz="1400"/>
              <a:t>SmartArt is not brand approved, but if you need to use it as a base diagram, please complete the following formatting steps to arrive at an acceptable design. </a:t>
            </a:r>
          </a:p>
          <a:p>
            <a:pPr marL="228600" lvl="0" indent="-228600">
              <a:lnSpc>
                <a:spcPct val="110000"/>
              </a:lnSpc>
              <a:spcAft>
                <a:spcPts val="1000"/>
              </a:spcAft>
              <a:buAutoNum type="arabicPeriod"/>
              <a:defRPr/>
            </a:pPr>
            <a:r>
              <a:rPr lang="en-US" sz="1400"/>
              <a:t>Remove shape outlines</a:t>
            </a:r>
          </a:p>
          <a:p>
            <a:pPr marL="228600" lvl="0" indent="-228600">
              <a:lnSpc>
                <a:spcPct val="110000"/>
              </a:lnSpc>
              <a:spcAft>
                <a:spcPts val="1000"/>
              </a:spcAft>
              <a:buAutoNum type="arabicPeriod"/>
              <a:defRPr/>
            </a:pPr>
            <a:r>
              <a:rPr lang="en-US" sz="1400"/>
              <a:t>Change all colors to brand approved colors </a:t>
            </a:r>
            <a:br>
              <a:rPr lang="en-US" sz="1400"/>
            </a:br>
            <a:r>
              <a:rPr lang="en-US" sz="1400"/>
              <a:t>from the theme row.</a:t>
            </a:r>
          </a:p>
          <a:p>
            <a:pPr marL="228600" lvl="0" indent="-228600">
              <a:lnSpc>
                <a:spcPct val="110000"/>
              </a:lnSpc>
              <a:spcAft>
                <a:spcPts val="1000"/>
              </a:spcAft>
              <a:buAutoNum type="arabicPeriod"/>
              <a:defRPr/>
            </a:pPr>
            <a:r>
              <a:rPr lang="en-US" sz="1400"/>
              <a:t>Any lines should be formatted to match the lines </a:t>
            </a:r>
            <a:br>
              <a:rPr lang="en-US" sz="1400"/>
            </a:br>
            <a:r>
              <a:rPr lang="en-US" sz="1400"/>
              <a:t>on the style sheet slide. Use Shift + Ctrl C/V to quickly paste approved formatting. </a:t>
            </a:r>
          </a:p>
          <a:p>
            <a:pPr marL="228600" lvl="0" indent="-228600">
              <a:lnSpc>
                <a:spcPct val="110000"/>
              </a:lnSpc>
              <a:spcAft>
                <a:spcPts val="1000"/>
              </a:spcAft>
              <a:buAutoNum type="arabicPeriod"/>
              <a:defRPr/>
            </a:pPr>
            <a:r>
              <a:rPr lang="en-US" sz="1400"/>
              <a:t>Change text sizes/styles to approved styles, </a:t>
            </a:r>
            <a:br>
              <a:rPr lang="en-US" sz="1400"/>
            </a:br>
            <a:r>
              <a:rPr lang="en-US" sz="1400"/>
              <a:t>matching the typography slide.</a:t>
            </a:r>
          </a:p>
        </p:txBody>
      </p:sp>
      <p:sp>
        <p:nvSpPr>
          <p:cNvPr id="17" name="TextBox 16">
            <a:extLst>
              <a:ext uri="{FF2B5EF4-FFF2-40B4-BE49-F238E27FC236}">
                <a16:creationId xmlns:a16="http://schemas.microsoft.com/office/drawing/2014/main" id="{FD2DB460-D2BA-E962-9203-794A374DF30F}"/>
              </a:ext>
            </a:extLst>
          </p:cNvPr>
          <p:cNvSpPr txBox="1">
            <a:spLocks/>
          </p:cNvSpPr>
          <p:nvPr/>
        </p:nvSpPr>
        <p:spPr>
          <a:xfrm>
            <a:off x="6215063" y="2945516"/>
            <a:ext cx="2586037" cy="266865"/>
          </a:xfrm>
          <a:prstGeom prst="rect">
            <a:avLst/>
          </a:prstGeom>
          <a:noFill/>
        </p:spPr>
        <p:txBody>
          <a:bodyPr wrap="square" lIns="0" tIns="0" rIns="0" bIns="0" rtlCol="0" anchor="t">
            <a:noAutofit/>
          </a:bodyPr>
          <a:lstStyle/>
          <a:p>
            <a:pPr lvl="0">
              <a:lnSpc>
                <a:spcPct val="120000"/>
              </a:lnSpc>
              <a:spcBef>
                <a:spcPts val="1200"/>
              </a:spcBef>
              <a:defRPr/>
            </a:pPr>
            <a:r>
              <a:rPr lang="en-US" sz="1400" b="1"/>
              <a:t>Before</a:t>
            </a:r>
          </a:p>
        </p:txBody>
      </p:sp>
      <p:graphicFrame>
        <p:nvGraphicFramePr>
          <p:cNvPr id="8" name="Diagram 7">
            <a:extLst>
              <a:ext uri="{FF2B5EF4-FFF2-40B4-BE49-F238E27FC236}">
                <a16:creationId xmlns:a16="http://schemas.microsoft.com/office/drawing/2014/main" id="{AA239770-2652-EC4C-A44E-F5C710356009}"/>
              </a:ext>
            </a:extLst>
          </p:cNvPr>
          <p:cNvGraphicFramePr/>
          <p:nvPr/>
        </p:nvGraphicFramePr>
        <p:xfrm>
          <a:off x="6282178" y="3505046"/>
          <a:ext cx="2277430" cy="21814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TextBox 17">
            <a:extLst>
              <a:ext uri="{FF2B5EF4-FFF2-40B4-BE49-F238E27FC236}">
                <a16:creationId xmlns:a16="http://schemas.microsoft.com/office/drawing/2014/main" id="{558539F2-7D27-F681-CDA4-CD71CE16DF0C}"/>
              </a:ext>
            </a:extLst>
          </p:cNvPr>
          <p:cNvSpPr txBox="1">
            <a:spLocks/>
          </p:cNvSpPr>
          <p:nvPr/>
        </p:nvSpPr>
        <p:spPr>
          <a:xfrm>
            <a:off x="9034462" y="2945516"/>
            <a:ext cx="2590800" cy="266865"/>
          </a:xfrm>
          <a:prstGeom prst="rect">
            <a:avLst/>
          </a:prstGeom>
          <a:noFill/>
        </p:spPr>
        <p:txBody>
          <a:bodyPr wrap="square" lIns="0" tIns="0" rIns="0" bIns="0" rtlCol="0" anchor="t">
            <a:noAutofit/>
          </a:bodyPr>
          <a:lstStyle/>
          <a:p>
            <a:pPr lvl="0">
              <a:lnSpc>
                <a:spcPct val="120000"/>
              </a:lnSpc>
              <a:spcBef>
                <a:spcPts val="1200"/>
              </a:spcBef>
              <a:defRPr/>
            </a:pPr>
            <a:r>
              <a:rPr lang="en-US" sz="1400" b="1"/>
              <a:t>After</a:t>
            </a:r>
          </a:p>
        </p:txBody>
      </p:sp>
      <p:graphicFrame>
        <p:nvGraphicFramePr>
          <p:cNvPr id="11" name="Diagram 10">
            <a:extLst>
              <a:ext uri="{FF2B5EF4-FFF2-40B4-BE49-F238E27FC236}">
                <a16:creationId xmlns:a16="http://schemas.microsoft.com/office/drawing/2014/main" id="{2184EA4F-162C-711B-3DB8-F83ED24AA1A8}"/>
              </a:ext>
            </a:extLst>
          </p:cNvPr>
          <p:cNvGraphicFramePr/>
          <p:nvPr/>
        </p:nvGraphicFramePr>
        <p:xfrm>
          <a:off x="9101578" y="3505046"/>
          <a:ext cx="2277430" cy="21814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Date Placeholder 1">
            <a:extLst>
              <a:ext uri="{FF2B5EF4-FFF2-40B4-BE49-F238E27FC236}">
                <a16:creationId xmlns:a16="http://schemas.microsoft.com/office/drawing/2014/main" id="{1D3C780B-4E81-3F98-A377-2045D884D825}"/>
              </a:ext>
              <a:ext uri="{C183D7F6-B498-43B3-948B-1728B52AA6E4}">
                <adec:decorative xmlns:adec="http://schemas.microsoft.com/office/drawing/2017/decorative" val="1"/>
              </a:ext>
            </a:extLst>
          </p:cNvPr>
          <p:cNvSpPr>
            <a:spLocks noGrp="1"/>
          </p:cNvSpPr>
          <p:nvPr>
            <p:ph type="dt" sz="half" idx="10"/>
          </p:nvPr>
        </p:nvSpPr>
        <p:spPr/>
        <p:txBody>
          <a:bodyPr/>
          <a:lstStyle/>
          <a:p>
            <a:fld id="{14625E76-015F-41AD-847A-FA66D466890F}" type="datetimeyyyy">
              <a:rPr lang="en-US" smtClean="0"/>
              <a:t>2025</a:t>
            </a:fld>
            <a:endParaRPr lang="en-US"/>
          </a:p>
        </p:txBody>
      </p:sp>
      <p:sp>
        <p:nvSpPr>
          <p:cNvPr id="3" name="Footer Placeholder 2">
            <a:extLst>
              <a:ext uri="{FF2B5EF4-FFF2-40B4-BE49-F238E27FC236}">
                <a16:creationId xmlns:a16="http://schemas.microsoft.com/office/drawing/2014/main" id="{5F282B54-DB30-35CE-7DFB-AC1EDDF7945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65BCAE9-F511-8315-6E3B-BC631F4059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a:t>
            </a:fld>
            <a:endParaRPr lang="en-US"/>
          </a:p>
        </p:txBody>
      </p:sp>
      <p:sp>
        <p:nvSpPr>
          <p:cNvPr id="6" name="Rectangle 5">
            <a:extLst>
              <a:ext uri="{FF2B5EF4-FFF2-40B4-BE49-F238E27FC236}">
                <a16:creationId xmlns:a16="http://schemas.microsoft.com/office/drawing/2014/main" id="{B5BE0126-E3BD-1141-CC9E-E0CBA83A3126}"/>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7" name="Rectangle 6">
            <a:extLst>
              <a:ext uri="{FF2B5EF4-FFF2-40B4-BE49-F238E27FC236}">
                <a16:creationId xmlns:a16="http://schemas.microsoft.com/office/drawing/2014/main" id="{8D80BC5D-25E0-5F30-98A8-E20ED1655FDB}"/>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spTree>
    <p:extLst>
      <p:ext uri="{BB962C8B-B14F-4D97-AF65-F5344CB8AC3E}">
        <p14:creationId xmlns:p14="http://schemas.microsoft.com/office/powerpoint/2010/main" val="1869309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497C449-9743-4556-38B5-1AFBC1794ED5}"/>
              </a:ext>
            </a:extLst>
          </p:cNvPr>
          <p:cNvSpPr>
            <a:spLocks noGrp="1"/>
          </p:cNvSpPr>
          <p:nvPr>
            <p:ph type="title"/>
          </p:nvPr>
        </p:nvSpPr>
        <p:spPr/>
        <p:txBody>
          <a:bodyPr/>
          <a:lstStyle/>
          <a:p>
            <a:r>
              <a:rPr lang="en-US"/>
              <a:t>Recommendations for translation</a:t>
            </a:r>
          </a:p>
        </p:txBody>
      </p:sp>
      <p:sp>
        <p:nvSpPr>
          <p:cNvPr id="11" name="TextBox 10">
            <a:extLst>
              <a:ext uri="{FF2B5EF4-FFF2-40B4-BE49-F238E27FC236}">
                <a16:creationId xmlns:a16="http://schemas.microsoft.com/office/drawing/2014/main" id="{74C9F1F4-61B8-FFA2-3791-6D8A0CB49220}"/>
              </a:ext>
            </a:extLst>
          </p:cNvPr>
          <p:cNvSpPr txBox="1">
            <a:spLocks/>
          </p:cNvSpPr>
          <p:nvPr/>
        </p:nvSpPr>
        <p:spPr>
          <a:xfrm>
            <a:off x="571500" y="1752845"/>
            <a:ext cx="4470400" cy="3669187"/>
          </a:xfrm>
          <a:prstGeom prst="rect">
            <a:avLst/>
          </a:prstGeom>
          <a:noFill/>
        </p:spPr>
        <p:txBody>
          <a:bodyPr wrap="square" lIns="0" tIns="0" rIns="0" bIns="0" rtlCol="0" anchor="t">
            <a:noAutofit/>
          </a:bodyPr>
          <a:lstStyle/>
          <a:p>
            <a:pPr lvl="0">
              <a:lnSpc>
                <a:spcPct val="110000"/>
              </a:lnSpc>
              <a:spcAft>
                <a:spcPts val="1000"/>
              </a:spcAft>
              <a:defRPr/>
            </a:pPr>
            <a:r>
              <a:rPr lang="en-US" sz="1400"/>
              <a:t>PowerPoint contains a translation function, </a:t>
            </a:r>
            <a:br>
              <a:rPr lang="en-US" sz="1400"/>
            </a:br>
            <a:r>
              <a:rPr lang="en-US" sz="1400"/>
              <a:t>but this should be treated like an AI translator: </a:t>
            </a:r>
            <a:br>
              <a:rPr lang="en-US" sz="1400"/>
            </a:br>
            <a:r>
              <a:rPr lang="en-US" sz="1400"/>
              <a:t>it is not a replacement for a translation service </a:t>
            </a:r>
            <a:br>
              <a:rPr lang="en-US" sz="1400"/>
            </a:br>
            <a:r>
              <a:rPr lang="en-US" sz="1400"/>
              <a:t>and/or review by a native speaker. </a:t>
            </a:r>
          </a:p>
          <a:p>
            <a:pPr lvl="0">
              <a:lnSpc>
                <a:spcPct val="110000"/>
              </a:lnSpc>
              <a:spcAft>
                <a:spcPts val="1000"/>
              </a:spcAft>
              <a:defRPr/>
            </a:pPr>
            <a:r>
              <a:rPr lang="en-US" sz="1400"/>
              <a:t>The translation tool can be found under the </a:t>
            </a:r>
            <a:br>
              <a:rPr lang="en-US" sz="1400"/>
            </a:br>
            <a:r>
              <a:rPr lang="en-US" sz="1400" b="1"/>
              <a:t>Review Tab</a:t>
            </a:r>
            <a:r>
              <a:rPr lang="en-US" sz="1400"/>
              <a:t>. </a:t>
            </a:r>
          </a:p>
          <a:p>
            <a:pPr>
              <a:lnSpc>
                <a:spcPct val="110000"/>
              </a:lnSpc>
              <a:spcAft>
                <a:spcPts val="1000"/>
              </a:spcAft>
              <a:defRPr/>
            </a:pPr>
            <a:r>
              <a:rPr lang="en-US" sz="1400"/>
              <a:t>Choose your target language and copy in the </a:t>
            </a:r>
            <a:br>
              <a:rPr lang="en-US" sz="1400"/>
            </a:br>
            <a:r>
              <a:rPr lang="en-US" sz="1400"/>
              <a:t>content you’d like to translate. </a:t>
            </a:r>
          </a:p>
        </p:txBody>
      </p:sp>
      <p:grpSp>
        <p:nvGrpSpPr>
          <p:cNvPr id="5" name="Group 4">
            <a:extLst>
              <a:ext uri="{FF2B5EF4-FFF2-40B4-BE49-F238E27FC236}">
                <a16:creationId xmlns:a16="http://schemas.microsoft.com/office/drawing/2014/main" id="{05C0AD4D-260E-407F-99B4-444952E38B1C}"/>
              </a:ext>
            </a:extLst>
          </p:cNvPr>
          <p:cNvGrpSpPr/>
          <p:nvPr/>
        </p:nvGrpSpPr>
        <p:grpSpPr>
          <a:xfrm>
            <a:off x="581332" y="4423351"/>
            <a:ext cx="4011562" cy="682049"/>
            <a:chOff x="581332" y="5306751"/>
            <a:chExt cx="4011562" cy="682049"/>
          </a:xfrm>
        </p:grpSpPr>
        <p:pic>
          <p:nvPicPr>
            <p:cNvPr id="13" name="Picture 12">
              <a:extLst>
                <a:ext uri="{FF2B5EF4-FFF2-40B4-BE49-F238E27FC236}">
                  <a16:creationId xmlns:a16="http://schemas.microsoft.com/office/drawing/2014/main" id="{B957E437-F9B5-4AB0-F1CD-B58DE2016415}"/>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32" r="-26"/>
            <a:stretch/>
          </p:blipFill>
          <p:spPr>
            <a:xfrm>
              <a:off x="581332" y="5306751"/>
              <a:ext cx="4011562" cy="682049"/>
            </a:xfrm>
            <a:prstGeom prst="rect">
              <a:avLst/>
            </a:prstGeom>
            <a:ln>
              <a:solidFill>
                <a:schemeClr val="bg2"/>
              </a:solidFill>
            </a:ln>
          </p:spPr>
        </p:pic>
        <p:sp>
          <p:nvSpPr>
            <p:cNvPr id="14" name="Rectangle 13">
              <a:extLst>
                <a:ext uri="{FF2B5EF4-FFF2-40B4-BE49-F238E27FC236}">
                  <a16:creationId xmlns:a16="http://schemas.microsoft.com/office/drawing/2014/main" id="{ABB412EB-D31A-63F6-A5A9-F541A288A73C}"/>
                </a:ext>
                <a:ext uri="{C183D7F6-B498-43B3-948B-1728B52AA6E4}">
                  <adec:decorative xmlns:adec="http://schemas.microsoft.com/office/drawing/2017/decorative" val="0"/>
                </a:ext>
              </a:extLst>
            </p:cNvPr>
            <p:cNvSpPr/>
            <p:nvPr/>
          </p:nvSpPr>
          <p:spPr>
            <a:xfrm>
              <a:off x="1966951" y="5497495"/>
              <a:ext cx="462395" cy="4214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6" name="Picture 15" descr="Graphical user interface, application">
            <a:extLst>
              <a:ext uri="{FF2B5EF4-FFF2-40B4-BE49-F238E27FC236}">
                <a16:creationId xmlns:a16="http://schemas.microsoft.com/office/drawing/2014/main" id="{CE6472E7-8DE8-C6A1-417A-F88A47F743D2}"/>
              </a:ext>
            </a:extLst>
          </p:cNvPr>
          <p:cNvPicPr>
            <a:picLocks noChangeAspect="1"/>
          </p:cNvPicPr>
          <p:nvPr/>
        </p:nvPicPr>
        <p:blipFill>
          <a:blip r:embed="rId3"/>
          <a:stretch>
            <a:fillRect/>
          </a:stretch>
        </p:blipFill>
        <p:spPr>
          <a:xfrm>
            <a:off x="5270500" y="2936534"/>
            <a:ext cx="6349998" cy="3209082"/>
          </a:xfrm>
          <a:prstGeom prst="rect">
            <a:avLst/>
          </a:prstGeom>
          <a:ln>
            <a:solidFill>
              <a:schemeClr val="bg2"/>
            </a:solidFill>
          </a:ln>
        </p:spPr>
      </p:pic>
      <p:sp>
        <p:nvSpPr>
          <p:cNvPr id="2" name="Date Placeholder 1">
            <a:extLst>
              <a:ext uri="{FF2B5EF4-FFF2-40B4-BE49-F238E27FC236}">
                <a16:creationId xmlns:a16="http://schemas.microsoft.com/office/drawing/2014/main" id="{1D3C780B-4E81-3F98-A377-2045D884D825}"/>
              </a:ext>
              <a:ext uri="{C183D7F6-B498-43B3-948B-1728B52AA6E4}">
                <adec:decorative xmlns:adec="http://schemas.microsoft.com/office/drawing/2017/decorative" val="1"/>
              </a:ext>
            </a:extLst>
          </p:cNvPr>
          <p:cNvSpPr>
            <a:spLocks noGrp="1"/>
          </p:cNvSpPr>
          <p:nvPr>
            <p:ph type="dt" sz="half" idx="10"/>
          </p:nvPr>
        </p:nvSpPr>
        <p:spPr/>
        <p:txBody>
          <a:bodyPr/>
          <a:lstStyle/>
          <a:p>
            <a:fld id="{C6C54AB5-66FA-415C-9287-77EB27A35634}" type="datetimeyyyy">
              <a:rPr lang="en-US" smtClean="0"/>
              <a:t>2025</a:t>
            </a:fld>
            <a:endParaRPr lang="en-US"/>
          </a:p>
        </p:txBody>
      </p:sp>
      <p:sp>
        <p:nvSpPr>
          <p:cNvPr id="3" name="Footer Placeholder 2">
            <a:extLst>
              <a:ext uri="{FF2B5EF4-FFF2-40B4-BE49-F238E27FC236}">
                <a16:creationId xmlns:a16="http://schemas.microsoft.com/office/drawing/2014/main" id="{5F282B54-DB30-35CE-7DFB-AC1EDDF7945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65BCAE9-F511-8315-6E3B-BC631F4059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9</a:t>
            </a:fld>
            <a:endParaRPr lang="en-US"/>
          </a:p>
        </p:txBody>
      </p:sp>
      <p:sp>
        <p:nvSpPr>
          <p:cNvPr id="6" name="Rectangle 5">
            <a:extLst>
              <a:ext uri="{FF2B5EF4-FFF2-40B4-BE49-F238E27FC236}">
                <a16:creationId xmlns:a16="http://schemas.microsoft.com/office/drawing/2014/main" id="{A5631F9E-16DE-0FE3-CC04-933F0349EC2F}"/>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7" name="Rectangle 6">
            <a:extLst>
              <a:ext uri="{FF2B5EF4-FFF2-40B4-BE49-F238E27FC236}">
                <a16:creationId xmlns:a16="http://schemas.microsoft.com/office/drawing/2014/main" id="{65F6C671-F5DE-A5D1-6691-35355B4DF79C}"/>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spTree>
    <p:extLst>
      <p:ext uri="{BB962C8B-B14F-4D97-AF65-F5344CB8AC3E}">
        <p14:creationId xmlns:p14="http://schemas.microsoft.com/office/powerpoint/2010/main" val="2207795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7D94EF-E621-54EC-9705-CC073BDCB9FD}"/>
              </a:ext>
            </a:extLst>
          </p:cNvPr>
          <p:cNvSpPr>
            <a:spLocks noGrp="1"/>
          </p:cNvSpPr>
          <p:nvPr>
            <p:ph type="title"/>
          </p:nvPr>
        </p:nvSpPr>
        <p:spPr/>
        <p:txBody>
          <a:bodyPr/>
          <a:lstStyle/>
          <a:p>
            <a:r>
              <a:rPr lang="en-US" dirty="0"/>
              <a:t>Accessibility tips</a:t>
            </a:r>
            <a:br>
              <a:rPr lang="en-US" dirty="0"/>
            </a:br>
            <a:r>
              <a:rPr lang="en-US" sz="2200" b="0" dirty="0"/>
              <a:t>Learn more about Slalom’s accessibility guidelines in our brand guide on </a:t>
            </a:r>
            <a:r>
              <a:rPr lang="en-US" sz="2200" b="0" dirty="0">
                <a:hlinkClick r:id="rId2"/>
              </a:rPr>
              <a:t>Slalom One</a:t>
            </a:r>
            <a:r>
              <a:rPr lang="en-US" sz="2200" b="0" dirty="0"/>
              <a:t>.</a:t>
            </a:r>
          </a:p>
        </p:txBody>
      </p:sp>
      <p:sp>
        <p:nvSpPr>
          <p:cNvPr id="7" name="TextBox 6">
            <a:extLst>
              <a:ext uri="{FF2B5EF4-FFF2-40B4-BE49-F238E27FC236}">
                <a16:creationId xmlns:a16="http://schemas.microsoft.com/office/drawing/2014/main" id="{CADF3842-80A9-E21E-8F6C-D65139462C44}"/>
              </a:ext>
            </a:extLst>
          </p:cNvPr>
          <p:cNvSpPr txBox="1">
            <a:spLocks/>
          </p:cNvSpPr>
          <p:nvPr/>
        </p:nvSpPr>
        <p:spPr>
          <a:xfrm>
            <a:off x="571500" y="1747127"/>
            <a:ext cx="3530600" cy="2168517"/>
          </a:xfrm>
          <a:prstGeom prst="rect">
            <a:avLst/>
          </a:prstGeom>
          <a:noFill/>
        </p:spPr>
        <p:txBody>
          <a:bodyPr wrap="square" lIns="0" tIns="0" rIns="0" bIns="0" rtlCol="0" anchor="t">
            <a:noAutofit/>
          </a:bodyPr>
          <a:lstStyle/>
          <a:p>
            <a:pPr lvl="0">
              <a:lnSpc>
                <a:spcPct val="110000"/>
              </a:lnSpc>
              <a:spcAft>
                <a:spcPts val="1000"/>
              </a:spcAft>
              <a:defRPr/>
            </a:pPr>
            <a:r>
              <a:rPr lang="en-US" sz="1400"/>
              <a:t>Microsoft contains tools to make sure</a:t>
            </a:r>
            <a:br>
              <a:rPr lang="en-US" sz="1400"/>
            </a:br>
            <a:r>
              <a:rPr lang="en-US" sz="1400"/>
              <a:t> that presentations are accessible </a:t>
            </a:r>
            <a:br>
              <a:rPr lang="en-US" sz="1400"/>
            </a:br>
            <a:r>
              <a:rPr lang="en-US" sz="1400"/>
              <a:t>to those with disabilities or challenges. </a:t>
            </a:r>
          </a:p>
          <a:p>
            <a:pPr>
              <a:lnSpc>
                <a:spcPct val="110000"/>
              </a:lnSpc>
              <a:spcAft>
                <a:spcPts val="1000"/>
              </a:spcAft>
              <a:defRPr/>
            </a:pPr>
            <a:r>
              <a:rPr lang="en-US" sz="1400"/>
              <a:t>Check your presentation for accessibility concerns on the Review tab </a:t>
            </a:r>
            <a:br>
              <a:rPr lang="en-US" sz="1400"/>
            </a:br>
            <a:r>
              <a:rPr lang="en-US" sz="1400"/>
              <a:t>using the </a:t>
            </a:r>
            <a:r>
              <a:rPr lang="en-US" sz="1400" b="1"/>
              <a:t>Check Accessibility button</a:t>
            </a:r>
            <a:r>
              <a:rPr lang="en-US" sz="1400"/>
              <a:t>. </a:t>
            </a:r>
          </a:p>
          <a:p>
            <a:pPr>
              <a:lnSpc>
                <a:spcPct val="110000"/>
              </a:lnSpc>
              <a:spcAft>
                <a:spcPts val="1000"/>
              </a:spcAft>
              <a:defRPr/>
            </a:pPr>
            <a:r>
              <a:rPr lang="en-US" sz="1400"/>
              <a:t>This action will generate a list of accessibility concerns to be addressed.</a:t>
            </a:r>
          </a:p>
        </p:txBody>
      </p:sp>
      <p:grpSp>
        <p:nvGrpSpPr>
          <p:cNvPr id="6" name="Group 5">
            <a:extLst>
              <a:ext uri="{FF2B5EF4-FFF2-40B4-BE49-F238E27FC236}">
                <a16:creationId xmlns:a16="http://schemas.microsoft.com/office/drawing/2014/main" id="{930C0FF9-0231-F939-A02A-CF63FA46B283}"/>
              </a:ext>
            </a:extLst>
          </p:cNvPr>
          <p:cNvGrpSpPr/>
          <p:nvPr/>
        </p:nvGrpSpPr>
        <p:grpSpPr>
          <a:xfrm>
            <a:off x="571500" y="4114800"/>
            <a:ext cx="2895679" cy="990600"/>
            <a:chOff x="584565" y="5295900"/>
            <a:chExt cx="2895679" cy="990600"/>
          </a:xfrm>
        </p:grpSpPr>
        <p:pic>
          <p:nvPicPr>
            <p:cNvPr id="12" name="Picture 11" descr="Graphical user interface, application">
              <a:extLst>
                <a:ext uri="{FF2B5EF4-FFF2-40B4-BE49-F238E27FC236}">
                  <a16:creationId xmlns:a16="http://schemas.microsoft.com/office/drawing/2014/main" id="{25A7E392-BA19-8EF9-6B50-EF25E37AA3AD}"/>
                </a:ext>
                <a:ext uri="{C183D7F6-B498-43B3-948B-1728B52AA6E4}">
                  <adec:decorative xmlns:adec="http://schemas.microsoft.com/office/drawing/2017/decorative" val="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t="-1" r="-64" b="-145"/>
            <a:stretch/>
          </p:blipFill>
          <p:spPr>
            <a:xfrm>
              <a:off x="584565" y="5295900"/>
              <a:ext cx="2895679" cy="990600"/>
            </a:xfrm>
            <a:prstGeom prst="rect">
              <a:avLst/>
            </a:prstGeom>
            <a:ln>
              <a:solidFill>
                <a:schemeClr val="bg2"/>
              </a:solidFill>
            </a:ln>
          </p:spPr>
        </p:pic>
        <p:sp>
          <p:nvSpPr>
            <p:cNvPr id="13" name="Rectangle 12">
              <a:extLst>
                <a:ext uri="{FF2B5EF4-FFF2-40B4-BE49-F238E27FC236}">
                  <a16:creationId xmlns:a16="http://schemas.microsoft.com/office/drawing/2014/main" id="{104948A5-533A-F10F-D69F-80CD65D87F9D}"/>
                </a:ext>
              </a:extLst>
            </p:cNvPr>
            <p:cNvSpPr/>
            <p:nvPr/>
          </p:nvSpPr>
          <p:spPr>
            <a:xfrm>
              <a:off x="1900172" y="5295900"/>
              <a:ext cx="909576" cy="7928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8" name="TextBox 7">
            <a:extLst>
              <a:ext uri="{FF2B5EF4-FFF2-40B4-BE49-F238E27FC236}">
                <a16:creationId xmlns:a16="http://schemas.microsoft.com/office/drawing/2014/main" id="{1A589B9E-1B6E-47A2-9FE0-873719C3C608}"/>
              </a:ext>
            </a:extLst>
          </p:cNvPr>
          <p:cNvSpPr txBox="1">
            <a:spLocks/>
          </p:cNvSpPr>
          <p:nvPr/>
        </p:nvSpPr>
        <p:spPr>
          <a:xfrm>
            <a:off x="4332012" y="1747128"/>
            <a:ext cx="3530600" cy="1870066"/>
          </a:xfrm>
          <a:prstGeom prst="rect">
            <a:avLst/>
          </a:prstGeom>
          <a:noFill/>
        </p:spPr>
        <p:txBody>
          <a:bodyPr wrap="square" lIns="0" tIns="0" rIns="0" bIns="0" rtlCol="0" anchor="t">
            <a:noAutofit/>
          </a:bodyPr>
          <a:lstStyle/>
          <a:p>
            <a:pPr lvl="0">
              <a:lnSpc>
                <a:spcPct val="110000"/>
              </a:lnSpc>
              <a:spcAft>
                <a:spcPts val="1000"/>
              </a:spcAft>
              <a:defRPr/>
            </a:pPr>
            <a:r>
              <a:rPr lang="en-US" sz="1400" b="1"/>
              <a:t>A screen-reader may be used by those with visual-impairments</a:t>
            </a:r>
            <a:r>
              <a:rPr lang="en-US" sz="1400"/>
              <a:t>. </a:t>
            </a:r>
          </a:p>
          <a:p>
            <a:pPr lvl="0">
              <a:lnSpc>
                <a:spcPct val="110000"/>
              </a:lnSpc>
              <a:spcAft>
                <a:spcPts val="1000"/>
              </a:spcAft>
              <a:defRPr/>
            </a:pPr>
            <a:r>
              <a:rPr lang="en-US" sz="1400"/>
              <a:t>You can change the order in which the elements on your slides are read using </a:t>
            </a:r>
            <a:br>
              <a:rPr lang="en-US" sz="1400"/>
            </a:br>
            <a:r>
              <a:rPr lang="en-US" sz="1400"/>
              <a:t>the </a:t>
            </a:r>
            <a:r>
              <a:rPr lang="en-US" sz="1400" b="1"/>
              <a:t>Reading order </a:t>
            </a:r>
            <a:r>
              <a:rPr lang="en-US" sz="1400"/>
              <a:t>pane. Simply, grab </a:t>
            </a:r>
            <a:br>
              <a:rPr lang="en-US" sz="1400"/>
            </a:br>
            <a:r>
              <a:rPr lang="en-US" sz="1400"/>
              <a:t>and reorder the slide elements. Uncheck elements to mark them as decorative.</a:t>
            </a:r>
          </a:p>
        </p:txBody>
      </p:sp>
      <p:grpSp>
        <p:nvGrpSpPr>
          <p:cNvPr id="11" name="Group 10">
            <a:extLst>
              <a:ext uri="{FF2B5EF4-FFF2-40B4-BE49-F238E27FC236}">
                <a16:creationId xmlns:a16="http://schemas.microsoft.com/office/drawing/2014/main" id="{15287AE8-111E-FD83-5484-6F5500B540CF}"/>
              </a:ext>
            </a:extLst>
          </p:cNvPr>
          <p:cNvGrpSpPr/>
          <p:nvPr/>
        </p:nvGrpSpPr>
        <p:grpSpPr>
          <a:xfrm>
            <a:off x="4325972" y="4114800"/>
            <a:ext cx="1168736" cy="1471385"/>
            <a:chOff x="4339037" y="4806950"/>
            <a:chExt cx="1168736" cy="1471385"/>
          </a:xfrm>
        </p:grpSpPr>
        <p:pic>
          <p:nvPicPr>
            <p:cNvPr id="14" name="Picture 13" descr="Graphical user interface, application">
              <a:extLst>
                <a:ext uri="{FF2B5EF4-FFF2-40B4-BE49-F238E27FC236}">
                  <a16:creationId xmlns:a16="http://schemas.microsoft.com/office/drawing/2014/main" id="{3E4BD309-D6F1-1F96-0DAA-F6B10A82F744}"/>
                </a:ext>
                <a:ext uri="{C183D7F6-B498-43B3-948B-1728B52AA6E4}">
                  <adec:decorative xmlns:adec="http://schemas.microsoft.com/office/drawing/2017/decorative" val="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1342" t="1787" r="3941" b="2503"/>
            <a:stretch/>
          </p:blipFill>
          <p:spPr>
            <a:xfrm>
              <a:off x="4339037" y="4806950"/>
              <a:ext cx="1168736" cy="1471385"/>
            </a:xfrm>
            <a:prstGeom prst="rect">
              <a:avLst/>
            </a:prstGeom>
            <a:ln>
              <a:solidFill>
                <a:schemeClr val="bg2"/>
              </a:solidFill>
            </a:ln>
          </p:spPr>
        </p:pic>
        <p:sp>
          <p:nvSpPr>
            <p:cNvPr id="25" name="Rectangle 24">
              <a:extLst>
                <a:ext uri="{FF2B5EF4-FFF2-40B4-BE49-F238E27FC236}">
                  <a16:creationId xmlns:a16="http://schemas.microsoft.com/office/drawing/2014/main" id="{E6EE9C6C-24D0-089E-7C7B-8E4A357674F8}"/>
                </a:ext>
              </a:extLst>
            </p:cNvPr>
            <p:cNvSpPr/>
            <p:nvPr/>
          </p:nvSpPr>
          <p:spPr>
            <a:xfrm>
              <a:off x="4377266" y="5704350"/>
              <a:ext cx="1101334" cy="1793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8" name="Picture 17" descr="Screenshot of Reading Order pane">
            <a:extLst>
              <a:ext uri="{FF2B5EF4-FFF2-40B4-BE49-F238E27FC236}">
                <a16:creationId xmlns:a16="http://schemas.microsoft.com/office/drawing/2014/main" id="{46170498-AD6F-74BA-8D14-DB893E5DD95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621338" y="4114800"/>
            <a:ext cx="1874635" cy="1247579"/>
          </a:xfrm>
          <a:prstGeom prst="rect">
            <a:avLst/>
          </a:prstGeom>
          <a:ln>
            <a:solidFill>
              <a:schemeClr val="bg2"/>
            </a:solidFill>
          </a:ln>
        </p:spPr>
      </p:pic>
      <p:sp>
        <p:nvSpPr>
          <p:cNvPr id="9" name="TextBox 8">
            <a:extLst>
              <a:ext uri="{FF2B5EF4-FFF2-40B4-BE49-F238E27FC236}">
                <a16:creationId xmlns:a16="http://schemas.microsoft.com/office/drawing/2014/main" id="{8F884231-F332-5F51-5C9A-29D9CF5019F8}"/>
              </a:ext>
            </a:extLst>
          </p:cNvPr>
          <p:cNvSpPr txBox="1">
            <a:spLocks/>
          </p:cNvSpPr>
          <p:nvPr/>
        </p:nvSpPr>
        <p:spPr>
          <a:xfrm>
            <a:off x="8092524" y="1747128"/>
            <a:ext cx="3523008" cy="1424745"/>
          </a:xfrm>
          <a:prstGeom prst="rect">
            <a:avLst/>
          </a:prstGeom>
          <a:noFill/>
        </p:spPr>
        <p:txBody>
          <a:bodyPr wrap="square" lIns="0" tIns="0" rIns="0" bIns="0" rtlCol="0" anchor="t">
            <a:noAutofit/>
          </a:bodyPr>
          <a:lstStyle/>
          <a:p>
            <a:pPr lvl="0">
              <a:lnSpc>
                <a:spcPct val="110000"/>
              </a:lnSpc>
              <a:spcAft>
                <a:spcPts val="1000"/>
              </a:spcAft>
              <a:defRPr/>
            </a:pPr>
            <a:r>
              <a:rPr lang="en-US" sz="1400"/>
              <a:t>Additionally, </a:t>
            </a:r>
            <a:r>
              <a:rPr lang="en-US" sz="1400" b="1"/>
              <a:t>adding Alt Text </a:t>
            </a:r>
            <a:r>
              <a:rPr lang="en-US" sz="1400"/>
              <a:t>to your images and other elements of your slide will help those using a screen-reader </a:t>
            </a:r>
            <a:br>
              <a:rPr lang="en-US" sz="1400"/>
            </a:br>
            <a:r>
              <a:rPr lang="en-US" sz="1400"/>
              <a:t>better understand non-text elements. </a:t>
            </a:r>
          </a:p>
          <a:p>
            <a:pPr lvl="0">
              <a:lnSpc>
                <a:spcPct val="110000"/>
              </a:lnSpc>
              <a:spcAft>
                <a:spcPts val="1000"/>
              </a:spcAft>
              <a:defRPr/>
            </a:pPr>
            <a:r>
              <a:rPr lang="en-US" sz="1400"/>
              <a:t>Add Alt Text under the Review tab. </a:t>
            </a:r>
            <a:r>
              <a:rPr lang="en-US" sz="1400" u="sng">
                <a:hlinkClick r:id="rId6"/>
              </a:rPr>
              <a:t>Learn more about adding Alt Text in PowerPoint</a:t>
            </a:r>
            <a:r>
              <a:rPr lang="en-US" sz="1400"/>
              <a:t>. ​</a:t>
            </a:r>
            <a:endParaRPr lang="en-US" sz="1100"/>
          </a:p>
        </p:txBody>
      </p:sp>
      <p:grpSp>
        <p:nvGrpSpPr>
          <p:cNvPr id="15" name="Group 14">
            <a:extLst>
              <a:ext uri="{FF2B5EF4-FFF2-40B4-BE49-F238E27FC236}">
                <a16:creationId xmlns:a16="http://schemas.microsoft.com/office/drawing/2014/main" id="{60DD6934-462C-128B-829D-E80557E0B3B5}"/>
              </a:ext>
            </a:extLst>
          </p:cNvPr>
          <p:cNvGrpSpPr/>
          <p:nvPr/>
        </p:nvGrpSpPr>
        <p:grpSpPr>
          <a:xfrm>
            <a:off x="8084351" y="4114800"/>
            <a:ext cx="1289728" cy="1623709"/>
            <a:chOff x="8092524" y="4654626"/>
            <a:chExt cx="1289728" cy="1623709"/>
          </a:xfrm>
        </p:grpSpPr>
        <p:pic>
          <p:nvPicPr>
            <p:cNvPr id="22" name="Picture 21" descr="Graphical user interface, application">
              <a:extLst>
                <a:ext uri="{FF2B5EF4-FFF2-40B4-BE49-F238E27FC236}">
                  <a16:creationId xmlns:a16="http://schemas.microsoft.com/office/drawing/2014/main" id="{F6856B30-C432-503F-E1FA-F830B18DD1B5}"/>
                </a:ext>
                <a:ext uri="{C183D7F6-B498-43B3-948B-1728B52AA6E4}">
                  <adec:decorative xmlns:adec="http://schemas.microsoft.com/office/drawing/2017/decorative" val="0"/>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l="1562" r="1375" b="1592"/>
            <a:stretch/>
          </p:blipFill>
          <p:spPr>
            <a:xfrm>
              <a:off x="8092524" y="4654626"/>
              <a:ext cx="1289728" cy="1623709"/>
            </a:xfrm>
            <a:prstGeom prst="rect">
              <a:avLst/>
            </a:prstGeom>
            <a:ln>
              <a:solidFill>
                <a:schemeClr val="bg2"/>
              </a:solidFill>
            </a:ln>
          </p:spPr>
        </p:pic>
        <p:sp>
          <p:nvSpPr>
            <p:cNvPr id="26" name="Rectangle 25">
              <a:extLst>
                <a:ext uri="{FF2B5EF4-FFF2-40B4-BE49-F238E27FC236}">
                  <a16:creationId xmlns:a16="http://schemas.microsoft.com/office/drawing/2014/main" id="{EAB1F7E7-C6B2-3C6F-35C7-6C087B9E30F8}"/>
                </a:ext>
              </a:extLst>
            </p:cNvPr>
            <p:cNvSpPr/>
            <p:nvPr/>
          </p:nvSpPr>
          <p:spPr>
            <a:xfrm>
              <a:off x="8099706" y="5451361"/>
              <a:ext cx="1215349" cy="1979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24" name="Picture 23" descr="Screenshot of Alt Text pane">
            <a:extLst>
              <a:ext uri="{FF2B5EF4-FFF2-40B4-BE49-F238E27FC236}">
                <a16:creationId xmlns:a16="http://schemas.microsoft.com/office/drawing/2014/main" id="{F6574013-7826-4383-19C7-CB204DB5F824}"/>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b="31950"/>
          <a:stretch/>
        </p:blipFill>
        <p:spPr>
          <a:xfrm>
            <a:off x="9508792" y="4114800"/>
            <a:ext cx="2036682" cy="1639494"/>
          </a:xfrm>
          <a:prstGeom prst="rect">
            <a:avLst/>
          </a:prstGeom>
          <a:ln>
            <a:solidFill>
              <a:schemeClr val="bg2"/>
            </a:solidFill>
          </a:ln>
        </p:spPr>
      </p:pic>
      <p:sp>
        <p:nvSpPr>
          <p:cNvPr id="2" name="Date Placeholder 1">
            <a:extLst>
              <a:ext uri="{FF2B5EF4-FFF2-40B4-BE49-F238E27FC236}">
                <a16:creationId xmlns:a16="http://schemas.microsoft.com/office/drawing/2014/main" id="{9DA1D344-A279-E0A2-AEB6-25A961345E83}"/>
              </a:ext>
              <a:ext uri="{C183D7F6-B498-43B3-948B-1728B52AA6E4}">
                <adec:decorative xmlns:adec="http://schemas.microsoft.com/office/drawing/2017/decorative" val="1"/>
              </a:ext>
            </a:extLst>
          </p:cNvPr>
          <p:cNvSpPr>
            <a:spLocks noGrp="1"/>
          </p:cNvSpPr>
          <p:nvPr>
            <p:ph type="dt" sz="half" idx="10"/>
          </p:nvPr>
        </p:nvSpPr>
        <p:spPr/>
        <p:txBody>
          <a:bodyPr/>
          <a:lstStyle/>
          <a:p>
            <a:fld id="{DA8D5F24-D0BB-4E1E-8257-696521FB7499}" type="datetimeyyyy">
              <a:rPr lang="en-US" smtClean="0"/>
              <a:t>2025</a:t>
            </a:fld>
            <a:endParaRPr lang="en-US"/>
          </a:p>
        </p:txBody>
      </p:sp>
      <p:sp>
        <p:nvSpPr>
          <p:cNvPr id="3" name="Footer Placeholder 2">
            <a:extLst>
              <a:ext uri="{FF2B5EF4-FFF2-40B4-BE49-F238E27FC236}">
                <a16:creationId xmlns:a16="http://schemas.microsoft.com/office/drawing/2014/main" id="{D1E7B148-F9D2-2F70-55FB-C5972E916340}"/>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C3750BBC-F02A-D32F-8582-778D606360A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a:t>
            </a:fld>
            <a:endParaRPr lang="en-US"/>
          </a:p>
        </p:txBody>
      </p:sp>
      <p:sp>
        <p:nvSpPr>
          <p:cNvPr id="10" name="Rectangle 9">
            <a:extLst>
              <a:ext uri="{FF2B5EF4-FFF2-40B4-BE49-F238E27FC236}">
                <a16:creationId xmlns:a16="http://schemas.microsoft.com/office/drawing/2014/main" id="{361FB16D-C02A-F6CC-7AFB-592DF54EFDF3}"/>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16" name="Rectangle 15">
            <a:extLst>
              <a:ext uri="{FF2B5EF4-FFF2-40B4-BE49-F238E27FC236}">
                <a16:creationId xmlns:a16="http://schemas.microsoft.com/office/drawing/2014/main" id="{79218A57-1C20-78D7-C2FA-7B17E6F08D97}"/>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spTree>
    <p:extLst>
      <p:ext uri="{BB962C8B-B14F-4D97-AF65-F5344CB8AC3E}">
        <p14:creationId xmlns:p14="http://schemas.microsoft.com/office/powerpoint/2010/main" val="1024725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8DF998E6-1FE2-158E-AC17-9ADBC3633942}"/>
              </a:ext>
            </a:extLst>
          </p:cNvPr>
          <p:cNvSpPr txBox="1">
            <a:spLocks/>
          </p:cNvSpPr>
          <p:nvPr/>
        </p:nvSpPr>
        <p:spPr>
          <a:xfrm>
            <a:off x="0" y="0"/>
            <a:ext cx="2438400" cy="228600"/>
          </a:xfrm>
          <a:prstGeom prst="rect">
            <a:avLst/>
          </a:prstGeom>
          <a:solidFill>
            <a:schemeClr val="accent1"/>
          </a:solidFill>
        </p:spPr>
        <p:txBody>
          <a:bodyPr vert="horz" lIns="91440" tIns="45720" rIns="91440" bIns="45720" rtlCol="0" anchor="ctr">
            <a:noAutofit/>
          </a:bodyPr>
          <a:lstStyle>
            <a:lvl1pPr marL="0" indent="0" algn="l" defTabSz="914400" rtl="0" eaLnBrk="1" latinLnBrk="0" hangingPunct="1">
              <a:lnSpc>
                <a:spcPct val="120000"/>
              </a:lnSpc>
              <a:spcBef>
                <a:spcPts val="1200"/>
              </a:spcBef>
              <a:buFont typeface="Avenir Next LT Pro" panose="020B0504020202020204" pitchFamily="34" charset="0"/>
              <a:buNone/>
              <a:defRPr sz="800" b="1" kern="1200" cap="all" spc="150" baseline="0">
                <a:solidFill>
                  <a:schemeClr val="bg1"/>
                </a:solidFill>
                <a:latin typeface="+mn-lt"/>
                <a:ea typeface="+mn-ea"/>
                <a:cs typeface="+mn-cs"/>
              </a:defRPr>
            </a:lvl1pPr>
            <a:lvl2pPr marL="227012" indent="0" algn="l" defTabSz="914400" rtl="0" eaLnBrk="1" latinLnBrk="0" hangingPunct="1">
              <a:lnSpc>
                <a:spcPct val="120000"/>
              </a:lnSpc>
              <a:spcBef>
                <a:spcPts val="600"/>
              </a:spcBef>
              <a:buFont typeface="Avenir Next LT Pro" panose="020B0504020202020204" pitchFamily="34" charset="0"/>
              <a:buNone/>
              <a:defRPr sz="1200" kern="1200">
                <a:solidFill>
                  <a:schemeClr val="tx1"/>
                </a:solidFill>
                <a:latin typeface="+mn-lt"/>
                <a:ea typeface="+mn-ea"/>
                <a:cs typeface="+mn-cs"/>
              </a:defRPr>
            </a:lvl2pPr>
            <a:lvl3pPr marL="4603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3pPr>
            <a:lvl4pPr marL="6254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4pPr>
            <a:lvl5pPr marL="798513"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r>
              <a:rPr lang="en-US"/>
              <a:t>## Section name</a:t>
            </a:r>
          </a:p>
        </p:txBody>
      </p:sp>
      <p:sp>
        <p:nvSpPr>
          <p:cNvPr id="2" name="Title 1">
            <a:extLst>
              <a:ext uri="{FF2B5EF4-FFF2-40B4-BE49-F238E27FC236}">
                <a16:creationId xmlns:a16="http://schemas.microsoft.com/office/drawing/2014/main" id="{625E1A06-5708-08C3-8B5B-5C42A892CE74}"/>
              </a:ext>
            </a:extLst>
          </p:cNvPr>
          <p:cNvSpPr>
            <a:spLocks noGrp="1"/>
          </p:cNvSpPr>
          <p:nvPr>
            <p:ph type="title"/>
          </p:nvPr>
        </p:nvSpPr>
        <p:spPr/>
        <p:txBody>
          <a:bodyPr/>
          <a:lstStyle/>
          <a:p>
            <a:r>
              <a:rPr lang="en-US"/>
              <a:t>Optional: How to use color blocks for navigation</a:t>
            </a:r>
          </a:p>
        </p:txBody>
      </p:sp>
      <p:sp>
        <p:nvSpPr>
          <p:cNvPr id="9" name="TextBox 8">
            <a:extLst>
              <a:ext uri="{FF2B5EF4-FFF2-40B4-BE49-F238E27FC236}">
                <a16:creationId xmlns:a16="http://schemas.microsoft.com/office/drawing/2014/main" id="{C4E5A987-1E9F-F839-414C-9410E22120EB}"/>
              </a:ext>
            </a:extLst>
          </p:cNvPr>
          <p:cNvSpPr txBox="1">
            <a:spLocks/>
          </p:cNvSpPr>
          <p:nvPr/>
        </p:nvSpPr>
        <p:spPr>
          <a:xfrm>
            <a:off x="571500" y="1752600"/>
            <a:ext cx="3530600" cy="4533900"/>
          </a:xfrm>
          <a:prstGeom prst="rect">
            <a:avLst/>
          </a:prstGeom>
          <a:noFill/>
        </p:spPr>
        <p:txBody>
          <a:bodyPr wrap="square" lIns="0" tIns="0" rIns="0" bIns="0" rtlCol="0" anchor="t">
            <a:noAutofit/>
          </a:bodyPr>
          <a:lstStyle/>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For larger decks or RFPs, navigational </a:t>
            </a:r>
            <a:r>
              <a:rPr kumimoji="0" lang="en-US" sz="1400" b="0" i="0" u="none" strike="noStrike" kern="1200" cap="none" spc="0" normalizeH="0" baseline="0" noProof="0" err="1">
                <a:ln>
                  <a:noFill/>
                </a:ln>
                <a:effectLst/>
                <a:uLnTx/>
                <a:uFillTx/>
                <a:ea typeface="+mn-ea"/>
                <a:cs typeface="+mn-cs"/>
              </a:rPr>
              <a:t>wayfinders</a:t>
            </a:r>
            <a:r>
              <a:rPr kumimoji="0" lang="en-US" sz="1400" b="0" i="0" u="none" strike="noStrike" kern="1200" cap="none" spc="0" normalizeH="0" baseline="0" noProof="0">
                <a:ln>
                  <a:noFill/>
                </a:ln>
                <a:effectLst/>
                <a:uLnTx/>
                <a:uFillTx/>
                <a:ea typeface="+mn-ea"/>
                <a:cs typeface="+mn-cs"/>
              </a:rPr>
              <a:t> may be needed. </a:t>
            </a:r>
          </a:p>
          <a:p>
            <a:pPr marL="0" marR="0" lvl="0" indent="0" algn="l" defTabSz="914400" rtl="0" eaLnBrk="1" fontAlgn="auto" latinLnBrk="0" hangingPunct="1">
              <a:lnSpc>
                <a:spcPct val="110000"/>
              </a:lnSpc>
              <a:spcAft>
                <a:spcPts val="1000"/>
              </a:spcAft>
              <a:buClrTx/>
              <a:buSzTx/>
              <a:buFontTx/>
              <a:buNone/>
              <a:tabLst/>
              <a:defRPr/>
            </a:pPr>
            <a:r>
              <a:rPr lang="en-US" sz="1400"/>
              <a:t>Use a 0.25” tall rectangle placed in the upper left hand corner as shown above. </a:t>
            </a:r>
          </a:p>
          <a:p>
            <a:pPr marL="0" marR="0" lvl="0" indent="0" algn="l" defTabSz="914400" rtl="0" eaLnBrk="1" fontAlgn="auto" latinLnBrk="0" hangingPunct="1">
              <a:lnSpc>
                <a:spcPct val="110000"/>
              </a:lnSpc>
              <a:spcAft>
                <a:spcPts val="1000"/>
              </a:spcAft>
              <a:buClrTx/>
              <a:buSzTx/>
              <a:buFontTx/>
              <a:buNone/>
              <a:tabLst/>
              <a:defRPr/>
            </a:pPr>
            <a:r>
              <a:rPr lang="en-US" sz="1400"/>
              <a:t>Alternate accent colors from the theme row as shown to the right. If using color coordinated section divider slides, the </a:t>
            </a:r>
            <a:r>
              <a:rPr lang="en-US" sz="1400" err="1"/>
              <a:t>wayfinder</a:t>
            </a:r>
            <a:r>
              <a:rPr lang="en-US" sz="1400"/>
              <a:t> rectangles should match. </a:t>
            </a:r>
          </a:p>
          <a:p>
            <a:pPr marL="0" marR="0" lvl="0" indent="0" algn="l" defTabSz="914400" rtl="0" eaLnBrk="1" fontAlgn="auto" latinLnBrk="0" hangingPunct="1">
              <a:lnSpc>
                <a:spcPct val="110000"/>
              </a:lnSpc>
              <a:spcAft>
                <a:spcPts val="1000"/>
              </a:spcAft>
              <a:buClrTx/>
              <a:buSzTx/>
              <a:buFontTx/>
              <a:buNone/>
              <a:tabLst/>
              <a:defRPr/>
            </a:pPr>
            <a:endParaRPr lang="en-US" sz="1400"/>
          </a:p>
        </p:txBody>
      </p:sp>
      <p:sp>
        <p:nvSpPr>
          <p:cNvPr id="11" name="Text Placeholder 1">
            <a:extLst>
              <a:ext uri="{FF2B5EF4-FFF2-40B4-BE49-F238E27FC236}">
                <a16:creationId xmlns:a16="http://schemas.microsoft.com/office/drawing/2014/main" id="{68BBF3DA-0248-BD97-0637-C9374BC8522A}"/>
              </a:ext>
            </a:extLst>
          </p:cNvPr>
          <p:cNvSpPr txBox="1">
            <a:spLocks/>
          </p:cNvSpPr>
          <p:nvPr/>
        </p:nvSpPr>
        <p:spPr>
          <a:xfrm>
            <a:off x="5270500" y="1767840"/>
            <a:ext cx="2438400" cy="228600"/>
          </a:xfrm>
          <a:prstGeom prst="rect">
            <a:avLst/>
          </a:prstGeom>
          <a:solidFill>
            <a:schemeClr val="accent1"/>
          </a:solidFill>
        </p:spPr>
        <p:txBody>
          <a:bodyPr vert="horz" lIns="91440" tIns="45720" rIns="91440" bIns="45720" rtlCol="0" anchor="ctr">
            <a:noAutofit/>
          </a:bodyPr>
          <a:lstStyle>
            <a:lvl1pPr marL="0" indent="0" algn="l" defTabSz="914400" rtl="0" eaLnBrk="1" latinLnBrk="0" hangingPunct="1">
              <a:lnSpc>
                <a:spcPct val="120000"/>
              </a:lnSpc>
              <a:spcBef>
                <a:spcPts val="1200"/>
              </a:spcBef>
              <a:buFont typeface="Avenir Next LT Pro" panose="020B0504020202020204" pitchFamily="34" charset="0"/>
              <a:buNone/>
              <a:defRPr sz="800" b="1" kern="1200" cap="all" spc="150" baseline="0">
                <a:solidFill>
                  <a:schemeClr val="bg1"/>
                </a:solidFill>
                <a:latin typeface="+mn-lt"/>
                <a:ea typeface="+mn-ea"/>
                <a:cs typeface="+mn-cs"/>
              </a:defRPr>
            </a:lvl1pPr>
            <a:lvl2pPr marL="227012" indent="0" algn="l" defTabSz="914400" rtl="0" eaLnBrk="1" latinLnBrk="0" hangingPunct="1">
              <a:lnSpc>
                <a:spcPct val="120000"/>
              </a:lnSpc>
              <a:spcBef>
                <a:spcPts val="600"/>
              </a:spcBef>
              <a:buFont typeface="Avenir Next LT Pro" panose="020B0504020202020204" pitchFamily="34" charset="0"/>
              <a:buNone/>
              <a:defRPr sz="1200" kern="1200">
                <a:solidFill>
                  <a:schemeClr val="tx1"/>
                </a:solidFill>
                <a:latin typeface="+mn-lt"/>
                <a:ea typeface="+mn-ea"/>
                <a:cs typeface="+mn-cs"/>
              </a:defRPr>
            </a:lvl2pPr>
            <a:lvl3pPr marL="4603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3pPr>
            <a:lvl4pPr marL="6254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4pPr>
            <a:lvl5pPr marL="798513"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r>
              <a:rPr lang="en-US"/>
              <a:t>## Section name</a:t>
            </a:r>
          </a:p>
        </p:txBody>
      </p:sp>
      <p:sp>
        <p:nvSpPr>
          <p:cNvPr id="13" name="Text Placeholder 1">
            <a:extLst>
              <a:ext uri="{FF2B5EF4-FFF2-40B4-BE49-F238E27FC236}">
                <a16:creationId xmlns:a16="http://schemas.microsoft.com/office/drawing/2014/main" id="{AFB1721A-7D3D-049F-C10F-7CA726CAE18F}"/>
              </a:ext>
            </a:extLst>
          </p:cNvPr>
          <p:cNvSpPr txBox="1">
            <a:spLocks/>
          </p:cNvSpPr>
          <p:nvPr/>
        </p:nvSpPr>
        <p:spPr>
          <a:xfrm>
            <a:off x="5270500" y="2091407"/>
            <a:ext cx="2438400" cy="228600"/>
          </a:xfrm>
          <a:prstGeom prst="rect">
            <a:avLst/>
          </a:prstGeom>
          <a:solidFill>
            <a:schemeClr val="accent3"/>
          </a:solidFill>
        </p:spPr>
        <p:txBody>
          <a:bodyPr vert="horz" lIns="91440" tIns="45720" rIns="91440" bIns="45720" rtlCol="0" anchor="ctr">
            <a:noAutofit/>
          </a:bodyPr>
          <a:lstStyle>
            <a:lvl1pPr marL="0" indent="0" algn="l" defTabSz="914400" rtl="0" eaLnBrk="1" latinLnBrk="0" hangingPunct="1">
              <a:lnSpc>
                <a:spcPct val="120000"/>
              </a:lnSpc>
              <a:spcBef>
                <a:spcPts val="1200"/>
              </a:spcBef>
              <a:buFont typeface="Avenir Next LT Pro" panose="020B0504020202020204" pitchFamily="34" charset="0"/>
              <a:buNone/>
              <a:defRPr sz="800" b="1" kern="1200" cap="all" spc="150" baseline="0">
                <a:solidFill>
                  <a:schemeClr val="bg1"/>
                </a:solidFill>
                <a:latin typeface="+mn-lt"/>
                <a:ea typeface="+mn-ea"/>
                <a:cs typeface="+mn-cs"/>
              </a:defRPr>
            </a:lvl1pPr>
            <a:lvl2pPr marL="227012" indent="0" algn="l" defTabSz="914400" rtl="0" eaLnBrk="1" latinLnBrk="0" hangingPunct="1">
              <a:lnSpc>
                <a:spcPct val="120000"/>
              </a:lnSpc>
              <a:spcBef>
                <a:spcPts val="600"/>
              </a:spcBef>
              <a:buFont typeface="Avenir Next LT Pro" panose="020B0504020202020204" pitchFamily="34" charset="0"/>
              <a:buNone/>
              <a:defRPr sz="1200" kern="1200">
                <a:solidFill>
                  <a:schemeClr val="tx1"/>
                </a:solidFill>
                <a:latin typeface="+mn-lt"/>
                <a:ea typeface="+mn-ea"/>
                <a:cs typeface="+mn-cs"/>
              </a:defRPr>
            </a:lvl2pPr>
            <a:lvl3pPr marL="4603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3pPr>
            <a:lvl4pPr marL="6254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4pPr>
            <a:lvl5pPr marL="798513"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r>
              <a:rPr lang="en-US">
                <a:solidFill>
                  <a:schemeClr val="tx1"/>
                </a:solidFill>
              </a:rPr>
              <a:t>## Section name</a:t>
            </a:r>
          </a:p>
        </p:txBody>
      </p:sp>
      <p:sp>
        <p:nvSpPr>
          <p:cNvPr id="14" name="Text Placeholder 1">
            <a:extLst>
              <a:ext uri="{FF2B5EF4-FFF2-40B4-BE49-F238E27FC236}">
                <a16:creationId xmlns:a16="http://schemas.microsoft.com/office/drawing/2014/main" id="{B8585EE4-41F3-340E-40AE-60BB2323039A}"/>
              </a:ext>
            </a:extLst>
          </p:cNvPr>
          <p:cNvSpPr txBox="1">
            <a:spLocks/>
          </p:cNvSpPr>
          <p:nvPr/>
        </p:nvSpPr>
        <p:spPr>
          <a:xfrm>
            <a:off x="5270500" y="2414974"/>
            <a:ext cx="2438400" cy="228600"/>
          </a:xfrm>
          <a:prstGeom prst="rect">
            <a:avLst/>
          </a:prstGeom>
          <a:solidFill>
            <a:schemeClr val="accent4"/>
          </a:solidFill>
        </p:spPr>
        <p:txBody>
          <a:bodyPr vert="horz" lIns="91440" tIns="45720" rIns="91440" bIns="45720" rtlCol="0" anchor="ctr">
            <a:noAutofit/>
          </a:bodyPr>
          <a:lstStyle>
            <a:lvl1pPr marL="0" indent="0" algn="l" defTabSz="914400" rtl="0" eaLnBrk="1" latinLnBrk="0" hangingPunct="1">
              <a:lnSpc>
                <a:spcPct val="120000"/>
              </a:lnSpc>
              <a:spcBef>
                <a:spcPts val="1200"/>
              </a:spcBef>
              <a:buFont typeface="Avenir Next LT Pro" panose="020B0504020202020204" pitchFamily="34" charset="0"/>
              <a:buNone/>
              <a:defRPr sz="800" b="1" kern="1200" cap="all" spc="150" baseline="0">
                <a:solidFill>
                  <a:schemeClr val="bg1"/>
                </a:solidFill>
                <a:latin typeface="+mn-lt"/>
                <a:ea typeface="+mn-ea"/>
                <a:cs typeface="+mn-cs"/>
              </a:defRPr>
            </a:lvl1pPr>
            <a:lvl2pPr marL="227012" indent="0" algn="l" defTabSz="914400" rtl="0" eaLnBrk="1" latinLnBrk="0" hangingPunct="1">
              <a:lnSpc>
                <a:spcPct val="120000"/>
              </a:lnSpc>
              <a:spcBef>
                <a:spcPts val="600"/>
              </a:spcBef>
              <a:buFont typeface="Avenir Next LT Pro" panose="020B0504020202020204" pitchFamily="34" charset="0"/>
              <a:buNone/>
              <a:defRPr sz="1200" kern="1200">
                <a:solidFill>
                  <a:schemeClr val="tx1"/>
                </a:solidFill>
                <a:latin typeface="+mn-lt"/>
                <a:ea typeface="+mn-ea"/>
                <a:cs typeface="+mn-cs"/>
              </a:defRPr>
            </a:lvl2pPr>
            <a:lvl3pPr marL="4603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3pPr>
            <a:lvl4pPr marL="6254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4pPr>
            <a:lvl5pPr marL="798513"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r>
              <a:rPr lang="en-US">
                <a:solidFill>
                  <a:schemeClr val="tx1"/>
                </a:solidFill>
              </a:rPr>
              <a:t>## Section name</a:t>
            </a:r>
          </a:p>
        </p:txBody>
      </p:sp>
      <p:sp>
        <p:nvSpPr>
          <p:cNvPr id="15" name="Text Placeholder 1">
            <a:extLst>
              <a:ext uri="{FF2B5EF4-FFF2-40B4-BE49-F238E27FC236}">
                <a16:creationId xmlns:a16="http://schemas.microsoft.com/office/drawing/2014/main" id="{3E9A85FE-54CB-7838-1CD9-CAF641B76138}"/>
              </a:ext>
            </a:extLst>
          </p:cNvPr>
          <p:cNvSpPr txBox="1">
            <a:spLocks/>
          </p:cNvSpPr>
          <p:nvPr/>
        </p:nvSpPr>
        <p:spPr>
          <a:xfrm>
            <a:off x="5270500" y="2738541"/>
            <a:ext cx="2438400" cy="228600"/>
          </a:xfrm>
          <a:prstGeom prst="rect">
            <a:avLst/>
          </a:prstGeom>
          <a:solidFill>
            <a:schemeClr val="accent5"/>
          </a:solidFill>
        </p:spPr>
        <p:txBody>
          <a:bodyPr vert="horz" lIns="91440" tIns="45720" rIns="91440" bIns="45720" rtlCol="0" anchor="ctr">
            <a:noAutofit/>
          </a:bodyPr>
          <a:lstStyle>
            <a:lvl1pPr marL="0" indent="0" algn="l" defTabSz="914400" rtl="0" eaLnBrk="1" latinLnBrk="0" hangingPunct="1">
              <a:lnSpc>
                <a:spcPct val="120000"/>
              </a:lnSpc>
              <a:spcBef>
                <a:spcPts val="1200"/>
              </a:spcBef>
              <a:buFont typeface="Avenir Next LT Pro" panose="020B0504020202020204" pitchFamily="34" charset="0"/>
              <a:buNone/>
              <a:defRPr sz="800" b="1" kern="1200" cap="all" spc="150" baseline="0">
                <a:solidFill>
                  <a:schemeClr val="bg1"/>
                </a:solidFill>
                <a:latin typeface="+mn-lt"/>
                <a:ea typeface="+mn-ea"/>
                <a:cs typeface="+mn-cs"/>
              </a:defRPr>
            </a:lvl1pPr>
            <a:lvl2pPr marL="227012" indent="0" algn="l" defTabSz="914400" rtl="0" eaLnBrk="1" latinLnBrk="0" hangingPunct="1">
              <a:lnSpc>
                <a:spcPct val="120000"/>
              </a:lnSpc>
              <a:spcBef>
                <a:spcPts val="600"/>
              </a:spcBef>
              <a:buFont typeface="Avenir Next LT Pro" panose="020B0504020202020204" pitchFamily="34" charset="0"/>
              <a:buNone/>
              <a:defRPr sz="1200" kern="1200">
                <a:solidFill>
                  <a:schemeClr val="tx1"/>
                </a:solidFill>
                <a:latin typeface="+mn-lt"/>
                <a:ea typeface="+mn-ea"/>
                <a:cs typeface="+mn-cs"/>
              </a:defRPr>
            </a:lvl2pPr>
            <a:lvl3pPr marL="4603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3pPr>
            <a:lvl4pPr marL="6254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4pPr>
            <a:lvl5pPr marL="798513"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r>
              <a:rPr lang="en-US">
                <a:solidFill>
                  <a:schemeClr val="tx1"/>
                </a:solidFill>
              </a:rPr>
              <a:t>## Section name</a:t>
            </a:r>
          </a:p>
        </p:txBody>
      </p:sp>
      <p:sp>
        <p:nvSpPr>
          <p:cNvPr id="16" name="Text Placeholder 1">
            <a:extLst>
              <a:ext uri="{FF2B5EF4-FFF2-40B4-BE49-F238E27FC236}">
                <a16:creationId xmlns:a16="http://schemas.microsoft.com/office/drawing/2014/main" id="{C7152418-ECDF-46FC-AD78-69B13D8B192A}"/>
              </a:ext>
            </a:extLst>
          </p:cNvPr>
          <p:cNvSpPr txBox="1">
            <a:spLocks/>
          </p:cNvSpPr>
          <p:nvPr/>
        </p:nvSpPr>
        <p:spPr>
          <a:xfrm>
            <a:off x="5270500" y="3062108"/>
            <a:ext cx="2438400" cy="228600"/>
          </a:xfrm>
          <a:prstGeom prst="rect">
            <a:avLst/>
          </a:prstGeom>
          <a:solidFill>
            <a:schemeClr val="accent6"/>
          </a:solidFill>
        </p:spPr>
        <p:txBody>
          <a:bodyPr vert="horz" lIns="91440" tIns="45720" rIns="91440" bIns="45720" rtlCol="0" anchor="ctr">
            <a:noAutofit/>
          </a:bodyPr>
          <a:lstStyle>
            <a:lvl1pPr marL="0" indent="0" algn="l" defTabSz="914400" rtl="0" eaLnBrk="1" latinLnBrk="0" hangingPunct="1">
              <a:lnSpc>
                <a:spcPct val="120000"/>
              </a:lnSpc>
              <a:spcBef>
                <a:spcPts val="1200"/>
              </a:spcBef>
              <a:buFont typeface="Avenir Next LT Pro" panose="020B0504020202020204" pitchFamily="34" charset="0"/>
              <a:buNone/>
              <a:defRPr sz="800" b="1" kern="1200" cap="all" spc="150" baseline="0">
                <a:solidFill>
                  <a:schemeClr val="bg1"/>
                </a:solidFill>
                <a:latin typeface="+mn-lt"/>
                <a:ea typeface="+mn-ea"/>
                <a:cs typeface="+mn-cs"/>
              </a:defRPr>
            </a:lvl1pPr>
            <a:lvl2pPr marL="227012" indent="0" algn="l" defTabSz="914400" rtl="0" eaLnBrk="1" latinLnBrk="0" hangingPunct="1">
              <a:lnSpc>
                <a:spcPct val="120000"/>
              </a:lnSpc>
              <a:spcBef>
                <a:spcPts val="600"/>
              </a:spcBef>
              <a:buFont typeface="Avenir Next LT Pro" panose="020B0504020202020204" pitchFamily="34" charset="0"/>
              <a:buNone/>
              <a:defRPr sz="1200" kern="1200">
                <a:solidFill>
                  <a:schemeClr val="tx1"/>
                </a:solidFill>
                <a:latin typeface="+mn-lt"/>
                <a:ea typeface="+mn-ea"/>
                <a:cs typeface="+mn-cs"/>
              </a:defRPr>
            </a:lvl2pPr>
            <a:lvl3pPr marL="4603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3pPr>
            <a:lvl4pPr marL="625475"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4pPr>
            <a:lvl5pPr marL="798513" indent="0" algn="l" defTabSz="914400" rtl="0" eaLnBrk="1" latinLnBrk="0" hangingPunct="1">
              <a:lnSpc>
                <a:spcPct val="120000"/>
              </a:lnSpc>
              <a:spcBef>
                <a:spcPts val="600"/>
              </a:spcBef>
              <a:buFont typeface="Avenir Next LT Pro" panose="020B05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r>
              <a:rPr lang="en-US">
                <a:solidFill>
                  <a:schemeClr val="tx1"/>
                </a:solidFill>
              </a:rPr>
              <a:t>## Section name</a:t>
            </a:r>
          </a:p>
        </p:txBody>
      </p:sp>
      <p:grpSp>
        <p:nvGrpSpPr>
          <p:cNvPr id="26" name="Group 25">
            <a:extLst>
              <a:ext uri="{FF2B5EF4-FFF2-40B4-BE49-F238E27FC236}">
                <a16:creationId xmlns:a16="http://schemas.microsoft.com/office/drawing/2014/main" id="{6E7A270A-92ED-9A35-75A9-2EC3590724BA}"/>
              </a:ext>
            </a:extLst>
          </p:cNvPr>
          <p:cNvGrpSpPr/>
          <p:nvPr/>
        </p:nvGrpSpPr>
        <p:grpSpPr>
          <a:xfrm>
            <a:off x="8089902" y="1743623"/>
            <a:ext cx="2590798" cy="1539088"/>
            <a:chOff x="13142686" y="1954129"/>
            <a:chExt cx="1455058" cy="864391"/>
          </a:xfrm>
        </p:grpSpPr>
        <p:pic>
          <p:nvPicPr>
            <p:cNvPr id="24" name="Picture 23" descr="Screenshot of Shape Fill palette">
              <a:extLst>
                <a:ext uri="{FF2B5EF4-FFF2-40B4-BE49-F238E27FC236}">
                  <a16:creationId xmlns:a16="http://schemas.microsoft.com/office/drawing/2014/main" id="{E6C48181-D3F5-DF39-E2BA-311352F8CF61}"/>
                </a:ext>
              </a:extLst>
            </p:cNvPr>
            <p:cNvPicPr>
              <a:picLocks noChangeAspect="1"/>
            </p:cNvPicPr>
            <p:nvPr/>
          </p:nvPicPr>
          <p:blipFill>
            <a:blip r:embed="rId2"/>
            <a:stretch>
              <a:fillRect/>
            </a:stretch>
          </p:blipFill>
          <p:spPr>
            <a:xfrm>
              <a:off x="13142686" y="1954129"/>
              <a:ext cx="1455058" cy="864391"/>
            </a:xfrm>
            <a:prstGeom prst="rect">
              <a:avLst/>
            </a:prstGeom>
            <a:ln>
              <a:solidFill>
                <a:schemeClr val="bg2"/>
              </a:solidFill>
            </a:ln>
          </p:spPr>
        </p:pic>
        <p:sp>
          <p:nvSpPr>
            <p:cNvPr id="25" name="Rectangle 24">
              <a:extLst>
                <a:ext uri="{FF2B5EF4-FFF2-40B4-BE49-F238E27FC236}">
                  <a16:creationId xmlns:a16="http://schemas.microsoft.com/office/drawing/2014/main" id="{A02DA7A9-0EB9-A4FE-531B-E3D852B79432}"/>
                </a:ext>
              </a:extLst>
            </p:cNvPr>
            <p:cNvSpPr/>
            <p:nvPr/>
          </p:nvSpPr>
          <p:spPr>
            <a:xfrm>
              <a:off x="13739176" y="2628283"/>
              <a:ext cx="825770" cy="1902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5" name="Footer Placeholder 4">
            <a:extLst>
              <a:ext uri="{FF2B5EF4-FFF2-40B4-BE49-F238E27FC236}">
                <a16:creationId xmlns:a16="http://schemas.microsoft.com/office/drawing/2014/main" id="{4BA0B7A2-866F-DBD5-D0B1-D9B6A385C0CE}"/>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42AC277-B116-9055-992C-AB55AE341D16}"/>
              </a:ext>
              <a:ext uri="{C183D7F6-B498-43B3-948B-1728B52AA6E4}">
                <adec:decorative xmlns:adec="http://schemas.microsoft.com/office/drawing/2017/decorative" val="1"/>
              </a:ext>
            </a:extLst>
          </p:cNvPr>
          <p:cNvSpPr>
            <a:spLocks noGrp="1"/>
          </p:cNvSpPr>
          <p:nvPr>
            <p:ph type="dt" sz="half" idx="11"/>
          </p:nvPr>
        </p:nvSpPr>
        <p:spPr/>
        <p:txBody>
          <a:bodyPr/>
          <a:lstStyle/>
          <a:p>
            <a:fld id="{B3336C43-A949-4F68-8CE6-23F2DAF64985}" type="datetimeyyyy">
              <a:rPr lang="en-US" smtClean="0"/>
              <a:t>2025</a:t>
            </a:fld>
            <a:endParaRPr lang="en-US"/>
          </a:p>
        </p:txBody>
      </p:sp>
      <p:sp>
        <p:nvSpPr>
          <p:cNvPr id="6" name="Slide Number Placeholder 5">
            <a:extLst>
              <a:ext uri="{FF2B5EF4-FFF2-40B4-BE49-F238E27FC236}">
                <a16:creationId xmlns:a16="http://schemas.microsoft.com/office/drawing/2014/main" id="{05CA1FBB-0CCA-C20D-B500-EA5CF8E24A1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a:t>
            </a:fld>
            <a:endParaRPr lang="en-US"/>
          </a:p>
        </p:txBody>
      </p:sp>
      <p:sp>
        <p:nvSpPr>
          <p:cNvPr id="3" name="Rectangle 2">
            <a:extLst>
              <a:ext uri="{FF2B5EF4-FFF2-40B4-BE49-F238E27FC236}">
                <a16:creationId xmlns:a16="http://schemas.microsoft.com/office/drawing/2014/main" id="{E63E76D3-1272-8EE9-FB63-605900E71E11}"/>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7" name="Rectangle 6">
            <a:extLst>
              <a:ext uri="{FF2B5EF4-FFF2-40B4-BE49-F238E27FC236}">
                <a16:creationId xmlns:a16="http://schemas.microsoft.com/office/drawing/2014/main" id="{333291A6-728D-3D76-73C7-F4932CB03254}"/>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spTree>
    <p:extLst>
      <p:ext uri="{BB962C8B-B14F-4D97-AF65-F5344CB8AC3E}">
        <p14:creationId xmlns:p14="http://schemas.microsoft.com/office/powerpoint/2010/main" val="3966057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379642-8087-41C3-8051-A969501503F8}"/>
              </a:ext>
            </a:extLst>
          </p:cNvPr>
          <p:cNvSpPr>
            <a:spLocks noGrp="1"/>
          </p:cNvSpPr>
          <p:nvPr>
            <p:ph type="title"/>
          </p:nvPr>
        </p:nvSpPr>
        <p:spPr/>
        <p:txBody>
          <a:bodyPr/>
          <a:lstStyle/>
          <a:p>
            <a:r>
              <a:rPr lang="en-US"/>
              <a:t>Notice of copyright</a:t>
            </a:r>
          </a:p>
        </p:txBody>
      </p:sp>
      <p:sp>
        <p:nvSpPr>
          <p:cNvPr id="11" name="TextBox 10">
            <a:extLst>
              <a:ext uri="{FF2B5EF4-FFF2-40B4-BE49-F238E27FC236}">
                <a16:creationId xmlns:a16="http://schemas.microsoft.com/office/drawing/2014/main" id="{C2CACF2E-D418-CB80-70B7-F38B6F87E34C}"/>
              </a:ext>
            </a:extLst>
          </p:cNvPr>
          <p:cNvSpPr txBox="1">
            <a:spLocks/>
          </p:cNvSpPr>
          <p:nvPr/>
        </p:nvSpPr>
        <p:spPr>
          <a:xfrm>
            <a:off x="571500" y="1752601"/>
            <a:ext cx="5410200" cy="2140630"/>
          </a:xfrm>
          <a:prstGeom prst="rect">
            <a:avLst/>
          </a:prstGeom>
          <a:noFill/>
        </p:spPr>
        <p:txBody>
          <a:bodyPr wrap="square" lIns="0" tIns="0" rIns="0" bIns="0" rtlCol="0" anchor="t">
            <a:noAutofit/>
          </a:bodyPr>
          <a:lstStyle/>
          <a:p>
            <a:pPr>
              <a:lnSpc>
                <a:spcPct val="110000"/>
              </a:lnSpc>
              <a:spcAft>
                <a:spcPts val="1000"/>
              </a:spcAft>
            </a:pPr>
            <a:r>
              <a:rPr lang="en-US" sz="1400" b="1" dirty="0"/>
              <a:t>Internal audience </a:t>
            </a:r>
            <a:r>
              <a:rPr lang="en-US" sz="1400" dirty="0"/>
              <a:t>presentations (within Slalom): Legal guidance to include the footer on all pages with the Copyright mark, All rights reserved, and confidential/proprietary notation. This is already included within template footers.</a:t>
            </a:r>
          </a:p>
          <a:p>
            <a:pPr>
              <a:lnSpc>
                <a:spcPct val="110000"/>
              </a:lnSpc>
              <a:spcAft>
                <a:spcPts val="1000"/>
              </a:spcAft>
            </a:pPr>
            <a:r>
              <a:rPr lang="en-US" sz="1400" b="1" dirty="0"/>
              <a:t>External audience </a:t>
            </a:r>
            <a:r>
              <a:rPr lang="en-US" sz="1400" dirty="0"/>
              <a:t>presentations (outside of Slalom): Legal guidance to include </a:t>
            </a:r>
            <a:r>
              <a:rPr lang="en-US" sz="1400" b="1" dirty="0"/>
              <a:t>both</a:t>
            </a:r>
            <a:r>
              <a:rPr lang="en-US" sz="1400" dirty="0"/>
              <a:t> the footer and the standalone Copyright closing slide with the additional disclaimers.</a:t>
            </a:r>
          </a:p>
          <a:p>
            <a:pPr>
              <a:lnSpc>
                <a:spcPct val="110000"/>
              </a:lnSpc>
              <a:spcAft>
                <a:spcPts val="1000"/>
              </a:spcAft>
            </a:pPr>
            <a:r>
              <a:rPr lang="en-US" sz="1400" dirty="0"/>
              <a:t>Copyright slides can be found in the “</a:t>
            </a:r>
            <a:r>
              <a:rPr lang="en-US" sz="1400" dirty="0">
                <a:hlinkClick r:id="rId2" action="ppaction://hlinksldjump"/>
              </a:rPr>
              <a:t>Closing &amp; copyright</a:t>
            </a:r>
            <a:r>
              <a:rPr lang="en-US" sz="1400" dirty="0"/>
              <a:t>” section.</a:t>
            </a:r>
          </a:p>
        </p:txBody>
      </p:sp>
      <p:pic>
        <p:nvPicPr>
          <p:cNvPr id="12" name="Picture 11" descr="Screenshot of Slalom branded closing slide">
            <a:extLst>
              <a:ext uri="{FF2B5EF4-FFF2-40B4-BE49-F238E27FC236}">
                <a16:creationId xmlns:a16="http://schemas.microsoft.com/office/drawing/2014/main" id="{737F909E-E937-4AC9-E443-2951435B5809}"/>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7130366" y="3770868"/>
            <a:ext cx="4490134" cy="2522072"/>
          </a:xfrm>
          <a:prstGeom prst="rect">
            <a:avLst/>
          </a:prstGeom>
          <a:ln>
            <a:solidFill>
              <a:schemeClr val="bg2"/>
            </a:solidFill>
          </a:ln>
        </p:spPr>
      </p:pic>
      <p:sp>
        <p:nvSpPr>
          <p:cNvPr id="4" name="Date Placeholder 3">
            <a:extLst>
              <a:ext uri="{FF2B5EF4-FFF2-40B4-BE49-F238E27FC236}">
                <a16:creationId xmlns:a16="http://schemas.microsoft.com/office/drawing/2014/main" id="{F63F671A-2067-46BE-AAD5-1929BDDF27BB}"/>
              </a:ext>
              <a:ext uri="{C183D7F6-B498-43B3-948B-1728B52AA6E4}">
                <adec:decorative xmlns:adec="http://schemas.microsoft.com/office/drawing/2017/decorative" val="1"/>
              </a:ext>
            </a:extLst>
          </p:cNvPr>
          <p:cNvSpPr>
            <a:spLocks noGrp="1"/>
          </p:cNvSpPr>
          <p:nvPr>
            <p:ph type="dt" sz="half" idx="10"/>
          </p:nvPr>
        </p:nvSpPr>
        <p:spPr/>
        <p:txBody>
          <a:bodyPr/>
          <a:lstStyle/>
          <a:p>
            <a:fld id="{6CDD39D8-4278-46BB-9350-FA248C0E45CC}" type="datetimeyyyy">
              <a:rPr lang="en-US" smtClean="0"/>
              <a:t>2025</a:t>
            </a:fld>
            <a:endParaRPr lang="en-US"/>
          </a:p>
        </p:txBody>
      </p:sp>
      <p:sp>
        <p:nvSpPr>
          <p:cNvPr id="3" name="Footer Placeholder 2">
            <a:extLst>
              <a:ext uri="{FF2B5EF4-FFF2-40B4-BE49-F238E27FC236}">
                <a16:creationId xmlns:a16="http://schemas.microsoft.com/office/drawing/2014/main" id="{12376B03-F586-43AB-762F-17DC9D16569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45E54801-169F-7D18-B015-27A80C90A7C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a:t>
            </a:fld>
            <a:endParaRPr lang="en-US"/>
          </a:p>
        </p:txBody>
      </p:sp>
      <p:grpSp>
        <p:nvGrpSpPr>
          <p:cNvPr id="13" name="Group 12">
            <a:extLst>
              <a:ext uri="{FF2B5EF4-FFF2-40B4-BE49-F238E27FC236}">
                <a16:creationId xmlns:a16="http://schemas.microsoft.com/office/drawing/2014/main" id="{E9488B45-5CA5-9843-1320-CA5FE4067A9E}"/>
              </a:ext>
            </a:extLst>
          </p:cNvPr>
          <p:cNvGrpSpPr/>
          <p:nvPr/>
        </p:nvGrpSpPr>
        <p:grpSpPr>
          <a:xfrm>
            <a:off x="3390900" y="4172539"/>
            <a:ext cx="2584944" cy="2109315"/>
            <a:chOff x="3119022" y="2743200"/>
            <a:chExt cx="3817419" cy="3115014"/>
          </a:xfrm>
        </p:grpSpPr>
        <p:pic>
          <p:nvPicPr>
            <p:cNvPr id="7" name="Picture 6">
              <a:extLst>
                <a:ext uri="{FF2B5EF4-FFF2-40B4-BE49-F238E27FC236}">
                  <a16:creationId xmlns:a16="http://schemas.microsoft.com/office/drawing/2014/main" id="{FA14916A-4691-6E17-64EF-25A47C85C531}"/>
                </a:ext>
              </a:extLst>
            </p:cNvPr>
            <p:cNvPicPr>
              <a:picLocks noChangeAspect="1"/>
            </p:cNvPicPr>
            <p:nvPr/>
          </p:nvPicPr>
          <p:blipFill>
            <a:blip r:embed="rId4"/>
            <a:stretch>
              <a:fillRect/>
            </a:stretch>
          </p:blipFill>
          <p:spPr>
            <a:xfrm>
              <a:off x="3119022" y="2743200"/>
              <a:ext cx="3817419" cy="3115014"/>
            </a:xfrm>
            <a:prstGeom prst="rect">
              <a:avLst/>
            </a:prstGeom>
            <a:ln>
              <a:solidFill>
                <a:schemeClr val="bg2"/>
              </a:solidFill>
            </a:ln>
          </p:spPr>
        </p:pic>
        <p:sp>
          <p:nvSpPr>
            <p:cNvPr id="8" name="Rectangle 7">
              <a:extLst>
                <a:ext uri="{FF2B5EF4-FFF2-40B4-BE49-F238E27FC236}">
                  <a16:creationId xmlns:a16="http://schemas.microsoft.com/office/drawing/2014/main" id="{7E932DE8-0152-B655-0300-2AA104640CB1}"/>
                </a:ext>
              </a:extLst>
            </p:cNvPr>
            <p:cNvSpPr/>
            <p:nvPr/>
          </p:nvSpPr>
          <p:spPr>
            <a:xfrm>
              <a:off x="3397581" y="2755762"/>
              <a:ext cx="420034" cy="5064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90763495-A99C-3820-E3DA-BDDCAA758009}"/>
                </a:ext>
              </a:extLst>
            </p:cNvPr>
            <p:cNvSpPr/>
            <p:nvPr/>
          </p:nvSpPr>
          <p:spPr>
            <a:xfrm>
              <a:off x="5871766" y="5677245"/>
              <a:ext cx="488208" cy="1508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14" name="TextBox 13">
            <a:extLst>
              <a:ext uri="{FF2B5EF4-FFF2-40B4-BE49-F238E27FC236}">
                <a16:creationId xmlns:a16="http://schemas.microsoft.com/office/drawing/2014/main" id="{F677C3E5-C783-8C65-D95F-B3F2178AB39A}"/>
              </a:ext>
            </a:extLst>
          </p:cNvPr>
          <p:cNvSpPr txBox="1">
            <a:spLocks/>
          </p:cNvSpPr>
          <p:nvPr/>
        </p:nvSpPr>
        <p:spPr>
          <a:xfrm>
            <a:off x="571500" y="4114801"/>
            <a:ext cx="2590800" cy="1181100"/>
          </a:xfrm>
          <a:prstGeom prst="rect">
            <a:avLst/>
          </a:prstGeom>
          <a:noFill/>
        </p:spPr>
        <p:txBody>
          <a:bodyPr wrap="square" lIns="0" tIns="0" rIns="0" bIns="0" rtlCol="0" anchor="t">
            <a:noAutofit/>
          </a:bodyPr>
          <a:lstStyle/>
          <a:p>
            <a:pPr>
              <a:lnSpc>
                <a:spcPct val="110000"/>
              </a:lnSpc>
              <a:spcAft>
                <a:spcPts val="1000"/>
              </a:spcAft>
            </a:pPr>
            <a:r>
              <a:rPr lang="en-US" sz="1400" b="1"/>
              <a:t>Not seeing the footer?</a:t>
            </a:r>
          </a:p>
          <a:p>
            <a:pPr>
              <a:lnSpc>
                <a:spcPct val="110000"/>
              </a:lnSpc>
              <a:spcAft>
                <a:spcPts val="1000"/>
              </a:spcAft>
            </a:pPr>
            <a:r>
              <a:rPr lang="en-US" sz="1400"/>
              <a:t>To add the footer as shown in this template, go to the </a:t>
            </a:r>
            <a:r>
              <a:rPr lang="en-US" sz="1400" b="1"/>
              <a:t>Insert</a:t>
            </a:r>
            <a:r>
              <a:rPr lang="en-US" sz="1400"/>
              <a:t> tab, click </a:t>
            </a:r>
            <a:r>
              <a:rPr lang="en-US" sz="1400" b="1"/>
              <a:t>Header &amp; Footer.</a:t>
            </a:r>
            <a:r>
              <a:rPr lang="en-US" sz="1400"/>
              <a:t> Apply settings as shown to </a:t>
            </a:r>
            <a:br>
              <a:rPr lang="en-US" sz="1400"/>
            </a:br>
            <a:r>
              <a:rPr lang="en-US" sz="1400"/>
              <a:t>the right. Click </a:t>
            </a:r>
            <a:r>
              <a:rPr lang="en-US" sz="1400" b="1"/>
              <a:t>Apply to All. </a:t>
            </a:r>
          </a:p>
          <a:p>
            <a:pPr>
              <a:lnSpc>
                <a:spcPct val="110000"/>
              </a:lnSpc>
              <a:spcAft>
                <a:spcPts val="1000"/>
              </a:spcAft>
            </a:pPr>
            <a:endParaRPr lang="en-US" sz="1400"/>
          </a:p>
        </p:txBody>
      </p:sp>
      <p:sp>
        <p:nvSpPr>
          <p:cNvPr id="2" name="Rectangle 1">
            <a:extLst>
              <a:ext uri="{FF2B5EF4-FFF2-40B4-BE49-F238E27FC236}">
                <a16:creationId xmlns:a16="http://schemas.microsoft.com/office/drawing/2014/main" id="{A81252AA-84B4-87E1-41C1-EF7A0EB9B21F}"/>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15" name="Rectangle 14">
            <a:extLst>
              <a:ext uri="{FF2B5EF4-FFF2-40B4-BE49-F238E27FC236}">
                <a16:creationId xmlns:a16="http://schemas.microsoft.com/office/drawing/2014/main" id="{1DB3829F-18AC-BFF8-CBD3-4F2054AED029}"/>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pic>
        <p:nvPicPr>
          <p:cNvPr id="16" name="Picture 15" descr="A white background with black text&#10;&#10;Description automatically generated">
            <a:extLst>
              <a:ext uri="{FF2B5EF4-FFF2-40B4-BE49-F238E27FC236}">
                <a16:creationId xmlns:a16="http://schemas.microsoft.com/office/drawing/2014/main" id="{F478B6FE-9E98-1881-F0AC-D07B53D5F0A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130365" y="989821"/>
            <a:ext cx="4490134" cy="2510987"/>
          </a:xfrm>
          <a:prstGeom prst="rect">
            <a:avLst/>
          </a:prstGeom>
          <a:ln>
            <a:solidFill>
              <a:schemeClr val="accent2"/>
            </a:solidFill>
          </a:ln>
        </p:spPr>
      </p:pic>
    </p:spTree>
    <p:extLst>
      <p:ext uri="{BB962C8B-B14F-4D97-AF65-F5344CB8AC3E}">
        <p14:creationId xmlns:p14="http://schemas.microsoft.com/office/powerpoint/2010/main" val="3124338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4A5345B-E445-DCB8-1FA9-456C190F04A9}"/>
              </a:ext>
              <a:ext uri="{C183D7F6-B498-43B3-948B-1728B52AA6E4}">
                <adec:decorative xmlns:adec="http://schemas.microsoft.com/office/drawing/2017/decorative" val="1"/>
              </a:ext>
            </a:extLst>
          </p:cNvPr>
          <p:cNvSpPr/>
          <p:nvPr/>
        </p:nvSpPr>
        <p:spPr>
          <a:xfrm>
            <a:off x="7150100" y="0"/>
            <a:ext cx="5041900" cy="6858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9" name="Title 8">
            <a:extLst>
              <a:ext uri="{FF2B5EF4-FFF2-40B4-BE49-F238E27FC236}">
                <a16:creationId xmlns:a16="http://schemas.microsoft.com/office/drawing/2014/main" id="{BF379642-8087-41C3-8051-A969501503F8}"/>
              </a:ext>
            </a:extLst>
          </p:cNvPr>
          <p:cNvSpPr>
            <a:spLocks noGrp="1"/>
          </p:cNvSpPr>
          <p:nvPr>
            <p:ph type="title"/>
          </p:nvPr>
        </p:nvSpPr>
        <p:spPr/>
        <p:txBody>
          <a:bodyPr/>
          <a:lstStyle/>
          <a:p>
            <a:r>
              <a:rPr lang="en-US"/>
              <a:t>Finalizing for delivery</a:t>
            </a:r>
          </a:p>
        </p:txBody>
      </p:sp>
      <p:sp>
        <p:nvSpPr>
          <p:cNvPr id="11" name="TextBox 10">
            <a:extLst>
              <a:ext uri="{FF2B5EF4-FFF2-40B4-BE49-F238E27FC236}">
                <a16:creationId xmlns:a16="http://schemas.microsoft.com/office/drawing/2014/main" id="{C2CACF2E-D418-CB80-70B7-F38B6F87E34C}"/>
              </a:ext>
            </a:extLst>
          </p:cNvPr>
          <p:cNvSpPr txBox="1">
            <a:spLocks/>
          </p:cNvSpPr>
          <p:nvPr/>
        </p:nvSpPr>
        <p:spPr>
          <a:xfrm>
            <a:off x="582651" y="1752600"/>
            <a:ext cx="2579649" cy="4533899"/>
          </a:xfrm>
          <a:prstGeom prst="rect">
            <a:avLst/>
          </a:prstGeom>
          <a:noFill/>
        </p:spPr>
        <p:txBody>
          <a:bodyPr wrap="square" lIns="0" tIns="0" rIns="0" bIns="0" rtlCol="0" anchor="t">
            <a:noAutofit/>
          </a:bodyPr>
          <a:lstStyle/>
          <a:p>
            <a:pPr>
              <a:lnSpc>
                <a:spcPct val="110000"/>
              </a:lnSpc>
              <a:spcAft>
                <a:spcPts val="1000"/>
              </a:spcAft>
            </a:pPr>
            <a:r>
              <a:rPr lang="en-US" sz="1400" b="1"/>
              <a:t>Run spellcheck</a:t>
            </a:r>
            <a:br>
              <a:rPr lang="en-US" sz="1400" b="1"/>
            </a:br>
            <a:r>
              <a:rPr lang="en-US" sz="1400"/>
              <a:t>Run spellcheck and proofread to ensure all content is correct and no placeholder text exists.</a:t>
            </a:r>
          </a:p>
          <a:p>
            <a:pPr>
              <a:lnSpc>
                <a:spcPct val="110000"/>
              </a:lnSpc>
              <a:spcAft>
                <a:spcPts val="1000"/>
              </a:spcAft>
            </a:pPr>
            <a:endParaRPr lang="en-US" sz="1400"/>
          </a:p>
          <a:p>
            <a:pPr marL="0" marR="0" lvl="0" indent="0" algn="l" defTabSz="914400" rtl="0" eaLnBrk="1" fontAlgn="auto" latinLnBrk="0" hangingPunct="1">
              <a:lnSpc>
                <a:spcPct val="110000"/>
              </a:lnSpc>
              <a:spcAft>
                <a:spcPts val="1000"/>
              </a:spcAft>
              <a:buClrTx/>
              <a:buSzTx/>
              <a:buFontTx/>
              <a:buNone/>
              <a:tabLst/>
              <a:defRPr/>
            </a:pPr>
            <a:r>
              <a:rPr kumimoji="0" lang="en-US" sz="1400" b="1" i="0" u="none" strike="noStrike" kern="1200" cap="none" spc="0" normalizeH="0" baseline="0" noProof="0">
                <a:ln>
                  <a:noFill/>
                </a:ln>
                <a:effectLst/>
                <a:uLnTx/>
                <a:uFillTx/>
                <a:latin typeface="Avenir Next LT Pro"/>
                <a:ea typeface="+mn-ea"/>
                <a:cs typeface="+mn-cs"/>
              </a:rPr>
              <a:t>Export to PDF for </a:t>
            </a:r>
            <a:br>
              <a:rPr kumimoji="0" lang="en-US" sz="1400" b="1" i="0" u="none" strike="noStrike" kern="1200" cap="none" spc="0" normalizeH="0" baseline="0" noProof="0">
                <a:ln>
                  <a:noFill/>
                </a:ln>
                <a:effectLst/>
                <a:uLnTx/>
                <a:uFillTx/>
                <a:latin typeface="Avenir Next LT Pro"/>
                <a:ea typeface="+mn-ea"/>
                <a:cs typeface="+mn-cs"/>
              </a:rPr>
            </a:br>
            <a:r>
              <a:rPr kumimoji="0" lang="en-US" sz="1400" b="1" i="0" u="none" strike="noStrike" kern="1200" cap="none" spc="0" normalizeH="0" baseline="0" noProof="0">
                <a:ln>
                  <a:noFill/>
                </a:ln>
                <a:effectLst/>
                <a:uLnTx/>
                <a:uFillTx/>
                <a:latin typeface="Avenir Next LT Pro"/>
                <a:ea typeface="+mn-ea"/>
                <a:cs typeface="+mn-cs"/>
              </a:rPr>
              <a:t>client delivery</a:t>
            </a:r>
            <a:br>
              <a:rPr kumimoji="0" lang="en-US" sz="1400" b="1" i="0" u="none" strike="noStrike" kern="1200" cap="none" spc="0" normalizeH="0" baseline="0" noProof="0">
                <a:ln>
                  <a:noFill/>
                </a:ln>
                <a:effectLst/>
                <a:uLnTx/>
                <a:uFillTx/>
                <a:latin typeface="Avenir Next LT Pro"/>
                <a:ea typeface="+mn-ea"/>
                <a:cs typeface="+mn-cs"/>
              </a:rPr>
            </a:br>
            <a:r>
              <a:rPr kumimoji="0" lang="en-US" sz="1400" b="0" i="0" u="none" strike="noStrike" kern="1200" cap="none" spc="0" normalizeH="0" baseline="0" noProof="0">
                <a:ln>
                  <a:noFill/>
                </a:ln>
                <a:effectLst/>
                <a:uLnTx/>
                <a:uFillTx/>
                <a:latin typeface="Avenir Next LT Pro"/>
                <a:ea typeface="+mn-ea"/>
                <a:cs typeface="+mn-cs"/>
              </a:rPr>
              <a:t>For documents that are not </a:t>
            </a:r>
            <a:br>
              <a:rPr kumimoji="0" lang="en-US" sz="1400" b="0" i="0" u="none" strike="noStrike" kern="1200" cap="none" spc="0" normalizeH="0" baseline="0" noProof="0">
                <a:ln>
                  <a:noFill/>
                </a:ln>
                <a:effectLst/>
                <a:uLnTx/>
                <a:uFillTx/>
                <a:latin typeface="Avenir Next LT Pro"/>
                <a:ea typeface="+mn-ea"/>
                <a:cs typeface="+mn-cs"/>
              </a:rPr>
            </a:br>
            <a:r>
              <a:rPr kumimoji="0" lang="en-US" sz="1400" b="0" i="0" u="none" strike="noStrike" kern="1200" cap="none" spc="0" normalizeH="0" baseline="0" noProof="0">
                <a:ln>
                  <a:noFill/>
                </a:ln>
                <a:effectLst/>
                <a:uLnTx/>
                <a:uFillTx/>
                <a:latin typeface="Avenir Next LT Pro"/>
                <a:ea typeface="+mn-ea"/>
                <a:cs typeface="+mn-cs"/>
              </a:rPr>
              <a:t>collaborations with clients, export to PDF. Name it descriptively with a date.</a:t>
            </a:r>
            <a:endParaRPr lang="en-US" sz="1400"/>
          </a:p>
        </p:txBody>
      </p:sp>
      <p:sp>
        <p:nvSpPr>
          <p:cNvPr id="13" name="TextBox 12">
            <a:extLst>
              <a:ext uri="{FF2B5EF4-FFF2-40B4-BE49-F238E27FC236}">
                <a16:creationId xmlns:a16="http://schemas.microsoft.com/office/drawing/2014/main" id="{CFF2A648-21B6-AB2B-B12A-84B8F809978F}"/>
              </a:ext>
            </a:extLst>
          </p:cNvPr>
          <p:cNvSpPr txBox="1">
            <a:spLocks/>
          </p:cNvSpPr>
          <p:nvPr/>
        </p:nvSpPr>
        <p:spPr>
          <a:xfrm>
            <a:off x="3390900" y="1752601"/>
            <a:ext cx="2579649" cy="4533899"/>
          </a:xfrm>
          <a:prstGeom prst="rect">
            <a:avLst/>
          </a:prstGeom>
          <a:noFill/>
        </p:spPr>
        <p:txBody>
          <a:bodyPr wrap="square" lIns="0" tIns="0" rIns="0" bIns="0" rtlCol="0" anchor="t">
            <a:noAutofit/>
          </a:bodyPr>
          <a:lstStyle/>
          <a:p>
            <a:pPr>
              <a:lnSpc>
                <a:spcPct val="110000"/>
              </a:lnSpc>
              <a:spcAft>
                <a:spcPts val="1000"/>
              </a:spcAft>
            </a:pPr>
            <a:r>
              <a:rPr lang="en-US" sz="1400" b="1"/>
              <a:t>Delete tool tips</a:t>
            </a:r>
            <a:br>
              <a:rPr lang="en-US" sz="1400" b="1"/>
            </a:br>
            <a:r>
              <a:rPr lang="en-US" sz="1400"/>
              <a:t>Delete all tool tips </a:t>
            </a:r>
            <a:br>
              <a:rPr lang="en-US" sz="1400"/>
            </a:br>
            <a:r>
              <a:rPr lang="en-US" sz="1400"/>
              <a:t>and instructional pages </a:t>
            </a:r>
            <a:br>
              <a:rPr lang="en-US" sz="1400"/>
            </a:br>
            <a:r>
              <a:rPr lang="en-US" sz="1400"/>
              <a:t>before finalizing.</a:t>
            </a:r>
          </a:p>
          <a:p>
            <a:pPr>
              <a:lnSpc>
                <a:spcPct val="110000"/>
              </a:lnSpc>
              <a:spcAft>
                <a:spcPts val="1000"/>
              </a:spcAft>
            </a:pPr>
            <a:endParaRPr lang="en-US" sz="1400"/>
          </a:p>
          <a:p>
            <a:pPr marL="0" marR="0" lvl="0" indent="0" algn="l" defTabSz="914400" rtl="0" eaLnBrk="1" fontAlgn="auto" latinLnBrk="0" hangingPunct="1">
              <a:lnSpc>
                <a:spcPct val="110000"/>
              </a:lnSpc>
              <a:spcAft>
                <a:spcPts val="1000"/>
              </a:spcAft>
              <a:buClrTx/>
              <a:buSzTx/>
              <a:buFontTx/>
              <a:buNone/>
              <a:tabLst/>
              <a:defRPr/>
            </a:pPr>
            <a:r>
              <a:rPr kumimoji="0" lang="en-US" sz="1400" b="1" i="0" u="none" strike="noStrike" kern="1200" cap="none" spc="0" normalizeH="0" baseline="0" noProof="0">
                <a:ln>
                  <a:noFill/>
                </a:ln>
                <a:effectLst/>
                <a:uLnTx/>
                <a:uFillTx/>
                <a:latin typeface="Avenir Next LT Pro"/>
                <a:ea typeface="+mn-ea"/>
                <a:cs typeface="+mn-cs"/>
              </a:rPr>
              <a:t>Confirm fonts</a:t>
            </a:r>
            <a:br>
              <a:rPr kumimoji="0" lang="en-US" sz="1400" b="1" i="0" u="none" strike="noStrike" kern="1200" cap="none" spc="0" normalizeH="0" baseline="0" noProof="0">
                <a:ln>
                  <a:noFill/>
                </a:ln>
                <a:effectLst/>
                <a:uLnTx/>
                <a:uFillTx/>
                <a:latin typeface="Avenir Next LT Pro"/>
                <a:ea typeface="+mn-ea"/>
                <a:cs typeface="+mn-cs"/>
              </a:rPr>
            </a:br>
            <a:r>
              <a:rPr kumimoji="0" lang="en-US" sz="1400" b="0" i="0" u="none" strike="noStrike" kern="1200" cap="none" spc="0" normalizeH="0" baseline="0" noProof="0">
                <a:ln>
                  <a:noFill/>
                </a:ln>
                <a:effectLst/>
                <a:uLnTx/>
                <a:uFillTx/>
                <a:latin typeface="Avenir Next LT Pro"/>
                <a:ea typeface="+mn-ea"/>
                <a:cs typeface="+mn-cs"/>
              </a:rPr>
              <a:t>Ensure all custom fonts </a:t>
            </a:r>
            <a:br>
              <a:rPr kumimoji="0" lang="en-US" sz="1400" b="0" i="0" u="none" strike="noStrike" kern="1200" cap="none" spc="0" normalizeH="0" baseline="0" noProof="0">
                <a:ln>
                  <a:noFill/>
                </a:ln>
                <a:effectLst/>
                <a:uLnTx/>
                <a:uFillTx/>
                <a:latin typeface="Avenir Next LT Pro"/>
                <a:ea typeface="+mn-ea"/>
                <a:cs typeface="+mn-cs"/>
              </a:rPr>
            </a:br>
            <a:r>
              <a:rPr kumimoji="0" lang="en-US" sz="1400" b="0" i="0" u="none" strike="noStrike" kern="1200" cap="none" spc="0" normalizeH="0" baseline="0" noProof="0">
                <a:ln>
                  <a:noFill/>
                </a:ln>
                <a:effectLst/>
                <a:uLnTx/>
                <a:uFillTx/>
                <a:latin typeface="Avenir Next LT Pro"/>
                <a:ea typeface="+mn-ea"/>
                <a:cs typeface="+mn-cs"/>
              </a:rPr>
              <a:t>and graphics are rendered appropriately. </a:t>
            </a:r>
            <a:br>
              <a:rPr kumimoji="0" lang="en-US" sz="1400" b="0" i="0" u="none" strike="noStrike" kern="1200" cap="none" spc="0" normalizeH="0" baseline="0" noProof="0">
                <a:ln>
                  <a:noFill/>
                </a:ln>
                <a:effectLst/>
                <a:uLnTx/>
                <a:uFillTx/>
                <a:latin typeface="Avenir Next LT Pro"/>
                <a:ea typeface="+mn-ea"/>
                <a:cs typeface="+mn-cs"/>
              </a:rPr>
            </a:br>
            <a:r>
              <a:rPr kumimoji="0" lang="en-US" sz="1400" b="0" i="0" u="none" strike="noStrike" kern="1200" cap="none" spc="0" normalizeH="0" baseline="0" noProof="0">
                <a:ln>
                  <a:noFill/>
                </a:ln>
                <a:effectLst/>
                <a:uLnTx/>
                <a:uFillTx/>
                <a:latin typeface="Avenir Next LT Pro"/>
                <a:ea typeface="+mn-ea"/>
                <a:cs typeface="+mn-cs"/>
              </a:rPr>
              <a:t>If unsure, ask a local or regional designer for help.</a:t>
            </a:r>
            <a:endParaRPr lang="en-US" sz="1400"/>
          </a:p>
        </p:txBody>
      </p:sp>
      <p:pic>
        <p:nvPicPr>
          <p:cNvPr id="40" name="Picture 39">
            <a:extLst>
              <a:ext uri="{FF2B5EF4-FFF2-40B4-BE49-F238E27FC236}">
                <a16:creationId xmlns:a16="http://schemas.microsoft.com/office/drawing/2014/main" id="{398479AA-1353-8D73-3D1A-C7A0659F4C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05738" y="965033"/>
            <a:ext cx="4048095" cy="5322269"/>
          </a:xfrm>
          <a:prstGeom prst="rect">
            <a:avLst/>
          </a:prstGeom>
        </p:spPr>
      </p:pic>
      <p:sp>
        <p:nvSpPr>
          <p:cNvPr id="4" name="Date Placeholder 3">
            <a:extLst>
              <a:ext uri="{FF2B5EF4-FFF2-40B4-BE49-F238E27FC236}">
                <a16:creationId xmlns:a16="http://schemas.microsoft.com/office/drawing/2014/main" id="{F63F671A-2067-46BE-AAD5-1929BDDF27BB}"/>
              </a:ext>
              <a:ext uri="{C183D7F6-B498-43B3-948B-1728B52AA6E4}">
                <adec:decorative xmlns:adec="http://schemas.microsoft.com/office/drawing/2017/decorative" val="1"/>
              </a:ext>
            </a:extLst>
          </p:cNvPr>
          <p:cNvSpPr>
            <a:spLocks noGrp="1"/>
          </p:cNvSpPr>
          <p:nvPr>
            <p:ph type="dt" sz="half" idx="10"/>
          </p:nvPr>
        </p:nvSpPr>
        <p:spPr/>
        <p:txBody>
          <a:bodyPr/>
          <a:lstStyle/>
          <a:p>
            <a:fld id="{694363F1-8A67-4588-95FE-5953DDCB5BF8}" type="datetimeyyyy">
              <a:rPr lang="en-US" smtClean="0"/>
              <a:t>2025</a:t>
            </a:fld>
            <a:endParaRPr lang="en-US"/>
          </a:p>
        </p:txBody>
      </p:sp>
      <p:sp>
        <p:nvSpPr>
          <p:cNvPr id="3" name="Footer Placeholder 2">
            <a:extLst>
              <a:ext uri="{FF2B5EF4-FFF2-40B4-BE49-F238E27FC236}">
                <a16:creationId xmlns:a16="http://schemas.microsoft.com/office/drawing/2014/main" id="{12376B03-F586-43AB-762F-17DC9D16569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45E54801-169F-7D18-B015-27A80C90A7C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a:t>
            </a:fld>
            <a:endParaRPr lang="en-US"/>
          </a:p>
        </p:txBody>
      </p:sp>
      <p:sp>
        <p:nvSpPr>
          <p:cNvPr id="2" name="Rectangle 1">
            <a:extLst>
              <a:ext uri="{FF2B5EF4-FFF2-40B4-BE49-F238E27FC236}">
                <a16:creationId xmlns:a16="http://schemas.microsoft.com/office/drawing/2014/main" id="{7A79614E-6BE5-7D34-8946-24B137E294AC}"/>
              </a:ext>
            </a:extLst>
          </p:cNvPr>
          <p:cNvSpPr/>
          <p:nvPr/>
        </p:nvSpPr>
        <p:spPr>
          <a:xfrm>
            <a:off x="8899680" y="13719"/>
            <a:ext cx="1646160" cy="337040"/>
          </a:xfrm>
          <a:prstGeom prst="rect">
            <a:avLst/>
          </a:prstGeom>
          <a:solidFill>
            <a:srgbClr val="EB4536"/>
          </a:solid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chemeClr val="bg1"/>
                </a:solidFill>
                <a:latin typeface="Slalom Sans Bold" pitchFamily="2" charset="0"/>
              </a:rPr>
              <a:t>READ ME FIRST</a:t>
            </a:r>
          </a:p>
        </p:txBody>
      </p:sp>
      <p:sp>
        <p:nvSpPr>
          <p:cNvPr id="6" name="Rectangle 5">
            <a:extLst>
              <a:ext uri="{FF2B5EF4-FFF2-40B4-BE49-F238E27FC236}">
                <a16:creationId xmlns:a16="http://schemas.microsoft.com/office/drawing/2014/main" id="{253F460F-3E9D-EB0D-15AC-C82110067F2D}"/>
              </a:ext>
            </a:extLst>
          </p:cNvPr>
          <p:cNvSpPr/>
          <p:nvPr/>
        </p:nvSpPr>
        <p:spPr>
          <a:xfrm>
            <a:off x="10545840" y="13719"/>
            <a:ext cx="1646160" cy="337040"/>
          </a:xfrm>
          <a:prstGeom prst="rect">
            <a:avLst/>
          </a:prstGeom>
          <a:noFill/>
          <a:ln w="50800">
            <a:solidFill>
              <a:srgbClr val="EB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spc="100">
                <a:solidFill>
                  <a:srgbClr val="EB4536"/>
                </a:solidFill>
                <a:latin typeface="Slalom Sans Bold" pitchFamily="2" charset="0"/>
              </a:rPr>
              <a:t>THEN DELETE</a:t>
            </a:r>
          </a:p>
        </p:txBody>
      </p:sp>
    </p:spTree>
    <p:extLst>
      <p:ext uri="{BB962C8B-B14F-4D97-AF65-F5344CB8AC3E}">
        <p14:creationId xmlns:p14="http://schemas.microsoft.com/office/powerpoint/2010/main" val="709926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8BDB30-AA6B-DF63-FF54-7BCDABA05691}"/>
              </a:ext>
            </a:extLst>
          </p:cNvPr>
          <p:cNvSpPr>
            <a:spLocks noGrp="1"/>
          </p:cNvSpPr>
          <p:nvPr>
            <p:ph type="body" sz="quarter" idx="14"/>
          </p:nvPr>
        </p:nvSpPr>
        <p:spPr/>
        <p:txBody>
          <a:bodyPr/>
          <a:lstStyle/>
          <a:p>
            <a:r>
              <a:rPr lang="en-US"/>
              <a:t>Deck type</a:t>
            </a:r>
          </a:p>
        </p:txBody>
      </p:sp>
      <p:sp>
        <p:nvSpPr>
          <p:cNvPr id="6" name="Text Placeholder 5">
            <a:extLst>
              <a:ext uri="{FF2B5EF4-FFF2-40B4-BE49-F238E27FC236}">
                <a16:creationId xmlns:a16="http://schemas.microsoft.com/office/drawing/2014/main" id="{B92B0280-3E58-2984-E8F0-B63FC54F0052}"/>
              </a:ext>
            </a:extLst>
          </p:cNvPr>
          <p:cNvSpPr>
            <a:spLocks noGrp="1"/>
          </p:cNvSpPr>
          <p:nvPr>
            <p:ph type="body" sz="quarter" idx="15"/>
          </p:nvPr>
        </p:nvSpPr>
        <p:spPr/>
        <p:txBody>
          <a:bodyPr/>
          <a:lstStyle/>
          <a:p>
            <a:r>
              <a:rPr lang="en-US"/>
              <a:t>XX month year</a:t>
            </a:r>
          </a:p>
        </p:txBody>
      </p:sp>
      <p:sp>
        <p:nvSpPr>
          <p:cNvPr id="2" name="Title 1">
            <a:extLst>
              <a:ext uri="{FF2B5EF4-FFF2-40B4-BE49-F238E27FC236}">
                <a16:creationId xmlns:a16="http://schemas.microsoft.com/office/drawing/2014/main" id="{02E94C1F-3A0D-AEBB-4030-AC1351201D37}"/>
              </a:ext>
            </a:extLst>
          </p:cNvPr>
          <p:cNvSpPr>
            <a:spLocks noGrp="1"/>
          </p:cNvSpPr>
          <p:nvPr>
            <p:ph type="ctrTitle"/>
          </p:nvPr>
        </p:nvSpPr>
        <p:spPr/>
        <p:txBody>
          <a:bodyPr/>
          <a:lstStyle/>
          <a:p>
            <a:r>
              <a:rPr lang="en-US"/>
              <a:t>Cover slide headline two lines</a:t>
            </a:r>
          </a:p>
        </p:txBody>
      </p:sp>
      <p:sp>
        <p:nvSpPr>
          <p:cNvPr id="4" name="Text Placeholder 3">
            <a:extLst>
              <a:ext uri="{FF2B5EF4-FFF2-40B4-BE49-F238E27FC236}">
                <a16:creationId xmlns:a16="http://schemas.microsoft.com/office/drawing/2014/main" id="{070A57EF-F344-F061-9B3E-0EB42EA3F7D7}"/>
              </a:ext>
            </a:extLst>
          </p:cNvPr>
          <p:cNvSpPr>
            <a:spLocks noGrp="1"/>
          </p:cNvSpPr>
          <p:nvPr>
            <p:ph type="body" sz="quarter" idx="13"/>
          </p:nvPr>
        </p:nvSpPr>
        <p:spPr/>
        <p:txBody>
          <a:bodyPr/>
          <a:lstStyle/>
          <a:p>
            <a:r>
              <a:rPr lang="en-US"/>
              <a:t>Descriptive subhead copy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p>
        </p:txBody>
      </p:sp>
      <p:sp>
        <p:nvSpPr>
          <p:cNvPr id="11" name="Picture Placeholder 10">
            <a:extLst>
              <a:ext uri="{FF2B5EF4-FFF2-40B4-BE49-F238E27FC236}">
                <a16:creationId xmlns:a16="http://schemas.microsoft.com/office/drawing/2014/main" id="{431FDBAB-F469-EF5E-E1AA-0F12430B167F}"/>
              </a:ext>
            </a:extLst>
          </p:cNvPr>
          <p:cNvSpPr>
            <a:spLocks noGrp="1"/>
          </p:cNvSpPr>
          <p:nvPr>
            <p:ph type="pic" sz="quarter" idx="16"/>
          </p:nvPr>
        </p:nvSpPr>
        <p:spPr>
          <a:xfrm>
            <a:off x="1511300" y="5636150"/>
            <a:ext cx="3027622" cy="661824"/>
          </a:xfrm>
        </p:spPr>
        <p:txBody>
          <a:bodyPr/>
          <a:lstStyle/>
          <a:p>
            <a:endParaRPr lang="en-US"/>
          </a:p>
        </p:txBody>
      </p:sp>
    </p:spTree>
    <p:extLst>
      <p:ext uri="{BB962C8B-B14F-4D97-AF65-F5344CB8AC3E}">
        <p14:creationId xmlns:p14="http://schemas.microsoft.com/office/powerpoint/2010/main" val="4276990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8BDB30-AA6B-DF63-FF54-7BCDABA05691}"/>
              </a:ext>
            </a:extLst>
          </p:cNvPr>
          <p:cNvSpPr>
            <a:spLocks noGrp="1"/>
          </p:cNvSpPr>
          <p:nvPr>
            <p:ph type="body" sz="quarter" idx="14"/>
          </p:nvPr>
        </p:nvSpPr>
        <p:spPr/>
        <p:txBody>
          <a:bodyPr/>
          <a:lstStyle/>
          <a:p>
            <a:r>
              <a:rPr lang="en-US"/>
              <a:t>Deck type</a:t>
            </a:r>
          </a:p>
        </p:txBody>
      </p:sp>
      <p:sp>
        <p:nvSpPr>
          <p:cNvPr id="6" name="Text Placeholder 5">
            <a:extLst>
              <a:ext uri="{FF2B5EF4-FFF2-40B4-BE49-F238E27FC236}">
                <a16:creationId xmlns:a16="http://schemas.microsoft.com/office/drawing/2014/main" id="{B92B0280-3E58-2984-E8F0-B63FC54F0052}"/>
              </a:ext>
            </a:extLst>
          </p:cNvPr>
          <p:cNvSpPr>
            <a:spLocks noGrp="1"/>
          </p:cNvSpPr>
          <p:nvPr>
            <p:ph type="body" sz="quarter" idx="15"/>
          </p:nvPr>
        </p:nvSpPr>
        <p:spPr/>
        <p:txBody>
          <a:bodyPr/>
          <a:lstStyle/>
          <a:p>
            <a:r>
              <a:rPr lang="en-US"/>
              <a:t>XX month year</a:t>
            </a:r>
          </a:p>
        </p:txBody>
      </p:sp>
      <p:sp>
        <p:nvSpPr>
          <p:cNvPr id="2" name="Title 1">
            <a:extLst>
              <a:ext uri="{FF2B5EF4-FFF2-40B4-BE49-F238E27FC236}">
                <a16:creationId xmlns:a16="http://schemas.microsoft.com/office/drawing/2014/main" id="{02E94C1F-3A0D-AEBB-4030-AC1351201D37}"/>
              </a:ext>
            </a:extLst>
          </p:cNvPr>
          <p:cNvSpPr>
            <a:spLocks noGrp="1"/>
          </p:cNvSpPr>
          <p:nvPr>
            <p:ph type="ctrTitle"/>
          </p:nvPr>
        </p:nvSpPr>
        <p:spPr/>
        <p:txBody>
          <a:bodyPr/>
          <a:lstStyle/>
          <a:p>
            <a:r>
              <a:rPr lang="en-US"/>
              <a:t>Cover slide  headline two lines</a:t>
            </a:r>
          </a:p>
        </p:txBody>
      </p:sp>
      <p:sp>
        <p:nvSpPr>
          <p:cNvPr id="4" name="Text Placeholder 3">
            <a:extLst>
              <a:ext uri="{FF2B5EF4-FFF2-40B4-BE49-F238E27FC236}">
                <a16:creationId xmlns:a16="http://schemas.microsoft.com/office/drawing/2014/main" id="{070A57EF-F344-F061-9B3E-0EB42EA3F7D7}"/>
              </a:ext>
            </a:extLst>
          </p:cNvPr>
          <p:cNvSpPr>
            <a:spLocks noGrp="1"/>
          </p:cNvSpPr>
          <p:nvPr>
            <p:ph type="body" sz="quarter" idx="13"/>
          </p:nvPr>
        </p:nvSpPr>
        <p:spPr/>
        <p:txBody>
          <a:bodyPr/>
          <a:lstStyle/>
          <a:p>
            <a:r>
              <a:rPr lang="en-US"/>
              <a:t>Descriptive subhead copy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p>
        </p:txBody>
      </p:sp>
      <p:sp>
        <p:nvSpPr>
          <p:cNvPr id="10" name="Picture Placeholder 9">
            <a:extLst>
              <a:ext uri="{FF2B5EF4-FFF2-40B4-BE49-F238E27FC236}">
                <a16:creationId xmlns:a16="http://schemas.microsoft.com/office/drawing/2014/main" id="{1EDB9356-FC75-4C51-BEAC-BFAD2643A22C}"/>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4085314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8DC7E57E-908F-3A25-6F8C-F307D056F9CF}"/>
              </a:ext>
            </a:extLst>
          </p:cNvPr>
          <p:cNvSpPr>
            <a:spLocks noGrp="1"/>
          </p:cNvSpPr>
          <p:nvPr>
            <p:ph type="pic" sz="quarter" idx="16"/>
          </p:nvPr>
        </p:nvSpPr>
        <p:spPr/>
        <p:txBody>
          <a:bodyPr/>
          <a:lstStyle/>
          <a:p>
            <a:endParaRPr lang="en-US"/>
          </a:p>
        </p:txBody>
      </p:sp>
      <p:sp>
        <p:nvSpPr>
          <p:cNvPr id="5" name="Text Placeholder 4">
            <a:extLst>
              <a:ext uri="{FF2B5EF4-FFF2-40B4-BE49-F238E27FC236}">
                <a16:creationId xmlns:a16="http://schemas.microsoft.com/office/drawing/2014/main" id="{F38BDB30-AA6B-DF63-FF54-7BCDABA05691}"/>
              </a:ext>
            </a:extLst>
          </p:cNvPr>
          <p:cNvSpPr>
            <a:spLocks noGrp="1"/>
          </p:cNvSpPr>
          <p:nvPr>
            <p:ph type="body" sz="quarter" idx="14"/>
          </p:nvPr>
        </p:nvSpPr>
        <p:spPr/>
        <p:txBody>
          <a:bodyPr/>
          <a:lstStyle/>
          <a:p>
            <a:r>
              <a:rPr lang="en-US"/>
              <a:t>Deck type</a:t>
            </a:r>
          </a:p>
        </p:txBody>
      </p:sp>
      <p:sp>
        <p:nvSpPr>
          <p:cNvPr id="6" name="Text Placeholder 5">
            <a:extLst>
              <a:ext uri="{FF2B5EF4-FFF2-40B4-BE49-F238E27FC236}">
                <a16:creationId xmlns:a16="http://schemas.microsoft.com/office/drawing/2014/main" id="{B92B0280-3E58-2984-E8F0-B63FC54F0052}"/>
              </a:ext>
            </a:extLst>
          </p:cNvPr>
          <p:cNvSpPr>
            <a:spLocks noGrp="1"/>
          </p:cNvSpPr>
          <p:nvPr>
            <p:ph type="body" sz="quarter" idx="15"/>
          </p:nvPr>
        </p:nvSpPr>
        <p:spPr/>
        <p:txBody>
          <a:bodyPr/>
          <a:lstStyle/>
          <a:p>
            <a:r>
              <a:rPr lang="en-US"/>
              <a:t>XX month year</a:t>
            </a:r>
          </a:p>
        </p:txBody>
      </p:sp>
      <p:sp>
        <p:nvSpPr>
          <p:cNvPr id="2" name="Title 1">
            <a:extLst>
              <a:ext uri="{FF2B5EF4-FFF2-40B4-BE49-F238E27FC236}">
                <a16:creationId xmlns:a16="http://schemas.microsoft.com/office/drawing/2014/main" id="{02E94C1F-3A0D-AEBB-4030-AC1351201D37}"/>
              </a:ext>
            </a:extLst>
          </p:cNvPr>
          <p:cNvSpPr>
            <a:spLocks noGrp="1"/>
          </p:cNvSpPr>
          <p:nvPr>
            <p:ph type="ctrTitle"/>
          </p:nvPr>
        </p:nvSpPr>
        <p:spPr/>
        <p:txBody>
          <a:bodyPr/>
          <a:lstStyle/>
          <a:p>
            <a:r>
              <a:rPr lang="en-US"/>
              <a:t>Cover slide</a:t>
            </a:r>
            <a:br>
              <a:rPr lang="en-US"/>
            </a:br>
            <a:r>
              <a:rPr lang="en-US"/>
              <a:t>Partner logo</a:t>
            </a:r>
          </a:p>
        </p:txBody>
      </p:sp>
      <p:sp>
        <p:nvSpPr>
          <p:cNvPr id="3" name="Subtitle 2">
            <a:extLst>
              <a:ext uri="{FF2B5EF4-FFF2-40B4-BE49-F238E27FC236}">
                <a16:creationId xmlns:a16="http://schemas.microsoft.com/office/drawing/2014/main" id="{4DEF8C63-1CC5-4BD8-6353-DF9A549FAA0C}"/>
              </a:ext>
            </a:extLst>
          </p:cNvPr>
          <p:cNvSpPr>
            <a:spLocks noGrp="1"/>
          </p:cNvSpPr>
          <p:nvPr>
            <p:ph type="subTitle" idx="1"/>
          </p:nvPr>
        </p:nvSpPr>
        <p:spPr/>
        <p:txBody>
          <a:bodyPr/>
          <a:lstStyle/>
          <a:p>
            <a:r>
              <a:rPr lang="en-US"/>
              <a:t>Subhead</a:t>
            </a:r>
          </a:p>
        </p:txBody>
      </p:sp>
      <p:sp>
        <p:nvSpPr>
          <p:cNvPr id="4" name="Text Placeholder 3">
            <a:extLst>
              <a:ext uri="{FF2B5EF4-FFF2-40B4-BE49-F238E27FC236}">
                <a16:creationId xmlns:a16="http://schemas.microsoft.com/office/drawing/2014/main" id="{070A57EF-F344-F061-9B3E-0EB42EA3F7D7}"/>
              </a:ext>
            </a:extLst>
          </p:cNvPr>
          <p:cNvSpPr>
            <a:spLocks noGrp="1"/>
          </p:cNvSpPr>
          <p:nvPr>
            <p:ph type="body" sz="quarter" idx="13"/>
          </p:nvPr>
        </p:nvSpPr>
        <p:spPr/>
        <p:txBody>
          <a:bodyPr/>
          <a:lstStyle/>
          <a:p>
            <a:r>
              <a:rPr lang="en-US"/>
              <a:t>Descriptive subhead copy goes here lorem ipsum dolor sit </a:t>
            </a:r>
            <a:r>
              <a:rPr lang="en-US" err="1"/>
              <a:t>amet</a:t>
            </a:r>
            <a:r>
              <a:rPr lang="en-US"/>
              <a:t>, </a:t>
            </a:r>
            <a:r>
              <a:rPr lang="en-US" err="1"/>
              <a:t>consectetuer</a:t>
            </a:r>
            <a:r>
              <a:rPr lang="en-US"/>
              <a:t> </a:t>
            </a:r>
            <a:r>
              <a:rPr lang="en-US" err="1"/>
              <a:t>adipiscing</a:t>
            </a:r>
            <a:r>
              <a:rPr lang="en-US"/>
              <a:t>.</a:t>
            </a:r>
          </a:p>
        </p:txBody>
      </p:sp>
    </p:spTree>
    <p:extLst>
      <p:ext uri="{BB962C8B-B14F-4D97-AF65-F5344CB8AC3E}">
        <p14:creationId xmlns:p14="http://schemas.microsoft.com/office/powerpoint/2010/main" val="532770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3897187-378D-535B-8B6D-2EFE6F15E6A6}"/>
              </a:ext>
            </a:extLst>
          </p:cNvPr>
          <p:cNvSpPr>
            <a:spLocks noGrp="1"/>
          </p:cNvSpPr>
          <p:nvPr>
            <p:ph type="pic" sz="quarter" idx="16"/>
          </p:nvPr>
        </p:nvSpPr>
        <p:spPr/>
        <p:txBody>
          <a:bodyPr/>
          <a:lstStyle/>
          <a:p>
            <a:endParaRPr lang="en-US"/>
          </a:p>
        </p:txBody>
      </p:sp>
      <p:sp>
        <p:nvSpPr>
          <p:cNvPr id="5" name="Text Placeholder 4">
            <a:extLst>
              <a:ext uri="{FF2B5EF4-FFF2-40B4-BE49-F238E27FC236}">
                <a16:creationId xmlns:a16="http://schemas.microsoft.com/office/drawing/2014/main" id="{F38BDB30-AA6B-DF63-FF54-7BCDABA05691}"/>
              </a:ext>
            </a:extLst>
          </p:cNvPr>
          <p:cNvSpPr>
            <a:spLocks noGrp="1"/>
          </p:cNvSpPr>
          <p:nvPr>
            <p:ph type="body" sz="quarter" idx="14"/>
          </p:nvPr>
        </p:nvSpPr>
        <p:spPr/>
        <p:txBody>
          <a:bodyPr/>
          <a:lstStyle/>
          <a:p>
            <a:r>
              <a:rPr lang="en-US"/>
              <a:t>Deck type</a:t>
            </a:r>
          </a:p>
        </p:txBody>
      </p:sp>
      <p:sp>
        <p:nvSpPr>
          <p:cNvPr id="6" name="Text Placeholder 5">
            <a:extLst>
              <a:ext uri="{FF2B5EF4-FFF2-40B4-BE49-F238E27FC236}">
                <a16:creationId xmlns:a16="http://schemas.microsoft.com/office/drawing/2014/main" id="{B92B0280-3E58-2984-E8F0-B63FC54F0052}"/>
              </a:ext>
            </a:extLst>
          </p:cNvPr>
          <p:cNvSpPr>
            <a:spLocks noGrp="1"/>
          </p:cNvSpPr>
          <p:nvPr>
            <p:ph type="body" sz="quarter" idx="15"/>
          </p:nvPr>
        </p:nvSpPr>
        <p:spPr/>
        <p:txBody>
          <a:bodyPr/>
          <a:lstStyle/>
          <a:p>
            <a:r>
              <a:rPr lang="en-US"/>
              <a:t>XX month year</a:t>
            </a:r>
          </a:p>
        </p:txBody>
      </p:sp>
      <p:sp>
        <p:nvSpPr>
          <p:cNvPr id="2" name="Title 1">
            <a:extLst>
              <a:ext uri="{FF2B5EF4-FFF2-40B4-BE49-F238E27FC236}">
                <a16:creationId xmlns:a16="http://schemas.microsoft.com/office/drawing/2014/main" id="{02E94C1F-3A0D-AEBB-4030-AC1351201D37}"/>
              </a:ext>
            </a:extLst>
          </p:cNvPr>
          <p:cNvSpPr>
            <a:spLocks noGrp="1"/>
          </p:cNvSpPr>
          <p:nvPr>
            <p:ph type="ctrTitle"/>
          </p:nvPr>
        </p:nvSpPr>
        <p:spPr/>
        <p:txBody>
          <a:bodyPr/>
          <a:lstStyle/>
          <a:p>
            <a:r>
              <a:rPr lang="en-US"/>
              <a:t>Cover slide  </a:t>
            </a:r>
            <a:br>
              <a:rPr lang="en-US"/>
            </a:br>
            <a:r>
              <a:rPr lang="en-US"/>
              <a:t>Partner logo</a:t>
            </a:r>
          </a:p>
        </p:txBody>
      </p:sp>
      <p:sp>
        <p:nvSpPr>
          <p:cNvPr id="3" name="Subtitle 2">
            <a:extLst>
              <a:ext uri="{FF2B5EF4-FFF2-40B4-BE49-F238E27FC236}">
                <a16:creationId xmlns:a16="http://schemas.microsoft.com/office/drawing/2014/main" id="{4DEF8C63-1CC5-4BD8-6353-DF9A549FAA0C}"/>
              </a:ext>
            </a:extLst>
          </p:cNvPr>
          <p:cNvSpPr>
            <a:spLocks noGrp="1"/>
          </p:cNvSpPr>
          <p:nvPr>
            <p:ph type="subTitle" idx="1"/>
          </p:nvPr>
        </p:nvSpPr>
        <p:spPr/>
        <p:txBody>
          <a:bodyPr/>
          <a:lstStyle/>
          <a:p>
            <a:r>
              <a:rPr lang="en-US"/>
              <a:t>Subhead</a:t>
            </a:r>
          </a:p>
        </p:txBody>
      </p:sp>
      <p:sp>
        <p:nvSpPr>
          <p:cNvPr id="4" name="Text Placeholder 3">
            <a:extLst>
              <a:ext uri="{FF2B5EF4-FFF2-40B4-BE49-F238E27FC236}">
                <a16:creationId xmlns:a16="http://schemas.microsoft.com/office/drawing/2014/main" id="{070A57EF-F344-F061-9B3E-0EB42EA3F7D7}"/>
              </a:ext>
            </a:extLst>
          </p:cNvPr>
          <p:cNvSpPr>
            <a:spLocks noGrp="1"/>
          </p:cNvSpPr>
          <p:nvPr>
            <p:ph type="body" sz="quarter" idx="13"/>
          </p:nvPr>
        </p:nvSpPr>
        <p:spPr/>
        <p:txBody>
          <a:bodyPr/>
          <a:lstStyle/>
          <a:p>
            <a:r>
              <a:rPr lang="en-US"/>
              <a:t>Descriptive subhead copy goes here lorem ipsum dolor sit </a:t>
            </a:r>
            <a:r>
              <a:rPr lang="en-US" err="1"/>
              <a:t>amet</a:t>
            </a:r>
            <a:r>
              <a:rPr lang="en-US"/>
              <a:t>, </a:t>
            </a:r>
            <a:r>
              <a:rPr lang="en-US" err="1"/>
              <a:t>consectetuer</a:t>
            </a:r>
            <a:r>
              <a:rPr lang="en-US"/>
              <a:t> </a:t>
            </a:r>
            <a:r>
              <a:rPr lang="en-US" err="1"/>
              <a:t>adipiscing</a:t>
            </a:r>
            <a:r>
              <a:rPr lang="en-US"/>
              <a:t>. </a:t>
            </a:r>
          </a:p>
        </p:txBody>
      </p:sp>
    </p:spTree>
    <p:extLst>
      <p:ext uri="{BB962C8B-B14F-4D97-AF65-F5344CB8AC3E}">
        <p14:creationId xmlns:p14="http://schemas.microsoft.com/office/powerpoint/2010/main" val="133576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Looking up view of tall buildings&#10;&#10;Description automatically generated">
            <a:extLst>
              <a:ext uri="{FF2B5EF4-FFF2-40B4-BE49-F238E27FC236}">
                <a16:creationId xmlns:a16="http://schemas.microsoft.com/office/drawing/2014/main" id="{EC74466A-6017-CB90-FDE7-7D2769B9C866}"/>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230C3FF8-1A08-AB7B-A029-143FC3E77EDE}"/>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0ED8609C-F053-8C21-B62A-9CCDEAC8CE78}"/>
              </a:ext>
            </a:extLst>
          </p:cNvPr>
          <p:cNvSpPr>
            <a:spLocks noGrp="1"/>
          </p:cNvSpPr>
          <p:nvPr>
            <p:ph type="body" sz="quarter" idx="10"/>
          </p:nvPr>
        </p:nvSpPr>
        <p:spPr/>
        <p:txBody>
          <a:bodyPr/>
          <a:lstStyle/>
          <a:p>
            <a:endParaRPr lang="en-US"/>
          </a:p>
        </p:txBody>
      </p:sp>
      <p:sp>
        <p:nvSpPr>
          <p:cNvPr id="5" name="Text Placeholder 4">
            <a:extLst>
              <a:ext uri="{FF2B5EF4-FFF2-40B4-BE49-F238E27FC236}">
                <a16:creationId xmlns:a16="http://schemas.microsoft.com/office/drawing/2014/main" id="{96488C08-BDE4-7750-AD00-16DC5706FA24}"/>
              </a:ext>
            </a:extLst>
          </p:cNvPr>
          <p:cNvSpPr>
            <a:spLocks noGrp="1"/>
          </p:cNvSpPr>
          <p:nvPr>
            <p:ph type="body" sz="quarter" idx="14"/>
          </p:nvPr>
        </p:nvSpPr>
        <p:spPr/>
        <p:txBody>
          <a:bodyPr/>
          <a:lstStyle/>
          <a:p>
            <a:r>
              <a:rPr lang="en-US" dirty="0"/>
              <a:t>Deck type</a:t>
            </a:r>
          </a:p>
        </p:txBody>
      </p:sp>
      <p:sp>
        <p:nvSpPr>
          <p:cNvPr id="6" name="Text Placeholder 5">
            <a:extLst>
              <a:ext uri="{FF2B5EF4-FFF2-40B4-BE49-F238E27FC236}">
                <a16:creationId xmlns:a16="http://schemas.microsoft.com/office/drawing/2014/main" id="{C9126CA4-33E5-E26F-E46E-0864D361D57C}"/>
              </a:ext>
            </a:extLst>
          </p:cNvPr>
          <p:cNvSpPr>
            <a:spLocks noGrp="1"/>
          </p:cNvSpPr>
          <p:nvPr>
            <p:ph type="body" sz="quarter" idx="17"/>
          </p:nvPr>
        </p:nvSpPr>
        <p:spPr/>
        <p:txBody>
          <a:bodyPr/>
          <a:lstStyle/>
          <a:p>
            <a:r>
              <a:rPr lang="en-US" dirty="0"/>
              <a:t>XX month year</a:t>
            </a:r>
          </a:p>
        </p:txBody>
      </p:sp>
      <p:sp>
        <p:nvSpPr>
          <p:cNvPr id="7" name="Title 6">
            <a:extLst>
              <a:ext uri="{FF2B5EF4-FFF2-40B4-BE49-F238E27FC236}">
                <a16:creationId xmlns:a16="http://schemas.microsoft.com/office/drawing/2014/main" id="{C04FB881-2F41-EE7C-4B84-BE9DD7503558}"/>
              </a:ext>
            </a:extLst>
          </p:cNvPr>
          <p:cNvSpPr>
            <a:spLocks noGrp="1"/>
          </p:cNvSpPr>
          <p:nvPr>
            <p:ph type="ctrTitle"/>
          </p:nvPr>
        </p:nvSpPr>
        <p:spPr/>
        <p:txBody>
          <a:bodyPr/>
          <a:lstStyle/>
          <a:p>
            <a:r>
              <a:rPr lang="en-US" dirty="0"/>
              <a:t>Cover slide with image</a:t>
            </a:r>
          </a:p>
        </p:txBody>
      </p:sp>
      <p:sp>
        <p:nvSpPr>
          <p:cNvPr id="8" name="Subtitle 7">
            <a:extLst>
              <a:ext uri="{FF2B5EF4-FFF2-40B4-BE49-F238E27FC236}">
                <a16:creationId xmlns:a16="http://schemas.microsoft.com/office/drawing/2014/main" id="{10C6BA9B-81F9-7CDC-A971-1049843344EC}"/>
              </a:ext>
            </a:extLst>
          </p:cNvPr>
          <p:cNvSpPr>
            <a:spLocks noGrp="1"/>
          </p:cNvSpPr>
          <p:nvPr>
            <p:ph type="subTitle" idx="16"/>
          </p:nvPr>
        </p:nvSpPr>
        <p:spPr/>
        <p:txBody>
          <a:bodyPr/>
          <a:lstStyle/>
          <a:p>
            <a:r>
              <a:rPr lang="en-US" dirty="0"/>
              <a:t>Subhead</a:t>
            </a:r>
          </a:p>
        </p:txBody>
      </p:sp>
      <p:sp>
        <p:nvSpPr>
          <p:cNvPr id="9" name="Text Placeholder 8">
            <a:extLst>
              <a:ext uri="{FF2B5EF4-FFF2-40B4-BE49-F238E27FC236}">
                <a16:creationId xmlns:a16="http://schemas.microsoft.com/office/drawing/2014/main" id="{94EFB653-A3BD-486C-E2FB-048A352A8299}"/>
              </a:ext>
            </a:extLst>
          </p:cNvPr>
          <p:cNvSpPr>
            <a:spLocks noGrp="1"/>
          </p:cNvSpPr>
          <p:nvPr>
            <p:ph type="body" sz="quarter" idx="13"/>
          </p:nvPr>
        </p:nvSpPr>
        <p:spPr/>
        <p:txBody>
          <a:bodyPr/>
          <a:lstStyle/>
          <a:p>
            <a:r>
              <a:rPr lang="en-US" dirty="0"/>
              <a:t>Descriptive subhead copy goes </a:t>
            </a:r>
            <a:br>
              <a:rPr lang="en-US" dirty="0"/>
            </a:br>
            <a:r>
              <a:rPr lang="en-US" dirty="0"/>
              <a:t>here lorem ipsum dolor sit </a:t>
            </a:r>
            <a:r>
              <a:rPr lang="en-US" dirty="0" err="1"/>
              <a:t>amet</a:t>
            </a:r>
            <a:r>
              <a:rPr lang="en-US" dirty="0"/>
              <a:t>, </a:t>
            </a:r>
            <a:br>
              <a:rPr lang="en-US" dirty="0"/>
            </a:br>
            <a:r>
              <a:rPr lang="en-US" dirty="0" err="1"/>
              <a:t>consectetuer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3562289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sun setting over a mountain range&#10;&#10;Description automatically generated">
            <a:extLst>
              <a:ext uri="{FF2B5EF4-FFF2-40B4-BE49-F238E27FC236}">
                <a16:creationId xmlns:a16="http://schemas.microsoft.com/office/drawing/2014/main" id="{64C9BEE6-37F0-35BE-4233-76126A01AF63}"/>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5D3F856A-1319-79A9-66FB-5C671298C5DD}"/>
              </a:ext>
            </a:extLst>
          </p:cNvPr>
          <p:cNvSpPr>
            <a:spLocks noGrp="1"/>
          </p:cNvSpPr>
          <p:nvPr>
            <p:ph type="body" sz="quarter" idx="15"/>
          </p:nvPr>
        </p:nvSpPr>
        <p:spPr/>
        <p:txBody>
          <a:bodyPr/>
          <a:lstStyle/>
          <a:p>
            <a:endParaRPr lang="en-US" dirty="0"/>
          </a:p>
        </p:txBody>
      </p:sp>
      <p:sp>
        <p:nvSpPr>
          <p:cNvPr id="4" name="Text Placeholder 3">
            <a:extLst>
              <a:ext uri="{FF2B5EF4-FFF2-40B4-BE49-F238E27FC236}">
                <a16:creationId xmlns:a16="http://schemas.microsoft.com/office/drawing/2014/main" id="{8708D6F7-014D-AB74-5343-E65200D310D6}"/>
              </a:ext>
            </a:extLst>
          </p:cNvPr>
          <p:cNvSpPr>
            <a:spLocks noGrp="1"/>
          </p:cNvSpPr>
          <p:nvPr>
            <p:ph type="body" sz="quarter" idx="10"/>
          </p:nvPr>
        </p:nvSpPr>
        <p:spPr/>
        <p:txBody>
          <a:bodyPr/>
          <a:lstStyle/>
          <a:p>
            <a:endParaRPr lang="en-US"/>
          </a:p>
        </p:txBody>
      </p:sp>
      <p:sp>
        <p:nvSpPr>
          <p:cNvPr id="5" name="Text Placeholder 4">
            <a:extLst>
              <a:ext uri="{FF2B5EF4-FFF2-40B4-BE49-F238E27FC236}">
                <a16:creationId xmlns:a16="http://schemas.microsoft.com/office/drawing/2014/main" id="{364728EA-2561-E62A-5D37-C60385F6A28C}"/>
              </a:ext>
            </a:extLst>
          </p:cNvPr>
          <p:cNvSpPr>
            <a:spLocks noGrp="1"/>
          </p:cNvSpPr>
          <p:nvPr>
            <p:ph type="body" sz="quarter" idx="14"/>
          </p:nvPr>
        </p:nvSpPr>
        <p:spPr/>
        <p:txBody>
          <a:bodyPr/>
          <a:lstStyle/>
          <a:p>
            <a:r>
              <a:rPr lang="en-US" dirty="0"/>
              <a:t>Deck type</a:t>
            </a:r>
          </a:p>
        </p:txBody>
      </p:sp>
      <p:sp>
        <p:nvSpPr>
          <p:cNvPr id="6" name="Text Placeholder 5">
            <a:extLst>
              <a:ext uri="{FF2B5EF4-FFF2-40B4-BE49-F238E27FC236}">
                <a16:creationId xmlns:a16="http://schemas.microsoft.com/office/drawing/2014/main" id="{C33398A0-E942-8F6C-4A43-939264F43DF0}"/>
              </a:ext>
            </a:extLst>
          </p:cNvPr>
          <p:cNvSpPr>
            <a:spLocks noGrp="1"/>
          </p:cNvSpPr>
          <p:nvPr>
            <p:ph type="body" sz="quarter" idx="17"/>
          </p:nvPr>
        </p:nvSpPr>
        <p:spPr/>
        <p:txBody>
          <a:bodyPr/>
          <a:lstStyle/>
          <a:p>
            <a:r>
              <a:rPr lang="en-US" dirty="0"/>
              <a:t>XX month year</a:t>
            </a:r>
          </a:p>
        </p:txBody>
      </p:sp>
      <p:sp>
        <p:nvSpPr>
          <p:cNvPr id="7" name="Title 6">
            <a:extLst>
              <a:ext uri="{FF2B5EF4-FFF2-40B4-BE49-F238E27FC236}">
                <a16:creationId xmlns:a16="http://schemas.microsoft.com/office/drawing/2014/main" id="{51F8CE02-F9DA-F616-24A7-1DF30B51BF91}"/>
              </a:ext>
            </a:extLst>
          </p:cNvPr>
          <p:cNvSpPr>
            <a:spLocks noGrp="1"/>
          </p:cNvSpPr>
          <p:nvPr>
            <p:ph type="ctrTitle"/>
          </p:nvPr>
        </p:nvSpPr>
        <p:spPr/>
        <p:txBody>
          <a:bodyPr/>
          <a:lstStyle/>
          <a:p>
            <a:r>
              <a:rPr lang="en-US" dirty="0"/>
              <a:t>Cover slide with image</a:t>
            </a:r>
          </a:p>
        </p:txBody>
      </p:sp>
      <p:sp>
        <p:nvSpPr>
          <p:cNvPr id="8" name="Subtitle 7">
            <a:extLst>
              <a:ext uri="{FF2B5EF4-FFF2-40B4-BE49-F238E27FC236}">
                <a16:creationId xmlns:a16="http://schemas.microsoft.com/office/drawing/2014/main" id="{58E911D1-4C67-F13B-9348-9AFF97BD79A8}"/>
              </a:ext>
            </a:extLst>
          </p:cNvPr>
          <p:cNvSpPr>
            <a:spLocks noGrp="1"/>
          </p:cNvSpPr>
          <p:nvPr>
            <p:ph type="subTitle" idx="16"/>
          </p:nvPr>
        </p:nvSpPr>
        <p:spPr/>
        <p:txBody>
          <a:bodyPr/>
          <a:lstStyle/>
          <a:p>
            <a:r>
              <a:rPr lang="en-US" dirty="0"/>
              <a:t>Subhead</a:t>
            </a:r>
          </a:p>
        </p:txBody>
      </p:sp>
      <p:sp>
        <p:nvSpPr>
          <p:cNvPr id="9" name="Text Placeholder 8">
            <a:extLst>
              <a:ext uri="{FF2B5EF4-FFF2-40B4-BE49-F238E27FC236}">
                <a16:creationId xmlns:a16="http://schemas.microsoft.com/office/drawing/2014/main" id="{5BA8CE4C-1F78-A9A7-C6F4-7A4DA65D8F4D}"/>
              </a:ext>
            </a:extLst>
          </p:cNvPr>
          <p:cNvSpPr>
            <a:spLocks noGrp="1"/>
          </p:cNvSpPr>
          <p:nvPr>
            <p:ph type="body" sz="quarter" idx="13"/>
          </p:nvPr>
        </p:nvSpPr>
        <p:spPr/>
        <p:txBody>
          <a:bodyPr/>
          <a:lstStyle/>
          <a:p>
            <a:r>
              <a:rPr lang="en-US" dirty="0"/>
              <a:t>Descriptive subhead copy goes </a:t>
            </a:r>
            <a:br>
              <a:rPr lang="en-US" dirty="0"/>
            </a:br>
            <a:r>
              <a:rPr lang="en-US" dirty="0"/>
              <a:t>here lorem ipsum dolor sit </a:t>
            </a:r>
            <a:r>
              <a:rPr lang="en-US" dirty="0" err="1"/>
              <a:t>amet</a:t>
            </a:r>
            <a:r>
              <a:rPr lang="en-US" dirty="0"/>
              <a:t>, </a:t>
            </a:r>
            <a:br>
              <a:rPr lang="en-US" dirty="0"/>
            </a:br>
            <a:r>
              <a:rPr lang="en-US" dirty="0" err="1"/>
              <a:t>consectetuer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1371240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train moving on the tracks&#10;&#10;Description automatically generated">
            <a:extLst>
              <a:ext uri="{FF2B5EF4-FFF2-40B4-BE49-F238E27FC236}">
                <a16:creationId xmlns:a16="http://schemas.microsoft.com/office/drawing/2014/main" id="{6F5AD109-45A7-786D-000F-1C649AC26CB8}"/>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8601C88C-4BA6-6BD0-DDAA-8DFD159F7629}"/>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2BD5A83F-33E8-9A67-8699-69F9BE46541C}"/>
              </a:ext>
            </a:extLst>
          </p:cNvPr>
          <p:cNvSpPr>
            <a:spLocks noGrp="1"/>
          </p:cNvSpPr>
          <p:nvPr>
            <p:ph type="body" sz="quarter" idx="10"/>
          </p:nvPr>
        </p:nvSpPr>
        <p:spPr/>
        <p:txBody>
          <a:bodyPr/>
          <a:lstStyle/>
          <a:p>
            <a:endParaRPr lang="en-US"/>
          </a:p>
        </p:txBody>
      </p:sp>
      <p:sp>
        <p:nvSpPr>
          <p:cNvPr id="5" name="Text Placeholder 4">
            <a:extLst>
              <a:ext uri="{FF2B5EF4-FFF2-40B4-BE49-F238E27FC236}">
                <a16:creationId xmlns:a16="http://schemas.microsoft.com/office/drawing/2014/main" id="{4D74F47A-9699-43BF-2C2E-874375A80DD9}"/>
              </a:ext>
            </a:extLst>
          </p:cNvPr>
          <p:cNvSpPr>
            <a:spLocks noGrp="1"/>
          </p:cNvSpPr>
          <p:nvPr>
            <p:ph type="body" sz="quarter" idx="14"/>
          </p:nvPr>
        </p:nvSpPr>
        <p:spPr/>
        <p:txBody>
          <a:bodyPr/>
          <a:lstStyle/>
          <a:p>
            <a:r>
              <a:rPr lang="en-US" dirty="0"/>
              <a:t>Deck type</a:t>
            </a:r>
          </a:p>
        </p:txBody>
      </p:sp>
      <p:sp>
        <p:nvSpPr>
          <p:cNvPr id="6" name="Text Placeholder 5">
            <a:extLst>
              <a:ext uri="{FF2B5EF4-FFF2-40B4-BE49-F238E27FC236}">
                <a16:creationId xmlns:a16="http://schemas.microsoft.com/office/drawing/2014/main" id="{9D320D2F-F547-0FFB-32C3-18FE00F1B170}"/>
              </a:ext>
            </a:extLst>
          </p:cNvPr>
          <p:cNvSpPr>
            <a:spLocks noGrp="1"/>
          </p:cNvSpPr>
          <p:nvPr>
            <p:ph type="body" sz="quarter" idx="17"/>
          </p:nvPr>
        </p:nvSpPr>
        <p:spPr/>
        <p:txBody>
          <a:bodyPr/>
          <a:lstStyle/>
          <a:p>
            <a:r>
              <a:rPr lang="en-US" dirty="0"/>
              <a:t>XX month year</a:t>
            </a:r>
          </a:p>
        </p:txBody>
      </p:sp>
      <p:sp>
        <p:nvSpPr>
          <p:cNvPr id="7" name="Title 6">
            <a:extLst>
              <a:ext uri="{FF2B5EF4-FFF2-40B4-BE49-F238E27FC236}">
                <a16:creationId xmlns:a16="http://schemas.microsoft.com/office/drawing/2014/main" id="{13C018D5-BE2C-78E2-8113-2B78B4BF9958}"/>
              </a:ext>
            </a:extLst>
          </p:cNvPr>
          <p:cNvSpPr>
            <a:spLocks noGrp="1"/>
          </p:cNvSpPr>
          <p:nvPr>
            <p:ph type="ctrTitle"/>
          </p:nvPr>
        </p:nvSpPr>
        <p:spPr/>
        <p:txBody>
          <a:bodyPr/>
          <a:lstStyle/>
          <a:p>
            <a:r>
              <a:rPr lang="en-US" dirty="0"/>
              <a:t>Cover slide with image</a:t>
            </a:r>
          </a:p>
        </p:txBody>
      </p:sp>
      <p:sp>
        <p:nvSpPr>
          <p:cNvPr id="8" name="Subtitle 7">
            <a:extLst>
              <a:ext uri="{FF2B5EF4-FFF2-40B4-BE49-F238E27FC236}">
                <a16:creationId xmlns:a16="http://schemas.microsoft.com/office/drawing/2014/main" id="{523250AE-4104-3F98-535B-EE1BF3061AFC}"/>
              </a:ext>
            </a:extLst>
          </p:cNvPr>
          <p:cNvSpPr>
            <a:spLocks noGrp="1"/>
          </p:cNvSpPr>
          <p:nvPr>
            <p:ph type="subTitle" idx="16"/>
          </p:nvPr>
        </p:nvSpPr>
        <p:spPr/>
        <p:txBody>
          <a:bodyPr/>
          <a:lstStyle/>
          <a:p>
            <a:r>
              <a:rPr lang="en-US" dirty="0"/>
              <a:t>Subhead</a:t>
            </a:r>
          </a:p>
        </p:txBody>
      </p:sp>
      <p:sp>
        <p:nvSpPr>
          <p:cNvPr id="9" name="Text Placeholder 8">
            <a:extLst>
              <a:ext uri="{FF2B5EF4-FFF2-40B4-BE49-F238E27FC236}">
                <a16:creationId xmlns:a16="http://schemas.microsoft.com/office/drawing/2014/main" id="{F5083F1C-7E49-ED36-EDE2-4915AD1EA105}"/>
              </a:ext>
            </a:extLst>
          </p:cNvPr>
          <p:cNvSpPr>
            <a:spLocks noGrp="1"/>
          </p:cNvSpPr>
          <p:nvPr>
            <p:ph type="body" sz="quarter" idx="13"/>
          </p:nvPr>
        </p:nvSpPr>
        <p:spPr/>
        <p:txBody>
          <a:bodyPr/>
          <a:lstStyle/>
          <a:p>
            <a:r>
              <a:rPr lang="en-US" dirty="0"/>
              <a:t>Descriptive subhead copy goes </a:t>
            </a:r>
            <a:br>
              <a:rPr lang="en-US" dirty="0"/>
            </a:br>
            <a:r>
              <a:rPr lang="en-US" dirty="0"/>
              <a:t>here lorem ipsum dolor sit </a:t>
            </a:r>
            <a:r>
              <a:rPr lang="en-US" dirty="0" err="1"/>
              <a:t>amet</a:t>
            </a:r>
            <a:r>
              <a:rPr lang="en-US" dirty="0"/>
              <a:t>, </a:t>
            </a:r>
            <a:br>
              <a:rPr lang="en-US" dirty="0"/>
            </a:br>
            <a:r>
              <a:rPr lang="en-US" dirty="0" err="1"/>
              <a:t>consectetuer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1622737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Blueprints of a building&#10;&#10;Description automatically generated">
            <a:extLst>
              <a:ext uri="{FF2B5EF4-FFF2-40B4-BE49-F238E27FC236}">
                <a16:creationId xmlns:a16="http://schemas.microsoft.com/office/drawing/2014/main" id="{5EE33851-8576-503C-EA8A-DDEB3111EDAF}"/>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97F0B133-64FE-0305-F7ED-941D2D12321A}"/>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13CF564C-6932-869F-3E6A-E6D1BDE184CE}"/>
              </a:ext>
            </a:extLst>
          </p:cNvPr>
          <p:cNvSpPr>
            <a:spLocks noGrp="1"/>
          </p:cNvSpPr>
          <p:nvPr>
            <p:ph type="body" sz="quarter" idx="10"/>
          </p:nvPr>
        </p:nvSpPr>
        <p:spPr/>
        <p:txBody>
          <a:bodyPr/>
          <a:lstStyle/>
          <a:p>
            <a:endParaRPr lang="en-US"/>
          </a:p>
        </p:txBody>
      </p:sp>
      <p:sp>
        <p:nvSpPr>
          <p:cNvPr id="5" name="Text Placeholder 4">
            <a:extLst>
              <a:ext uri="{FF2B5EF4-FFF2-40B4-BE49-F238E27FC236}">
                <a16:creationId xmlns:a16="http://schemas.microsoft.com/office/drawing/2014/main" id="{876E4B2B-5015-1F27-341A-EECC2CBBE4EF}"/>
              </a:ext>
            </a:extLst>
          </p:cNvPr>
          <p:cNvSpPr>
            <a:spLocks noGrp="1"/>
          </p:cNvSpPr>
          <p:nvPr>
            <p:ph type="body" sz="quarter" idx="14"/>
          </p:nvPr>
        </p:nvSpPr>
        <p:spPr/>
        <p:txBody>
          <a:bodyPr/>
          <a:lstStyle/>
          <a:p>
            <a:r>
              <a:rPr lang="en-US" dirty="0"/>
              <a:t>Deck type</a:t>
            </a:r>
          </a:p>
        </p:txBody>
      </p:sp>
      <p:sp>
        <p:nvSpPr>
          <p:cNvPr id="6" name="Text Placeholder 5">
            <a:extLst>
              <a:ext uri="{FF2B5EF4-FFF2-40B4-BE49-F238E27FC236}">
                <a16:creationId xmlns:a16="http://schemas.microsoft.com/office/drawing/2014/main" id="{BA46328B-F9E1-F110-C00A-7211E65835BB}"/>
              </a:ext>
            </a:extLst>
          </p:cNvPr>
          <p:cNvSpPr>
            <a:spLocks noGrp="1"/>
          </p:cNvSpPr>
          <p:nvPr>
            <p:ph type="body" sz="quarter" idx="17"/>
          </p:nvPr>
        </p:nvSpPr>
        <p:spPr/>
        <p:txBody>
          <a:bodyPr/>
          <a:lstStyle/>
          <a:p>
            <a:r>
              <a:rPr lang="en-US" dirty="0"/>
              <a:t>XX month year</a:t>
            </a:r>
          </a:p>
        </p:txBody>
      </p:sp>
      <p:sp>
        <p:nvSpPr>
          <p:cNvPr id="7" name="Title 6">
            <a:extLst>
              <a:ext uri="{FF2B5EF4-FFF2-40B4-BE49-F238E27FC236}">
                <a16:creationId xmlns:a16="http://schemas.microsoft.com/office/drawing/2014/main" id="{82C5A505-790E-F0D6-14CD-8545CCA210C9}"/>
              </a:ext>
            </a:extLst>
          </p:cNvPr>
          <p:cNvSpPr>
            <a:spLocks noGrp="1"/>
          </p:cNvSpPr>
          <p:nvPr>
            <p:ph type="ctrTitle"/>
          </p:nvPr>
        </p:nvSpPr>
        <p:spPr/>
        <p:txBody>
          <a:bodyPr/>
          <a:lstStyle/>
          <a:p>
            <a:r>
              <a:rPr lang="en-US" dirty="0"/>
              <a:t>Cover slide with image</a:t>
            </a:r>
          </a:p>
        </p:txBody>
      </p:sp>
      <p:sp>
        <p:nvSpPr>
          <p:cNvPr id="8" name="Subtitle 7">
            <a:extLst>
              <a:ext uri="{FF2B5EF4-FFF2-40B4-BE49-F238E27FC236}">
                <a16:creationId xmlns:a16="http://schemas.microsoft.com/office/drawing/2014/main" id="{26DC3C24-D0AD-4530-7B8C-8E2EB603F624}"/>
              </a:ext>
            </a:extLst>
          </p:cNvPr>
          <p:cNvSpPr>
            <a:spLocks noGrp="1"/>
          </p:cNvSpPr>
          <p:nvPr>
            <p:ph type="subTitle" idx="16"/>
          </p:nvPr>
        </p:nvSpPr>
        <p:spPr/>
        <p:txBody>
          <a:bodyPr/>
          <a:lstStyle/>
          <a:p>
            <a:r>
              <a:rPr lang="en-US" dirty="0"/>
              <a:t>Subhead</a:t>
            </a:r>
          </a:p>
        </p:txBody>
      </p:sp>
      <p:sp>
        <p:nvSpPr>
          <p:cNvPr id="9" name="Text Placeholder 8">
            <a:extLst>
              <a:ext uri="{FF2B5EF4-FFF2-40B4-BE49-F238E27FC236}">
                <a16:creationId xmlns:a16="http://schemas.microsoft.com/office/drawing/2014/main" id="{021383C7-C44B-23B7-81CF-2933D9F9DD42}"/>
              </a:ext>
            </a:extLst>
          </p:cNvPr>
          <p:cNvSpPr>
            <a:spLocks noGrp="1"/>
          </p:cNvSpPr>
          <p:nvPr>
            <p:ph type="body" sz="quarter" idx="13"/>
          </p:nvPr>
        </p:nvSpPr>
        <p:spPr/>
        <p:txBody>
          <a:bodyPr/>
          <a:lstStyle/>
          <a:p>
            <a:r>
              <a:rPr lang="en-US" dirty="0"/>
              <a:t>Descriptive subhead copy goes </a:t>
            </a:r>
            <a:br>
              <a:rPr lang="en-US" dirty="0"/>
            </a:br>
            <a:r>
              <a:rPr lang="en-US" dirty="0"/>
              <a:t>here lorem ipsum dolor sit </a:t>
            </a:r>
            <a:r>
              <a:rPr lang="en-US" dirty="0" err="1"/>
              <a:t>amet</a:t>
            </a:r>
            <a:r>
              <a:rPr lang="en-US" dirty="0"/>
              <a:t>, </a:t>
            </a:r>
            <a:br>
              <a:rPr lang="en-US" dirty="0"/>
            </a:br>
            <a:r>
              <a:rPr lang="en-US" dirty="0" err="1"/>
              <a:t>consectetuer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2339143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close-up of a circuit board&#10;&#10;Description automatically generated">
            <a:extLst>
              <a:ext uri="{FF2B5EF4-FFF2-40B4-BE49-F238E27FC236}">
                <a16:creationId xmlns:a16="http://schemas.microsoft.com/office/drawing/2014/main" id="{CCF807C4-B020-1239-26FB-904CAB2A947A}"/>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CC9458D-92B0-EA83-B055-CF92286A994C}"/>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5D5E157A-FF22-D24D-D0C6-C7A3F8F05C63}"/>
              </a:ext>
            </a:extLst>
          </p:cNvPr>
          <p:cNvSpPr>
            <a:spLocks noGrp="1"/>
          </p:cNvSpPr>
          <p:nvPr>
            <p:ph type="body" sz="quarter" idx="10"/>
          </p:nvPr>
        </p:nvSpPr>
        <p:spPr/>
        <p:txBody>
          <a:bodyPr/>
          <a:lstStyle/>
          <a:p>
            <a:endParaRPr lang="en-US"/>
          </a:p>
        </p:txBody>
      </p:sp>
      <p:sp>
        <p:nvSpPr>
          <p:cNvPr id="5" name="Text Placeholder 4">
            <a:extLst>
              <a:ext uri="{FF2B5EF4-FFF2-40B4-BE49-F238E27FC236}">
                <a16:creationId xmlns:a16="http://schemas.microsoft.com/office/drawing/2014/main" id="{9F2A3A0E-6615-7AB3-38FE-7ACAE353F371}"/>
              </a:ext>
            </a:extLst>
          </p:cNvPr>
          <p:cNvSpPr>
            <a:spLocks noGrp="1"/>
          </p:cNvSpPr>
          <p:nvPr>
            <p:ph type="body" sz="quarter" idx="14"/>
          </p:nvPr>
        </p:nvSpPr>
        <p:spPr/>
        <p:txBody>
          <a:bodyPr/>
          <a:lstStyle/>
          <a:p>
            <a:r>
              <a:rPr lang="en-US" dirty="0"/>
              <a:t>Deck type</a:t>
            </a:r>
          </a:p>
        </p:txBody>
      </p:sp>
      <p:sp>
        <p:nvSpPr>
          <p:cNvPr id="6" name="Text Placeholder 5">
            <a:extLst>
              <a:ext uri="{FF2B5EF4-FFF2-40B4-BE49-F238E27FC236}">
                <a16:creationId xmlns:a16="http://schemas.microsoft.com/office/drawing/2014/main" id="{68ACD46A-4A63-D172-BCA8-FEE00B923B8A}"/>
              </a:ext>
            </a:extLst>
          </p:cNvPr>
          <p:cNvSpPr>
            <a:spLocks noGrp="1"/>
          </p:cNvSpPr>
          <p:nvPr>
            <p:ph type="body" sz="quarter" idx="17"/>
          </p:nvPr>
        </p:nvSpPr>
        <p:spPr/>
        <p:txBody>
          <a:bodyPr/>
          <a:lstStyle/>
          <a:p>
            <a:r>
              <a:rPr lang="en-US" dirty="0"/>
              <a:t>XX month year</a:t>
            </a:r>
          </a:p>
        </p:txBody>
      </p:sp>
      <p:sp>
        <p:nvSpPr>
          <p:cNvPr id="7" name="Title 6">
            <a:extLst>
              <a:ext uri="{FF2B5EF4-FFF2-40B4-BE49-F238E27FC236}">
                <a16:creationId xmlns:a16="http://schemas.microsoft.com/office/drawing/2014/main" id="{DD57C7E0-1DE8-FCCF-4AAE-A2C8B2AA9305}"/>
              </a:ext>
            </a:extLst>
          </p:cNvPr>
          <p:cNvSpPr>
            <a:spLocks noGrp="1"/>
          </p:cNvSpPr>
          <p:nvPr>
            <p:ph type="ctrTitle"/>
          </p:nvPr>
        </p:nvSpPr>
        <p:spPr/>
        <p:txBody>
          <a:bodyPr/>
          <a:lstStyle/>
          <a:p>
            <a:r>
              <a:rPr lang="en-US" dirty="0"/>
              <a:t>Cover slide with image</a:t>
            </a:r>
          </a:p>
        </p:txBody>
      </p:sp>
      <p:sp>
        <p:nvSpPr>
          <p:cNvPr id="8" name="Subtitle 7">
            <a:extLst>
              <a:ext uri="{FF2B5EF4-FFF2-40B4-BE49-F238E27FC236}">
                <a16:creationId xmlns:a16="http://schemas.microsoft.com/office/drawing/2014/main" id="{4A88C0ED-DEEE-FA48-268B-CD8CDC3D8985}"/>
              </a:ext>
            </a:extLst>
          </p:cNvPr>
          <p:cNvSpPr>
            <a:spLocks noGrp="1"/>
          </p:cNvSpPr>
          <p:nvPr>
            <p:ph type="subTitle" idx="16"/>
          </p:nvPr>
        </p:nvSpPr>
        <p:spPr/>
        <p:txBody>
          <a:bodyPr/>
          <a:lstStyle/>
          <a:p>
            <a:r>
              <a:rPr lang="en-US" dirty="0"/>
              <a:t>Subhead</a:t>
            </a:r>
          </a:p>
        </p:txBody>
      </p:sp>
      <p:sp>
        <p:nvSpPr>
          <p:cNvPr id="9" name="Text Placeholder 8">
            <a:extLst>
              <a:ext uri="{FF2B5EF4-FFF2-40B4-BE49-F238E27FC236}">
                <a16:creationId xmlns:a16="http://schemas.microsoft.com/office/drawing/2014/main" id="{088189F1-EC58-6168-FC94-69585909C195}"/>
              </a:ext>
            </a:extLst>
          </p:cNvPr>
          <p:cNvSpPr>
            <a:spLocks noGrp="1"/>
          </p:cNvSpPr>
          <p:nvPr>
            <p:ph type="body" sz="quarter" idx="13"/>
          </p:nvPr>
        </p:nvSpPr>
        <p:spPr/>
        <p:txBody>
          <a:bodyPr/>
          <a:lstStyle/>
          <a:p>
            <a:r>
              <a:rPr lang="en-US" dirty="0"/>
              <a:t>Descriptive subhead copy goes </a:t>
            </a:r>
            <a:br>
              <a:rPr lang="en-US" dirty="0"/>
            </a:br>
            <a:r>
              <a:rPr lang="en-US" dirty="0"/>
              <a:t>here lorem ipsum dolor sit </a:t>
            </a:r>
            <a:r>
              <a:rPr lang="en-US" dirty="0" err="1"/>
              <a:t>amet</a:t>
            </a:r>
            <a:r>
              <a:rPr lang="en-US" dirty="0"/>
              <a:t>, </a:t>
            </a:r>
            <a:br>
              <a:rPr lang="en-US" dirty="0"/>
            </a:br>
            <a:r>
              <a:rPr lang="en-US" dirty="0" err="1"/>
              <a:t>consectetuer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3538951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Close-up of a solar panel&#10;&#10;Description automatically generated">
            <a:extLst>
              <a:ext uri="{FF2B5EF4-FFF2-40B4-BE49-F238E27FC236}">
                <a16:creationId xmlns:a16="http://schemas.microsoft.com/office/drawing/2014/main" id="{6E57897C-A7AB-C998-0266-053211AA07CD}"/>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127243E5-3E30-2D73-46AE-31456F368998}"/>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9705C107-89C3-CE1E-12BE-AE37C6DEFBD0}"/>
              </a:ext>
            </a:extLst>
          </p:cNvPr>
          <p:cNvSpPr>
            <a:spLocks noGrp="1"/>
          </p:cNvSpPr>
          <p:nvPr>
            <p:ph type="body" sz="quarter" idx="10"/>
          </p:nvPr>
        </p:nvSpPr>
        <p:spPr/>
        <p:txBody>
          <a:bodyPr/>
          <a:lstStyle/>
          <a:p>
            <a:endParaRPr lang="en-US"/>
          </a:p>
        </p:txBody>
      </p:sp>
      <p:sp>
        <p:nvSpPr>
          <p:cNvPr id="5" name="Text Placeholder 4">
            <a:extLst>
              <a:ext uri="{FF2B5EF4-FFF2-40B4-BE49-F238E27FC236}">
                <a16:creationId xmlns:a16="http://schemas.microsoft.com/office/drawing/2014/main" id="{E537FE7D-B209-F4A9-A52F-BBD64018E6F1}"/>
              </a:ext>
            </a:extLst>
          </p:cNvPr>
          <p:cNvSpPr>
            <a:spLocks noGrp="1"/>
          </p:cNvSpPr>
          <p:nvPr>
            <p:ph type="body" sz="quarter" idx="14"/>
          </p:nvPr>
        </p:nvSpPr>
        <p:spPr/>
        <p:txBody>
          <a:bodyPr/>
          <a:lstStyle/>
          <a:p>
            <a:r>
              <a:rPr lang="en-US" dirty="0"/>
              <a:t>Deck type</a:t>
            </a:r>
          </a:p>
        </p:txBody>
      </p:sp>
      <p:sp>
        <p:nvSpPr>
          <p:cNvPr id="6" name="Text Placeholder 5">
            <a:extLst>
              <a:ext uri="{FF2B5EF4-FFF2-40B4-BE49-F238E27FC236}">
                <a16:creationId xmlns:a16="http://schemas.microsoft.com/office/drawing/2014/main" id="{075D3BB5-2AFB-E9DB-FDB1-04887E24458E}"/>
              </a:ext>
            </a:extLst>
          </p:cNvPr>
          <p:cNvSpPr>
            <a:spLocks noGrp="1"/>
          </p:cNvSpPr>
          <p:nvPr>
            <p:ph type="body" sz="quarter" idx="17"/>
          </p:nvPr>
        </p:nvSpPr>
        <p:spPr/>
        <p:txBody>
          <a:bodyPr/>
          <a:lstStyle/>
          <a:p>
            <a:r>
              <a:rPr lang="en-US" dirty="0"/>
              <a:t>XX month year</a:t>
            </a:r>
          </a:p>
        </p:txBody>
      </p:sp>
      <p:sp>
        <p:nvSpPr>
          <p:cNvPr id="7" name="Title 6">
            <a:extLst>
              <a:ext uri="{FF2B5EF4-FFF2-40B4-BE49-F238E27FC236}">
                <a16:creationId xmlns:a16="http://schemas.microsoft.com/office/drawing/2014/main" id="{6D4AA5CF-7651-F5EF-F2CB-54DD9D2AC97B}"/>
              </a:ext>
            </a:extLst>
          </p:cNvPr>
          <p:cNvSpPr>
            <a:spLocks noGrp="1"/>
          </p:cNvSpPr>
          <p:nvPr>
            <p:ph type="ctrTitle"/>
          </p:nvPr>
        </p:nvSpPr>
        <p:spPr/>
        <p:txBody>
          <a:bodyPr/>
          <a:lstStyle/>
          <a:p>
            <a:r>
              <a:rPr lang="en-US" dirty="0"/>
              <a:t>Cover slide with image</a:t>
            </a:r>
          </a:p>
        </p:txBody>
      </p:sp>
      <p:sp>
        <p:nvSpPr>
          <p:cNvPr id="8" name="Subtitle 7">
            <a:extLst>
              <a:ext uri="{FF2B5EF4-FFF2-40B4-BE49-F238E27FC236}">
                <a16:creationId xmlns:a16="http://schemas.microsoft.com/office/drawing/2014/main" id="{7EB5F4E6-C193-FB08-8820-4B6C8722CE12}"/>
              </a:ext>
            </a:extLst>
          </p:cNvPr>
          <p:cNvSpPr>
            <a:spLocks noGrp="1"/>
          </p:cNvSpPr>
          <p:nvPr>
            <p:ph type="subTitle" idx="16"/>
          </p:nvPr>
        </p:nvSpPr>
        <p:spPr/>
        <p:txBody>
          <a:bodyPr/>
          <a:lstStyle/>
          <a:p>
            <a:r>
              <a:rPr lang="en-US" dirty="0"/>
              <a:t>Subhead</a:t>
            </a:r>
          </a:p>
        </p:txBody>
      </p:sp>
      <p:sp>
        <p:nvSpPr>
          <p:cNvPr id="9" name="Text Placeholder 8">
            <a:extLst>
              <a:ext uri="{FF2B5EF4-FFF2-40B4-BE49-F238E27FC236}">
                <a16:creationId xmlns:a16="http://schemas.microsoft.com/office/drawing/2014/main" id="{4DCEDA08-81BD-FB95-B943-87A6060B53CF}"/>
              </a:ext>
            </a:extLst>
          </p:cNvPr>
          <p:cNvSpPr>
            <a:spLocks noGrp="1"/>
          </p:cNvSpPr>
          <p:nvPr>
            <p:ph type="body" sz="quarter" idx="13"/>
          </p:nvPr>
        </p:nvSpPr>
        <p:spPr/>
        <p:txBody>
          <a:bodyPr/>
          <a:lstStyle/>
          <a:p>
            <a:r>
              <a:rPr lang="en-US" dirty="0"/>
              <a:t>Descriptive subhead copy goes </a:t>
            </a:r>
            <a:br>
              <a:rPr lang="en-US" dirty="0"/>
            </a:br>
            <a:r>
              <a:rPr lang="en-US" dirty="0"/>
              <a:t>here lorem ipsum dolor sit </a:t>
            </a:r>
            <a:r>
              <a:rPr lang="en-US" dirty="0" err="1"/>
              <a:t>amet</a:t>
            </a:r>
            <a:r>
              <a:rPr lang="en-US" dirty="0"/>
              <a:t>, </a:t>
            </a:r>
            <a:br>
              <a:rPr lang="en-US" dirty="0"/>
            </a:br>
            <a:r>
              <a:rPr lang="en-US" dirty="0" err="1"/>
              <a:t>consectetuer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2597635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24F285-20AF-2B0E-E929-8086AD8A62A2}"/>
              </a:ext>
            </a:extLst>
          </p:cNvPr>
          <p:cNvSpPr>
            <a:spLocks noGrp="1"/>
          </p:cNvSpPr>
          <p:nvPr>
            <p:ph type="title"/>
          </p:nvPr>
        </p:nvSpPr>
        <p:spPr/>
        <p:txBody>
          <a:bodyPr/>
          <a:lstStyle/>
          <a:p>
            <a:r>
              <a:rPr lang="en-GB" sz="5400"/>
              <a:t>Presentation </a:t>
            </a:r>
            <a:br>
              <a:rPr lang="en-GB" sz="5400"/>
            </a:br>
            <a:r>
              <a:rPr lang="en-GB" sz="5400"/>
              <a:t>contents</a:t>
            </a:r>
            <a:endParaRPr lang="en-US" sz="5400"/>
          </a:p>
        </p:txBody>
      </p:sp>
      <p:graphicFrame>
        <p:nvGraphicFramePr>
          <p:cNvPr id="8" name="object 3">
            <a:extLst>
              <a:ext uri="{FF2B5EF4-FFF2-40B4-BE49-F238E27FC236}">
                <a16:creationId xmlns:a16="http://schemas.microsoft.com/office/drawing/2014/main" id="{BB4250C4-651C-45A5-CB51-8F060E4B89FD}"/>
              </a:ext>
            </a:extLst>
          </p:cNvPr>
          <p:cNvGraphicFramePr>
            <a:graphicFrameLocks noGrp="1"/>
          </p:cNvGraphicFramePr>
          <p:nvPr>
            <p:ph sz="quarter" idx="13"/>
            <p:extLst>
              <p:ext uri="{D42A27DB-BD31-4B8C-83A1-F6EECF244321}">
                <p14:modId xmlns:p14="http://schemas.microsoft.com/office/powerpoint/2010/main" val="3618666375"/>
              </p:ext>
            </p:extLst>
          </p:nvPr>
        </p:nvGraphicFramePr>
        <p:xfrm>
          <a:off x="571500" y="2933700"/>
          <a:ext cx="11049000" cy="2743200"/>
        </p:xfrm>
        <a:graphic>
          <a:graphicData uri="http://schemas.openxmlformats.org/drawingml/2006/table">
            <a:tbl>
              <a:tblPr firstRow="1" bandRow="1">
                <a:tableStyleId>{2D5ABB26-0587-4C30-8999-92F81FD0307C}</a:tableStyleId>
              </a:tblPr>
              <a:tblGrid>
                <a:gridCol w="1863695">
                  <a:extLst>
                    <a:ext uri="{9D8B030D-6E8A-4147-A177-3AD203B41FA5}">
                      <a16:colId xmlns:a16="http://schemas.microsoft.com/office/drawing/2014/main" val="20000"/>
                    </a:ext>
                  </a:extLst>
                </a:gridCol>
                <a:gridCol w="7538985">
                  <a:extLst>
                    <a:ext uri="{9D8B030D-6E8A-4147-A177-3AD203B41FA5}">
                      <a16:colId xmlns:a16="http://schemas.microsoft.com/office/drawing/2014/main" val="20001"/>
                    </a:ext>
                  </a:extLst>
                </a:gridCol>
                <a:gridCol w="1646320">
                  <a:extLst>
                    <a:ext uri="{9D8B030D-6E8A-4147-A177-3AD203B41FA5}">
                      <a16:colId xmlns:a16="http://schemas.microsoft.com/office/drawing/2014/main" val="20002"/>
                    </a:ext>
                  </a:extLst>
                </a:gridCol>
              </a:tblGrid>
              <a:tr h="342900">
                <a:tc>
                  <a:txBody>
                    <a:bodyPr/>
                    <a:lstStyle/>
                    <a:p>
                      <a:pPr algn="l">
                        <a:lnSpc>
                          <a:spcPct val="100000"/>
                        </a:lnSpc>
                        <a:spcBef>
                          <a:spcPts val="640"/>
                        </a:spcBef>
                      </a:pPr>
                      <a:r>
                        <a:rPr lang="en-US" sz="1400" b="1" spc="0">
                          <a:solidFill>
                            <a:schemeClr val="tx1"/>
                          </a:solidFill>
                          <a:latin typeface="+mn-lt"/>
                          <a:cs typeface="+mn-cs"/>
                        </a:rPr>
                        <a:t>P4</a:t>
                      </a:r>
                      <a:endParaRPr lang="en-US" sz="1400" spc="0">
                        <a:solidFill>
                          <a:schemeClr val="tx1"/>
                        </a:solidFill>
                        <a:latin typeface="+mn-lt"/>
                        <a:cs typeface="+mn-cs"/>
                      </a:endParaRPr>
                    </a:p>
                  </a:txBody>
                  <a:tcPr marL="0" marR="0" marT="0" marB="0" anchor="ctr">
                    <a:lnL>
                      <a:noFill/>
                    </a:lnL>
                    <a:lnR>
                      <a:noFill/>
                    </a:lnR>
                    <a:lnT>
                      <a:noFill/>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a:lnSpc>
                          <a:spcPct val="100000"/>
                        </a:lnSpc>
                        <a:tabLst/>
                      </a:pPr>
                      <a:r>
                        <a:rPr lang="en-US" sz="1400" b="0" i="0" spc="0">
                          <a:solidFill>
                            <a:schemeClr val="tx1"/>
                          </a:solidFill>
                          <a:latin typeface="+mn-lt"/>
                          <a:cs typeface="+mn-cs"/>
                        </a:rPr>
                        <a:t>Introduction</a:t>
                      </a:r>
                    </a:p>
                  </a:txBody>
                  <a:tcPr marL="0" marR="0" marT="0" marB="0" anchor="ctr">
                    <a:lnL>
                      <a:noFill/>
                    </a:lnL>
                    <a:lnR>
                      <a:noFill/>
                    </a:lnR>
                    <a:lnT>
                      <a:noFill/>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en-US" sz="1400" b="0" i="0" spc="0">
                          <a:solidFill>
                            <a:schemeClr val="tx1"/>
                          </a:solidFill>
                          <a:latin typeface="+mn-lt"/>
                          <a:cs typeface="+mn-cs"/>
                        </a:rPr>
                        <a:t>10 min.</a:t>
                      </a:r>
                    </a:p>
                  </a:txBody>
                  <a:tcPr marL="0" marR="0" marT="0" marB="0" anchor="ctr">
                    <a:lnL>
                      <a:noFill/>
                    </a:lnL>
                    <a:lnR>
                      <a:noFill/>
                    </a:lnR>
                    <a:lnT>
                      <a:noFill/>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42900">
                <a:tc>
                  <a:txBody>
                    <a:bodyPr/>
                    <a:lstStyle/>
                    <a:p>
                      <a:pPr algn="l">
                        <a:lnSpc>
                          <a:spcPct val="100000"/>
                        </a:lnSpc>
                      </a:pPr>
                      <a:r>
                        <a:rPr lang="en-US" sz="1400" b="1" spc="0">
                          <a:solidFill>
                            <a:schemeClr val="tx1"/>
                          </a:solidFill>
                          <a:latin typeface="+mn-lt"/>
                          <a:cs typeface="+mn-cs"/>
                        </a:rPr>
                        <a:t>P9 </a:t>
                      </a:r>
                      <a:endParaRPr lang="en-US" sz="1400" spc="0">
                        <a:solidFill>
                          <a:schemeClr val="tx1"/>
                        </a:solidFill>
                        <a:latin typeface="+mn-lt"/>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About Slalom</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0"/>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2900">
                <a:tc>
                  <a:txBody>
                    <a:bodyPr/>
                    <a:lstStyle/>
                    <a:p>
                      <a:pPr algn="l">
                        <a:lnSpc>
                          <a:spcPct val="100000"/>
                        </a:lnSpc>
                        <a:spcBef>
                          <a:spcPts val="0"/>
                        </a:spcBef>
                      </a:pPr>
                      <a:r>
                        <a:rPr lang="en-US" sz="1400" b="1" spc="0">
                          <a:solidFill>
                            <a:schemeClr val="tx1"/>
                          </a:solidFill>
                          <a:latin typeface="+mn-lt"/>
                          <a:cs typeface="+mn-cs"/>
                        </a:rPr>
                        <a:t>P21</a:t>
                      </a:r>
                      <a:endParaRPr lang="en-US" sz="1400" spc="0">
                        <a:solidFill>
                          <a:schemeClr val="tx1"/>
                        </a:solidFill>
                        <a:latin typeface="+mn-lt"/>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0"/>
                        </a:spcBef>
                        <a:tabLst/>
                      </a:pPr>
                      <a:r>
                        <a:rPr lang="en-US" sz="1400" b="0" i="0" kern="1200" spc="0">
                          <a:solidFill>
                            <a:schemeClr val="tx1"/>
                          </a:solidFill>
                          <a:latin typeface="+mn-lt"/>
                          <a:ea typeface="+mn-ea"/>
                          <a:cs typeface="+mn-cs"/>
                        </a:rPr>
                        <a:t>Building with us</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0"/>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42900">
                <a:tc>
                  <a:txBody>
                    <a:bodyPr/>
                    <a:lstStyle/>
                    <a:p>
                      <a:pPr algn="l">
                        <a:lnSpc>
                          <a:spcPct val="100000"/>
                        </a:lnSpc>
                      </a:pPr>
                      <a:r>
                        <a:rPr lang="en-US" sz="1400" b="1" spc="0">
                          <a:solidFill>
                            <a:schemeClr val="tx1"/>
                          </a:solidFill>
                          <a:latin typeface="+mn-lt"/>
                          <a:cs typeface="+mn-cs"/>
                        </a:rPr>
                        <a:t>P26 </a:t>
                      </a:r>
                      <a:endParaRPr lang="en-US" sz="1400" spc="0">
                        <a:solidFill>
                          <a:schemeClr val="tx1"/>
                        </a:solidFill>
                        <a:latin typeface="+mn-lt"/>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Our approach</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42900">
                <a:tc>
                  <a:txBody>
                    <a:bodyPr/>
                    <a:lstStyle/>
                    <a:p>
                      <a:pPr algn="l">
                        <a:lnSpc>
                          <a:spcPct val="100000"/>
                        </a:lnSpc>
                      </a:pPr>
                      <a:r>
                        <a:rPr lang="en-US" sz="1400" b="1" spc="0">
                          <a:solidFill>
                            <a:schemeClr val="tx1"/>
                          </a:solidFill>
                          <a:latin typeface="+mn-lt"/>
                          <a:cs typeface="+mn-cs"/>
                        </a:rPr>
                        <a:t>P28</a:t>
                      </a:r>
                      <a:endParaRPr lang="en-US" sz="1400" spc="0">
                        <a:solidFill>
                          <a:schemeClr val="tx1"/>
                        </a:solidFill>
                        <a:latin typeface="+mn-lt"/>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Crafting your opportunity</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42900">
                <a:tc>
                  <a:txBody>
                    <a:bodyPr/>
                    <a:lstStyle/>
                    <a:p>
                      <a:pPr algn="l">
                        <a:lnSpc>
                          <a:spcPct val="100000"/>
                        </a:lnSpc>
                      </a:pPr>
                      <a:r>
                        <a:rPr lang="en-US" sz="1400" b="1" spc="0">
                          <a:solidFill>
                            <a:schemeClr val="tx1"/>
                          </a:solidFill>
                          <a:latin typeface="+mn-lt"/>
                          <a:cs typeface="+mn-cs"/>
                        </a:rPr>
                        <a:t>P30</a:t>
                      </a:r>
                      <a:endParaRPr lang="en-US" sz="1400" spc="0">
                        <a:solidFill>
                          <a:schemeClr val="tx1"/>
                        </a:solidFill>
                        <a:latin typeface="+mn-lt"/>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Q&amp;A</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42900">
                <a:tc>
                  <a:txBody>
                    <a:bodyPr/>
                    <a:lstStyle/>
                    <a:p>
                      <a:pPr algn="l">
                        <a:lnSpc>
                          <a:spcPct val="100000"/>
                        </a:lnSpc>
                      </a:pPr>
                      <a:r>
                        <a:rPr lang="en-US" sz="1400" b="1" spc="0">
                          <a:solidFill>
                            <a:schemeClr val="tx1"/>
                          </a:solidFill>
                          <a:latin typeface="+mn-lt"/>
                          <a:cs typeface="+mn-cs"/>
                        </a:rPr>
                        <a:t>P34</a:t>
                      </a:r>
                      <a:endParaRPr lang="en-US" sz="1400" spc="0">
                        <a:solidFill>
                          <a:schemeClr val="tx1"/>
                        </a:solidFill>
                        <a:latin typeface="+mn-lt"/>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Let’s connect</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6862568"/>
                  </a:ext>
                </a:extLst>
              </a:tr>
              <a:tr h="342900">
                <a:tc>
                  <a:txBody>
                    <a:bodyPr/>
                    <a:lstStyle/>
                    <a:p>
                      <a:pPr algn="l">
                        <a:lnSpc>
                          <a:spcPct val="100000"/>
                        </a:lnSpc>
                      </a:pPr>
                      <a:r>
                        <a:rPr lang="en-US" sz="1400" b="1" spc="0">
                          <a:solidFill>
                            <a:schemeClr val="tx1"/>
                          </a:solidFill>
                          <a:latin typeface="+mn-lt"/>
                          <a:cs typeface="+mn-cs"/>
                        </a:rPr>
                        <a:t>P42</a:t>
                      </a:r>
                      <a:endParaRPr lang="en-US" sz="1400" spc="0">
                        <a:solidFill>
                          <a:schemeClr val="tx1"/>
                        </a:solidFill>
                        <a:latin typeface="+mn-lt"/>
                        <a:cs typeface="+mn-cs"/>
                      </a:endParaRP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Next steps</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194082"/>
                  </a:ext>
                </a:extLst>
              </a:tr>
            </a:tbl>
          </a:graphicData>
        </a:graphic>
      </p:graphicFrame>
      <p:sp>
        <p:nvSpPr>
          <p:cNvPr id="2" name="Date Placeholder 1">
            <a:extLst>
              <a:ext uri="{FF2B5EF4-FFF2-40B4-BE49-F238E27FC236}">
                <a16:creationId xmlns:a16="http://schemas.microsoft.com/office/drawing/2014/main" id="{956E6A3B-74AE-8F44-B035-F1EB8C60C4D0}"/>
              </a:ext>
              <a:ext uri="{C183D7F6-B498-43B3-948B-1728B52AA6E4}">
                <adec:decorative xmlns:adec="http://schemas.microsoft.com/office/drawing/2017/decorative" val="1"/>
              </a:ext>
            </a:extLst>
          </p:cNvPr>
          <p:cNvSpPr>
            <a:spLocks noGrp="1"/>
          </p:cNvSpPr>
          <p:nvPr>
            <p:ph type="dt" sz="half" idx="10"/>
          </p:nvPr>
        </p:nvSpPr>
        <p:spPr/>
        <p:txBody>
          <a:bodyPr/>
          <a:lstStyle/>
          <a:p>
            <a:fld id="{7D9B564C-06C3-4978-B072-A6B127CD3F52}" type="datetimeyyyy">
              <a:rPr lang="en-US" smtClean="0"/>
              <a:t>2025</a:t>
            </a:fld>
            <a:endParaRPr lang="en-US"/>
          </a:p>
        </p:txBody>
      </p:sp>
      <p:sp>
        <p:nvSpPr>
          <p:cNvPr id="3" name="Footer Placeholder 2">
            <a:extLst>
              <a:ext uri="{FF2B5EF4-FFF2-40B4-BE49-F238E27FC236}">
                <a16:creationId xmlns:a16="http://schemas.microsoft.com/office/drawing/2014/main" id="{CD06C09D-FC32-2CF3-3EC0-6A68D5C4A19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E6CA4BDA-9723-3D37-25BC-7F0635C02C0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24</a:t>
            </a:fld>
            <a:endParaRPr lang="en-US"/>
          </a:p>
        </p:txBody>
      </p:sp>
      <p:pic>
        <p:nvPicPr>
          <p:cNvPr id="7" name="Picture 9">
            <a:extLst>
              <a:ext uri="{FF2B5EF4-FFF2-40B4-BE49-F238E27FC236}">
                <a16:creationId xmlns:a16="http://schemas.microsoft.com/office/drawing/2014/main" id="{C42E0095-E98F-5123-B774-79851F7E3AD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382213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24F285-20AF-2B0E-E929-8086AD8A62A2}"/>
              </a:ext>
            </a:extLst>
          </p:cNvPr>
          <p:cNvSpPr>
            <a:spLocks noGrp="1"/>
          </p:cNvSpPr>
          <p:nvPr>
            <p:ph type="title"/>
          </p:nvPr>
        </p:nvSpPr>
        <p:spPr/>
        <p:txBody>
          <a:bodyPr/>
          <a:lstStyle/>
          <a:p>
            <a:r>
              <a:rPr lang="en-GB" sz="5400"/>
              <a:t>Presentation </a:t>
            </a:r>
            <a:br>
              <a:rPr lang="en-GB" sz="5400"/>
            </a:br>
            <a:r>
              <a:rPr lang="en-GB" sz="5400"/>
              <a:t>contents</a:t>
            </a:r>
            <a:endParaRPr lang="en-US" sz="5400"/>
          </a:p>
        </p:txBody>
      </p:sp>
      <p:graphicFrame>
        <p:nvGraphicFramePr>
          <p:cNvPr id="6" name="object 3">
            <a:extLst>
              <a:ext uri="{FF2B5EF4-FFF2-40B4-BE49-F238E27FC236}">
                <a16:creationId xmlns:a16="http://schemas.microsoft.com/office/drawing/2014/main" id="{7226F23C-41C7-250A-822E-AA39B7018B97}"/>
              </a:ext>
            </a:extLst>
          </p:cNvPr>
          <p:cNvGraphicFramePr>
            <a:graphicFrameLocks noGrp="1"/>
          </p:cNvGraphicFramePr>
          <p:nvPr>
            <p:extLst>
              <p:ext uri="{D42A27DB-BD31-4B8C-83A1-F6EECF244321}">
                <p14:modId xmlns:p14="http://schemas.microsoft.com/office/powerpoint/2010/main" val="3396773132"/>
              </p:ext>
            </p:extLst>
          </p:nvPr>
        </p:nvGraphicFramePr>
        <p:xfrm>
          <a:off x="6210299" y="2933700"/>
          <a:ext cx="5410199" cy="3124200"/>
        </p:xfrm>
        <a:graphic>
          <a:graphicData uri="http://schemas.openxmlformats.org/drawingml/2006/table">
            <a:tbl>
              <a:tblPr firstRow="1" bandRow="1">
                <a:tableStyleId>{2D5ABB26-0587-4C30-8999-92F81FD0307C}</a:tableStyleId>
              </a:tblPr>
              <a:tblGrid>
                <a:gridCol w="936459">
                  <a:extLst>
                    <a:ext uri="{9D8B030D-6E8A-4147-A177-3AD203B41FA5}">
                      <a16:colId xmlns:a16="http://schemas.microsoft.com/office/drawing/2014/main" val="20000"/>
                    </a:ext>
                  </a:extLst>
                </a:gridCol>
                <a:gridCol w="3765884">
                  <a:extLst>
                    <a:ext uri="{9D8B030D-6E8A-4147-A177-3AD203B41FA5}">
                      <a16:colId xmlns:a16="http://schemas.microsoft.com/office/drawing/2014/main" val="20001"/>
                    </a:ext>
                  </a:extLst>
                </a:gridCol>
                <a:gridCol w="707856">
                  <a:extLst>
                    <a:ext uri="{9D8B030D-6E8A-4147-A177-3AD203B41FA5}">
                      <a16:colId xmlns:a16="http://schemas.microsoft.com/office/drawing/2014/main" val="20002"/>
                    </a:ext>
                  </a:extLst>
                </a:gridCol>
              </a:tblGrid>
              <a:tr h="390525">
                <a:tc>
                  <a:txBody>
                    <a:bodyPr/>
                    <a:lstStyle/>
                    <a:p>
                      <a:pPr algn="l">
                        <a:lnSpc>
                          <a:spcPct val="100000"/>
                        </a:lnSpc>
                        <a:spcBef>
                          <a:spcPts val="640"/>
                        </a:spcBef>
                      </a:pPr>
                      <a:r>
                        <a:rPr lang="en-US" sz="1400" b="1" spc="0">
                          <a:solidFill>
                            <a:schemeClr val="tx1"/>
                          </a:solidFill>
                          <a:latin typeface="+mn-lt"/>
                          <a:cs typeface="+mn-cs"/>
                        </a:rPr>
                        <a:t>P4</a:t>
                      </a:r>
                      <a:endParaRPr lang="en-US" sz="1400" spc="0">
                        <a:solidFill>
                          <a:schemeClr val="tx1"/>
                        </a:solidFill>
                        <a:latin typeface="+mn-lt"/>
                        <a:cs typeface="+mn-cs"/>
                      </a:endParaRPr>
                    </a:p>
                  </a:txBody>
                  <a:tcPr marL="0" marR="0" marT="0" marB="0" anchor="ctr">
                    <a:lnL>
                      <a:noFill/>
                    </a:lnL>
                    <a:lnR>
                      <a:noFill/>
                    </a:lnR>
                    <a:lnT>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a:lnSpc>
                          <a:spcPct val="100000"/>
                        </a:lnSpc>
                        <a:tabLst/>
                      </a:pPr>
                      <a:r>
                        <a:rPr lang="en-US" sz="1400" b="0" i="0" spc="0">
                          <a:solidFill>
                            <a:schemeClr val="tx1"/>
                          </a:solidFill>
                          <a:latin typeface="+mn-lt"/>
                          <a:cs typeface="+mn-cs"/>
                        </a:rPr>
                        <a:t>Introduction</a:t>
                      </a:r>
                    </a:p>
                  </a:txBody>
                  <a:tcPr marL="0" marR="0" marT="0" marB="0" anchor="ctr">
                    <a:lnL>
                      <a:noFill/>
                    </a:lnL>
                    <a:lnR>
                      <a:noFill/>
                    </a:lnR>
                    <a:lnT>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pPr>
                      <a:r>
                        <a:rPr lang="en-US" sz="1400" b="0" i="0" spc="0">
                          <a:solidFill>
                            <a:schemeClr val="tx1"/>
                          </a:solidFill>
                          <a:latin typeface="+mn-lt"/>
                          <a:cs typeface="+mn-cs"/>
                        </a:rPr>
                        <a:t>10 min.</a:t>
                      </a:r>
                    </a:p>
                  </a:txBody>
                  <a:tcPr marL="0" marR="0" marT="0" marB="0" anchor="ctr">
                    <a:lnL>
                      <a:noFill/>
                    </a:lnL>
                    <a:lnR>
                      <a:noFill/>
                    </a:lnR>
                    <a:lnT>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90525">
                <a:tc>
                  <a:txBody>
                    <a:bodyPr/>
                    <a:lstStyle/>
                    <a:p>
                      <a:pPr algn="l">
                        <a:lnSpc>
                          <a:spcPct val="100000"/>
                        </a:lnSpc>
                      </a:pPr>
                      <a:r>
                        <a:rPr lang="en-US" sz="1400" b="1" spc="0">
                          <a:solidFill>
                            <a:schemeClr val="tx1"/>
                          </a:solidFill>
                          <a:latin typeface="+mn-lt"/>
                          <a:cs typeface="+mn-cs"/>
                        </a:rPr>
                        <a:t>P9 </a:t>
                      </a:r>
                      <a:endParaRPr lang="en-US" sz="1400" spc="0">
                        <a:solidFill>
                          <a:schemeClr val="tx1"/>
                        </a:solidFill>
                        <a:latin typeface="+mn-lt"/>
                        <a:cs typeface="+mn-cs"/>
                      </a:endParaRP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About Slalom</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0"/>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90525">
                <a:tc>
                  <a:txBody>
                    <a:bodyPr/>
                    <a:lstStyle/>
                    <a:p>
                      <a:pPr algn="l">
                        <a:lnSpc>
                          <a:spcPct val="100000"/>
                        </a:lnSpc>
                        <a:spcBef>
                          <a:spcPts val="0"/>
                        </a:spcBef>
                      </a:pPr>
                      <a:r>
                        <a:rPr lang="en-US" sz="1400" b="1" spc="0">
                          <a:solidFill>
                            <a:schemeClr val="tx1"/>
                          </a:solidFill>
                          <a:latin typeface="+mn-lt"/>
                          <a:cs typeface="+mn-cs"/>
                        </a:rPr>
                        <a:t>P21</a:t>
                      </a:r>
                      <a:endParaRPr lang="en-US" sz="1400" spc="0">
                        <a:solidFill>
                          <a:schemeClr val="tx1"/>
                        </a:solidFill>
                        <a:latin typeface="+mn-lt"/>
                        <a:cs typeface="+mn-cs"/>
                      </a:endParaRP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0"/>
                        </a:spcBef>
                        <a:tabLst/>
                      </a:pPr>
                      <a:r>
                        <a:rPr lang="en-US" sz="1400" b="0" i="0" kern="1200" spc="0">
                          <a:solidFill>
                            <a:schemeClr val="tx1"/>
                          </a:solidFill>
                          <a:latin typeface="+mn-lt"/>
                          <a:ea typeface="+mn-ea"/>
                          <a:cs typeface="+mn-cs"/>
                        </a:rPr>
                        <a:t>Building with us</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0"/>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90525">
                <a:tc>
                  <a:txBody>
                    <a:bodyPr/>
                    <a:lstStyle/>
                    <a:p>
                      <a:pPr algn="l">
                        <a:lnSpc>
                          <a:spcPct val="100000"/>
                        </a:lnSpc>
                      </a:pPr>
                      <a:r>
                        <a:rPr lang="en-US" sz="1400" b="1" spc="0">
                          <a:solidFill>
                            <a:schemeClr val="tx1"/>
                          </a:solidFill>
                          <a:latin typeface="+mn-lt"/>
                          <a:cs typeface="+mn-cs"/>
                        </a:rPr>
                        <a:t>P26 </a:t>
                      </a:r>
                      <a:endParaRPr lang="en-US" sz="1400" spc="0">
                        <a:solidFill>
                          <a:schemeClr val="tx1"/>
                        </a:solidFill>
                        <a:latin typeface="+mn-lt"/>
                        <a:cs typeface="+mn-cs"/>
                      </a:endParaRP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Our approach</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3175"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0525">
                <a:tc>
                  <a:txBody>
                    <a:bodyPr/>
                    <a:lstStyle/>
                    <a:p>
                      <a:pPr algn="l">
                        <a:lnSpc>
                          <a:spcPct val="100000"/>
                        </a:lnSpc>
                      </a:pPr>
                      <a:r>
                        <a:rPr lang="en-US" sz="1400" b="1" spc="0">
                          <a:solidFill>
                            <a:schemeClr val="tx1"/>
                          </a:solidFill>
                          <a:latin typeface="+mn-lt"/>
                          <a:cs typeface="+mn-cs"/>
                        </a:rPr>
                        <a:t>P28</a:t>
                      </a:r>
                      <a:endParaRPr lang="en-US" sz="1400" spc="0">
                        <a:solidFill>
                          <a:schemeClr val="tx1"/>
                        </a:solidFill>
                        <a:latin typeface="+mn-lt"/>
                        <a:cs typeface="+mn-cs"/>
                      </a:endParaRP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Crafting your opportunity</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90525">
                <a:tc>
                  <a:txBody>
                    <a:bodyPr/>
                    <a:lstStyle/>
                    <a:p>
                      <a:pPr algn="l">
                        <a:lnSpc>
                          <a:spcPct val="100000"/>
                        </a:lnSpc>
                      </a:pPr>
                      <a:r>
                        <a:rPr lang="en-US" sz="1400" b="1" spc="0">
                          <a:solidFill>
                            <a:schemeClr val="tx1"/>
                          </a:solidFill>
                          <a:latin typeface="+mn-lt"/>
                          <a:cs typeface="+mn-cs"/>
                        </a:rPr>
                        <a:t>P30</a:t>
                      </a:r>
                      <a:endParaRPr lang="en-US" sz="1400" spc="0">
                        <a:solidFill>
                          <a:schemeClr val="tx1"/>
                        </a:solidFill>
                        <a:latin typeface="+mn-lt"/>
                        <a:cs typeface="+mn-cs"/>
                      </a:endParaRP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Q&amp;A</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90525">
                <a:tc>
                  <a:txBody>
                    <a:bodyPr/>
                    <a:lstStyle/>
                    <a:p>
                      <a:pPr algn="l">
                        <a:lnSpc>
                          <a:spcPct val="100000"/>
                        </a:lnSpc>
                      </a:pPr>
                      <a:r>
                        <a:rPr lang="en-US" sz="1400" b="1" spc="0">
                          <a:solidFill>
                            <a:schemeClr val="tx1"/>
                          </a:solidFill>
                          <a:latin typeface="+mn-lt"/>
                          <a:cs typeface="+mn-cs"/>
                        </a:rPr>
                        <a:t>P34</a:t>
                      </a:r>
                      <a:endParaRPr lang="en-US" sz="1400" spc="0">
                        <a:solidFill>
                          <a:schemeClr val="tx1"/>
                        </a:solidFill>
                        <a:latin typeface="+mn-lt"/>
                        <a:cs typeface="+mn-cs"/>
                      </a:endParaRP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Let’s connect</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6862568"/>
                  </a:ext>
                </a:extLst>
              </a:tr>
              <a:tr h="390525">
                <a:tc>
                  <a:txBody>
                    <a:bodyPr/>
                    <a:lstStyle/>
                    <a:p>
                      <a:pPr algn="l">
                        <a:lnSpc>
                          <a:spcPct val="100000"/>
                        </a:lnSpc>
                      </a:pPr>
                      <a:r>
                        <a:rPr lang="en-US" sz="1400" b="1" spc="0">
                          <a:solidFill>
                            <a:schemeClr val="tx1"/>
                          </a:solidFill>
                          <a:latin typeface="+mn-lt"/>
                          <a:cs typeface="+mn-cs"/>
                        </a:rPr>
                        <a:t>P42</a:t>
                      </a:r>
                      <a:endParaRPr lang="en-US" sz="1400" spc="0">
                        <a:solidFill>
                          <a:schemeClr val="tx1"/>
                        </a:solidFill>
                        <a:latin typeface="+mn-lt"/>
                        <a:cs typeface="+mn-cs"/>
                      </a:endParaRP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indent="0" algn="l" defTabSz="914400" rtl="0" eaLnBrk="1" latinLnBrk="0" hangingPunct="1">
                        <a:lnSpc>
                          <a:spcPct val="100000"/>
                        </a:lnSpc>
                        <a:spcBef>
                          <a:spcPts val="2655"/>
                        </a:spcBef>
                        <a:tabLst/>
                      </a:pPr>
                      <a:r>
                        <a:rPr lang="en-US" sz="1400" b="0" i="0" kern="1200" spc="0">
                          <a:solidFill>
                            <a:schemeClr val="tx1"/>
                          </a:solidFill>
                          <a:latin typeface="+mn-lt"/>
                          <a:ea typeface="+mn-ea"/>
                          <a:cs typeface="+mn-cs"/>
                        </a:rPr>
                        <a:t>Next steps</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spcBef>
                          <a:spcPts val="2655"/>
                        </a:spcBef>
                      </a:pPr>
                      <a:r>
                        <a:rPr lang="en-US" sz="1400" b="0" i="0" spc="0">
                          <a:solidFill>
                            <a:schemeClr val="tx1"/>
                          </a:solidFill>
                          <a:latin typeface="+mn-lt"/>
                          <a:cs typeface="+mn-cs"/>
                        </a:rPr>
                        <a:t>10 min.</a:t>
                      </a:r>
                    </a:p>
                  </a:txBody>
                  <a:tcPr marL="0" marR="0" marT="0" marB="0"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194082"/>
                  </a:ext>
                </a:extLst>
              </a:tr>
            </a:tbl>
          </a:graphicData>
        </a:graphic>
      </p:graphicFrame>
      <p:sp>
        <p:nvSpPr>
          <p:cNvPr id="2" name="Date Placeholder 1">
            <a:extLst>
              <a:ext uri="{FF2B5EF4-FFF2-40B4-BE49-F238E27FC236}">
                <a16:creationId xmlns:a16="http://schemas.microsoft.com/office/drawing/2014/main" id="{956E6A3B-74AE-8F44-B035-F1EB8C60C4D0}"/>
              </a:ext>
              <a:ext uri="{C183D7F6-B498-43B3-948B-1728B52AA6E4}">
                <adec:decorative xmlns:adec="http://schemas.microsoft.com/office/drawing/2017/decorative" val="1"/>
              </a:ext>
            </a:extLst>
          </p:cNvPr>
          <p:cNvSpPr>
            <a:spLocks noGrp="1"/>
          </p:cNvSpPr>
          <p:nvPr>
            <p:ph type="dt" sz="half" idx="10"/>
          </p:nvPr>
        </p:nvSpPr>
        <p:spPr/>
        <p:txBody>
          <a:bodyPr/>
          <a:lstStyle/>
          <a:p>
            <a:fld id="{5AC89D90-9C12-4A6C-A147-ED7F5B396717}" type="datetimeyyyy">
              <a:rPr lang="en-US" smtClean="0"/>
              <a:t>2025</a:t>
            </a:fld>
            <a:endParaRPr lang="en-US"/>
          </a:p>
        </p:txBody>
      </p:sp>
      <p:sp>
        <p:nvSpPr>
          <p:cNvPr id="3" name="Footer Placeholder 2">
            <a:extLst>
              <a:ext uri="{FF2B5EF4-FFF2-40B4-BE49-F238E27FC236}">
                <a16:creationId xmlns:a16="http://schemas.microsoft.com/office/drawing/2014/main" id="{CD06C09D-FC32-2CF3-3EC0-6A68D5C4A19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E6CA4BDA-9723-3D37-25BC-7F0635C02C0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25</a:t>
            </a:fld>
            <a:endParaRPr lang="en-US"/>
          </a:p>
        </p:txBody>
      </p:sp>
      <p:pic>
        <p:nvPicPr>
          <p:cNvPr id="8" name="Picture 9">
            <a:extLst>
              <a:ext uri="{FF2B5EF4-FFF2-40B4-BE49-F238E27FC236}">
                <a16:creationId xmlns:a16="http://schemas.microsoft.com/office/drawing/2014/main" id="{A3D3B653-47D3-F459-A67A-0D626BFF609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1598791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23443-7BB8-6E17-D878-B8FCB4D5A9D5}"/>
              </a:ext>
            </a:extLst>
          </p:cNvPr>
          <p:cNvSpPr>
            <a:spLocks noGrp="1"/>
          </p:cNvSpPr>
          <p:nvPr>
            <p:ph type="title"/>
          </p:nvPr>
        </p:nvSpPr>
        <p:spPr/>
        <p:txBody>
          <a:bodyPr/>
          <a:lstStyle/>
          <a:p>
            <a:r>
              <a:rPr lang="en-US"/>
              <a:t>Today’s </a:t>
            </a:r>
            <a:br>
              <a:rPr lang="en-US"/>
            </a:br>
            <a:r>
              <a:rPr lang="en-US"/>
              <a:t>agenda</a:t>
            </a:r>
          </a:p>
        </p:txBody>
      </p:sp>
      <p:sp>
        <p:nvSpPr>
          <p:cNvPr id="8" name="Text Placeholder 7">
            <a:extLst>
              <a:ext uri="{FF2B5EF4-FFF2-40B4-BE49-F238E27FC236}">
                <a16:creationId xmlns:a16="http://schemas.microsoft.com/office/drawing/2014/main" id="{1E92AB21-CA7E-7492-7631-02FD822007B6}"/>
              </a:ext>
            </a:extLst>
          </p:cNvPr>
          <p:cNvSpPr>
            <a:spLocks noGrp="1"/>
          </p:cNvSpPr>
          <p:nvPr>
            <p:ph type="body" sz="quarter" idx="13"/>
          </p:nvPr>
        </p:nvSpPr>
        <p:spPr/>
        <p:txBody>
          <a:bodyPr/>
          <a:lstStyle/>
          <a:p>
            <a:r>
              <a:rPr lang="en-US"/>
              <a:t>First agenda point</a:t>
            </a:r>
          </a:p>
          <a:p>
            <a:r>
              <a:rPr lang="en-US"/>
              <a:t>Click enter to go to the next bullet</a:t>
            </a:r>
          </a:p>
          <a:p>
            <a:r>
              <a:rPr lang="en-US"/>
              <a:t>Here’s another bullet</a:t>
            </a:r>
          </a:p>
          <a:p>
            <a:r>
              <a:rPr lang="en-US"/>
              <a:t>This is a great list</a:t>
            </a:r>
          </a:p>
          <a:p>
            <a:r>
              <a:rPr lang="en-US"/>
              <a:t>Keep adding bullets</a:t>
            </a:r>
          </a:p>
          <a:p>
            <a:r>
              <a:rPr lang="en-US"/>
              <a:t>Just keep going</a:t>
            </a:r>
          </a:p>
          <a:p>
            <a:r>
              <a:rPr lang="en-US"/>
              <a:t>As many as you want</a:t>
            </a:r>
          </a:p>
        </p:txBody>
      </p:sp>
      <p:sp>
        <p:nvSpPr>
          <p:cNvPr id="3" name="Date Placeholder 2">
            <a:extLst>
              <a:ext uri="{FF2B5EF4-FFF2-40B4-BE49-F238E27FC236}">
                <a16:creationId xmlns:a16="http://schemas.microsoft.com/office/drawing/2014/main" id="{6B70CAB5-FC6B-E6A3-9E42-EEC8AD0E2F49}"/>
              </a:ext>
              <a:ext uri="{C183D7F6-B498-43B3-948B-1728B52AA6E4}">
                <adec:decorative xmlns:adec="http://schemas.microsoft.com/office/drawing/2017/decorative" val="1"/>
              </a:ext>
            </a:extLst>
          </p:cNvPr>
          <p:cNvSpPr>
            <a:spLocks noGrp="1"/>
          </p:cNvSpPr>
          <p:nvPr>
            <p:ph type="dt" sz="half" idx="11"/>
          </p:nvPr>
        </p:nvSpPr>
        <p:spPr/>
        <p:txBody>
          <a:bodyPr/>
          <a:lstStyle/>
          <a:p>
            <a:fld id="{64623AFE-F8F8-4653-95D6-44FCEF17C437}" type="datetimeyyyy">
              <a:rPr lang="en-US" smtClean="0"/>
              <a:t>2025</a:t>
            </a:fld>
            <a:endParaRPr lang="en-US"/>
          </a:p>
        </p:txBody>
      </p:sp>
      <p:sp>
        <p:nvSpPr>
          <p:cNvPr id="4" name="Footer Placeholder 3">
            <a:extLst>
              <a:ext uri="{FF2B5EF4-FFF2-40B4-BE49-F238E27FC236}">
                <a16:creationId xmlns:a16="http://schemas.microsoft.com/office/drawing/2014/main" id="{AA047BAD-C6B4-8F0D-6DAC-C9693DE8997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F4D5912D-B793-CEC8-49FC-1DBA269E7A7A}"/>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26</a:t>
            </a:fld>
            <a:endParaRPr lang="en-US"/>
          </a:p>
        </p:txBody>
      </p:sp>
    </p:spTree>
    <p:extLst>
      <p:ext uri="{BB962C8B-B14F-4D97-AF65-F5344CB8AC3E}">
        <p14:creationId xmlns:p14="http://schemas.microsoft.com/office/powerpoint/2010/main" val="3926757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D1643-04C8-1425-368B-47B54F6A419B}"/>
              </a:ext>
            </a:extLst>
          </p:cNvPr>
          <p:cNvSpPr>
            <a:spLocks noGrp="1"/>
          </p:cNvSpPr>
          <p:nvPr>
            <p:ph type="title"/>
          </p:nvPr>
        </p:nvSpPr>
        <p:spPr>
          <a:xfrm>
            <a:off x="571500" y="571500"/>
            <a:ext cx="4468066" cy="4914900"/>
          </a:xfrm>
        </p:spPr>
        <p:txBody>
          <a:bodyPr/>
          <a:lstStyle/>
          <a:p>
            <a:r>
              <a:rPr lang="en-US" sz="5400"/>
              <a:t>Summarize your agenda. Keep it focused on the client.</a:t>
            </a:r>
          </a:p>
        </p:txBody>
      </p:sp>
      <p:sp>
        <p:nvSpPr>
          <p:cNvPr id="7" name="Text Placeholder 32">
            <a:extLst>
              <a:ext uri="{FF2B5EF4-FFF2-40B4-BE49-F238E27FC236}">
                <a16:creationId xmlns:a16="http://schemas.microsoft.com/office/drawing/2014/main" id="{F2F1877F-1BED-8A8F-CED5-238DB605E665}"/>
              </a:ext>
            </a:extLst>
          </p:cNvPr>
          <p:cNvSpPr txBox="1">
            <a:spLocks/>
          </p:cNvSpPr>
          <p:nvPr/>
        </p:nvSpPr>
        <p:spPr>
          <a:xfrm>
            <a:off x="6210301" y="1752600"/>
            <a:ext cx="5410200" cy="3733800"/>
          </a:xfrm>
          <a:prstGeom prst="rect">
            <a:avLst/>
          </a:prstGeom>
        </p:spPr>
        <p:txBody>
          <a:bodyPr vert="horz" wrap="square" lIns="0" tIns="0" rIns="0" bIns="0" rtlCol="0" anchor="t" anchorCtr="0">
            <a:noAutofit/>
          </a:bodyPr>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Aft>
                <a:spcPts val="1000"/>
              </a:spcAft>
            </a:pPr>
            <a:r>
              <a:rPr lang="en-US" sz="2200">
                <a:solidFill>
                  <a:schemeClr val="tx1"/>
                </a:solidFill>
              </a:rPr>
              <a:t>Not all agendas are bullet lists. </a:t>
            </a:r>
            <a:br>
              <a:rPr lang="en-US" sz="2200">
                <a:solidFill>
                  <a:schemeClr val="tx1"/>
                </a:solidFill>
              </a:rPr>
            </a:br>
            <a:r>
              <a:rPr lang="en-US" sz="2200">
                <a:solidFill>
                  <a:schemeClr val="tx1"/>
                </a:solidFill>
              </a:rPr>
              <a:t>Sometimes a couple short paragraphs </a:t>
            </a:r>
            <a:br>
              <a:rPr lang="en-US" sz="2200">
                <a:solidFill>
                  <a:schemeClr val="tx1"/>
                </a:solidFill>
              </a:rPr>
            </a:br>
            <a:r>
              <a:rPr lang="en-US" sz="2200">
                <a:solidFill>
                  <a:schemeClr val="tx1"/>
                </a:solidFill>
              </a:rPr>
              <a:t>do the trick.</a:t>
            </a:r>
          </a:p>
          <a:p>
            <a:pPr>
              <a:lnSpc>
                <a:spcPct val="110000"/>
              </a:lnSpc>
              <a:spcAft>
                <a:spcPts val="1000"/>
              </a:spcAft>
            </a:pPr>
            <a:r>
              <a:rPr lang="en-US" sz="2200">
                <a:solidFill>
                  <a:schemeClr val="tx1"/>
                </a:solidFill>
              </a:rPr>
              <a:t>You might summarize your main goal </a:t>
            </a:r>
            <a:br>
              <a:rPr lang="en-US" sz="2200">
                <a:solidFill>
                  <a:schemeClr val="tx1"/>
                </a:solidFill>
              </a:rPr>
            </a:br>
            <a:r>
              <a:rPr lang="en-US" sz="2200">
                <a:solidFill>
                  <a:schemeClr val="tx1"/>
                </a:solidFill>
              </a:rPr>
              <a:t>for the meeting. </a:t>
            </a:r>
          </a:p>
        </p:txBody>
      </p:sp>
      <p:sp>
        <p:nvSpPr>
          <p:cNvPr id="4" name="Date Placeholder 3">
            <a:extLst>
              <a:ext uri="{FF2B5EF4-FFF2-40B4-BE49-F238E27FC236}">
                <a16:creationId xmlns:a16="http://schemas.microsoft.com/office/drawing/2014/main" id="{0218134A-B6FD-FA76-02A8-365C1C4BE245}"/>
              </a:ext>
              <a:ext uri="{C183D7F6-B498-43B3-948B-1728B52AA6E4}">
                <adec:decorative xmlns:adec="http://schemas.microsoft.com/office/drawing/2017/decorative" val="1"/>
              </a:ext>
            </a:extLst>
          </p:cNvPr>
          <p:cNvSpPr>
            <a:spLocks noGrp="1"/>
          </p:cNvSpPr>
          <p:nvPr>
            <p:ph type="dt" sz="half" idx="10"/>
          </p:nvPr>
        </p:nvSpPr>
        <p:spPr/>
        <p:txBody>
          <a:bodyPr/>
          <a:lstStyle/>
          <a:p>
            <a:fld id="{889930FF-CBA8-4499-9201-9B0C10774B59}" type="datetimeyyyy">
              <a:rPr lang="en-US" smtClean="0"/>
              <a:t>2025</a:t>
            </a:fld>
            <a:endParaRPr lang="en-US"/>
          </a:p>
        </p:txBody>
      </p:sp>
      <p:sp>
        <p:nvSpPr>
          <p:cNvPr id="5" name="Footer Placeholder 4">
            <a:extLst>
              <a:ext uri="{FF2B5EF4-FFF2-40B4-BE49-F238E27FC236}">
                <a16:creationId xmlns:a16="http://schemas.microsoft.com/office/drawing/2014/main" id="{ADA5EE07-3F1D-24E4-9F3B-05D7CF0C1DF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0" name="Slide Number Placeholder 9">
            <a:extLst>
              <a:ext uri="{FF2B5EF4-FFF2-40B4-BE49-F238E27FC236}">
                <a16:creationId xmlns:a16="http://schemas.microsoft.com/office/drawing/2014/main" id="{04F971C9-4ABE-4BAB-A093-0B65F36115C8}"/>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27</a:t>
            </a:fld>
            <a:endParaRPr lang="en-US"/>
          </a:p>
        </p:txBody>
      </p:sp>
      <p:pic>
        <p:nvPicPr>
          <p:cNvPr id="6" name="Picture 9">
            <a:extLst>
              <a:ext uri="{FF2B5EF4-FFF2-40B4-BE49-F238E27FC236}">
                <a16:creationId xmlns:a16="http://schemas.microsoft.com/office/drawing/2014/main" id="{A4E51146-7F34-9B4F-1FC6-40056B027F41}"/>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1090687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23399C7-0CFB-5702-8C08-49BB42957820}"/>
              </a:ext>
              <a:ext uri="{C183D7F6-B498-43B3-948B-1728B52AA6E4}">
                <adec:decorative xmlns:adec="http://schemas.microsoft.com/office/drawing/2017/decorative" val="1"/>
              </a:ext>
            </a:extLst>
          </p:cNvPr>
          <p:cNvSpPr/>
          <p:nvPr/>
        </p:nvSpPr>
        <p:spPr>
          <a:xfrm>
            <a:off x="0" y="2743200"/>
            <a:ext cx="12192000" cy="4114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5" name="Title 4">
            <a:extLst>
              <a:ext uri="{FF2B5EF4-FFF2-40B4-BE49-F238E27FC236}">
                <a16:creationId xmlns:a16="http://schemas.microsoft.com/office/drawing/2014/main" id="{52709D20-1C76-161B-2A27-B5B9C94A26C0}"/>
              </a:ext>
            </a:extLst>
          </p:cNvPr>
          <p:cNvSpPr>
            <a:spLocks noGrp="1"/>
          </p:cNvSpPr>
          <p:nvPr>
            <p:ph type="title"/>
          </p:nvPr>
        </p:nvSpPr>
        <p:spPr/>
        <p:txBody>
          <a:bodyPr/>
          <a:lstStyle/>
          <a:p>
            <a:r>
              <a:rPr lang="en-US"/>
              <a:t>Simple overview</a:t>
            </a:r>
          </a:p>
        </p:txBody>
      </p:sp>
      <p:sp>
        <p:nvSpPr>
          <p:cNvPr id="12" name="Text Placeholder 11">
            <a:extLst>
              <a:ext uri="{FF2B5EF4-FFF2-40B4-BE49-F238E27FC236}">
                <a16:creationId xmlns:a16="http://schemas.microsoft.com/office/drawing/2014/main" id="{20FF68D7-FCA8-0EEC-B53E-06E7DD6C11F3}"/>
              </a:ext>
            </a:extLst>
          </p:cNvPr>
          <p:cNvSpPr>
            <a:spLocks noGrp="1"/>
          </p:cNvSpPr>
          <p:nvPr>
            <p:ph type="body" sz="quarter" idx="13"/>
          </p:nvPr>
        </p:nvSpPr>
        <p:spPr/>
        <p:txBody>
          <a:bodyPr/>
          <a:lstStyle/>
          <a:p>
            <a:r>
              <a:rPr lang="en-US"/>
              <a:t>Use this slide when a 1-page simple intro is appropriate </a:t>
            </a:r>
            <a:br>
              <a:rPr lang="en-US"/>
            </a:br>
            <a:r>
              <a:rPr lang="en-US"/>
              <a:t>(shorter proposals/ presentations). This text can be used for a brief overview </a:t>
            </a:r>
            <a:br>
              <a:rPr lang="en-US"/>
            </a:br>
            <a:r>
              <a:rPr lang="en-US"/>
              <a:t>of the project,  presentation, or client problem we are hoping to solve.</a:t>
            </a:r>
          </a:p>
        </p:txBody>
      </p:sp>
      <p:sp>
        <p:nvSpPr>
          <p:cNvPr id="22" name="object 5">
            <a:extLst>
              <a:ext uri="{FF2B5EF4-FFF2-40B4-BE49-F238E27FC236}">
                <a16:creationId xmlns:a16="http://schemas.microsoft.com/office/drawing/2014/main" id="{FA982495-F14F-F6AD-EF77-60B75377491F}"/>
              </a:ext>
            </a:extLst>
          </p:cNvPr>
          <p:cNvSpPr txBox="1"/>
          <p:nvPr/>
        </p:nvSpPr>
        <p:spPr>
          <a:xfrm>
            <a:off x="571500" y="3429000"/>
            <a:ext cx="11049000" cy="495845"/>
          </a:xfrm>
          <a:prstGeom prst="rect">
            <a:avLst/>
          </a:prstGeom>
        </p:spPr>
        <p:txBody>
          <a:bodyPr vert="horz" wrap="square" lIns="0" tIns="8470" rIns="0" bIns="0" rtlCol="0" anchor="b">
            <a:noAutofit/>
          </a:bodyPr>
          <a:lstStyle/>
          <a:p>
            <a:pPr>
              <a:lnSpc>
                <a:spcPct val="90000"/>
              </a:lnSpc>
              <a:spcBef>
                <a:spcPct val="0"/>
              </a:spcBef>
            </a:pPr>
            <a:r>
              <a:rPr sz="3200" b="1">
                <a:solidFill>
                  <a:schemeClr val="bg1"/>
                </a:solidFill>
                <a:latin typeface="+mj-lt"/>
                <a:ea typeface="+mj-ea"/>
                <a:cs typeface="+mj-cs"/>
              </a:rPr>
              <a:t>Presentation contents</a:t>
            </a:r>
          </a:p>
        </p:txBody>
      </p:sp>
      <p:sp>
        <p:nvSpPr>
          <p:cNvPr id="24" name="object 7">
            <a:extLst>
              <a:ext uri="{FF2B5EF4-FFF2-40B4-BE49-F238E27FC236}">
                <a16:creationId xmlns:a16="http://schemas.microsoft.com/office/drawing/2014/main" id="{20B5985A-C5E8-CFD9-4666-D35DABDCBF60}"/>
              </a:ext>
            </a:extLst>
          </p:cNvPr>
          <p:cNvSpPr txBox="1"/>
          <p:nvPr/>
        </p:nvSpPr>
        <p:spPr>
          <a:xfrm>
            <a:off x="571500" y="4142016"/>
            <a:ext cx="2560560" cy="1725384"/>
          </a:xfrm>
          <a:prstGeom prst="rect">
            <a:avLst/>
          </a:prstGeom>
        </p:spPr>
        <p:txBody>
          <a:bodyPr vert="horz" wrap="square" lIns="0" tIns="9625" rIns="0" bIns="0" rtlCol="0">
            <a:noAutofit/>
          </a:bodyPr>
          <a:lstStyle/>
          <a:p>
            <a:pPr>
              <a:lnSpc>
                <a:spcPct val="110000"/>
              </a:lnSpc>
              <a:spcAft>
                <a:spcPts val="1000"/>
              </a:spcAft>
            </a:pPr>
            <a:r>
              <a:rPr lang="en-US" sz="1200" b="1">
                <a:solidFill>
                  <a:schemeClr val="bg1"/>
                </a:solidFill>
                <a:ea typeface="+mj-ea"/>
                <a:cs typeface="+mj-cs"/>
              </a:rPr>
              <a:t>Optional </a:t>
            </a:r>
            <a:r>
              <a:rPr lang="en-US" sz="1200" b="1" err="1">
                <a:solidFill>
                  <a:schemeClr val="bg1"/>
                </a:solidFill>
                <a:ea typeface="+mj-ea"/>
                <a:cs typeface="+mj-cs"/>
              </a:rPr>
              <a:t>subheadline</a:t>
            </a:r>
            <a:endParaRPr sz="1200" b="1">
              <a:solidFill>
                <a:schemeClr val="bg1"/>
              </a:solidFill>
              <a:ea typeface="+mj-ea"/>
              <a:cs typeface="+mj-cs"/>
            </a:endParaRPr>
          </a:p>
          <a:p>
            <a:pPr marL="7700" marR="3080" defTabSz="554401">
              <a:lnSpc>
                <a:spcPct val="110000"/>
              </a:lnSpc>
              <a:spcAft>
                <a:spcPts val="1000"/>
              </a:spcAft>
            </a:pPr>
            <a:r>
              <a:rPr lang="en-US" sz="1200">
                <a:solidFill>
                  <a:schemeClr val="bg1"/>
                </a:solidFill>
                <a:cs typeface="+mn-cs"/>
              </a:rPr>
              <a:t>Lorem ipsum dolor sit </a:t>
            </a:r>
            <a:r>
              <a:rPr lang="en-US" sz="1200" err="1">
                <a:solidFill>
                  <a:schemeClr val="bg1"/>
                </a:solidFill>
                <a:cs typeface="+mn-cs"/>
              </a:rPr>
              <a:t>amet</a:t>
            </a:r>
            <a:r>
              <a:rPr lang="en-US" sz="1200">
                <a:solidFill>
                  <a:schemeClr val="bg1"/>
                </a:solidFill>
                <a:cs typeface="+mn-cs"/>
              </a:rPr>
              <a:t>, </a:t>
            </a:r>
            <a:r>
              <a:rPr lang="en-US" sz="1200" err="1">
                <a:solidFill>
                  <a:schemeClr val="bg1"/>
                </a:solidFill>
                <a:cs typeface="+mn-cs"/>
              </a:rPr>
              <a:t>consectetur</a:t>
            </a:r>
            <a:r>
              <a:rPr lang="en-US" sz="1200">
                <a:solidFill>
                  <a:schemeClr val="bg1"/>
                </a:solidFill>
                <a:cs typeface="+mn-cs"/>
              </a:rPr>
              <a:t> </a:t>
            </a:r>
            <a:r>
              <a:rPr lang="en-US" sz="1200" err="1">
                <a:solidFill>
                  <a:schemeClr val="bg1"/>
                </a:solidFill>
                <a:cs typeface="+mn-cs"/>
              </a:rPr>
              <a:t>adipiscing</a:t>
            </a:r>
            <a:r>
              <a:rPr lang="en-US" sz="1200">
                <a:solidFill>
                  <a:schemeClr val="bg1"/>
                </a:solidFill>
                <a:cs typeface="+mn-cs"/>
              </a:rPr>
              <a:t> </a:t>
            </a:r>
            <a:r>
              <a:rPr lang="en-US" sz="1200" err="1">
                <a:solidFill>
                  <a:schemeClr val="bg1"/>
                </a:solidFill>
                <a:cs typeface="+mn-cs"/>
              </a:rPr>
              <a:t>elit</a:t>
            </a:r>
            <a:r>
              <a:rPr lang="en-US" sz="1200">
                <a:solidFill>
                  <a:schemeClr val="bg1"/>
                </a:solidFill>
                <a:cs typeface="+mn-cs"/>
              </a:rPr>
              <a:t>, sed do </a:t>
            </a:r>
            <a:r>
              <a:rPr lang="en-US" sz="1200" err="1">
                <a:solidFill>
                  <a:schemeClr val="bg1"/>
                </a:solidFill>
                <a:cs typeface="+mn-cs"/>
              </a:rPr>
              <a:t>eiusmod</a:t>
            </a:r>
            <a:r>
              <a:rPr lang="en-US" sz="1200">
                <a:solidFill>
                  <a:schemeClr val="bg1"/>
                </a:solidFill>
                <a:cs typeface="+mn-cs"/>
              </a:rPr>
              <a:t> </a:t>
            </a:r>
            <a:r>
              <a:rPr lang="en-US" sz="1200" err="1">
                <a:solidFill>
                  <a:schemeClr val="bg1"/>
                </a:solidFill>
                <a:cs typeface="+mn-cs"/>
              </a:rPr>
              <a:t>tempor</a:t>
            </a:r>
            <a:r>
              <a:rPr lang="en-US" sz="1200">
                <a:solidFill>
                  <a:schemeClr val="bg1"/>
                </a:solidFill>
                <a:cs typeface="+mn-cs"/>
              </a:rPr>
              <a:t> </a:t>
            </a:r>
            <a:r>
              <a:rPr lang="en-US" sz="1200" err="1">
                <a:solidFill>
                  <a:schemeClr val="bg1"/>
                </a:solidFill>
                <a:cs typeface="+mn-cs"/>
              </a:rPr>
              <a:t>incididunt</a:t>
            </a:r>
            <a:r>
              <a:rPr lang="en-US" sz="1200">
                <a:solidFill>
                  <a:schemeClr val="bg1"/>
                </a:solidFill>
                <a:cs typeface="+mn-cs"/>
              </a:rPr>
              <a:t>.</a:t>
            </a:r>
            <a:endParaRPr sz="1200">
              <a:solidFill>
                <a:schemeClr val="bg1"/>
              </a:solidFill>
              <a:cs typeface="+mn-cs"/>
            </a:endParaRPr>
          </a:p>
        </p:txBody>
      </p:sp>
      <p:sp>
        <p:nvSpPr>
          <p:cNvPr id="25" name="object 7">
            <a:extLst>
              <a:ext uri="{FF2B5EF4-FFF2-40B4-BE49-F238E27FC236}">
                <a16:creationId xmlns:a16="http://schemas.microsoft.com/office/drawing/2014/main" id="{FE16F84D-B120-43B9-77EB-74E3247E4317}"/>
              </a:ext>
            </a:extLst>
          </p:cNvPr>
          <p:cNvSpPr txBox="1"/>
          <p:nvPr/>
        </p:nvSpPr>
        <p:spPr>
          <a:xfrm>
            <a:off x="3393066" y="4142016"/>
            <a:ext cx="2585667" cy="1725384"/>
          </a:xfrm>
          <a:prstGeom prst="rect">
            <a:avLst/>
          </a:prstGeom>
        </p:spPr>
        <p:txBody>
          <a:bodyPr vert="horz" wrap="square" lIns="0" tIns="9625" rIns="0" bIns="0" rtlCol="0">
            <a:noAutofit/>
          </a:bodyPr>
          <a:lstStyle/>
          <a:p>
            <a:pPr>
              <a:lnSpc>
                <a:spcPct val="110000"/>
              </a:lnSpc>
              <a:spcAft>
                <a:spcPts val="1000"/>
              </a:spcAft>
            </a:pPr>
            <a:r>
              <a:rPr lang="en-US" sz="1200" b="1">
                <a:solidFill>
                  <a:schemeClr val="bg1"/>
                </a:solidFill>
                <a:ea typeface="+mj-ea"/>
                <a:cs typeface="+mj-cs"/>
              </a:rPr>
              <a:t>Optional </a:t>
            </a:r>
            <a:r>
              <a:rPr lang="en-US" sz="1200" b="1" err="1">
                <a:solidFill>
                  <a:schemeClr val="bg1"/>
                </a:solidFill>
                <a:ea typeface="+mj-ea"/>
                <a:cs typeface="+mj-cs"/>
              </a:rPr>
              <a:t>subheadline</a:t>
            </a:r>
            <a:endParaRPr sz="1200" b="1">
              <a:solidFill>
                <a:schemeClr val="bg1"/>
              </a:solidFill>
              <a:ea typeface="+mj-ea"/>
              <a:cs typeface="+mj-cs"/>
            </a:endParaRPr>
          </a:p>
          <a:p>
            <a:pPr marL="7700" marR="3080" defTabSz="554401">
              <a:lnSpc>
                <a:spcPct val="110000"/>
              </a:lnSpc>
              <a:spcAft>
                <a:spcPts val="1000"/>
              </a:spcAft>
            </a:pPr>
            <a:r>
              <a:rPr lang="en-US" sz="1200">
                <a:solidFill>
                  <a:schemeClr val="bg1"/>
                </a:solidFill>
                <a:cs typeface="+mn-cs"/>
              </a:rPr>
              <a:t>Lorem ipsum dolor sit </a:t>
            </a:r>
            <a:r>
              <a:rPr lang="en-US" sz="1200" err="1">
                <a:solidFill>
                  <a:schemeClr val="bg1"/>
                </a:solidFill>
                <a:cs typeface="+mn-cs"/>
              </a:rPr>
              <a:t>amet</a:t>
            </a:r>
            <a:r>
              <a:rPr lang="en-US" sz="1200">
                <a:solidFill>
                  <a:schemeClr val="bg1"/>
                </a:solidFill>
                <a:cs typeface="+mn-cs"/>
              </a:rPr>
              <a:t>, </a:t>
            </a:r>
            <a:r>
              <a:rPr lang="en-US" sz="1200" err="1">
                <a:solidFill>
                  <a:schemeClr val="bg1"/>
                </a:solidFill>
                <a:cs typeface="+mn-cs"/>
              </a:rPr>
              <a:t>consectetur</a:t>
            </a:r>
            <a:r>
              <a:rPr lang="en-US" sz="1200">
                <a:solidFill>
                  <a:schemeClr val="bg1"/>
                </a:solidFill>
                <a:cs typeface="+mn-cs"/>
              </a:rPr>
              <a:t> </a:t>
            </a:r>
            <a:r>
              <a:rPr lang="en-US" sz="1200" err="1">
                <a:solidFill>
                  <a:schemeClr val="bg1"/>
                </a:solidFill>
                <a:cs typeface="+mn-cs"/>
              </a:rPr>
              <a:t>adipiscing</a:t>
            </a:r>
            <a:r>
              <a:rPr lang="en-US" sz="1200">
                <a:solidFill>
                  <a:schemeClr val="bg1"/>
                </a:solidFill>
                <a:cs typeface="+mn-cs"/>
              </a:rPr>
              <a:t> </a:t>
            </a:r>
            <a:r>
              <a:rPr lang="en-US" sz="1200" err="1">
                <a:solidFill>
                  <a:schemeClr val="bg1"/>
                </a:solidFill>
                <a:cs typeface="+mn-cs"/>
              </a:rPr>
              <a:t>elit</a:t>
            </a:r>
            <a:r>
              <a:rPr lang="en-US" sz="1200">
                <a:solidFill>
                  <a:schemeClr val="bg1"/>
                </a:solidFill>
                <a:cs typeface="+mn-cs"/>
              </a:rPr>
              <a:t>, sed do </a:t>
            </a:r>
            <a:r>
              <a:rPr lang="en-US" sz="1200" err="1">
                <a:solidFill>
                  <a:schemeClr val="bg1"/>
                </a:solidFill>
                <a:cs typeface="+mn-cs"/>
              </a:rPr>
              <a:t>eiusmod</a:t>
            </a:r>
            <a:r>
              <a:rPr lang="en-US" sz="1200">
                <a:solidFill>
                  <a:schemeClr val="bg1"/>
                </a:solidFill>
                <a:cs typeface="+mn-cs"/>
              </a:rPr>
              <a:t> </a:t>
            </a:r>
            <a:r>
              <a:rPr lang="en-US" sz="1200" err="1">
                <a:solidFill>
                  <a:schemeClr val="bg1"/>
                </a:solidFill>
                <a:cs typeface="+mn-cs"/>
              </a:rPr>
              <a:t>tempor</a:t>
            </a:r>
            <a:r>
              <a:rPr lang="en-US" sz="1200">
                <a:solidFill>
                  <a:schemeClr val="bg1"/>
                </a:solidFill>
                <a:cs typeface="+mn-cs"/>
              </a:rPr>
              <a:t> </a:t>
            </a:r>
            <a:r>
              <a:rPr lang="en-US" sz="1200" err="1">
                <a:solidFill>
                  <a:schemeClr val="bg1"/>
                </a:solidFill>
                <a:cs typeface="+mn-cs"/>
              </a:rPr>
              <a:t>incididunt</a:t>
            </a:r>
            <a:r>
              <a:rPr lang="en-US" sz="1200">
                <a:solidFill>
                  <a:schemeClr val="bg1"/>
                </a:solidFill>
                <a:cs typeface="+mn-cs"/>
              </a:rPr>
              <a:t>.</a:t>
            </a:r>
            <a:endParaRPr sz="1200">
              <a:solidFill>
                <a:schemeClr val="bg1"/>
              </a:solidFill>
              <a:cs typeface="+mn-cs"/>
            </a:endParaRPr>
          </a:p>
        </p:txBody>
      </p:sp>
      <p:sp>
        <p:nvSpPr>
          <p:cNvPr id="26" name="object 7">
            <a:extLst>
              <a:ext uri="{FF2B5EF4-FFF2-40B4-BE49-F238E27FC236}">
                <a16:creationId xmlns:a16="http://schemas.microsoft.com/office/drawing/2014/main" id="{68DF0D5C-4CEB-4192-E9E7-F989431F2FC1}"/>
              </a:ext>
            </a:extLst>
          </p:cNvPr>
          <p:cNvSpPr txBox="1"/>
          <p:nvPr/>
        </p:nvSpPr>
        <p:spPr>
          <a:xfrm>
            <a:off x="6213268" y="4142016"/>
            <a:ext cx="2585667" cy="1725384"/>
          </a:xfrm>
          <a:prstGeom prst="rect">
            <a:avLst/>
          </a:prstGeom>
        </p:spPr>
        <p:txBody>
          <a:bodyPr vert="horz" wrap="square" lIns="0" tIns="9625" rIns="0" bIns="0" rtlCol="0">
            <a:noAutofit/>
          </a:bodyPr>
          <a:lstStyle/>
          <a:p>
            <a:pPr>
              <a:lnSpc>
                <a:spcPct val="110000"/>
              </a:lnSpc>
              <a:spcAft>
                <a:spcPts val="1000"/>
              </a:spcAft>
            </a:pPr>
            <a:r>
              <a:rPr lang="en-US" sz="1200" b="1">
                <a:solidFill>
                  <a:schemeClr val="bg1"/>
                </a:solidFill>
                <a:ea typeface="+mj-ea"/>
                <a:cs typeface="+mj-cs"/>
              </a:rPr>
              <a:t>Optional </a:t>
            </a:r>
            <a:r>
              <a:rPr lang="en-US" sz="1200" b="1" err="1">
                <a:solidFill>
                  <a:schemeClr val="bg1"/>
                </a:solidFill>
                <a:ea typeface="+mj-ea"/>
                <a:cs typeface="+mj-cs"/>
              </a:rPr>
              <a:t>subheadline</a:t>
            </a:r>
            <a:endParaRPr sz="1200" b="1">
              <a:solidFill>
                <a:schemeClr val="bg1"/>
              </a:solidFill>
              <a:ea typeface="+mj-ea"/>
              <a:cs typeface="+mj-cs"/>
            </a:endParaRPr>
          </a:p>
          <a:p>
            <a:pPr marL="7700" marR="3080" defTabSz="554401">
              <a:lnSpc>
                <a:spcPct val="110000"/>
              </a:lnSpc>
              <a:spcAft>
                <a:spcPts val="1000"/>
              </a:spcAft>
            </a:pPr>
            <a:r>
              <a:rPr lang="en-US" sz="1200">
                <a:solidFill>
                  <a:schemeClr val="bg1"/>
                </a:solidFill>
                <a:cs typeface="+mn-cs"/>
              </a:rPr>
              <a:t>Lorem ipsum dolor sit </a:t>
            </a:r>
            <a:r>
              <a:rPr lang="en-US" sz="1200" err="1">
                <a:solidFill>
                  <a:schemeClr val="bg1"/>
                </a:solidFill>
                <a:cs typeface="+mn-cs"/>
              </a:rPr>
              <a:t>amet</a:t>
            </a:r>
            <a:r>
              <a:rPr lang="en-US" sz="1200">
                <a:solidFill>
                  <a:schemeClr val="bg1"/>
                </a:solidFill>
                <a:cs typeface="+mn-cs"/>
              </a:rPr>
              <a:t>, </a:t>
            </a:r>
            <a:r>
              <a:rPr lang="en-US" sz="1200" err="1">
                <a:solidFill>
                  <a:schemeClr val="bg1"/>
                </a:solidFill>
                <a:cs typeface="+mn-cs"/>
              </a:rPr>
              <a:t>consectetur</a:t>
            </a:r>
            <a:r>
              <a:rPr lang="en-US" sz="1200">
                <a:solidFill>
                  <a:schemeClr val="bg1"/>
                </a:solidFill>
                <a:cs typeface="+mn-cs"/>
              </a:rPr>
              <a:t> </a:t>
            </a:r>
            <a:r>
              <a:rPr lang="en-US" sz="1200" err="1">
                <a:solidFill>
                  <a:schemeClr val="bg1"/>
                </a:solidFill>
                <a:cs typeface="+mn-cs"/>
              </a:rPr>
              <a:t>adipiscing</a:t>
            </a:r>
            <a:r>
              <a:rPr lang="en-US" sz="1200">
                <a:solidFill>
                  <a:schemeClr val="bg1"/>
                </a:solidFill>
                <a:cs typeface="+mn-cs"/>
              </a:rPr>
              <a:t> </a:t>
            </a:r>
            <a:r>
              <a:rPr lang="en-US" sz="1200" err="1">
                <a:solidFill>
                  <a:schemeClr val="bg1"/>
                </a:solidFill>
                <a:cs typeface="+mn-cs"/>
              </a:rPr>
              <a:t>elit</a:t>
            </a:r>
            <a:r>
              <a:rPr lang="en-US" sz="1200">
                <a:solidFill>
                  <a:schemeClr val="bg1"/>
                </a:solidFill>
                <a:cs typeface="+mn-cs"/>
              </a:rPr>
              <a:t>, sed do </a:t>
            </a:r>
            <a:r>
              <a:rPr lang="en-US" sz="1200" err="1">
                <a:solidFill>
                  <a:schemeClr val="bg1"/>
                </a:solidFill>
                <a:cs typeface="+mn-cs"/>
              </a:rPr>
              <a:t>eiusmod</a:t>
            </a:r>
            <a:r>
              <a:rPr lang="en-US" sz="1200">
                <a:solidFill>
                  <a:schemeClr val="bg1"/>
                </a:solidFill>
                <a:cs typeface="+mn-cs"/>
              </a:rPr>
              <a:t> </a:t>
            </a:r>
            <a:r>
              <a:rPr lang="en-US" sz="1200" err="1">
                <a:solidFill>
                  <a:schemeClr val="bg1"/>
                </a:solidFill>
                <a:cs typeface="+mn-cs"/>
              </a:rPr>
              <a:t>tempor</a:t>
            </a:r>
            <a:r>
              <a:rPr lang="en-US" sz="1200">
                <a:solidFill>
                  <a:schemeClr val="bg1"/>
                </a:solidFill>
                <a:cs typeface="+mn-cs"/>
              </a:rPr>
              <a:t> </a:t>
            </a:r>
            <a:r>
              <a:rPr lang="en-US" sz="1200" err="1">
                <a:solidFill>
                  <a:schemeClr val="bg1"/>
                </a:solidFill>
                <a:cs typeface="+mn-cs"/>
              </a:rPr>
              <a:t>incididunt</a:t>
            </a:r>
            <a:r>
              <a:rPr lang="en-US" sz="1200">
                <a:solidFill>
                  <a:schemeClr val="bg1"/>
                </a:solidFill>
                <a:cs typeface="+mn-cs"/>
              </a:rPr>
              <a:t>.</a:t>
            </a:r>
            <a:endParaRPr sz="1200">
              <a:solidFill>
                <a:schemeClr val="bg1"/>
              </a:solidFill>
              <a:cs typeface="+mn-cs"/>
            </a:endParaRPr>
          </a:p>
        </p:txBody>
      </p:sp>
      <p:sp>
        <p:nvSpPr>
          <p:cNvPr id="27" name="object 7">
            <a:extLst>
              <a:ext uri="{FF2B5EF4-FFF2-40B4-BE49-F238E27FC236}">
                <a16:creationId xmlns:a16="http://schemas.microsoft.com/office/drawing/2014/main" id="{E3D0CCE5-80AC-CABC-4573-7E4667482217}"/>
              </a:ext>
            </a:extLst>
          </p:cNvPr>
          <p:cNvSpPr txBox="1"/>
          <p:nvPr/>
        </p:nvSpPr>
        <p:spPr>
          <a:xfrm>
            <a:off x="9029700" y="4142016"/>
            <a:ext cx="2590800" cy="1725384"/>
          </a:xfrm>
          <a:prstGeom prst="rect">
            <a:avLst/>
          </a:prstGeom>
        </p:spPr>
        <p:txBody>
          <a:bodyPr vert="horz" wrap="square" lIns="0" tIns="9625" rIns="0" bIns="0" rtlCol="0">
            <a:noAutofit/>
          </a:bodyPr>
          <a:lstStyle/>
          <a:p>
            <a:pPr marL="7700">
              <a:lnSpc>
                <a:spcPct val="110000"/>
              </a:lnSpc>
              <a:spcAft>
                <a:spcPts val="1000"/>
              </a:spcAft>
            </a:pPr>
            <a:r>
              <a:rPr lang="en-US" sz="1200" b="1">
                <a:solidFill>
                  <a:schemeClr val="bg1"/>
                </a:solidFill>
                <a:ea typeface="+mj-ea"/>
                <a:cs typeface="+mj-cs"/>
              </a:rPr>
              <a:t>Optional </a:t>
            </a:r>
            <a:r>
              <a:rPr lang="en-US" sz="1200" b="1" err="1">
                <a:solidFill>
                  <a:schemeClr val="bg1"/>
                </a:solidFill>
                <a:ea typeface="+mj-ea"/>
                <a:cs typeface="+mj-cs"/>
              </a:rPr>
              <a:t>subheadline</a:t>
            </a:r>
            <a:endParaRPr sz="1200" b="1">
              <a:solidFill>
                <a:schemeClr val="bg1"/>
              </a:solidFill>
              <a:ea typeface="+mj-ea"/>
              <a:cs typeface="+mj-cs"/>
            </a:endParaRPr>
          </a:p>
          <a:p>
            <a:pPr marL="7700" marR="3080" defTabSz="554401">
              <a:lnSpc>
                <a:spcPct val="110000"/>
              </a:lnSpc>
              <a:spcAft>
                <a:spcPts val="1000"/>
              </a:spcAft>
            </a:pPr>
            <a:r>
              <a:rPr lang="en-US" sz="1200">
                <a:solidFill>
                  <a:schemeClr val="bg1"/>
                </a:solidFill>
                <a:cs typeface="+mn-cs"/>
              </a:rPr>
              <a:t>Lorem ipsum dolor sit </a:t>
            </a:r>
            <a:r>
              <a:rPr lang="en-US" sz="1200" err="1">
                <a:solidFill>
                  <a:schemeClr val="bg1"/>
                </a:solidFill>
                <a:cs typeface="+mn-cs"/>
              </a:rPr>
              <a:t>amet</a:t>
            </a:r>
            <a:r>
              <a:rPr lang="en-US" sz="1200">
                <a:solidFill>
                  <a:schemeClr val="bg1"/>
                </a:solidFill>
                <a:cs typeface="+mn-cs"/>
              </a:rPr>
              <a:t>, </a:t>
            </a:r>
            <a:r>
              <a:rPr lang="en-US" sz="1200" err="1">
                <a:solidFill>
                  <a:schemeClr val="bg1"/>
                </a:solidFill>
                <a:cs typeface="+mn-cs"/>
              </a:rPr>
              <a:t>consectetur</a:t>
            </a:r>
            <a:r>
              <a:rPr lang="en-US" sz="1200">
                <a:solidFill>
                  <a:schemeClr val="bg1"/>
                </a:solidFill>
                <a:cs typeface="+mn-cs"/>
              </a:rPr>
              <a:t> </a:t>
            </a:r>
            <a:r>
              <a:rPr lang="en-US" sz="1200" err="1">
                <a:solidFill>
                  <a:schemeClr val="bg1"/>
                </a:solidFill>
                <a:cs typeface="+mn-cs"/>
              </a:rPr>
              <a:t>adipiscing</a:t>
            </a:r>
            <a:r>
              <a:rPr lang="en-US" sz="1200">
                <a:solidFill>
                  <a:schemeClr val="bg1"/>
                </a:solidFill>
                <a:cs typeface="+mn-cs"/>
              </a:rPr>
              <a:t> </a:t>
            </a:r>
            <a:r>
              <a:rPr lang="en-US" sz="1200" err="1">
                <a:solidFill>
                  <a:schemeClr val="bg1"/>
                </a:solidFill>
                <a:cs typeface="+mn-cs"/>
              </a:rPr>
              <a:t>elit</a:t>
            </a:r>
            <a:r>
              <a:rPr lang="en-US" sz="1200">
                <a:solidFill>
                  <a:schemeClr val="bg1"/>
                </a:solidFill>
                <a:cs typeface="+mn-cs"/>
              </a:rPr>
              <a:t>, sed do </a:t>
            </a:r>
            <a:r>
              <a:rPr lang="en-US" sz="1200" err="1">
                <a:solidFill>
                  <a:schemeClr val="bg1"/>
                </a:solidFill>
                <a:cs typeface="+mn-cs"/>
              </a:rPr>
              <a:t>eiusmod</a:t>
            </a:r>
            <a:r>
              <a:rPr lang="en-US" sz="1200">
                <a:solidFill>
                  <a:schemeClr val="bg1"/>
                </a:solidFill>
                <a:cs typeface="+mn-cs"/>
              </a:rPr>
              <a:t> </a:t>
            </a:r>
            <a:r>
              <a:rPr lang="en-US" sz="1200" err="1">
                <a:solidFill>
                  <a:schemeClr val="bg1"/>
                </a:solidFill>
                <a:cs typeface="+mn-cs"/>
              </a:rPr>
              <a:t>tempor</a:t>
            </a:r>
            <a:r>
              <a:rPr lang="en-US" sz="1200">
                <a:solidFill>
                  <a:schemeClr val="bg1"/>
                </a:solidFill>
                <a:cs typeface="+mn-cs"/>
              </a:rPr>
              <a:t> </a:t>
            </a:r>
            <a:r>
              <a:rPr lang="en-US" sz="1200" err="1">
                <a:solidFill>
                  <a:schemeClr val="bg1"/>
                </a:solidFill>
                <a:cs typeface="+mn-cs"/>
              </a:rPr>
              <a:t>incididunt</a:t>
            </a:r>
            <a:r>
              <a:rPr lang="en-US" sz="1200">
                <a:solidFill>
                  <a:schemeClr val="bg1"/>
                </a:solidFill>
                <a:cs typeface="+mn-cs"/>
              </a:rPr>
              <a:t>.</a:t>
            </a:r>
            <a:endParaRPr sz="1200">
              <a:solidFill>
                <a:schemeClr val="bg1"/>
              </a:solidFill>
              <a:cs typeface="+mn-cs"/>
            </a:endParaRPr>
          </a:p>
        </p:txBody>
      </p:sp>
      <p:pic>
        <p:nvPicPr>
          <p:cNvPr id="7" name="Picture 9">
            <a:extLst>
              <a:ext uri="{FF2B5EF4-FFF2-40B4-BE49-F238E27FC236}">
                <a16:creationId xmlns:a16="http://schemas.microsoft.com/office/drawing/2014/main" id="{8B9F81CE-7093-7789-FCBE-821F35A8C561}"/>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
        <p:nvSpPr>
          <p:cNvPr id="2" name="Date Placeholder 1">
            <a:extLst>
              <a:ext uri="{FF2B5EF4-FFF2-40B4-BE49-F238E27FC236}">
                <a16:creationId xmlns:a16="http://schemas.microsoft.com/office/drawing/2014/main" id="{1283A185-DBD2-F903-6D6D-458ECF13B561}"/>
              </a:ext>
              <a:ext uri="{C183D7F6-B498-43B3-948B-1728B52AA6E4}">
                <adec:decorative xmlns:adec="http://schemas.microsoft.com/office/drawing/2017/decorative" val="1"/>
              </a:ext>
            </a:extLst>
          </p:cNvPr>
          <p:cNvSpPr>
            <a:spLocks noGrp="1"/>
          </p:cNvSpPr>
          <p:nvPr>
            <p:ph type="dt" sz="half" idx="10"/>
          </p:nvPr>
        </p:nvSpPr>
        <p:spPr/>
        <p:txBody>
          <a:bodyPr/>
          <a:lstStyle/>
          <a:p>
            <a:fld id="{663ACBF2-8CF9-48B9-8C5E-7990AF816E23}" type="datetimeyyyy">
              <a:rPr lang="en-US" smtClean="0">
                <a:solidFill>
                  <a:schemeClr val="bg2"/>
                </a:solidFill>
              </a:rPr>
              <a:t>2025</a:t>
            </a:fld>
            <a:endParaRPr lang="en-US">
              <a:solidFill>
                <a:schemeClr val="bg2"/>
              </a:solidFill>
            </a:endParaRPr>
          </a:p>
        </p:txBody>
      </p:sp>
      <p:sp>
        <p:nvSpPr>
          <p:cNvPr id="3" name="Footer Placeholder 2">
            <a:extLst>
              <a:ext uri="{FF2B5EF4-FFF2-40B4-BE49-F238E27FC236}">
                <a16:creationId xmlns:a16="http://schemas.microsoft.com/office/drawing/2014/main" id="{A52FE3ED-24C6-B1B9-EECD-E6505F31CF8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solidFill>
                  <a:schemeClr val="bg2"/>
                </a:solidFill>
              </a:rPr>
              <a:t>Slalom. All Rights Reserved. Proprietary and Confidential.</a:t>
            </a:r>
          </a:p>
        </p:txBody>
      </p:sp>
      <p:pic>
        <p:nvPicPr>
          <p:cNvPr id="6" name="Picture 9">
            <a:extLst>
              <a:ext uri="{FF2B5EF4-FFF2-40B4-BE49-F238E27FC236}">
                <a16:creationId xmlns:a16="http://schemas.microsoft.com/office/drawing/2014/main" id="{E5AC653E-9EB0-1807-7F42-C4B6F1D17CA5}"/>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71500" y="6472119"/>
            <a:ext cx="562567" cy="145851"/>
          </a:xfrm>
          <a:prstGeom prst="rect">
            <a:avLst/>
          </a:prstGeom>
        </p:spPr>
      </p:pic>
      <p:sp>
        <p:nvSpPr>
          <p:cNvPr id="8" name="Footer Placeholder 3">
            <a:extLst>
              <a:ext uri="{FF2B5EF4-FFF2-40B4-BE49-F238E27FC236}">
                <a16:creationId xmlns:a16="http://schemas.microsoft.com/office/drawing/2014/main" id="{64B3B01D-3828-C2A9-0A19-57CA98F673D5}"/>
              </a:ext>
              <a:ext uri="{C183D7F6-B498-43B3-948B-1728B52AA6E4}">
                <adec:decorative xmlns:adec="http://schemas.microsoft.com/office/drawing/2017/decorative" val="1"/>
              </a:ext>
            </a:extLst>
          </p:cNvPr>
          <p:cNvSpPr txBox="1">
            <a:spLocks/>
          </p:cNvSpPr>
          <p:nvPr/>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2"/>
                </a:solidFill>
              </a:rPr>
              <a:t>©</a:t>
            </a:r>
          </a:p>
        </p:txBody>
      </p:sp>
      <p:sp>
        <p:nvSpPr>
          <p:cNvPr id="4" name="Slide Number Placeholder 3">
            <a:extLst>
              <a:ext uri="{FF2B5EF4-FFF2-40B4-BE49-F238E27FC236}">
                <a16:creationId xmlns:a16="http://schemas.microsoft.com/office/drawing/2014/main" id="{24421D3E-0F18-E578-B167-A462E856D5C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solidFill>
                  <a:schemeClr val="bg2"/>
                </a:solidFill>
              </a:rPr>
              <a:pPr/>
              <a:t>28</a:t>
            </a:fld>
            <a:endParaRPr lang="en-US">
              <a:solidFill>
                <a:schemeClr val="bg2"/>
              </a:solidFill>
            </a:endParaRPr>
          </a:p>
        </p:txBody>
      </p:sp>
      <p:grpSp>
        <p:nvGrpSpPr>
          <p:cNvPr id="9" name="Group 8">
            <a:extLst>
              <a:ext uri="{FF2B5EF4-FFF2-40B4-BE49-F238E27FC236}">
                <a16:creationId xmlns:a16="http://schemas.microsoft.com/office/drawing/2014/main" id="{4441DD3F-06F6-39F7-A205-567F6C1478EE}"/>
              </a:ext>
              <a:ext uri="{C183D7F6-B498-43B3-948B-1728B52AA6E4}">
                <adec:decorative xmlns:adec="http://schemas.microsoft.com/office/drawing/2017/decorative" val="1"/>
              </a:ext>
            </a:extLst>
          </p:cNvPr>
          <p:cNvGrpSpPr/>
          <p:nvPr/>
        </p:nvGrpSpPr>
        <p:grpSpPr>
          <a:xfrm rot="16200000" flipV="1">
            <a:off x="-3360421" y="3360423"/>
            <a:ext cx="6857998" cy="137160"/>
            <a:chOff x="0" y="6720840"/>
            <a:chExt cx="12192000" cy="137160"/>
          </a:xfrm>
        </p:grpSpPr>
        <p:sp>
          <p:nvSpPr>
            <p:cNvPr id="10" name="Rectangle 9">
              <a:extLst>
                <a:ext uri="{FF2B5EF4-FFF2-40B4-BE49-F238E27FC236}">
                  <a16:creationId xmlns:a16="http://schemas.microsoft.com/office/drawing/2014/main" id="{5361AED4-9ED8-F21B-FB29-0FFA6819763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E62ACC37-0E6C-6B6D-1032-B6CDDC010849}"/>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3613D487-C679-A659-50EE-B7BA8E7FCD5F}"/>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32FABB89-F5CF-4E90-43D0-7ED1454A33E6}"/>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38563524-3AF1-30C8-F7C9-E50AA45127C9}"/>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Tree>
    <p:extLst>
      <p:ext uri="{BB962C8B-B14F-4D97-AF65-F5344CB8AC3E}">
        <p14:creationId xmlns:p14="http://schemas.microsoft.com/office/powerpoint/2010/main" val="2362289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18F75-250A-70A9-9DC7-D2DF908173ED}"/>
              </a:ext>
            </a:extLst>
          </p:cNvPr>
          <p:cNvSpPr>
            <a:spLocks noGrp="1"/>
          </p:cNvSpPr>
          <p:nvPr>
            <p:ph type="title"/>
          </p:nvPr>
        </p:nvSpPr>
        <p:spPr/>
        <p:txBody>
          <a:bodyPr/>
          <a:lstStyle/>
          <a:p>
            <a:r>
              <a:rPr lang="en-US"/>
              <a:t>Our </a:t>
            </a:r>
            <a:r>
              <a:rPr lang="en-US">
                <a:solidFill>
                  <a:schemeClr val="accent1"/>
                </a:solidFill>
              </a:rPr>
              <a:t>understanding </a:t>
            </a:r>
          </a:p>
        </p:txBody>
      </p:sp>
      <p:grpSp>
        <p:nvGrpSpPr>
          <p:cNvPr id="3" name="Group 2">
            <a:extLst>
              <a:ext uri="{FF2B5EF4-FFF2-40B4-BE49-F238E27FC236}">
                <a16:creationId xmlns:a16="http://schemas.microsoft.com/office/drawing/2014/main" id="{2A29E80F-DB00-780A-295C-52A767C33653}"/>
              </a:ext>
              <a:ext uri="{C183D7F6-B498-43B3-948B-1728B52AA6E4}">
                <adec:decorative xmlns:adec="http://schemas.microsoft.com/office/drawing/2017/decorative" val="1"/>
              </a:ext>
            </a:extLst>
          </p:cNvPr>
          <p:cNvGrpSpPr/>
          <p:nvPr/>
        </p:nvGrpSpPr>
        <p:grpSpPr>
          <a:xfrm flipV="1">
            <a:off x="584322" y="1066800"/>
            <a:ext cx="3746376" cy="45720"/>
            <a:chOff x="0" y="6720840"/>
            <a:chExt cx="12192000" cy="137160"/>
          </a:xfrm>
        </p:grpSpPr>
        <p:sp>
          <p:nvSpPr>
            <p:cNvPr id="5" name="Rectangle 4">
              <a:extLst>
                <a:ext uri="{FF2B5EF4-FFF2-40B4-BE49-F238E27FC236}">
                  <a16:creationId xmlns:a16="http://schemas.microsoft.com/office/drawing/2014/main" id="{D920A612-AFF8-0745-B469-C476F64CE0B8}"/>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0" name="Rectangle 9">
              <a:extLst>
                <a:ext uri="{FF2B5EF4-FFF2-40B4-BE49-F238E27FC236}">
                  <a16:creationId xmlns:a16="http://schemas.microsoft.com/office/drawing/2014/main" id="{D782950B-7041-BE55-5B8F-5751E5FBBF2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885ED298-347C-B39F-9A4E-35ACF8413E6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829406F-6982-2A73-A39D-BD3D688C80A1}"/>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452B4335-C4C8-04D6-C087-4B7C5772B9BA}"/>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9" name="Text Placeholder 8">
            <a:extLst>
              <a:ext uri="{FF2B5EF4-FFF2-40B4-BE49-F238E27FC236}">
                <a16:creationId xmlns:a16="http://schemas.microsoft.com/office/drawing/2014/main" id="{728E8EEE-ED48-DD7A-35D7-2C1AE7C471AD}"/>
              </a:ext>
            </a:extLst>
          </p:cNvPr>
          <p:cNvSpPr>
            <a:spLocks noGrp="1"/>
          </p:cNvSpPr>
          <p:nvPr>
            <p:ph type="body" sz="quarter" idx="13"/>
          </p:nvPr>
        </p:nvSpPr>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a:t>
            </a:r>
          </a:p>
        </p:txBody>
      </p:sp>
      <p:sp>
        <p:nvSpPr>
          <p:cNvPr id="4" name="TextBox 3">
            <a:extLst>
              <a:ext uri="{FF2B5EF4-FFF2-40B4-BE49-F238E27FC236}">
                <a16:creationId xmlns:a16="http://schemas.microsoft.com/office/drawing/2014/main" id="{A07AAF24-EA52-B262-3A84-07D4150EEA59}"/>
              </a:ext>
            </a:extLst>
          </p:cNvPr>
          <p:cNvSpPr txBox="1">
            <a:spLocks/>
          </p:cNvSpPr>
          <p:nvPr/>
        </p:nvSpPr>
        <p:spPr>
          <a:xfrm>
            <a:off x="571500" y="2942166"/>
            <a:ext cx="2819400" cy="3344333"/>
          </a:xfrm>
          <a:prstGeom prst="rect">
            <a:avLst/>
          </a:prstGeom>
          <a:noFill/>
        </p:spPr>
        <p:txBody>
          <a:bodyPr wrap="square" lIns="0" tIns="0" rIns="0" bIns="0" rtlCol="0" anchor="t">
            <a:noAutofit/>
          </a:bodyPr>
          <a:lstStyle/>
          <a:p>
            <a:pPr algn="l">
              <a:lnSpc>
                <a:spcPct val="110000"/>
              </a:lnSpc>
              <a:spcAft>
                <a:spcPts val="1000"/>
              </a:spcAft>
            </a:pPr>
            <a:r>
              <a:rPr lang="en-US" sz="1400" b="1"/>
              <a:t>One line </a:t>
            </a:r>
            <a:r>
              <a:rPr lang="en-US" sz="1400" b="1" err="1"/>
              <a:t>subheadline</a:t>
            </a:r>
            <a:endParaRPr lang="en-US" sz="1400" b="1"/>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a:t>
            </a:r>
          </a:p>
          <a:p>
            <a:pPr>
              <a:lnSpc>
                <a:spcPct val="110000"/>
              </a:lnSpc>
              <a:spcAft>
                <a:spcPts val="1000"/>
              </a:spcAft>
              <a:defRPr/>
            </a:pP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a:t>
            </a:r>
            <a:endParaRPr lang="en-US" sz="1400" b="1"/>
          </a:p>
        </p:txBody>
      </p:sp>
      <p:sp>
        <p:nvSpPr>
          <p:cNvPr id="14" name="TextBox 13">
            <a:extLst>
              <a:ext uri="{FF2B5EF4-FFF2-40B4-BE49-F238E27FC236}">
                <a16:creationId xmlns:a16="http://schemas.microsoft.com/office/drawing/2014/main" id="{CBE4836E-225A-E5C9-FBAB-85F054BB8A89}"/>
              </a:ext>
            </a:extLst>
          </p:cNvPr>
          <p:cNvSpPr txBox="1">
            <a:spLocks/>
          </p:cNvSpPr>
          <p:nvPr/>
        </p:nvSpPr>
        <p:spPr>
          <a:xfrm>
            <a:off x="4330700" y="2942166"/>
            <a:ext cx="2819400" cy="3344333"/>
          </a:xfrm>
          <a:prstGeom prst="rect">
            <a:avLst/>
          </a:prstGeom>
          <a:noFill/>
        </p:spPr>
        <p:txBody>
          <a:bodyPr wrap="square" lIns="0" tIns="0" rIns="0" bIns="0" rtlCol="0" anchor="t">
            <a:noAutofit/>
          </a:bodyPr>
          <a:lstStyle/>
          <a:p>
            <a:pPr algn="l">
              <a:lnSpc>
                <a:spcPct val="110000"/>
              </a:lnSpc>
              <a:spcAft>
                <a:spcPts val="1000"/>
              </a:spcAft>
            </a:pPr>
            <a:r>
              <a:rPr lang="en-US" sz="1400" b="1"/>
              <a:t>One line </a:t>
            </a:r>
            <a:r>
              <a:rPr lang="en-US" sz="1400" b="1" err="1"/>
              <a:t>subheadline</a:t>
            </a:r>
            <a:endParaRPr lang="en-US" sz="1400" b="1"/>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a:t>
            </a:r>
          </a:p>
          <a:p>
            <a:pPr>
              <a:lnSpc>
                <a:spcPct val="110000"/>
              </a:lnSpc>
              <a:spcAft>
                <a:spcPts val="1000"/>
              </a:spcAft>
              <a:defRPr/>
            </a:pP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a:t>
            </a:r>
            <a:endParaRPr lang="en-US" sz="1400" b="1"/>
          </a:p>
        </p:txBody>
      </p:sp>
      <p:sp>
        <p:nvSpPr>
          <p:cNvPr id="16" name="TextBox 15">
            <a:extLst>
              <a:ext uri="{FF2B5EF4-FFF2-40B4-BE49-F238E27FC236}">
                <a16:creationId xmlns:a16="http://schemas.microsoft.com/office/drawing/2014/main" id="{F8E84B6A-8A33-5E6D-AB4F-B408D84DEA5B}"/>
              </a:ext>
            </a:extLst>
          </p:cNvPr>
          <p:cNvSpPr txBox="1">
            <a:spLocks/>
          </p:cNvSpPr>
          <p:nvPr/>
        </p:nvSpPr>
        <p:spPr>
          <a:xfrm>
            <a:off x="8089900" y="2942166"/>
            <a:ext cx="2819400" cy="3344333"/>
          </a:xfrm>
          <a:prstGeom prst="rect">
            <a:avLst/>
          </a:prstGeom>
          <a:noFill/>
        </p:spPr>
        <p:txBody>
          <a:bodyPr wrap="square" lIns="0" tIns="0" rIns="0" bIns="0" rtlCol="0" anchor="t">
            <a:noAutofit/>
          </a:bodyPr>
          <a:lstStyle/>
          <a:p>
            <a:pPr algn="l">
              <a:lnSpc>
                <a:spcPct val="110000"/>
              </a:lnSpc>
              <a:spcAft>
                <a:spcPts val="1000"/>
              </a:spcAft>
            </a:pPr>
            <a:r>
              <a:rPr lang="en-US" sz="1400" b="1"/>
              <a:t>One line </a:t>
            </a:r>
            <a:r>
              <a:rPr lang="en-US" sz="1400" b="1" err="1"/>
              <a:t>subheadline</a:t>
            </a:r>
            <a:endParaRPr lang="en-US" sz="1400" b="1"/>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a:t>
            </a:r>
          </a:p>
          <a:p>
            <a:pPr>
              <a:lnSpc>
                <a:spcPct val="110000"/>
              </a:lnSpc>
              <a:spcAft>
                <a:spcPts val="1000"/>
              </a:spcAft>
              <a:defRPr/>
            </a:pP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Beremod</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maximusaesto</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dunt</a:t>
            </a:r>
            <a:r>
              <a:rPr kumimoji="0" lang="en-US" sz="1400" b="0" i="0" u="none" strike="noStrike" kern="1200" cap="none" spc="0" normalizeH="0" baseline="0" noProof="0">
                <a:ln>
                  <a:noFill/>
                </a:ln>
                <a:effectLst/>
                <a:uLnTx/>
                <a:uFillTx/>
                <a:ea typeface="+mn-ea"/>
                <a:cs typeface="+mn-cs"/>
              </a:rPr>
              <a:t> </a:t>
            </a:r>
            <a:r>
              <a:rPr kumimoji="0" lang="en-US" sz="1400" b="0" i="0" u="none" strike="noStrike" kern="1200" cap="none" spc="0" normalizeH="0" baseline="0" noProof="0" err="1">
                <a:ln>
                  <a:noFill/>
                </a:ln>
                <a:effectLst/>
                <a:uLnTx/>
                <a:uFillTx/>
                <a:ea typeface="+mn-ea"/>
                <a:cs typeface="+mn-cs"/>
              </a:rPr>
              <a:t>labo</a:t>
            </a:r>
            <a:r>
              <a:rPr kumimoji="0" lang="en-US" sz="1400" b="0" i="0" u="none" strike="noStrike" kern="1200" cap="none" spc="0" normalizeH="0" baseline="0" noProof="0">
                <a:ln>
                  <a:noFill/>
                </a:ln>
                <a:effectLst/>
                <a:uLnTx/>
                <a:uFillTx/>
                <a:ea typeface="+mn-ea"/>
                <a:cs typeface="+mn-cs"/>
              </a:rPr>
              <a:t>. Et </a:t>
            </a:r>
            <a:r>
              <a:rPr kumimoji="0" lang="en-US" sz="1400" b="0" i="0" u="none" strike="noStrike" kern="1200" cap="none" spc="0" normalizeH="0" baseline="0" noProof="0" err="1">
                <a:ln>
                  <a:noFill/>
                </a:ln>
                <a:effectLst/>
                <a:uLnTx/>
                <a:uFillTx/>
                <a:ea typeface="+mn-ea"/>
                <a:cs typeface="+mn-cs"/>
              </a:rPr>
              <a:t>laborum</a:t>
            </a:r>
            <a:r>
              <a:rPr kumimoji="0" lang="en-US" sz="1400" b="0" i="0" u="none" strike="noStrike" kern="1200" cap="none" spc="0" normalizeH="0" baseline="0" noProof="0">
                <a:ln>
                  <a:noFill/>
                </a:ln>
                <a:effectLst/>
                <a:uLnTx/>
                <a:uFillTx/>
                <a:ea typeface="+mn-ea"/>
                <a:cs typeface="+mn-cs"/>
              </a:rPr>
              <a:t> que </a:t>
            </a:r>
            <a:r>
              <a:rPr kumimoji="0" lang="en-US" sz="1400" b="0" i="0" u="none" strike="noStrike" kern="1200" cap="none" spc="0" normalizeH="0" baseline="0" noProof="0" err="1">
                <a:ln>
                  <a:noFill/>
                </a:ln>
                <a:effectLst/>
                <a:uLnTx/>
                <a:uFillTx/>
                <a:ea typeface="+mn-ea"/>
                <a:cs typeface="+mn-cs"/>
              </a:rPr>
              <a:t>parit</a:t>
            </a:r>
            <a:r>
              <a:rPr kumimoji="0" lang="en-US" sz="1400" b="0" i="0" u="none" strike="noStrike" kern="1200" cap="none" spc="0" normalizeH="0" baseline="0" noProof="0">
                <a:ln>
                  <a:noFill/>
                </a:ln>
                <a:effectLst/>
                <a:uLnTx/>
                <a:uFillTx/>
                <a:ea typeface="+mn-ea"/>
                <a:cs typeface="+mn-cs"/>
              </a:rPr>
              <a:t>.</a:t>
            </a:r>
            <a:endParaRPr lang="en-US" sz="1400" b="1"/>
          </a:p>
        </p:txBody>
      </p:sp>
      <p:sp>
        <p:nvSpPr>
          <p:cNvPr id="6" name="Date Placeholder 5">
            <a:extLst>
              <a:ext uri="{FF2B5EF4-FFF2-40B4-BE49-F238E27FC236}">
                <a16:creationId xmlns:a16="http://schemas.microsoft.com/office/drawing/2014/main" id="{EDD12675-F407-4E89-72A8-A8996DEABB99}"/>
              </a:ext>
              <a:ext uri="{C183D7F6-B498-43B3-948B-1728B52AA6E4}">
                <adec:decorative xmlns:adec="http://schemas.microsoft.com/office/drawing/2017/decorative" val="1"/>
              </a:ext>
            </a:extLst>
          </p:cNvPr>
          <p:cNvSpPr>
            <a:spLocks noGrp="1"/>
          </p:cNvSpPr>
          <p:nvPr>
            <p:ph type="dt" sz="half" idx="10"/>
          </p:nvPr>
        </p:nvSpPr>
        <p:spPr/>
        <p:txBody>
          <a:bodyPr/>
          <a:lstStyle/>
          <a:p>
            <a:fld id="{4BD89A17-6580-4865-B2F3-46C6EC29D88D}" type="datetimeyyyy">
              <a:rPr lang="en-US" smtClean="0"/>
              <a:t>2025</a:t>
            </a:fld>
            <a:endParaRPr lang="en-US"/>
          </a:p>
        </p:txBody>
      </p:sp>
      <p:sp>
        <p:nvSpPr>
          <p:cNvPr id="7" name="Footer Placeholder 6">
            <a:extLst>
              <a:ext uri="{FF2B5EF4-FFF2-40B4-BE49-F238E27FC236}">
                <a16:creationId xmlns:a16="http://schemas.microsoft.com/office/drawing/2014/main" id="{9320D4D7-0F96-3C9B-2E6F-21D2227DAA2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8" name="Slide Number Placeholder 7">
            <a:extLst>
              <a:ext uri="{FF2B5EF4-FFF2-40B4-BE49-F238E27FC236}">
                <a16:creationId xmlns:a16="http://schemas.microsoft.com/office/drawing/2014/main" id="{7BD06DD1-60BB-0611-5892-289B6FF8F64A}"/>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29</a:t>
            </a:fld>
            <a:endParaRPr lang="en-US"/>
          </a:p>
        </p:txBody>
      </p:sp>
    </p:spTree>
    <p:extLst>
      <p:ext uri="{BB962C8B-B14F-4D97-AF65-F5344CB8AC3E}">
        <p14:creationId xmlns:p14="http://schemas.microsoft.com/office/powerpoint/2010/main" val="1404911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5FB55EE-4630-B188-E7E1-31BBCF6157C6}"/>
              </a:ext>
            </a:extLst>
          </p:cNvPr>
          <p:cNvSpPr>
            <a:spLocks noGrp="1"/>
          </p:cNvSpPr>
          <p:nvPr>
            <p:ph type="title"/>
          </p:nvPr>
        </p:nvSpPr>
        <p:spPr/>
        <p:txBody>
          <a:bodyPr/>
          <a:lstStyle/>
          <a:p>
            <a:r>
              <a:rPr lang="en-US"/>
              <a:t>Together, we’ve created great things</a:t>
            </a:r>
          </a:p>
        </p:txBody>
      </p:sp>
      <p:sp>
        <p:nvSpPr>
          <p:cNvPr id="6" name="Text Placeholder 5">
            <a:extLst>
              <a:ext uri="{FF2B5EF4-FFF2-40B4-BE49-F238E27FC236}">
                <a16:creationId xmlns:a16="http://schemas.microsoft.com/office/drawing/2014/main" id="{E665142D-21DE-2EB1-335C-E78C406CEDCE}"/>
              </a:ext>
            </a:extLst>
          </p:cNvPr>
          <p:cNvSpPr>
            <a:spLocks noGrp="1"/>
          </p:cNvSpPr>
          <p:nvPr>
            <p:ph type="body" sz="quarter" idx="13"/>
          </p:nvPr>
        </p:nvSpPr>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a:t>
            </a:r>
          </a:p>
        </p:txBody>
      </p:sp>
      <p:sp>
        <p:nvSpPr>
          <p:cNvPr id="2" name="Date Placeholder 1">
            <a:extLst>
              <a:ext uri="{FF2B5EF4-FFF2-40B4-BE49-F238E27FC236}">
                <a16:creationId xmlns:a16="http://schemas.microsoft.com/office/drawing/2014/main" id="{BE04909A-9CB6-3313-D244-E892D4555EFE}"/>
              </a:ext>
              <a:ext uri="{C183D7F6-B498-43B3-948B-1728B52AA6E4}">
                <adec:decorative xmlns:adec="http://schemas.microsoft.com/office/drawing/2017/decorative" val="1"/>
              </a:ext>
            </a:extLst>
          </p:cNvPr>
          <p:cNvSpPr>
            <a:spLocks noGrp="1"/>
          </p:cNvSpPr>
          <p:nvPr>
            <p:ph type="dt" sz="half" idx="10"/>
          </p:nvPr>
        </p:nvSpPr>
        <p:spPr/>
        <p:txBody>
          <a:bodyPr/>
          <a:lstStyle/>
          <a:p>
            <a:fld id="{A22E0DC0-0456-477C-AF96-6509D9939F89}" type="datetimeyyyy">
              <a:rPr lang="en-US" smtClean="0"/>
              <a:t>2025</a:t>
            </a:fld>
            <a:endParaRPr lang="en-US"/>
          </a:p>
        </p:txBody>
      </p:sp>
      <p:sp>
        <p:nvSpPr>
          <p:cNvPr id="3" name="Footer Placeholder 2">
            <a:extLst>
              <a:ext uri="{FF2B5EF4-FFF2-40B4-BE49-F238E27FC236}">
                <a16:creationId xmlns:a16="http://schemas.microsoft.com/office/drawing/2014/main" id="{B016617A-8C2D-F0EE-5490-7D8CA65FAF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9A5953E7-EB02-32BA-820B-03D97E0221F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30</a:t>
            </a:fld>
            <a:endParaRPr lang="en-US"/>
          </a:p>
        </p:txBody>
      </p:sp>
      <p:grpSp>
        <p:nvGrpSpPr>
          <p:cNvPr id="120" name="Group 119">
            <a:extLst>
              <a:ext uri="{FF2B5EF4-FFF2-40B4-BE49-F238E27FC236}">
                <a16:creationId xmlns:a16="http://schemas.microsoft.com/office/drawing/2014/main" id="{575D9E17-1602-2E3D-9E73-83971A6684F5}"/>
              </a:ext>
              <a:ext uri="{C183D7F6-B498-43B3-948B-1728B52AA6E4}">
                <adec:decorative xmlns:adec="http://schemas.microsoft.com/office/drawing/2017/decorative" val="1"/>
              </a:ext>
            </a:extLst>
          </p:cNvPr>
          <p:cNvGrpSpPr/>
          <p:nvPr/>
        </p:nvGrpSpPr>
        <p:grpSpPr>
          <a:xfrm rot="10800000" flipV="1">
            <a:off x="0" y="4748398"/>
            <a:ext cx="12191999" cy="137161"/>
            <a:chOff x="1" y="6720839"/>
            <a:chExt cx="12191999" cy="137161"/>
          </a:xfrm>
        </p:grpSpPr>
        <p:sp>
          <p:nvSpPr>
            <p:cNvPr id="121" name="Rectangle 120">
              <a:extLst>
                <a:ext uri="{FF2B5EF4-FFF2-40B4-BE49-F238E27FC236}">
                  <a16:creationId xmlns:a16="http://schemas.microsoft.com/office/drawing/2014/main" id="{5E8B2472-28F5-FE97-F185-771AB7F6BB76}"/>
                </a:ext>
              </a:extLst>
            </p:cNvPr>
            <p:cNvSpPr/>
            <p:nvPr/>
          </p:nvSpPr>
          <p:spPr>
            <a:xfrm>
              <a:off x="1" y="6720839"/>
              <a:ext cx="4880014" cy="13716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2" name="Rectangle 121">
              <a:extLst>
                <a:ext uri="{FF2B5EF4-FFF2-40B4-BE49-F238E27FC236}">
                  <a16:creationId xmlns:a16="http://schemas.microsoft.com/office/drawing/2014/main" id="{CCB30B2F-89C0-060C-EEF4-9D2D57F3BADE}"/>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3" name="Rectangle 122">
              <a:extLst>
                <a:ext uri="{FF2B5EF4-FFF2-40B4-BE49-F238E27FC236}">
                  <a16:creationId xmlns:a16="http://schemas.microsoft.com/office/drawing/2014/main" id="{E937B6F8-1867-CC1F-489C-6A65B0FE6B2C}"/>
                </a:ext>
              </a:extLst>
            </p:cNvPr>
            <p:cNvSpPr/>
            <p:nvPr/>
          </p:nvSpPr>
          <p:spPr>
            <a:xfrm>
              <a:off x="7311986"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4" name="Rectangle 123">
              <a:extLst>
                <a:ext uri="{FF2B5EF4-FFF2-40B4-BE49-F238E27FC236}">
                  <a16:creationId xmlns:a16="http://schemas.microsoft.com/office/drawing/2014/main" id="{87CD68C4-5B8F-242D-0337-A4B9E532BC8A}"/>
                </a:ext>
              </a:extLst>
            </p:cNvPr>
            <p:cNvSpPr/>
            <p:nvPr/>
          </p:nvSpPr>
          <p:spPr>
            <a:xfrm>
              <a:off x="9749315"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26" name="Rectangle 125">
            <a:extLst>
              <a:ext uri="{FF2B5EF4-FFF2-40B4-BE49-F238E27FC236}">
                <a16:creationId xmlns:a16="http://schemas.microsoft.com/office/drawing/2014/main" id="{B7EBE396-AA6E-116D-86D0-F974EA3119B8}"/>
              </a:ext>
            </a:extLst>
          </p:cNvPr>
          <p:cNvSpPr/>
          <p:nvPr/>
        </p:nvSpPr>
        <p:spPr>
          <a:xfrm>
            <a:off x="582547" y="4381551"/>
            <a:ext cx="1054342" cy="288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chemeClr val="tx1"/>
                </a:solidFill>
                <a:effectLst/>
                <a:uLnTx/>
                <a:uFillTx/>
                <a:ea typeface="+mn-ea"/>
                <a:cs typeface="+mn-cs"/>
              </a:rPr>
              <a:t>2019</a:t>
            </a:r>
            <a:endParaRPr kumimoji="0" lang="es-ES" sz="2200" b="1" i="0" u="none" strike="noStrike" kern="1200" cap="none" spc="0" normalizeH="0" baseline="0" noProof="0">
              <a:ln>
                <a:noFill/>
              </a:ln>
              <a:solidFill>
                <a:schemeClr val="tx1"/>
              </a:solidFill>
              <a:effectLst/>
              <a:uLnTx/>
              <a:uFillTx/>
              <a:ea typeface="+mn-ea"/>
              <a:cs typeface="+mn-cs"/>
            </a:endParaRPr>
          </a:p>
        </p:txBody>
      </p:sp>
      <p:grpSp>
        <p:nvGrpSpPr>
          <p:cNvPr id="24" name="Group 23">
            <a:extLst>
              <a:ext uri="{FF2B5EF4-FFF2-40B4-BE49-F238E27FC236}">
                <a16:creationId xmlns:a16="http://schemas.microsoft.com/office/drawing/2014/main" id="{50F739FE-7F66-1E42-3FA1-FFE10F4D2930}"/>
              </a:ext>
            </a:extLst>
          </p:cNvPr>
          <p:cNvGrpSpPr/>
          <p:nvPr/>
        </p:nvGrpSpPr>
        <p:grpSpPr>
          <a:xfrm>
            <a:off x="571500" y="2998581"/>
            <a:ext cx="1506405" cy="1152244"/>
            <a:chOff x="571500" y="2625693"/>
            <a:chExt cx="1506405" cy="1152244"/>
          </a:xfrm>
        </p:grpSpPr>
        <p:cxnSp>
          <p:nvCxnSpPr>
            <p:cNvPr id="58" name="Straight Connector 57">
              <a:extLst>
                <a:ext uri="{FF2B5EF4-FFF2-40B4-BE49-F238E27FC236}">
                  <a16:creationId xmlns:a16="http://schemas.microsoft.com/office/drawing/2014/main" id="{B00910B0-8436-9B18-8647-079E566C3C55}"/>
                </a:ext>
              </a:extLst>
            </p:cNvPr>
            <p:cNvCxnSpPr>
              <a:cxnSpLocks/>
            </p:cNvCxnSpPr>
            <p:nvPr/>
          </p:nvCxnSpPr>
          <p:spPr>
            <a:xfrm>
              <a:off x="571500" y="2625693"/>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B3CAFB10-FD1F-CE24-9C0D-1E62FB914CA9}"/>
                </a:ext>
              </a:extLst>
            </p:cNvPr>
            <p:cNvSpPr txBox="1"/>
            <p:nvPr/>
          </p:nvSpPr>
          <p:spPr>
            <a:xfrm>
              <a:off x="817961" y="2625693"/>
              <a:ext cx="1259944" cy="1066005"/>
            </a:xfrm>
            <a:prstGeom prst="rect">
              <a:avLst/>
            </a:prstGeom>
            <a:noFill/>
          </p:spPr>
          <p:txBody>
            <a:bodyPr wrap="square" lIns="0" tIns="0" rIns="0" bIns="0" rtlCol="0" anchor="t">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grpSp>
        <p:nvGrpSpPr>
          <p:cNvPr id="23" name="Group 22">
            <a:extLst>
              <a:ext uri="{FF2B5EF4-FFF2-40B4-BE49-F238E27FC236}">
                <a16:creationId xmlns:a16="http://schemas.microsoft.com/office/drawing/2014/main" id="{60023455-3C48-A21C-303D-FC1E0B2E973D}"/>
              </a:ext>
            </a:extLst>
          </p:cNvPr>
          <p:cNvGrpSpPr/>
          <p:nvPr/>
        </p:nvGrpSpPr>
        <p:grpSpPr>
          <a:xfrm>
            <a:off x="571500" y="5087689"/>
            <a:ext cx="1506405" cy="1152244"/>
            <a:chOff x="571500" y="4714801"/>
            <a:chExt cx="1506405" cy="1152244"/>
          </a:xfrm>
        </p:grpSpPr>
        <p:cxnSp>
          <p:nvCxnSpPr>
            <p:cNvPr id="138" name="Straight Connector 137">
              <a:extLst>
                <a:ext uri="{FF2B5EF4-FFF2-40B4-BE49-F238E27FC236}">
                  <a16:creationId xmlns:a16="http://schemas.microsoft.com/office/drawing/2014/main" id="{6668718C-FCC2-939B-8ECB-2BCEAF5F70FA}"/>
                </a:ext>
              </a:extLst>
            </p:cNvPr>
            <p:cNvCxnSpPr>
              <a:cxnSpLocks/>
            </p:cNvCxnSpPr>
            <p:nvPr/>
          </p:nvCxnSpPr>
          <p:spPr>
            <a:xfrm>
              <a:off x="571500" y="4714801"/>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9" name="TextBox 138">
              <a:extLst>
                <a:ext uri="{FF2B5EF4-FFF2-40B4-BE49-F238E27FC236}">
                  <a16:creationId xmlns:a16="http://schemas.microsoft.com/office/drawing/2014/main" id="{CB894666-9903-E563-885E-3986208EF11D}"/>
                </a:ext>
              </a:extLst>
            </p:cNvPr>
            <p:cNvSpPr txBox="1"/>
            <p:nvPr/>
          </p:nvSpPr>
          <p:spPr>
            <a:xfrm>
              <a:off x="817961" y="4801040"/>
              <a:ext cx="1259944" cy="1066005"/>
            </a:xfrm>
            <a:prstGeom prst="rect">
              <a:avLst/>
            </a:prstGeom>
            <a:noFill/>
          </p:spPr>
          <p:txBody>
            <a:bodyPr wrap="square" lIns="0" tIns="0" rIns="0" bIns="0" rtlCol="0" anchor="b">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sp>
        <p:nvSpPr>
          <p:cNvPr id="127" name="Rectangle 126">
            <a:extLst>
              <a:ext uri="{FF2B5EF4-FFF2-40B4-BE49-F238E27FC236}">
                <a16:creationId xmlns:a16="http://schemas.microsoft.com/office/drawing/2014/main" id="{152861BD-712A-8EF3-0F1A-ED2CB68C78CA}"/>
              </a:ext>
            </a:extLst>
          </p:cNvPr>
          <p:cNvSpPr/>
          <p:nvPr/>
        </p:nvSpPr>
        <p:spPr>
          <a:xfrm>
            <a:off x="2454045" y="4381551"/>
            <a:ext cx="1054342" cy="288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defTabSz="1219170"/>
            <a:r>
              <a:rPr lang="en-US" sz="2200" b="1">
                <a:solidFill>
                  <a:schemeClr val="tx1"/>
                </a:solidFill>
              </a:rPr>
              <a:t>2020</a:t>
            </a:r>
            <a:endParaRPr lang="es-ES" sz="2200" b="1">
              <a:solidFill>
                <a:schemeClr val="tx1"/>
              </a:solidFill>
            </a:endParaRPr>
          </a:p>
        </p:txBody>
      </p:sp>
      <p:grpSp>
        <p:nvGrpSpPr>
          <p:cNvPr id="82" name="Group 81">
            <a:extLst>
              <a:ext uri="{FF2B5EF4-FFF2-40B4-BE49-F238E27FC236}">
                <a16:creationId xmlns:a16="http://schemas.microsoft.com/office/drawing/2014/main" id="{952B1731-24CB-66E6-5DA0-BB8F84366B75}"/>
              </a:ext>
            </a:extLst>
          </p:cNvPr>
          <p:cNvGrpSpPr/>
          <p:nvPr/>
        </p:nvGrpSpPr>
        <p:grpSpPr>
          <a:xfrm>
            <a:off x="2447056" y="2998581"/>
            <a:ext cx="1506405" cy="1152244"/>
            <a:chOff x="571500" y="2625693"/>
            <a:chExt cx="1506405" cy="1152244"/>
          </a:xfrm>
        </p:grpSpPr>
        <p:cxnSp>
          <p:nvCxnSpPr>
            <p:cNvPr id="83" name="Straight Connector 82">
              <a:extLst>
                <a:ext uri="{FF2B5EF4-FFF2-40B4-BE49-F238E27FC236}">
                  <a16:creationId xmlns:a16="http://schemas.microsoft.com/office/drawing/2014/main" id="{902B18B7-AC82-6C77-8FA1-AEBC9FD44BAF}"/>
                </a:ext>
              </a:extLst>
            </p:cNvPr>
            <p:cNvCxnSpPr>
              <a:cxnSpLocks/>
            </p:cNvCxnSpPr>
            <p:nvPr/>
          </p:nvCxnSpPr>
          <p:spPr>
            <a:xfrm>
              <a:off x="571500" y="2625693"/>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C67A1375-E482-284E-EB3C-7C3F63425440}"/>
                </a:ext>
              </a:extLst>
            </p:cNvPr>
            <p:cNvSpPr txBox="1"/>
            <p:nvPr/>
          </p:nvSpPr>
          <p:spPr>
            <a:xfrm>
              <a:off x="817961" y="2625693"/>
              <a:ext cx="1259944" cy="1066005"/>
            </a:xfrm>
            <a:prstGeom prst="rect">
              <a:avLst/>
            </a:prstGeom>
            <a:noFill/>
          </p:spPr>
          <p:txBody>
            <a:bodyPr wrap="square" lIns="0" tIns="0" rIns="0" bIns="0" rtlCol="0" anchor="t">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grpSp>
        <p:nvGrpSpPr>
          <p:cNvPr id="18" name="Group 17">
            <a:extLst>
              <a:ext uri="{FF2B5EF4-FFF2-40B4-BE49-F238E27FC236}">
                <a16:creationId xmlns:a16="http://schemas.microsoft.com/office/drawing/2014/main" id="{A8C28305-9FD1-670A-FCE4-51A9246DA0BE}"/>
              </a:ext>
            </a:extLst>
          </p:cNvPr>
          <p:cNvGrpSpPr/>
          <p:nvPr/>
        </p:nvGrpSpPr>
        <p:grpSpPr>
          <a:xfrm>
            <a:off x="2447056" y="5087689"/>
            <a:ext cx="1506405" cy="1152244"/>
            <a:chOff x="2447056" y="4714801"/>
            <a:chExt cx="1506405" cy="1152244"/>
          </a:xfrm>
        </p:grpSpPr>
        <p:cxnSp>
          <p:nvCxnSpPr>
            <p:cNvPr id="44" name="Straight Connector 43">
              <a:extLst>
                <a:ext uri="{FF2B5EF4-FFF2-40B4-BE49-F238E27FC236}">
                  <a16:creationId xmlns:a16="http://schemas.microsoft.com/office/drawing/2014/main" id="{495735CF-E59F-542D-60FB-CB318BC864F9}"/>
                </a:ext>
              </a:extLst>
            </p:cNvPr>
            <p:cNvCxnSpPr>
              <a:cxnSpLocks/>
            </p:cNvCxnSpPr>
            <p:nvPr/>
          </p:nvCxnSpPr>
          <p:spPr>
            <a:xfrm>
              <a:off x="2447056" y="4714801"/>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02DE28C0-82C8-55D4-2414-A8B1869B2E0D}"/>
                </a:ext>
              </a:extLst>
            </p:cNvPr>
            <p:cNvSpPr txBox="1"/>
            <p:nvPr/>
          </p:nvSpPr>
          <p:spPr>
            <a:xfrm>
              <a:off x="2693517" y="4801040"/>
              <a:ext cx="1259944" cy="1066005"/>
            </a:xfrm>
            <a:prstGeom prst="rect">
              <a:avLst/>
            </a:prstGeom>
            <a:noFill/>
          </p:spPr>
          <p:txBody>
            <a:bodyPr wrap="square" lIns="0" tIns="0" rIns="0" bIns="0" rtlCol="0" anchor="b">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sp>
        <p:nvSpPr>
          <p:cNvPr id="125" name="Rectangle 124">
            <a:extLst>
              <a:ext uri="{FF2B5EF4-FFF2-40B4-BE49-F238E27FC236}">
                <a16:creationId xmlns:a16="http://schemas.microsoft.com/office/drawing/2014/main" id="{AF1F5935-FDBC-B086-4757-3622B7B44B2F}"/>
              </a:ext>
            </a:extLst>
          </p:cNvPr>
          <p:cNvSpPr/>
          <p:nvPr/>
        </p:nvSpPr>
        <p:spPr>
          <a:xfrm>
            <a:off x="4874657" y="4381551"/>
            <a:ext cx="1054342" cy="288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defTabSz="1219170"/>
            <a:r>
              <a:rPr lang="en-US" sz="2200" b="1">
                <a:solidFill>
                  <a:schemeClr val="tx1"/>
                </a:solidFill>
              </a:rPr>
              <a:t>2021</a:t>
            </a:r>
          </a:p>
        </p:txBody>
      </p:sp>
      <p:grpSp>
        <p:nvGrpSpPr>
          <p:cNvPr id="73" name="Group 72">
            <a:extLst>
              <a:ext uri="{FF2B5EF4-FFF2-40B4-BE49-F238E27FC236}">
                <a16:creationId xmlns:a16="http://schemas.microsoft.com/office/drawing/2014/main" id="{A68E0C15-0A1E-4FD6-A66E-1AC144B7F077}"/>
              </a:ext>
            </a:extLst>
          </p:cNvPr>
          <p:cNvGrpSpPr/>
          <p:nvPr/>
        </p:nvGrpSpPr>
        <p:grpSpPr>
          <a:xfrm>
            <a:off x="5041900" y="2998581"/>
            <a:ext cx="1506405" cy="1152244"/>
            <a:chOff x="571500" y="2625693"/>
            <a:chExt cx="1506405" cy="1152244"/>
          </a:xfrm>
        </p:grpSpPr>
        <p:cxnSp>
          <p:nvCxnSpPr>
            <p:cNvPr id="74" name="Straight Connector 73">
              <a:extLst>
                <a:ext uri="{FF2B5EF4-FFF2-40B4-BE49-F238E27FC236}">
                  <a16:creationId xmlns:a16="http://schemas.microsoft.com/office/drawing/2014/main" id="{173E50AC-2847-6244-D864-F2044DFA6B13}"/>
                </a:ext>
              </a:extLst>
            </p:cNvPr>
            <p:cNvCxnSpPr>
              <a:cxnSpLocks/>
            </p:cNvCxnSpPr>
            <p:nvPr/>
          </p:nvCxnSpPr>
          <p:spPr>
            <a:xfrm>
              <a:off x="571500" y="2625693"/>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1637AA37-DB70-517D-BC27-CD9634EFD834}"/>
                </a:ext>
              </a:extLst>
            </p:cNvPr>
            <p:cNvSpPr txBox="1"/>
            <p:nvPr/>
          </p:nvSpPr>
          <p:spPr>
            <a:xfrm>
              <a:off x="817961" y="2625693"/>
              <a:ext cx="1259944" cy="1066005"/>
            </a:xfrm>
            <a:prstGeom prst="rect">
              <a:avLst/>
            </a:prstGeom>
            <a:noFill/>
          </p:spPr>
          <p:txBody>
            <a:bodyPr wrap="square" lIns="0" tIns="0" rIns="0" bIns="0" rtlCol="0" anchor="t">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grpSp>
        <p:nvGrpSpPr>
          <p:cNvPr id="19" name="Group 18">
            <a:extLst>
              <a:ext uri="{FF2B5EF4-FFF2-40B4-BE49-F238E27FC236}">
                <a16:creationId xmlns:a16="http://schemas.microsoft.com/office/drawing/2014/main" id="{E8E5F1B6-3593-29D7-4C96-953D5DA8A587}"/>
              </a:ext>
            </a:extLst>
          </p:cNvPr>
          <p:cNvGrpSpPr/>
          <p:nvPr/>
        </p:nvGrpSpPr>
        <p:grpSpPr>
          <a:xfrm>
            <a:off x="5041900" y="5087689"/>
            <a:ext cx="1506405" cy="1152244"/>
            <a:chOff x="5041900" y="4714801"/>
            <a:chExt cx="1506405" cy="1152244"/>
          </a:xfrm>
        </p:grpSpPr>
        <p:cxnSp>
          <p:nvCxnSpPr>
            <p:cNvPr id="46" name="Straight Connector 45">
              <a:extLst>
                <a:ext uri="{FF2B5EF4-FFF2-40B4-BE49-F238E27FC236}">
                  <a16:creationId xmlns:a16="http://schemas.microsoft.com/office/drawing/2014/main" id="{E7773993-AE6C-316A-65B1-3CB83B74B3AA}"/>
                </a:ext>
              </a:extLst>
            </p:cNvPr>
            <p:cNvCxnSpPr>
              <a:cxnSpLocks/>
            </p:cNvCxnSpPr>
            <p:nvPr/>
          </p:nvCxnSpPr>
          <p:spPr>
            <a:xfrm>
              <a:off x="5041900" y="4714801"/>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0D418F99-C8E9-4C38-C0E4-1E03263FA31E}"/>
                </a:ext>
              </a:extLst>
            </p:cNvPr>
            <p:cNvSpPr txBox="1"/>
            <p:nvPr/>
          </p:nvSpPr>
          <p:spPr>
            <a:xfrm>
              <a:off x="5288361" y="4801040"/>
              <a:ext cx="1259944" cy="1066005"/>
            </a:xfrm>
            <a:prstGeom prst="rect">
              <a:avLst/>
            </a:prstGeom>
            <a:noFill/>
          </p:spPr>
          <p:txBody>
            <a:bodyPr wrap="square" lIns="0" tIns="0" rIns="0" bIns="0" rtlCol="0" anchor="b">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sp>
        <p:nvSpPr>
          <p:cNvPr id="128" name="Rectangle 127">
            <a:extLst>
              <a:ext uri="{FF2B5EF4-FFF2-40B4-BE49-F238E27FC236}">
                <a16:creationId xmlns:a16="http://schemas.microsoft.com/office/drawing/2014/main" id="{089FA36D-256F-6F92-0BF5-AAAAD35E6094}"/>
              </a:ext>
            </a:extLst>
          </p:cNvPr>
          <p:cNvSpPr/>
          <p:nvPr/>
        </p:nvSpPr>
        <p:spPr>
          <a:xfrm>
            <a:off x="7311985" y="4381551"/>
            <a:ext cx="3205163" cy="288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defTabSz="1219170"/>
            <a:r>
              <a:rPr lang="en-US" sz="2200" b="1">
                <a:solidFill>
                  <a:schemeClr val="tx1"/>
                </a:solidFill>
              </a:rPr>
              <a:t>2022 and beyond</a:t>
            </a:r>
          </a:p>
        </p:txBody>
      </p:sp>
      <p:grpSp>
        <p:nvGrpSpPr>
          <p:cNvPr id="76" name="Group 75">
            <a:extLst>
              <a:ext uri="{FF2B5EF4-FFF2-40B4-BE49-F238E27FC236}">
                <a16:creationId xmlns:a16="http://schemas.microsoft.com/office/drawing/2014/main" id="{AC3CAFE3-DD62-0620-965A-77B4E63EF60C}"/>
              </a:ext>
            </a:extLst>
          </p:cNvPr>
          <p:cNvGrpSpPr/>
          <p:nvPr/>
        </p:nvGrpSpPr>
        <p:grpSpPr>
          <a:xfrm>
            <a:off x="7856537" y="2998581"/>
            <a:ext cx="1506405" cy="1152244"/>
            <a:chOff x="571500" y="2625693"/>
            <a:chExt cx="1506405" cy="1152244"/>
          </a:xfrm>
        </p:grpSpPr>
        <p:cxnSp>
          <p:nvCxnSpPr>
            <p:cNvPr id="77" name="Straight Connector 76">
              <a:extLst>
                <a:ext uri="{FF2B5EF4-FFF2-40B4-BE49-F238E27FC236}">
                  <a16:creationId xmlns:a16="http://schemas.microsoft.com/office/drawing/2014/main" id="{854A63A1-D81C-3BFC-B9F7-138A02914F3E}"/>
                </a:ext>
              </a:extLst>
            </p:cNvPr>
            <p:cNvCxnSpPr>
              <a:cxnSpLocks/>
            </p:cNvCxnSpPr>
            <p:nvPr/>
          </p:nvCxnSpPr>
          <p:spPr>
            <a:xfrm>
              <a:off x="571500" y="2625693"/>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52221071-04BD-26E8-725A-D054EF7336AA}"/>
                </a:ext>
              </a:extLst>
            </p:cNvPr>
            <p:cNvSpPr txBox="1"/>
            <p:nvPr/>
          </p:nvSpPr>
          <p:spPr>
            <a:xfrm>
              <a:off x="817961" y="2625693"/>
              <a:ext cx="1259944" cy="1066005"/>
            </a:xfrm>
            <a:prstGeom prst="rect">
              <a:avLst/>
            </a:prstGeom>
            <a:noFill/>
          </p:spPr>
          <p:txBody>
            <a:bodyPr wrap="square" lIns="0" tIns="0" rIns="0" bIns="0" rtlCol="0" anchor="t">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grpSp>
        <p:nvGrpSpPr>
          <p:cNvPr id="20" name="Group 19">
            <a:extLst>
              <a:ext uri="{FF2B5EF4-FFF2-40B4-BE49-F238E27FC236}">
                <a16:creationId xmlns:a16="http://schemas.microsoft.com/office/drawing/2014/main" id="{679B9972-BF76-8636-5245-256D287E62BF}"/>
              </a:ext>
            </a:extLst>
          </p:cNvPr>
          <p:cNvGrpSpPr/>
          <p:nvPr/>
        </p:nvGrpSpPr>
        <p:grpSpPr>
          <a:xfrm>
            <a:off x="7858401" y="5087689"/>
            <a:ext cx="1506405" cy="1152244"/>
            <a:chOff x="7858401" y="4714801"/>
            <a:chExt cx="1506405" cy="1152244"/>
          </a:xfrm>
        </p:grpSpPr>
        <p:cxnSp>
          <p:nvCxnSpPr>
            <p:cNvPr id="48" name="Straight Connector 47">
              <a:extLst>
                <a:ext uri="{FF2B5EF4-FFF2-40B4-BE49-F238E27FC236}">
                  <a16:creationId xmlns:a16="http://schemas.microsoft.com/office/drawing/2014/main" id="{4A325B61-100B-B0DF-03C4-2FE3BD72F294}"/>
                </a:ext>
              </a:extLst>
            </p:cNvPr>
            <p:cNvCxnSpPr>
              <a:cxnSpLocks/>
            </p:cNvCxnSpPr>
            <p:nvPr/>
          </p:nvCxnSpPr>
          <p:spPr>
            <a:xfrm>
              <a:off x="7858401" y="4714801"/>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4BA3954E-5BE8-CA31-6409-20A5C83D7D80}"/>
                </a:ext>
              </a:extLst>
            </p:cNvPr>
            <p:cNvSpPr txBox="1"/>
            <p:nvPr/>
          </p:nvSpPr>
          <p:spPr>
            <a:xfrm>
              <a:off x="8104862" y="4801040"/>
              <a:ext cx="1259944" cy="1066005"/>
            </a:xfrm>
            <a:prstGeom prst="rect">
              <a:avLst/>
            </a:prstGeom>
            <a:noFill/>
          </p:spPr>
          <p:txBody>
            <a:bodyPr wrap="square" lIns="0" tIns="0" rIns="0" bIns="0" rtlCol="0" anchor="b">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grpSp>
        <p:nvGrpSpPr>
          <p:cNvPr id="79" name="Group 78">
            <a:extLst>
              <a:ext uri="{FF2B5EF4-FFF2-40B4-BE49-F238E27FC236}">
                <a16:creationId xmlns:a16="http://schemas.microsoft.com/office/drawing/2014/main" id="{395C3ACC-A527-3AB0-F806-5E8755C11D26}"/>
              </a:ext>
            </a:extLst>
          </p:cNvPr>
          <p:cNvGrpSpPr/>
          <p:nvPr/>
        </p:nvGrpSpPr>
        <p:grpSpPr>
          <a:xfrm>
            <a:off x="9738852" y="2998581"/>
            <a:ext cx="1506405" cy="1152244"/>
            <a:chOff x="571500" y="2625693"/>
            <a:chExt cx="1506405" cy="1152244"/>
          </a:xfrm>
        </p:grpSpPr>
        <p:cxnSp>
          <p:nvCxnSpPr>
            <p:cNvPr id="80" name="Straight Connector 79">
              <a:extLst>
                <a:ext uri="{FF2B5EF4-FFF2-40B4-BE49-F238E27FC236}">
                  <a16:creationId xmlns:a16="http://schemas.microsoft.com/office/drawing/2014/main" id="{4167CC67-D196-F5FC-EF26-26D73AB2A62F}"/>
                </a:ext>
              </a:extLst>
            </p:cNvPr>
            <p:cNvCxnSpPr>
              <a:cxnSpLocks/>
            </p:cNvCxnSpPr>
            <p:nvPr/>
          </p:nvCxnSpPr>
          <p:spPr>
            <a:xfrm>
              <a:off x="571500" y="2625693"/>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DB5F6F7A-AD34-5148-2953-CCBE475DE227}"/>
                </a:ext>
              </a:extLst>
            </p:cNvPr>
            <p:cNvSpPr txBox="1"/>
            <p:nvPr/>
          </p:nvSpPr>
          <p:spPr>
            <a:xfrm>
              <a:off x="817961" y="2625693"/>
              <a:ext cx="1259944" cy="1066005"/>
            </a:xfrm>
            <a:prstGeom prst="rect">
              <a:avLst/>
            </a:prstGeom>
            <a:noFill/>
          </p:spPr>
          <p:txBody>
            <a:bodyPr wrap="square" lIns="0" tIns="0" rIns="0" bIns="0" rtlCol="0" anchor="t">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grpSp>
        <p:nvGrpSpPr>
          <p:cNvPr id="21" name="Group 20">
            <a:extLst>
              <a:ext uri="{FF2B5EF4-FFF2-40B4-BE49-F238E27FC236}">
                <a16:creationId xmlns:a16="http://schemas.microsoft.com/office/drawing/2014/main" id="{5B124855-49DF-85D1-52B7-AA54333DBBB3}"/>
              </a:ext>
            </a:extLst>
          </p:cNvPr>
          <p:cNvGrpSpPr/>
          <p:nvPr/>
        </p:nvGrpSpPr>
        <p:grpSpPr>
          <a:xfrm>
            <a:off x="9733636" y="5087689"/>
            <a:ext cx="1506405" cy="1152244"/>
            <a:chOff x="9733636" y="4714801"/>
            <a:chExt cx="1506405" cy="1152244"/>
          </a:xfrm>
        </p:grpSpPr>
        <p:cxnSp>
          <p:nvCxnSpPr>
            <p:cNvPr id="50" name="Straight Connector 49">
              <a:extLst>
                <a:ext uri="{FF2B5EF4-FFF2-40B4-BE49-F238E27FC236}">
                  <a16:creationId xmlns:a16="http://schemas.microsoft.com/office/drawing/2014/main" id="{1E3791AA-A815-34A8-93DB-CE5621332574}"/>
                </a:ext>
              </a:extLst>
            </p:cNvPr>
            <p:cNvCxnSpPr>
              <a:cxnSpLocks/>
            </p:cNvCxnSpPr>
            <p:nvPr/>
          </p:nvCxnSpPr>
          <p:spPr>
            <a:xfrm>
              <a:off x="9733636" y="4714801"/>
              <a:ext cx="0" cy="1152244"/>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F5FDA9C4-8C3C-D9C7-8A5A-F5990676B432}"/>
                </a:ext>
              </a:extLst>
            </p:cNvPr>
            <p:cNvSpPr txBox="1"/>
            <p:nvPr/>
          </p:nvSpPr>
          <p:spPr>
            <a:xfrm>
              <a:off x="9980097" y="4801040"/>
              <a:ext cx="1259944" cy="1066005"/>
            </a:xfrm>
            <a:prstGeom prst="rect">
              <a:avLst/>
            </a:prstGeom>
            <a:noFill/>
          </p:spPr>
          <p:txBody>
            <a:bodyPr wrap="square" lIns="0" tIns="0" rIns="0" bIns="0" rtlCol="0" anchor="b">
              <a:noAutofit/>
            </a:bodyPr>
            <a:lstStyle/>
            <a:p>
              <a:pPr defTabSz="926194">
                <a:lnSpc>
                  <a:spcPct val="110000"/>
                </a:lnSpc>
                <a:spcAft>
                  <a:spcPts val="1000"/>
                </a:spcAft>
                <a:buClr>
                  <a:srgbClr val="0C62FB"/>
                </a:buClr>
                <a:buSzPct val="100000"/>
                <a:defRPr/>
              </a:pPr>
              <a:r>
                <a:rPr lang="en-US" sz="1000" b="1">
                  <a:cs typeface="+mn-cs"/>
                </a:rPr>
                <a:t>Header / Date</a:t>
              </a:r>
              <a:br>
                <a:rPr lang="en-US" sz="1000">
                  <a:cs typeface="+mn-cs"/>
                </a:rPr>
              </a:br>
              <a:r>
                <a:rPr lang="en-US" sz="1000">
                  <a:cs typeface="+mn-cs"/>
                </a:rPr>
                <a:t>Lorem ipsum dolor </a:t>
              </a:r>
              <a:br>
                <a:rPr lang="en-US" sz="1000">
                  <a:cs typeface="+mn-cs"/>
                </a:rPr>
              </a:br>
              <a:r>
                <a:rPr lang="en-US" sz="1000">
                  <a:cs typeface="+mn-cs"/>
                </a:rPr>
                <a:t>sit </a:t>
              </a:r>
              <a:r>
                <a:rPr lang="en-US" sz="1000" err="1">
                  <a:cs typeface="+mn-cs"/>
                </a:rPr>
                <a:t>amet</a:t>
              </a:r>
              <a:r>
                <a:rPr lang="en-US" sz="1000">
                  <a:cs typeface="+mn-cs"/>
                </a:rPr>
                <a:t>, </a:t>
              </a:r>
              <a:r>
                <a:rPr lang="en-US" sz="1000" err="1">
                  <a:cs typeface="+mn-cs"/>
                </a:rPr>
                <a:t>consectetur</a:t>
              </a:r>
              <a:r>
                <a:rPr lang="en-US" sz="1000">
                  <a:cs typeface="+mn-cs"/>
                </a:rPr>
                <a:t> </a:t>
              </a:r>
              <a:r>
                <a:rPr lang="en-US" sz="1000" err="1">
                  <a:cs typeface="+mn-cs"/>
                </a:rPr>
                <a:t>adipiscing</a:t>
              </a:r>
              <a:r>
                <a:rPr lang="en-US" sz="1000">
                  <a:cs typeface="+mn-cs"/>
                </a:rPr>
                <a:t> </a:t>
              </a:r>
              <a:r>
                <a:rPr lang="en-US" sz="1000" err="1">
                  <a:cs typeface="+mn-cs"/>
                </a:rPr>
                <a:t>elit</a:t>
              </a:r>
              <a:r>
                <a:rPr lang="en-US" sz="1000">
                  <a:cs typeface="+mn-cs"/>
                </a:rPr>
                <a:t>, sed do </a:t>
              </a:r>
              <a:r>
                <a:rPr lang="en-US" sz="1000" err="1">
                  <a:cs typeface="+mn-cs"/>
                </a:rPr>
                <a:t>eiusmod</a:t>
              </a:r>
              <a:r>
                <a:rPr lang="en-US" sz="1000">
                  <a:cs typeface="+mn-cs"/>
                </a:rPr>
                <a:t> </a:t>
              </a:r>
              <a:r>
                <a:rPr lang="en-US" sz="1000" err="1">
                  <a:cs typeface="+mn-cs"/>
                </a:rPr>
                <a:t>tempor</a:t>
              </a:r>
              <a:r>
                <a:rPr lang="en-US" sz="1000">
                  <a:cs typeface="+mn-cs"/>
                </a:rPr>
                <a:t> </a:t>
              </a:r>
              <a:r>
                <a:rPr lang="en-US" sz="1000" err="1">
                  <a:cs typeface="+mn-cs"/>
                </a:rPr>
                <a:t>incididunt</a:t>
              </a:r>
              <a:r>
                <a:rPr lang="en-US" sz="1000">
                  <a:cs typeface="+mn-cs"/>
                </a:rPr>
                <a:t> </a:t>
              </a:r>
              <a:r>
                <a:rPr lang="en-US" sz="1000" err="1">
                  <a:cs typeface="+mn-cs"/>
                </a:rPr>
                <a:t>ut</a:t>
              </a:r>
              <a:r>
                <a:rPr lang="en-US" sz="1000">
                  <a:cs typeface="+mn-cs"/>
                </a:rPr>
                <a:t> labore.</a:t>
              </a:r>
            </a:p>
          </p:txBody>
        </p:sp>
      </p:grpSp>
    </p:spTree>
    <p:extLst>
      <p:ext uri="{BB962C8B-B14F-4D97-AF65-F5344CB8AC3E}">
        <p14:creationId xmlns:p14="http://schemas.microsoft.com/office/powerpoint/2010/main" val="833077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9B0E00-91E4-69CF-94FA-40805A5FC2DC}"/>
              </a:ext>
            </a:extLst>
          </p:cNvPr>
          <p:cNvSpPr>
            <a:spLocks noGrp="1"/>
          </p:cNvSpPr>
          <p:nvPr>
            <p:ph type="title"/>
          </p:nvPr>
        </p:nvSpPr>
        <p:spPr>
          <a:xfrm>
            <a:off x="571500" y="571500"/>
            <a:ext cx="11049000" cy="798695"/>
          </a:xfrm>
        </p:spPr>
        <p:txBody>
          <a:bodyPr/>
          <a:lstStyle/>
          <a:p>
            <a:r>
              <a:rPr lang="en-US"/>
              <a:t>Team introduction slide</a:t>
            </a:r>
          </a:p>
        </p:txBody>
      </p:sp>
      <p:sp>
        <p:nvSpPr>
          <p:cNvPr id="30" name="Picture Placeholder 29">
            <a:extLst>
              <a:ext uri="{FF2B5EF4-FFF2-40B4-BE49-F238E27FC236}">
                <a16:creationId xmlns:a16="http://schemas.microsoft.com/office/drawing/2014/main" id="{8634FAD4-F898-30F5-6B3B-C2C1B651A2CE}"/>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42" name="Text Placeholder 41">
            <a:extLst>
              <a:ext uri="{FF2B5EF4-FFF2-40B4-BE49-F238E27FC236}">
                <a16:creationId xmlns:a16="http://schemas.microsoft.com/office/drawing/2014/main" id="{C36E8C3A-4D10-F818-1CE5-264122A67CB4}"/>
              </a:ext>
            </a:extLst>
          </p:cNvPr>
          <p:cNvSpPr>
            <a:spLocks noGrp="1"/>
          </p:cNvSpPr>
          <p:nvPr>
            <p:ph type="body" sz="quarter" idx="21"/>
          </p:nvPr>
        </p:nvSpPr>
        <p:spPr/>
        <p:txBody>
          <a:bodyPr/>
          <a:lstStyle/>
          <a:p>
            <a:endParaRPr lang="en-US"/>
          </a:p>
        </p:txBody>
      </p:sp>
      <p:sp>
        <p:nvSpPr>
          <p:cNvPr id="43" name="Text Placeholder 42">
            <a:extLst>
              <a:ext uri="{FF2B5EF4-FFF2-40B4-BE49-F238E27FC236}">
                <a16:creationId xmlns:a16="http://schemas.microsoft.com/office/drawing/2014/main" id="{5ED11108-AC9B-4973-7D72-000B516E78F6}"/>
              </a:ext>
            </a:extLst>
          </p:cNvPr>
          <p:cNvSpPr>
            <a:spLocks noGrp="1"/>
          </p:cNvSpPr>
          <p:nvPr>
            <p:ph type="body" sz="quarter" idx="22"/>
          </p:nvPr>
        </p:nvSpPr>
        <p:spPr/>
        <p:txBody>
          <a:bodyPr/>
          <a:lstStyle/>
          <a:p>
            <a:endParaRPr lang="en-US"/>
          </a:p>
        </p:txBody>
      </p:sp>
      <p:sp>
        <p:nvSpPr>
          <p:cNvPr id="31" name="Picture Placeholder 30">
            <a:extLst>
              <a:ext uri="{FF2B5EF4-FFF2-40B4-BE49-F238E27FC236}">
                <a16:creationId xmlns:a16="http://schemas.microsoft.com/office/drawing/2014/main" id="{CDE5F01A-63C5-EE9F-23A1-76A2CB7A04A5}"/>
              </a:ext>
              <a:ext uri="{C183D7F6-B498-43B3-948B-1728B52AA6E4}">
                <adec:decorative xmlns:adec="http://schemas.microsoft.com/office/drawing/2017/decorative" val="1"/>
              </a:ext>
            </a:extLst>
          </p:cNvPr>
          <p:cNvSpPr>
            <a:spLocks noGrp="1"/>
          </p:cNvSpPr>
          <p:nvPr>
            <p:ph type="pic" sz="quarter" idx="14"/>
          </p:nvPr>
        </p:nvSpPr>
        <p:spPr/>
        <p:txBody>
          <a:bodyPr/>
          <a:lstStyle/>
          <a:p>
            <a:endParaRPr lang="en-US"/>
          </a:p>
        </p:txBody>
      </p:sp>
      <p:sp>
        <p:nvSpPr>
          <p:cNvPr id="44" name="Text Placeholder 43">
            <a:extLst>
              <a:ext uri="{FF2B5EF4-FFF2-40B4-BE49-F238E27FC236}">
                <a16:creationId xmlns:a16="http://schemas.microsoft.com/office/drawing/2014/main" id="{49475EF4-12B4-066B-C323-3873E93680ED}"/>
              </a:ext>
            </a:extLst>
          </p:cNvPr>
          <p:cNvSpPr>
            <a:spLocks noGrp="1"/>
          </p:cNvSpPr>
          <p:nvPr>
            <p:ph type="body" sz="quarter" idx="23"/>
          </p:nvPr>
        </p:nvSpPr>
        <p:spPr/>
        <p:txBody>
          <a:bodyPr/>
          <a:lstStyle/>
          <a:p>
            <a:endParaRPr lang="en-US"/>
          </a:p>
        </p:txBody>
      </p:sp>
      <p:sp>
        <p:nvSpPr>
          <p:cNvPr id="45" name="Text Placeholder 44">
            <a:extLst>
              <a:ext uri="{FF2B5EF4-FFF2-40B4-BE49-F238E27FC236}">
                <a16:creationId xmlns:a16="http://schemas.microsoft.com/office/drawing/2014/main" id="{25004C9B-D9DC-7346-A301-26F139CDE562}"/>
              </a:ext>
            </a:extLst>
          </p:cNvPr>
          <p:cNvSpPr>
            <a:spLocks noGrp="1"/>
          </p:cNvSpPr>
          <p:nvPr>
            <p:ph type="body" sz="quarter" idx="24"/>
          </p:nvPr>
        </p:nvSpPr>
        <p:spPr/>
        <p:txBody>
          <a:bodyPr/>
          <a:lstStyle/>
          <a:p>
            <a:endParaRPr lang="en-US"/>
          </a:p>
        </p:txBody>
      </p:sp>
      <p:sp>
        <p:nvSpPr>
          <p:cNvPr id="36" name="Picture Placeholder 35">
            <a:extLst>
              <a:ext uri="{FF2B5EF4-FFF2-40B4-BE49-F238E27FC236}">
                <a16:creationId xmlns:a16="http://schemas.microsoft.com/office/drawing/2014/main" id="{AFD858B0-7131-54FF-6837-6C0BCC4DD74C}"/>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US"/>
          </a:p>
        </p:txBody>
      </p:sp>
      <p:sp>
        <p:nvSpPr>
          <p:cNvPr id="46" name="Text Placeholder 45">
            <a:extLst>
              <a:ext uri="{FF2B5EF4-FFF2-40B4-BE49-F238E27FC236}">
                <a16:creationId xmlns:a16="http://schemas.microsoft.com/office/drawing/2014/main" id="{C3BDE1DF-60D2-EA81-94CF-D0B87051E5CF}"/>
              </a:ext>
            </a:extLst>
          </p:cNvPr>
          <p:cNvSpPr>
            <a:spLocks noGrp="1"/>
          </p:cNvSpPr>
          <p:nvPr>
            <p:ph type="body" sz="quarter" idx="25"/>
          </p:nvPr>
        </p:nvSpPr>
        <p:spPr/>
        <p:txBody>
          <a:bodyPr/>
          <a:lstStyle/>
          <a:p>
            <a:endParaRPr lang="en-US"/>
          </a:p>
        </p:txBody>
      </p:sp>
      <p:sp>
        <p:nvSpPr>
          <p:cNvPr id="47" name="Text Placeholder 46">
            <a:extLst>
              <a:ext uri="{FF2B5EF4-FFF2-40B4-BE49-F238E27FC236}">
                <a16:creationId xmlns:a16="http://schemas.microsoft.com/office/drawing/2014/main" id="{974FD9A0-BE56-EEE8-598E-CBC482EE800E}"/>
              </a:ext>
            </a:extLst>
          </p:cNvPr>
          <p:cNvSpPr>
            <a:spLocks noGrp="1"/>
          </p:cNvSpPr>
          <p:nvPr>
            <p:ph type="body" sz="quarter" idx="26"/>
          </p:nvPr>
        </p:nvSpPr>
        <p:spPr/>
        <p:txBody>
          <a:bodyPr/>
          <a:lstStyle/>
          <a:p>
            <a:endParaRPr lang="en-US"/>
          </a:p>
        </p:txBody>
      </p:sp>
      <p:sp>
        <p:nvSpPr>
          <p:cNvPr id="37" name="Picture Placeholder 36">
            <a:extLst>
              <a:ext uri="{FF2B5EF4-FFF2-40B4-BE49-F238E27FC236}">
                <a16:creationId xmlns:a16="http://schemas.microsoft.com/office/drawing/2014/main" id="{CCF474E4-D5AB-63A9-3D74-2BEC0FE1CFCE}"/>
              </a:ext>
              <a:ext uri="{C183D7F6-B498-43B3-948B-1728B52AA6E4}">
                <adec:decorative xmlns:adec="http://schemas.microsoft.com/office/drawing/2017/decorative" val="1"/>
              </a:ext>
            </a:extLst>
          </p:cNvPr>
          <p:cNvSpPr>
            <a:spLocks noGrp="1"/>
          </p:cNvSpPr>
          <p:nvPr>
            <p:ph type="pic" sz="quarter" idx="16"/>
          </p:nvPr>
        </p:nvSpPr>
        <p:spPr/>
        <p:txBody>
          <a:bodyPr/>
          <a:lstStyle/>
          <a:p>
            <a:endParaRPr lang="en-US"/>
          </a:p>
        </p:txBody>
      </p:sp>
      <p:sp>
        <p:nvSpPr>
          <p:cNvPr id="48" name="Text Placeholder 47">
            <a:extLst>
              <a:ext uri="{FF2B5EF4-FFF2-40B4-BE49-F238E27FC236}">
                <a16:creationId xmlns:a16="http://schemas.microsoft.com/office/drawing/2014/main" id="{24AE5265-E3B6-ED9A-B42B-6F7C8678BE95}"/>
              </a:ext>
            </a:extLst>
          </p:cNvPr>
          <p:cNvSpPr>
            <a:spLocks noGrp="1"/>
          </p:cNvSpPr>
          <p:nvPr>
            <p:ph type="body" sz="quarter" idx="27"/>
          </p:nvPr>
        </p:nvSpPr>
        <p:spPr/>
        <p:txBody>
          <a:bodyPr/>
          <a:lstStyle/>
          <a:p>
            <a:endParaRPr lang="en-US"/>
          </a:p>
        </p:txBody>
      </p:sp>
      <p:sp>
        <p:nvSpPr>
          <p:cNvPr id="49" name="Text Placeholder 48">
            <a:extLst>
              <a:ext uri="{FF2B5EF4-FFF2-40B4-BE49-F238E27FC236}">
                <a16:creationId xmlns:a16="http://schemas.microsoft.com/office/drawing/2014/main" id="{7B4BC83F-1D81-9F4E-67BC-FBC758430A83}"/>
              </a:ext>
            </a:extLst>
          </p:cNvPr>
          <p:cNvSpPr>
            <a:spLocks noGrp="1"/>
          </p:cNvSpPr>
          <p:nvPr>
            <p:ph type="body" sz="quarter" idx="28"/>
          </p:nvPr>
        </p:nvSpPr>
        <p:spPr/>
        <p:txBody>
          <a:bodyPr/>
          <a:lstStyle/>
          <a:p>
            <a:endParaRPr lang="en-US"/>
          </a:p>
        </p:txBody>
      </p:sp>
      <p:sp>
        <p:nvSpPr>
          <p:cNvPr id="38" name="Picture Placeholder 37">
            <a:extLst>
              <a:ext uri="{FF2B5EF4-FFF2-40B4-BE49-F238E27FC236}">
                <a16:creationId xmlns:a16="http://schemas.microsoft.com/office/drawing/2014/main" id="{96078C89-B5BF-9110-C05B-DCA858CEAC43}"/>
              </a:ext>
              <a:ext uri="{C183D7F6-B498-43B3-948B-1728B52AA6E4}">
                <adec:decorative xmlns:adec="http://schemas.microsoft.com/office/drawing/2017/decorative" val="1"/>
              </a:ext>
            </a:extLst>
          </p:cNvPr>
          <p:cNvSpPr>
            <a:spLocks noGrp="1"/>
          </p:cNvSpPr>
          <p:nvPr>
            <p:ph type="pic" sz="quarter" idx="17"/>
          </p:nvPr>
        </p:nvSpPr>
        <p:spPr/>
        <p:txBody>
          <a:bodyPr/>
          <a:lstStyle/>
          <a:p>
            <a:endParaRPr lang="en-US"/>
          </a:p>
        </p:txBody>
      </p:sp>
      <p:sp>
        <p:nvSpPr>
          <p:cNvPr id="50" name="Text Placeholder 49">
            <a:extLst>
              <a:ext uri="{FF2B5EF4-FFF2-40B4-BE49-F238E27FC236}">
                <a16:creationId xmlns:a16="http://schemas.microsoft.com/office/drawing/2014/main" id="{6FFB7270-72BB-6F28-6437-6BE733917156}"/>
              </a:ext>
            </a:extLst>
          </p:cNvPr>
          <p:cNvSpPr>
            <a:spLocks noGrp="1"/>
          </p:cNvSpPr>
          <p:nvPr>
            <p:ph type="body" sz="quarter" idx="29"/>
          </p:nvPr>
        </p:nvSpPr>
        <p:spPr/>
        <p:txBody>
          <a:bodyPr/>
          <a:lstStyle/>
          <a:p>
            <a:endParaRPr lang="en-US"/>
          </a:p>
        </p:txBody>
      </p:sp>
      <p:sp>
        <p:nvSpPr>
          <p:cNvPr id="51" name="Text Placeholder 50">
            <a:extLst>
              <a:ext uri="{FF2B5EF4-FFF2-40B4-BE49-F238E27FC236}">
                <a16:creationId xmlns:a16="http://schemas.microsoft.com/office/drawing/2014/main" id="{AB78E86A-1E79-57B8-AB65-930285C4D560}"/>
              </a:ext>
            </a:extLst>
          </p:cNvPr>
          <p:cNvSpPr>
            <a:spLocks noGrp="1"/>
          </p:cNvSpPr>
          <p:nvPr>
            <p:ph type="body" sz="quarter" idx="30"/>
          </p:nvPr>
        </p:nvSpPr>
        <p:spPr/>
        <p:txBody>
          <a:bodyPr/>
          <a:lstStyle/>
          <a:p>
            <a:endParaRPr lang="en-US"/>
          </a:p>
        </p:txBody>
      </p:sp>
      <p:sp>
        <p:nvSpPr>
          <p:cNvPr id="39" name="Picture Placeholder 38">
            <a:extLst>
              <a:ext uri="{FF2B5EF4-FFF2-40B4-BE49-F238E27FC236}">
                <a16:creationId xmlns:a16="http://schemas.microsoft.com/office/drawing/2014/main" id="{5E0E210F-494F-BE58-0FAC-2D7DD479EB2D}"/>
              </a:ext>
              <a:ext uri="{C183D7F6-B498-43B3-948B-1728B52AA6E4}">
                <adec:decorative xmlns:adec="http://schemas.microsoft.com/office/drawing/2017/decorative" val="1"/>
              </a:ext>
            </a:extLst>
          </p:cNvPr>
          <p:cNvSpPr>
            <a:spLocks noGrp="1"/>
          </p:cNvSpPr>
          <p:nvPr>
            <p:ph type="pic" sz="quarter" idx="18"/>
          </p:nvPr>
        </p:nvSpPr>
        <p:spPr/>
        <p:txBody>
          <a:bodyPr/>
          <a:lstStyle/>
          <a:p>
            <a:endParaRPr lang="en-US"/>
          </a:p>
        </p:txBody>
      </p:sp>
      <p:sp>
        <p:nvSpPr>
          <p:cNvPr id="52" name="Text Placeholder 51">
            <a:extLst>
              <a:ext uri="{FF2B5EF4-FFF2-40B4-BE49-F238E27FC236}">
                <a16:creationId xmlns:a16="http://schemas.microsoft.com/office/drawing/2014/main" id="{AA722D36-D705-2EBA-731F-B1D1A84B1963}"/>
              </a:ext>
            </a:extLst>
          </p:cNvPr>
          <p:cNvSpPr>
            <a:spLocks noGrp="1"/>
          </p:cNvSpPr>
          <p:nvPr>
            <p:ph type="body" sz="quarter" idx="31"/>
          </p:nvPr>
        </p:nvSpPr>
        <p:spPr/>
        <p:txBody>
          <a:bodyPr/>
          <a:lstStyle/>
          <a:p>
            <a:endParaRPr lang="en-US"/>
          </a:p>
        </p:txBody>
      </p:sp>
      <p:sp>
        <p:nvSpPr>
          <p:cNvPr id="53" name="Text Placeholder 52">
            <a:extLst>
              <a:ext uri="{FF2B5EF4-FFF2-40B4-BE49-F238E27FC236}">
                <a16:creationId xmlns:a16="http://schemas.microsoft.com/office/drawing/2014/main" id="{30BFDF51-BFC8-924F-5AD9-88B8437294E2}"/>
              </a:ext>
            </a:extLst>
          </p:cNvPr>
          <p:cNvSpPr>
            <a:spLocks noGrp="1"/>
          </p:cNvSpPr>
          <p:nvPr>
            <p:ph type="body" sz="quarter" idx="32"/>
          </p:nvPr>
        </p:nvSpPr>
        <p:spPr/>
        <p:txBody>
          <a:bodyPr/>
          <a:lstStyle/>
          <a:p>
            <a:endParaRPr lang="en-US"/>
          </a:p>
        </p:txBody>
      </p:sp>
      <p:sp>
        <p:nvSpPr>
          <p:cNvPr id="40" name="Picture Placeholder 39">
            <a:extLst>
              <a:ext uri="{FF2B5EF4-FFF2-40B4-BE49-F238E27FC236}">
                <a16:creationId xmlns:a16="http://schemas.microsoft.com/office/drawing/2014/main" id="{04F180D8-BFB5-E3C4-A70D-6BBAF53223CE}"/>
              </a:ext>
              <a:ext uri="{C183D7F6-B498-43B3-948B-1728B52AA6E4}">
                <adec:decorative xmlns:adec="http://schemas.microsoft.com/office/drawing/2017/decorative" val="1"/>
              </a:ext>
            </a:extLst>
          </p:cNvPr>
          <p:cNvSpPr>
            <a:spLocks noGrp="1"/>
          </p:cNvSpPr>
          <p:nvPr>
            <p:ph type="pic" sz="quarter" idx="19"/>
          </p:nvPr>
        </p:nvSpPr>
        <p:spPr/>
        <p:txBody>
          <a:bodyPr/>
          <a:lstStyle/>
          <a:p>
            <a:endParaRPr lang="en-US"/>
          </a:p>
        </p:txBody>
      </p:sp>
      <p:sp>
        <p:nvSpPr>
          <p:cNvPr id="54" name="Text Placeholder 53">
            <a:extLst>
              <a:ext uri="{FF2B5EF4-FFF2-40B4-BE49-F238E27FC236}">
                <a16:creationId xmlns:a16="http://schemas.microsoft.com/office/drawing/2014/main" id="{723F52A9-895C-8D3A-F2C9-9746B19AAB33}"/>
              </a:ext>
            </a:extLst>
          </p:cNvPr>
          <p:cNvSpPr>
            <a:spLocks noGrp="1"/>
          </p:cNvSpPr>
          <p:nvPr>
            <p:ph type="body" sz="quarter" idx="33"/>
          </p:nvPr>
        </p:nvSpPr>
        <p:spPr/>
        <p:txBody>
          <a:bodyPr/>
          <a:lstStyle/>
          <a:p>
            <a:endParaRPr lang="en-US"/>
          </a:p>
        </p:txBody>
      </p:sp>
      <p:sp>
        <p:nvSpPr>
          <p:cNvPr id="55" name="Text Placeholder 54">
            <a:extLst>
              <a:ext uri="{FF2B5EF4-FFF2-40B4-BE49-F238E27FC236}">
                <a16:creationId xmlns:a16="http://schemas.microsoft.com/office/drawing/2014/main" id="{510743F2-CCC2-2434-D275-060BE2B1B7D3}"/>
              </a:ext>
            </a:extLst>
          </p:cNvPr>
          <p:cNvSpPr>
            <a:spLocks noGrp="1"/>
          </p:cNvSpPr>
          <p:nvPr>
            <p:ph type="body" sz="quarter" idx="34"/>
          </p:nvPr>
        </p:nvSpPr>
        <p:spPr/>
        <p:txBody>
          <a:bodyPr/>
          <a:lstStyle/>
          <a:p>
            <a:endParaRPr lang="en-US"/>
          </a:p>
        </p:txBody>
      </p:sp>
      <p:sp>
        <p:nvSpPr>
          <p:cNvPr id="41" name="Picture Placeholder 40">
            <a:extLst>
              <a:ext uri="{FF2B5EF4-FFF2-40B4-BE49-F238E27FC236}">
                <a16:creationId xmlns:a16="http://schemas.microsoft.com/office/drawing/2014/main" id="{FF9A68AA-C4C4-BB6C-AAD7-5316AB676605}"/>
              </a:ext>
              <a:ext uri="{C183D7F6-B498-43B3-948B-1728B52AA6E4}">
                <adec:decorative xmlns:adec="http://schemas.microsoft.com/office/drawing/2017/decorative" val="1"/>
              </a:ext>
            </a:extLst>
          </p:cNvPr>
          <p:cNvSpPr>
            <a:spLocks noGrp="1"/>
          </p:cNvSpPr>
          <p:nvPr>
            <p:ph type="pic" sz="quarter" idx="20"/>
          </p:nvPr>
        </p:nvSpPr>
        <p:spPr/>
        <p:txBody>
          <a:bodyPr/>
          <a:lstStyle/>
          <a:p>
            <a:endParaRPr lang="en-US"/>
          </a:p>
        </p:txBody>
      </p:sp>
      <p:sp>
        <p:nvSpPr>
          <p:cNvPr id="56" name="Text Placeholder 55">
            <a:extLst>
              <a:ext uri="{FF2B5EF4-FFF2-40B4-BE49-F238E27FC236}">
                <a16:creationId xmlns:a16="http://schemas.microsoft.com/office/drawing/2014/main" id="{1D650F21-7E26-7C96-8A1C-AF36F2ADC6AC}"/>
              </a:ext>
            </a:extLst>
          </p:cNvPr>
          <p:cNvSpPr>
            <a:spLocks noGrp="1"/>
          </p:cNvSpPr>
          <p:nvPr>
            <p:ph type="body" sz="quarter" idx="35"/>
          </p:nvPr>
        </p:nvSpPr>
        <p:spPr/>
        <p:txBody>
          <a:bodyPr/>
          <a:lstStyle/>
          <a:p>
            <a:endParaRPr lang="en-US"/>
          </a:p>
        </p:txBody>
      </p:sp>
      <p:sp>
        <p:nvSpPr>
          <p:cNvPr id="57" name="Text Placeholder 56">
            <a:extLst>
              <a:ext uri="{FF2B5EF4-FFF2-40B4-BE49-F238E27FC236}">
                <a16:creationId xmlns:a16="http://schemas.microsoft.com/office/drawing/2014/main" id="{8FC1A05B-E9D4-FB54-8BA9-E6F7A525E755}"/>
              </a:ext>
            </a:extLst>
          </p:cNvPr>
          <p:cNvSpPr>
            <a:spLocks noGrp="1"/>
          </p:cNvSpPr>
          <p:nvPr>
            <p:ph type="body" sz="quarter" idx="36"/>
          </p:nvPr>
        </p:nvSpPr>
        <p:spPr/>
        <p:txBody>
          <a:bodyPr/>
          <a:lstStyle/>
          <a:p>
            <a:endParaRPr lang="en-US"/>
          </a:p>
        </p:txBody>
      </p:sp>
      <p:sp>
        <p:nvSpPr>
          <p:cNvPr id="5" name="Date Placeholder 4">
            <a:extLst>
              <a:ext uri="{FF2B5EF4-FFF2-40B4-BE49-F238E27FC236}">
                <a16:creationId xmlns:a16="http://schemas.microsoft.com/office/drawing/2014/main" id="{758215E4-8334-6ECD-6E5F-9E3B6F4DFAFA}"/>
              </a:ext>
              <a:ext uri="{C183D7F6-B498-43B3-948B-1728B52AA6E4}">
                <adec:decorative xmlns:adec="http://schemas.microsoft.com/office/drawing/2017/decorative" val="1"/>
              </a:ext>
            </a:extLst>
          </p:cNvPr>
          <p:cNvSpPr>
            <a:spLocks noGrp="1"/>
          </p:cNvSpPr>
          <p:nvPr>
            <p:ph type="dt" sz="half" idx="11"/>
          </p:nvPr>
        </p:nvSpPr>
        <p:spPr/>
        <p:txBody>
          <a:bodyPr/>
          <a:lstStyle/>
          <a:p>
            <a:fld id="{1550FBA4-4B81-4592-A1E9-30DB1094EF39}" type="datetimeyyyy">
              <a:rPr lang="en-US" smtClean="0"/>
              <a:t>2025</a:t>
            </a:fld>
            <a:endParaRPr lang="en-US"/>
          </a:p>
        </p:txBody>
      </p:sp>
      <p:sp>
        <p:nvSpPr>
          <p:cNvPr id="4" name="Footer Placeholder 3">
            <a:extLst>
              <a:ext uri="{FF2B5EF4-FFF2-40B4-BE49-F238E27FC236}">
                <a16:creationId xmlns:a16="http://schemas.microsoft.com/office/drawing/2014/main" id="{55F1ACA5-BF5C-3231-E700-FD8869ACD632}"/>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945485A4-E48D-D610-2CF6-BF023F0A027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31</a:t>
            </a:fld>
            <a:endParaRPr lang="en-US"/>
          </a:p>
        </p:txBody>
      </p:sp>
    </p:spTree>
    <p:extLst>
      <p:ext uri="{BB962C8B-B14F-4D97-AF65-F5344CB8AC3E}">
        <p14:creationId xmlns:p14="http://schemas.microsoft.com/office/powerpoint/2010/main" val="2510716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62DFD9-8D0A-9A98-DEC1-00FB4284D5F4}"/>
              </a:ext>
            </a:extLst>
          </p:cNvPr>
          <p:cNvSpPr>
            <a:spLocks noGrp="1"/>
          </p:cNvSpPr>
          <p:nvPr>
            <p:ph type="title"/>
          </p:nvPr>
        </p:nvSpPr>
        <p:spPr>
          <a:xfrm>
            <a:off x="571500" y="571500"/>
            <a:ext cx="11049000" cy="798695"/>
          </a:xfrm>
        </p:spPr>
        <p:txBody>
          <a:bodyPr/>
          <a:lstStyle/>
          <a:p>
            <a:r>
              <a:rPr lang="en-US"/>
              <a:t>Team introduction slide</a:t>
            </a:r>
          </a:p>
        </p:txBody>
      </p:sp>
      <p:sp>
        <p:nvSpPr>
          <p:cNvPr id="22" name="Picture Placeholder 21">
            <a:extLst>
              <a:ext uri="{FF2B5EF4-FFF2-40B4-BE49-F238E27FC236}">
                <a16:creationId xmlns:a16="http://schemas.microsoft.com/office/drawing/2014/main" id="{64E7A101-D887-1541-4614-AAD5849099D3}"/>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30" name="Text Placeholder 29">
            <a:extLst>
              <a:ext uri="{FF2B5EF4-FFF2-40B4-BE49-F238E27FC236}">
                <a16:creationId xmlns:a16="http://schemas.microsoft.com/office/drawing/2014/main" id="{E7170C78-A264-DBFF-EEF2-F8833842F71D}"/>
              </a:ext>
            </a:extLst>
          </p:cNvPr>
          <p:cNvSpPr>
            <a:spLocks noGrp="1"/>
          </p:cNvSpPr>
          <p:nvPr>
            <p:ph type="body" sz="quarter" idx="21"/>
          </p:nvPr>
        </p:nvSpPr>
        <p:spPr/>
        <p:txBody>
          <a:bodyPr/>
          <a:lstStyle/>
          <a:p>
            <a:endParaRPr lang="en-US"/>
          </a:p>
        </p:txBody>
      </p:sp>
      <p:sp>
        <p:nvSpPr>
          <p:cNvPr id="31" name="Text Placeholder 30">
            <a:extLst>
              <a:ext uri="{FF2B5EF4-FFF2-40B4-BE49-F238E27FC236}">
                <a16:creationId xmlns:a16="http://schemas.microsoft.com/office/drawing/2014/main" id="{95DCE52A-5B64-285D-74D0-39EBF3B5CB36}"/>
              </a:ext>
            </a:extLst>
          </p:cNvPr>
          <p:cNvSpPr>
            <a:spLocks noGrp="1"/>
          </p:cNvSpPr>
          <p:nvPr>
            <p:ph type="body" sz="quarter" idx="22"/>
          </p:nvPr>
        </p:nvSpPr>
        <p:spPr/>
        <p:txBody>
          <a:bodyPr/>
          <a:lstStyle/>
          <a:p>
            <a:endParaRPr lang="en-US"/>
          </a:p>
        </p:txBody>
      </p:sp>
      <p:sp>
        <p:nvSpPr>
          <p:cNvPr id="32" name="Text Placeholder 31">
            <a:extLst>
              <a:ext uri="{FF2B5EF4-FFF2-40B4-BE49-F238E27FC236}">
                <a16:creationId xmlns:a16="http://schemas.microsoft.com/office/drawing/2014/main" id="{70C784BC-BADF-EC30-918C-76F0504C0D6D}"/>
              </a:ext>
            </a:extLst>
          </p:cNvPr>
          <p:cNvSpPr>
            <a:spLocks noGrp="1"/>
          </p:cNvSpPr>
          <p:nvPr>
            <p:ph type="body" sz="quarter" idx="23"/>
          </p:nvPr>
        </p:nvSpPr>
        <p:spPr/>
        <p:txBody>
          <a:bodyPr/>
          <a:lstStyle/>
          <a:p>
            <a:endParaRPr lang="en-US"/>
          </a:p>
        </p:txBody>
      </p:sp>
      <p:sp>
        <p:nvSpPr>
          <p:cNvPr id="23" name="Picture Placeholder 22">
            <a:extLst>
              <a:ext uri="{FF2B5EF4-FFF2-40B4-BE49-F238E27FC236}">
                <a16:creationId xmlns:a16="http://schemas.microsoft.com/office/drawing/2014/main" id="{B406A2A2-D9B3-3526-0040-A4FAB443E0AB}"/>
              </a:ext>
              <a:ext uri="{C183D7F6-B498-43B3-948B-1728B52AA6E4}">
                <adec:decorative xmlns:adec="http://schemas.microsoft.com/office/drawing/2017/decorative" val="1"/>
              </a:ext>
            </a:extLst>
          </p:cNvPr>
          <p:cNvSpPr>
            <a:spLocks noGrp="1"/>
          </p:cNvSpPr>
          <p:nvPr>
            <p:ph type="pic" sz="quarter" idx="14"/>
          </p:nvPr>
        </p:nvSpPr>
        <p:spPr/>
        <p:txBody>
          <a:bodyPr/>
          <a:lstStyle/>
          <a:p>
            <a:endParaRPr lang="en-US"/>
          </a:p>
        </p:txBody>
      </p:sp>
      <p:sp>
        <p:nvSpPr>
          <p:cNvPr id="33" name="Text Placeholder 32">
            <a:extLst>
              <a:ext uri="{FF2B5EF4-FFF2-40B4-BE49-F238E27FC236}">
                <a16:creationId xmlns:a16="http://schemas.microsoft.com/office/drawing/2014/main" id="{94EDA8AC-8621-A76A-DF21-DE7830347266}"/>
              </a:ext>
            </a:extLst>
          </p:cNvPr>
          <p:cNvSpPr>
            <a:spLocks noGrp="1"/>
          </p:cNvSpPr>
          <p:nvPr>
            <p:ph type="body" sz="quarter" idx="24"/>
          </p:nvPr>
        </p:nvSpPr>
        <p:spPr/>
        <p:txBody>
          <a:bodyPr/>
          <a:lstStyle/>
          <a:p>
            <a:endParaRPr lang="en-US"/>
          </a:p>
        </p:txBody>
      </p:sp>
      <p:sp>
        <p:nvSpPr>
          <p:cNvPr id="34" name="Text Placeholder 33">
            <a:extLst>
              <a:ext uri="{FF2B5EF4-FFF2-40B4-BE49-F238E27FC236}">
                <a16:creationId xmlns:a16="http://schemas.microsoft.com/office/drawing/2014/main" id="{F602F45C-19F2-00F7-3634-ECDC5FE62B70}"/>
              </a:ext>
            </a:extLst>
          </p:cNvPr>
          <p:cNvSpPr>
            <a:spLocks noGrp="1"/>
          </p:cNvSpPr>
          <p:nvPr>
            <p:ph type="body" sz="quarter" idx="25"/>
          </p:nvPr>
        </p:nvSpPr>
        <p:spPr/>
        <p:txBody>
          <a:bodyPr/>
          <a:lstStyle/>
          <a:p>
            <a:endParaRPr lang="en-US"/>
          </a:p>
        </p:txBody>
      </p:sp>
      <p:sp>
        <p:nvSpPr>
          <p:cNvPr id="35" name="Text Placeholder 34">
            <a:extLst>
              <a:ext uri="{FF2B5EF4-FFF2-40B4-BE49-F238E27FC236}">
                <a16:creationId xmlns:a16="http://schemas.microsoft.com/office/drawing/2014/main" id="{66C844D1-1287-8FA9-875C-FB0991BE6873}"/>
              </a:ext>
            </a:extLst>
          </p:cNvPr>
          <p:cNvSpPr>
            <a:spLocks noGrp="1"/>
          </p:cNvSpPr>
          <p:nvPr>
            <p:ph type="body" sz="quarter" idx="26"/>
          </p:nvPr>
        </p:nvSpPr>
        <p:spPr/>
        <p:txBody>
          <a:bodyPr/>
          <a:lstStyle/>
          <a:p>
            <a:endParaRPr lang="en-US"/>
          </a:p>
        </p:txBody>
      </p:sp>
      <p:sp>
        <p:nvSpPr>
          <p:cNvPr id="28" name="Picture Placeholder 27">
            <a:extLst>
              <a:ext uri="{FF2B5EF4-FFF2-40B4-BE49-F238E27FC236}">
                <a16:creationId xmlns:a16="http://schemas.microsoft.com/office/drawing/2014/main" id="{05BB7BD9-5ECC-A6A6-114D-C114C07EA3C2}"/>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US"/>
          </a:p>
        </p:txBody>
      </p:sp>
      <p:sp>
        <p:nvSpPr>
          <p:cNvPr id="36" name="Text Placeholder 35">
            <a:extLst>
              <a:ext uri="{FF2B5EF4-FFF2-40B4-BE49-F238E27FC236}">
                <a16:creationId xmlns:a16="http://schemas.microsoft.com/office/drawing/2014/main" id="{71E91EEF-A4F6-F891-DF97-90FA9BE0201A}"/>
              </a:ext>
            </a:extLst>
          </p:cNvPr>
          <p:cNvSpPr>
            <a:spLocks noGrp="1"/>
          </p:cNvSpPr>
          <p:nvPr>
            <p:ph type="body" sz="quarter" idx="27"/>
          </p:nvPr>
        </p:nvSpPr>
        <p:spPr/>
        <p:txBody>
          <a:bodyPr/>
          <a:lstStyle/>
          <a:p>
            <a:endParaRPr lang="en-US"/>
          </a:p>
        </p:txBody>
      </p:sp>
      <p:sp>
        <p:nvSpPr>
          <p:cNvPr id="37" name="Text Placeholder 36">
            <a:extLst>
              <a:ext uri="{FF2B5EF4-FFF2-40B4-BE49-F238E27FC236}">
                <a16:creationId xmlns:a16="http://schemas.microsoft.com/office/drawing/2014/main" id="{86883B9C-3497-EF1C-2E86-DD6371E40A51}"/>
              </a:ext>
            </a:extLst>
          </p:cNvPr>
          <p:cNvSpPr>
            <a:spLocks noGrp="1"/>
          </p:cNvSpPr>
          <p:nvPr>
            <p:ph type="body" sz="quarter" idx="28"/>
          </p:nvPr>
        </p:nvSpPr>
        <p:spPr/>
        <p:txBody>
          <a:bodyPr/>
          <a:lstStyle/>
          <a:p>
            <a:endParaRPr lang="en-US"/>
          </a:p>
        </p:txBody>
      </p:sp>
      <p:sp>
        <p:nvSpPr>
          <p:cNvPr id="38" name="Text Placeholder 37">
            <a:extLst>
              <a:ext uri="{FF2B5EF4-FFF2-40B4-BE49-F238E27FC236}">
                <a16:creationId xmlns:a16="http://schemas.microsoft.com/office/drawing/2014/main" id="{607E0887-AE8B-C5B5-5E64-A3FBB2265FE6}"/>
              </a:ext>
            </a:extLst>
          </p:cNvPr>
          <p:cNvSpPr>
            <a:spLocks noGrp="1"/>
          </p:cNvSpPr>
          <p:nvPr>
            <p:ph type="body" sz="quarter" idx="29"/>
          </p:nvPr>
        </p:nvSpPr>
        <p:spPr/>
        <p:txBody>
          <a:bodyPr/>
          <a:lstStyle/>
          <a:p>
            <a:endParaRPr lang="en-US"/>
          </a:p>
        </p:txBody>
      </p:sp>
      <p:sp>
        <p:nvSpPr>
          <p:cNvPr id="29" name="Picture Placeholder 28">
            <a:extLst>
              <a:ext uri="{FF2B5EF4-FFF2-40B4-BE49-F238E27FC236}">
                <a16:creationId xmlns:a16="http://schemas.microsoft.com/office/drawing/2014/main" id="{66011D52-D8B6-5ACE-8E3A-13BC3D4C94B9}"/>
              </a:ext>
              <a:ext uri="{C183D7F6-B498-43B3-948B-1728B52AA6E4}">
                <adec:decorative xmlns:adec="http://schemas.microsoft.com/office/drawing/2017/decorative" val="1"/>
              </a:ext>
            </a:extLst>
          </p:cNvPr>
          <p:cNvSpPr>
            <a:spLocks noGrp="1"/>
          </p:cNvSpPr>
          <p:nvPr>
            <p:ph type="pic" sz="quarter" idx="16"/>
          </p:nvPr>
        </p:nvSpPr>
        <p:spPr/>
        <p:txBody>
          <a:bodyPr/>
          <a:lstStyle/>
          <a:p>
            <a:endParaRPr lang="en-US"/>
          </a:p>
        </p:txBody>
      </p:sp>
      <p:sp>
        <p:nvSpPr>
          <p:cNvPr id="39" name="Text Placeholder 38">
            <a:extLst>
              <a:ext uri="{FF2B5EF4-FFF2-40B4-BE49-F238E27FC236}">
                <a16:creationId xmlns:a16="http://schemas.microsoft.com/office/drawing/2014/main" id="{CFD6419F-B0D5-6068-CB4D-6E29A64C1A34}"/>
              </a:ext>
            </a:extLst>
          </p:cNvPr>
          <p:cNvSpPr>
            <a:spLocks noGrp="1"/>
          </p:cNvSpPr>
          <p:nvPr>
            <p:ph type="body" sz="quarter" idx="30"/>
          </p:nvPr>
        </p:nvSpPr>
        <p:spPr/>
        <p:txBody>
          <a:bodyPr/>
          <a:lstStyle/>
          <a:p>
            <a:endParaRPr lang="en-US"/>
          </a:p>
        </p:txBody>
      </p:sp>
      <p:sp>
        <p:nvSpPr>
          <p:cNvPr id="40" name="Text Placeholder 39">
            <a:extLst>
              <a:ext uri="{FF2B5EF4-FFF2-40B4-BE49-F238E27FC236}">
                <a16:creationId xmlns:a16="http://schemas.microsoft.com/office/drawing/2014/main" id="{7D6A4B27-5E6A-DF0E-9D55-32A050B90072}"/>
              </a:ext>
            </a:extLst>
          </p:cNvPr>
          <p:cNvSpPr>
            <a:spLocks noGrp="1"/>
          </p:cNvSpPr>
          <p:nvPr>
            <p:ph type="body" sz="quarter" idx="31"/>
          </p:nvPr>
        </p:nvSpPr>
        <p:spPr/>
        <p:txBody>
          <a:bodyPr/>
          <a:lstStyle/>
          <a:p>
            <a:endParaRPr lang="en-US"/>
          </a:p>
        </p:txBody>
      </p:sp>
      <p:sp>
        <p:nvSpPr>
          <p:cNvPr id="41" name="Text Placeholder 40">
            <a:extLst>
              <a:ext uri="{FF2B5EF4-FFF2-40B4-BE49-F238E27FC236}">
                <a16:creationId xmlns:a16="http://schemas.microsoft.com/office/drawing/2014/main" id="{9D2C2A6C-C2D9-EE32-18B7-C69284419E4C}"/>
              </a:ext>
            </a:extLst>
          </p:cNvPr>
          <p:cNvSpPr>
            <a:spLocks noGrp="1"/>
          </p:cNvSpPr>
          <p:nvPr>
            <p:ph type="body" sz="quarter" idx="32"/>
          </p:nvPr>
        </p:nvSpPr>
        <p:spPr/>
        <p:txBody>
          <a:bodyPr/>
          <a:lstStyle/>
          <a:p>
            <a:endParaRPr lang="en-US"/>
          </a:p>
        </p:txBody>
      </p:sp>
      <p:sp>
        <p:nvSpPr>
          <p:cNvPr id="5" name="Date Placeholder 4">
            <a:extLst>
              <a:ext uri="{FF2B5EF4-FFF2-40B4-BE49-F238E27FC236}">
                <a16:creationId xmlns:a16="http://schemas.microsoft.com/office/drawing/2014/main" id="{B7C2DEE7-536D-2B6E-54B4-172DBC67AE65}"/>
              </a:ext>
              <a:ext uri="{C183D7F6-B498-43B3-948B-1728B52AA6E4}">
                <adec:decorative xmlns:adec="http://schemas.microsoft.com/office/drawing/2017/decorative" val="1"/>
              </a:ext>
            </a:extLst>
          </p:cNvPr>
          <p:cNvSpPr>
            <a:spLocks noGrp="1"/>
          </p:cNvSpPr>
          <p:nvPr>
            <p:ph type="dt" sz="half" idx="11"/>
          </p:nvPr>
        </p:nvSpPr>
        <p:spPr/>
        <p:txBody>
          <a:bodyPr/>
          <a:lstStyle/>
          <a:p>
            <a:fld id="{95AFE34F-0415-4C79-B96D-7B0B593583DA}" type="datetimeyyyy">
              <a:rPr lang="en-US" smtClean="0"/>
              <a:t>2025</a:t>
            </a:fld>
            <a:endParaRPr lang="en-US"/>
          </a:p>
        </p:txBody>
      </p:sp>
      <p:sp>
        <p:nvSpPr>
          <p:cNvPr id="4" name="Footer Placeholder 3">
            <a:extLst>
              <a:ext uri="{FF2B5EF4-FFF2-40B4-BE49-F238E27FC236}">
                <a16:creationId xmlns:a16="http://schemas.microsoft.com/office/drawing/2014/main" id="{EDB0ACF9-7D3F-9CD9-D649-42E5DA8B7C1E}"/>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3A200DA4-7CD5-38C2-4AF8-713FAB6B7454}"/>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32</a:t>
            </a:fld>
            <a:endParaRPr lang="en-US"/>
          </a:p>
        </p:txBody>
      </p:sp>
    </p:spTree>
    <p:extLst>
      <p:ext uri="{BB962C8B-B14F-4D97-AF65-F5344CB8AC3E}">
        <p14:creationId xmlns:p14="http://schemas.microsoft.com/office/powerpoint/2010/main" val="260012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4F7B898F-B350-FE3C-26B8-1A5CFD3A4BB4}"/>
              </a:ext>
              <a:ext uri="{C183D7F6-B498-43B3-948B-1728B52AA6E4}">
                <adec:decorative xmlns:adec="http://schemas.microsoft.com/office/drawing/2017/decorative" val="1"/>
              </a:ext>
            </a:extLst>
          </p:cNvPr>
          <p:cNvSpPr>
            <a:spLocks noGrp="1"/>
          </p:cNvSpPr>
          <p:nvPr>
            <p:ph type="body" sz="quarter" idx="38"/>
          </p:nvPr>
        </p:nvSpPr>
        <p:spPr>
          <a:solidFill>
            <a:srgbClr val="EEE9FF"/>
          </a:solidFill>
        </p:spPr>
        <p:txBody>
          <a:bodyPr/>
          <a:lstStyle/>
          <a:p>
            <a:endParaRPr lang="en-US"/>
          </a:p>
        </p:txBody>
      </p:sp>
      <p:sp>
        <p:nvSpPr>
          <p:cNvPr id="3" name="Title 2">
            <a:extLst>
              <a:ext uri="{FF2B5EF4-FFF2-40B4-BE49-F238E27FC236}">
                <a16:creationId xmlns:a16="http://schemas.microsoft.com/office/drawing/2014/main" id="{F928CA1A-A960-246C-1F37-81D3A720BA62}"/>
              </a:ext>
            </a:extLst>
          </p:cNvPr>
          <p:cNvSpPr>
            <a:spLocks noGrp="1"/>
          </p:cNvSpPr>
          <p:nvPr>
            <p:ph type="title"/>
          </p:nvPr>
        </p:nvSpPr>
        <p:spPr/>
        <p:txBody>
          <a:bodyPr/>
          <a:lstStyle/>
          <a:p>
            <a:r>
              <a:rPr lang="en-US"/>
              <a:t>Team introduction slide</a:t>
            </a:r>
          </a:p>
        </p:txBody>
      </p:sp>
      <p:sp>
        <p:nvSpPr>
          <p:cNvPr id="10" name="Picture Placeholder 9">
            <a:extLst>
              <a:ext uri="{FF2B5EF4-FFF2-40B4-BE49-F238E27FC236}">
                <a16:creationId xmlns:a16="http://schemas.microsoft.com/office/drawing/2014/main" id="{1DF55051-7165-A9A2-F67B-E4AF5B5C3D0B}"/>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14" name="Text Placeholder 13">
            <a:extLst>
              <a:ext uri="{FF2B5EF4-FFF2-40B4-BE49-F238E27FC236}">
                <a16:creationId xmlns:a16="http://schemas.microsoft.com/office/drawing/2014/main" id="{70719773-40A5-B2C5-776A-F4ACD3D1B051}"/>
              </a:ext>
            </a:extLst>
          </p:cNvPr>
          <p:cNvSpPr>
            <a:spLocks noGrp="1"/>
          </p:cNvSpPr>
          <p:nvPr>
            <p:ph type="body" sz="quarter" idx="21"/>
          </p:nvPr>
        </p:nvSpPr>
        <p:spPr/>
        <p:txBody>
          <a:bodyPr/>
          <a:lstStyle/>
          <a:p>
            <a:endParaRPr lang="en-US"/>
          </a:p>
        </p:txBody>
      </p:sp>
      <p:sp>
        <p:nvSpPr>
          <p:cNvPr id="15" name="Text Placeholder 14">
            <a:extLst>
              <a:ext uri="{FF2B5EF4-FFF2-40B4-BE49-F238E27FC236}">
                <a16:creationId xmlns:a16="http://schemas.microsoft.com/office/drawing/2014/main" id="{A51787C2-ECA5-495C-8152-62F1FCF1E9F1}"/>
              </a:ext>
            </a:extLst>
          </p:cNvPr>
          <p:cNvSpPr>
            <a:spLocks noGrp="1"/>
          </p:cNvSpPr>
          <p:nvPr>
            <p:ph type="body" sz="quarter" idx="22"/>
          </p:nvPr>
        </p:nvSpPr>
        <p:spPr/>
        <p:txBody>
          <a:bodyPr/>
          <a:lstStyle/>
          <a:p>
            <a:endParaRPr lang="en-US"/>
          </a:p>
        </p:txBody>
      </p:sp>
      <p:sp>
        <p:nvSpPr>
          <p:cNvPr id="16" name="Text Placeholder 15">
            <a:extLst>
              <a:ext uri="{FF2B5EF4-FFF2-40B4-BE49-F238E27FC236}">
                <a16:creationId xmlns:a16="http://schemas.microsoft.com/office/drawing/2014/main" id="{1359703D-4847-BD56-5D1C-4C794994B111}"/>
              </a:ext>
            </a:extLst>
          </p:cNvPr>
          <p:cNvSpPr>
            <a:spLocks noGrp="1"/>
          </p:cNvSpPr>
          <p:nvPr>
            <p:ph type="body" sz="quarter" idx="23"/>
          </p:nvPr>
        </p:nvSpPr>
        <p:spPr/>
        <p:txBody>
          <a:bodyPr/>
          <a:lstStyle/>
          <a:p>
            <a:endParaRPr lang="en-US"/>
          </a:p>
        </p:txBody>
      </p:sp>
      <p:sp>
        <p:nvSpPr>
          <p:cNvPr id="11" name="Picture Placeholder 10">
            <a:extLst>
              <a:ext uri="{FF2B5EF4-FFF2-40B4-BE49-F238E27FC236}">
                <a16:creationId xmlns:a16="http://schemas.microsoft.com/office/drawing/2014/main" id="{E9F3B74E-B355-F2BA-BAB2-401593AE30A0}"/>
              </a:ext>
              <a:ext uri="{C183D7F6-B498-43B3-948B-1728B52AA6E4}">
                <adec:decorative xmlns:adec="http://schemas.microsoft.com/office/drawing/2017/decorative" val="1"/>
              </a:ext>
            </a:extLst>
          </p:cNvPr>
          <p:cNvSpPr>
            <a:spLocks noGrp="1"/>
          </p:cNvSpPr>
          <p:nvPr>
            <p:ph type="pic" sz="quarter" idx="14"/>
          </p:nvPr>
        </p:nvSpPr>
        <p:spPr/>
        <p:txBody>
          <a:bodyPr/>
          <a:lstStyle/>
          <a:p>
            <a:endParaRPr lang="en-US"/>
          </a:p>
        </p:txBody>
      </p:sp>
      <p:sp>
        <p:nvSpPr>
          <p:cNvPr id="17" name="Text Placeholder 16">
            <a:extLst>
              <a:ext uri="{FF2B5EF4-FFF2-40B4-BE49-F238E27FC236}">
                <a16:creationId xmlns:a16="http://schemas.microsoft.com/office/drawing/2014/main" id="{8FCD043F-546A-2AA7-1F57-7CBE2E9D9A20}"/>
              </a:ext>
            </a:extLst>
          </p:cNvPr>
          <p:cNvSpPr>
            <a:spLocks noGrp="1"/>
          </p:cNvSpPr>
          <p:nvPr>
            <p:ph type="body" sz="quarter" idx="24"/>
          </p:nvPr>
        </p:nvSpPr>
        <p:spPr/>
        <p:txBody>
          <a:bodyPr/>
          <a:lstStyle/>
          <a:p>
            <a:endParaRPr lang="en-US"/>
          </a:p>
        </p:txBody>
      </p:sp>
      <p:sp>
        <p:nvSpPr>
          <p:cNvPr id="18" name="Text Placeholder 17">
            <a:extLst>
              <a:ext uri="{FF2B5EF4-FFF2-40B4-BE49-F238E27FC236}">
                <a16:creationId xmlns:a16="http://schemas.microsoft.com/office/drawing/2014/main" id="{A378D67C-20E5-20C5-967D-4348FF97C045}"/>
              </a:ext>
            </a:extLst>
          </p:cNvPr>
          <p:cNvSpPr>
            <a:spLocks noGrp="1"/>
          </p:cNvSpPr>
          <p:nvPr>
            <p:ph type="body" sz="quarter" idx="25"/>
          </p:nvPr>
        </p:nvSpPr>
        <p:spPr/>
        <p:txBody>
          <a:bodyPr/>
          <a:lstStyle/>
          <a:p>
            <a:endParaRPr lang="en-US"/>
          </a:p>
        </p:txBody>
      </p:sp>
      <p:sp>
        <p:nvSpPr>
          <p:cNvPr id="19" name="Text Placeholder 18">
            <a:extLst>
              <a:ext uri="{FF2B5EF4-FFF2-40B4-BE49-F238E27FC236}">
                <a16:creationId xmlns:a16="http://schemas.microsoft.com/office/drawing/2014/main" id="{5BE58320-D471-3D09-D042-AC7A3835D48A}"/>
              </a:ext>
            </a:extLst>
          </p:cNvPr>
          <p:cNvSpPr>
            <a:spLocks noGrp="1"/>
          </p:cNvSpPr>
          <p:nvPr>
            <p:ph type="body" sz="quarter" idx="26"/>
          </p:nvPr>
        </p:nvSpPr>
        <p:spPr/>
        <p:txBody>
          <a:bodyPr/>
          <a:lstStyle/>
          <a:p>
            <a:endParaRPr lang="en-US"/>
          </a:p>
        </p:txBody>
      </p:sp>
      <p:sp>
        <p:nvSpPr>
          <p:cNvPr id="12" name="Picture Placeholder 11">
            <a:extLst>
              <a:ext uri="{FF2B5EF4-FFF2-40B4-BE49-F238E27FC236}">
                <a16:creationId xmlns:a16="http://schemas.microsoft.com/office/drawing/2014/main" id="{BAA70572-F1B9-087F-BA82-EB57711D7537}"/>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US"/>
          </a:p>
        </p:txBody>
      </p:sp>
      <p:sp>
        <p:nvSpPr>
          <p:cNvPr id="20" name="Text Placeholder 19">
            <a:extLst>
              <a:ext uri="{FF2B5EF4-FFF2-40B4-BE49-F238E27FC236}">
                <a16:creationId xmlns:a16="http://schemas.microsoft.com/office/drawing/2014/main" id="{CD6BB0D2-AC8D-72C0-D43C-14A413F14CA7}"/>
              </a:ext>
            </a:extLst>
          </p:cNvPr>
          <p:cNvSpPr>
            <a:spLocks noGrp="1"/>
          </p:cNvSpPr>
          <p:nvPr>
            <p:ph type="body" sz="quarter" idx="27"/>
          </p:nvPr>
        </p:nvSpPr>
        <p:spPr/>
        <p:txBody>
          <a:bodyPr/>
          <a:lstStyle/>
          <a:p>
            <a:endParaRPr lang="en-US"/>
          </a:p>
        </p:txBody>
      </p:sp>
      <p:sp>
        <p:nvSpPr>
          <p:cNvPr id="21" name="Text Placeholder 20">
            <a:extLst>
              <a:ext uri="{FF2B5EF4-FFF2-40B4-BE49-F238E27FC236}">
                <a16:creationId xmlns:a16="http://schemas.microsoft.com/office/drawing/2014/main" id="{A4C3B27D-790A-E87B-D2E8-DA2514E16204}"/>
              </a:ext>
            </a:extLst>
          </p:cNvPr>
          <p:cNvSpPr>
            <a:spLocks noGrp="1"/>
          </p:cNvSpPr>
          <p:nvPr>
            <p:ph type="body" sz="quarter" idx="28"/>
          </p:nvPr>
        </p:nvSpPr>
        <p:spPr/>
        <p:txBody>
          <a:bodyPr/>
          <a:lstStyle/>
          <a:p>
            <a:endParaRPr lang="en-US"/>
          </a:p>
        </p:txBody>
      </p:sp>
      <p:sp>
        <p:nvSpPr>
          <p:cNvPr id="22" name="Text Placeholder 21">
            <a:extLst>
              <a:ext uri="{FF2B5EF4-FFF2-40B4-BE49-F238E27FC236}">
                <a16:creationId xmlns:a16="http://schemas.microsoft.com/office/drawing/2014/main" id="{8F9FD013-9B0D-F7C7-4C6E-D21EEFF99BF0}"/>
              </a:ext>
            </a:extLst>
          </p:cNvPr>
          <p:cNvSpPr>
            <a:spLocks noGrp="1"/>
          </p:cNvSpPr>
          <p:nvPr>
            <p:ph type="body" sz="quarter" idx="29"/>
          </p:nvPr>
        </p:nvSpPr>
        <p:spPr/>
        <p:txBody>
          <a:bodyPr/>
          <a:lstStyle/>
          <a:p>
            <a:endParaRPr lang="en-US"/>
          </a:p>
        </p:txBody>
      </p:sp>
      <p:sp>
        <p:nvSpPr>
          <p:cNvPr id="13" name="Picture Placeholder 12">
            <a:extLst>
              <a:ext uri="{FF2B5EF4-FFF2-40B4-BE49-F238E27FC236}">
                <a16:creationId xmlns:a16="http://schemas.microsoft.com/office/drawing/2014/main" id="{F4F02FAE-7839-BBFC-3F84-B828C9CE816E}"/>
              </a:ext>
              <a:ext uri="{C183D7F6-B498-43B3-948B-1728B52AA6E4}">
                <adec:decorative xmlns:adec="http://schemas.microsoft.com/office/drawing/2017/decorative" val="1"/>
              </a:ext>
            </a:extLst>
          </p:cNvPr>
          <p:cNvSpPr>
            <a:spLocks noGrp="1"/>
          </p:cNvSpPr>
          <p:nvPr>
            <p:ph type="pic" sz="quarter" idx="16"/>
          </p:nvPr>
        </p:nvSpPr>
        <p:spPr/>
        <p:txBody>
          <a:bodyPr/>
          <a:lstStyle/>
          <a:p>
            <a:endParaRPr lang="en-US"/>
          </a:p>
        </p:txBody>
      </p:sp>
      <p:sp>
        <p:nvSpPr>
          <p:cNvPr id="23" name="Text Placeholder 22">
            <a:extLst>
              <a:ext uri="{FF2B5EF4-FFF2-40B4-BE49-F238E27FC236}">
                <a16:creationId xmlns:a16="http://schemas.microsoft.com/office/drawing/2014/main" id="{977C7498-F31C-2D94-EF35-88C5EAFA6E83}"/>
              </a:ext>
            </a:extLst>
          </p:cNvPr>
          <p:cNvSpPr>
            <a:spLocks noGrp="1"/>
          </p:cNvSpPr>
          <p:nvPr>
            <p:ph type="body" sz="quarter" idx="30"/>
          </p:nvPr>
        </p:nvSpPr>
        <p:spPr/>
        <p:txBody>
          <a:bodyPr/>
          <a:lstStyle/>
          <a:p>
            <a:endParaRPr lang="en-US"/>
          </a:p>
        </p:txBody>
      </p:sp>
      <p:sp>
        <p:nvSpPr>
          <p:cNvPr id="24" name="Text Placeholder 23">
            <a:extLst>
              <a:ext uri="{FF2B5EF4-FFF2-40B4-BE49-F238E27FC236}">
                <a16:creationId xmlns:a16="http://schemas.microsoft.com/office/drawing/2014/main" id="{8236825E-2174-23AA-67CE-ACDA8ADF7A05}"/>
              </a:ext>
            </a:extLst>
          </p:cNvPr>
          <p:cNvSpPr>
            <a:spLocks noGrp="1"/>
          </p:cNvSpPr>
          <p:nvPr>
            <p:ph type="body" sz="quarter" idx="31"/>
          </p:nvPr>
        </p:nvSpPr>
        <p:spPr/>
        <p:txBody>
          <a:bodyPr/>
          <a:lstStyle/>
          <a:p>
            <a:endParaRPr lang="en-US"/>
          </a:p>
        </p:txBody>
      </p:sp>
      <p:sp>
        <p:nvSpPr>
          <p:cNvPr id="25" name="Text Placeholder 24">
            <a:extLst>
              <a:ext uri="{FF2B5EF4-FFF2-40B4-BE49-F238E27FC236}">
                <a16:creationId xmlns:a16="http://schemas.microsoft.com/office/drawing/2014/main" id="{D1CEB1ED-981A-31E7-EDC9-A61D9DB2B222}"/>
              </a:ext>
            </a:extLst>
          </p:cNvPr>
          <p:cNvSpPr>
            <a:spLocks noGrp="1"/>
          </p:cNvSpPr>
          <p:nvPr>
            <p:ph type="body" sz="quarter" idx="32"/>
          </p:nvPr>
        </p:nvSpPr>
        <p:spPr/>
        <p:txBody>
          <a:bodyPr/>
          <a:lstStyle/>
          <a:p>
            <a:endParaRPr lang="en-US"/>
          </a:p>
        </p:txBody>
      </p:sp>
      <p:sp>
        <p:nvSpPr>
          <p:cNvPr id="5" name="Date Placeholder 4">
            <a:extLst>
              <a:ext uri="{FF2B5EF4-FFF2-40B4-BE49-F238E27FC236}">
                <a16:creationId xmlns:a16="http://schemas.microsoft.com/office/drawing/2014/main" id="{12687C1F-CA68-5758-DA6F-62540F95D1A3}"/>
              </a:ext>
              <a:ext uri="{C183D7F6-B498-43B3-948B-1728B52AA6E4}">
                <adec:decorative xmlns:adec="http://schemas.microsoft.com/office/drawing/2017/decorative" val="1"/>
              </a:ext>
            </a:extLst>
          </p:cNvPr>
          <p:cNvSpPr>
            <a:spLocks noGrp="1"/>
          </p:cNvSpPr>
          <p:nvPr>
            <p:ph type="dt" sz="half" idx="11"/>
          </p:nvPr>
        </p:nvSpPr>
        <p:spPr/>
        <p:txBody>
          <a:bodyPr/>
          <a:lstStyle/>
          <a:p>
            <a:fld id="{BF8E524A-3915-468E-BCD3-5CBC36F42595}" type="datetimeyyyy">
              <a:rPr lang="en-US" smtClean="0"/>
              <a:t>2025</a:t>
            </a:fld>
            <a:endParaRPr lang="en-US"/>
          </a:p>
        </p:txBody>
      </p:sp>
      <p:sp>
        <p:nvSpPr>
          <p:cNvPr id="4" name="Footer Placeholder 3">
            <a:extLst>
              <a:ext uri="{FF2B5EF4-FFF2-40B4-BE49-F238E27FC236}">
                <a16:creationId xmlns:a16="http://schemas.microsoft.com/office/drawing/2014/main" id="{01F516F7-24BE-8449-87EA-0AD460D1AFAB}"/>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703FD7E6-D1E5-6BAD-A336-329E52A9DBB4}"/>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33</a:t>
            </a:fld>
            <a:endParaRPr lang="en-US"/>
          </a:p>
        </p:txBody>
      </p:sp>
      <p:grpSp>
        <p:nvGrpSpPr>
          <p:cNvPr id="2" name="Group 1">
            <a:extLst>
              <a:ext uri="{FF2B5EF4-FFF2-40B4-BE49-F238E27FC236}">
                <a16:creationId xmlns:a16="http://schemas.microsoft.com/office/drawing/2014/main" id="{9BB7326B-241A-DA6B-C462-D594F4895B94}"/>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7" name="Rectangle 6">
              <a:extLst>
                <a:ext uri="{FF2B5EF4-FFF2-40B4-BE49-F238E27FC236}">
                  <a16:creationId xmlns:a16="http://schemas.microsoft.com/office/drawing/2014/main" id="{15711173-2E70-5F7A-B061-A5BC2A66FC5E}"/>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8" name="Group 7">
              <a:extLst>
                <a:ext uri="{FF2B5EF4-FFF2-40B4-BE49-F238E27FC236}">
                  <a16:creationId xmlns:a16="http://schemas.microsoft.com/office/drawing/2014/main" id="{49FB64D3-6510-E074-3C5B-F21C6BAD6229}"/>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F2AD0628-AD1F-5AB8-51FA-9415840EB37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27" name="Rectangle 26">
                <a:extLst>
                  <a:ext uri="{FF2B5EF4-FFF2-40B4-BE49-F238E27FC236}">
                    <a16:creationId xmlns:a16="http://schemas.microsoft.com/office/drawing/2014/main" id="{27A2B5AA-7492-29FF-1AA8-CB4A29D571E6}"/>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40532786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2A212-7785-EAF8-5718-652B6516A5CC}"/>
              </a:ext>
            </a:extLst>
          </p:cNvPr>
          <p:cNvSpPr>
            <a:spLocks noGrp="1"/>
          </p:cNvSpPr>
          <p:nvPr>
            <p:ph type="ctrTitle"/>
          </p:nvPr>
        </p:nvSpPr>
        <p:spPr/>
        <p:txBody>
          <a:bodyPr/>
          <a:lstStyle/>
          <a:p>
            <a:r>
              <a:rPr lang="en-US"/>
              <a:t>Section divider title  without intro text.   </a:t>
            </a:r>
            <a:br>
              <a:rPr lang="en-US"/>
            </a:br>
            <a:r>
              <a:rPr lang="en-US"/>
              <a:t>Three lines only.</a:t>
            </a:r>
          </a:p>
        </p:txBody>
      </p:sp>
      <p:sp>
        <p:nvSpPr>
          <p:cNvPr id="3" name="Text Placeholder 2">
            <a:extLst>
              <a:ext uri="{FF2B5EF4-FFF2-40B4-BE49-F238E27FC236}">
                <a16:creationId xmlns:a16="http://schemas.microsoft.com/office/drawing/2014/main" id="{79ED097F-1A3B-8B9A-F679-B9939FDAA641}"/>
              </a:ext>
            </a:extLst>
          </p:cNvPr>
          <p:cNvSpPr>
            <a:spLocks noGrp="1"/>
          </p:cNvSpPr>
          <p:nvPr>
            <p:ph type="body" sz="quarter" idx="13"/>
          </p:nvPr>
        </p:nvSpPr>
        <p:spPr/>
        <p:txBody>
          <a:bodyPr/>
          <a:lstStyle/>
          <a:p>
            <a:r>
              <a:rPr lang="en-US"/>
              <a:t>01. Section indicator</a:t>
            </a:r>
          </a:p>
          <a:p>
            <a:endParaRPr lang="en-US"/>
          </a:p>
        </p:txBody>
      </p:sp>
      <p:sp>
        <p:nvSpPr>
          <p:cNvPr id="5" name="Text Placeholder 4">
            <a:extLst>
              <a:ext uri="{FF2B5EF4-FFF2-40B4-BE49-F238E27FC236}">
                <a16:creationId xmlns:a16="http://schemas.microsoft.com/office/drawing/2014/main" id="{9CA4500B-7FD3-1F0E-F9FC-4E4F9CA1824A}"/>
              </a:ext>
            </a:extLst>
          </p:cNvPr>
          <p:cNvSpPr>
            <a:spLocks noGrp="1"/>
          </p:cNvSpPr>
          <p:nvPr>
            <p:ph type="body" sz="quarter" idx="15"/>
          </p:nvPr>
        </p:nvSpPr>
        <p:spPr/>
        <p:txBody>
          <a:bodyPr/>
          <a:lstStyle/>
          <a:p>
            <a:r>
              <a:rPr lang="en-US"/>
              <a:t>02. Section indicator</a:t>
            </a:r>
          </a:p>
          <a:p>
            <a:endParaRPr lang="en-US"/>
          </a:p>
        </p:txBody>
      </p:sp>
      <p:sp>
        <p:nvSpPr>
          <p:cNvPr id="6" name="Text Placeholder 5">
            <a:extLst>
              <a:ext uri="{FF2B5EF4-FFF2-40B4-BE49-F238E27FC236}">
                <a16:creationId xmlns:a16="http://schemas.microsoft.com/office/drawing/2014/main" id="{A132EBED-AA72-BCF2-73B1-468942FBCD6E}"/>
              </a:ext>
            </a:extLst>
          </p:cNvPr>
          <p:cNvSpPr>
            <a:spLocks noGrp="1"/>
          </p:cNvSpPr>
          <p:nvPr>
            <p:ph type="body" sz="quarter" idx="16"/>
          </p:nvPr>
        </p:nvSpPr>
        <p:spPr/>
        <p:txBody>
          <a:bodyPr/>
          <a:lstStyle/>
          <a:p>
            <a:r>
              <a:rPr lang="en-US"/>
              <a:t>03. Section indicator</a:t>
            </a:r>
          </a:p>
          <a:p>
            <a:endParaRPr lang="en-US"/>
          </a:p>
        </p:txBody>
      </p:sp>
      <p:sp>
        <p:nvSpPr>
          <p:cNvPr id="13" name="Text Placeholder 12">
            <a:extLst>
              <a:ext uri="{FF2B5EF4-FFF2-40B4-BE49-F238E27FC236}">
                <a16:creationId xmlns:a16="http://schemas.microsoft.com/office/drawing/2014/main" id="{B4CD022B-7D76-2B59-609D-E834626D9A53}"/>
              </a:ext>
            </a:extLst>
          </p:cNvPr>
          <p:cNvSpPr>
            <a:spLocks noGrp="1"/>
          </p:cNvSpPr>
          <p:nvPr>
            <p:ph type="body" sz="quarter" idx="17"/>
          </p:nvPr>
        </p:nvSpPr>
        <p:spPr/>
        <p:txBody>
          <a:bodyPr/>
          <a:lstStyle/>
          <a:p>
            <a:r>
              <a:rPr lang="en-US"/>
              <a:t>04. Section indicator</a:t>
            </a:r>
          </a:p>
          <a:p>
            <a:endParaRPr lang="en-US"/>
          </a:p>
        </p:txBody>
      </p:sp>
      <p:sp>
        <p:nvSpPr>
          <p:cNvPr id="14" name="Text Placeholder 13">
            <a:extLst>
              <a:ext uri="{FF2B5EF4-FFF2-40B4-BE49-F238E27FC236}">
                <a16:creationId xmlns:a16="http://schemas.microsoft.com/office/drawing/2014/main" id="{76D7D16D-F0E6-AAB0-A7B1-4105844814CF}"/>
              </a:ext>
            </a:extLst>
          </p:cNvPr>
          <p:cNvSpPr>
            <a:spLocks noGrp="1"/>
          </p:cNvSpPr>
          <p:nvPr>
            <p:ph type="body" sz="quarter" idx="18"/>
          </p:nvPr>
        </p:nvSpPr>
        <p:spPr/>
        <p:txBody>
          <a:bodyPr/>
          <a:lstStyle/>
          <a:p>
            <a:r>
              <a:rPr lang="en-US"/>
              <a:t>05. Section indicator</a:t>
            </a:r>
          </a:p>
          <a:p>
            <a:endParaRPr lang="en-US"/>
          </a:p>
        </p:txBody>
      </p:sp>
    </p:spTree>
    <p:extLst>
      <p:ext uri="{BB962C8B-B14F-4D97-AF65-F5344CB8AC3E}">
        <p14:creationId xmlns:p14="http://schemas.microsoft.com/office/powerpoint/2010/main" val="4007504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2A212-7785-EAF8-5718-652B6516A5CC}"/>
              </a:ext>
            </a:extLst>
          </p:cNvPr>
          <p:cNvSpPr>
            <a:spLocks noGrp="1"/>
          </p:cNvSpPr>
          <p:nvPr>
            <p:ph type="ctrTitle"/>
          </p:nvPr>
        </p:nvSpPr>
        <p:spPr/>
        <p:txBody>
          <a:bodyPr/>
          <a:lstStyle/>
          <a:p>
            <a:r>
              <a:rPr lang="en-US"/>
              <a:t>Section divider title  without intro text.</a:t>
            </a:r>
            <a:br>
              <a:rPr lang="en-US"/>
            </a:br>
            <a:r>
              <a:rPr lang="en-US"/>
              <a:t>Three lines only.</a:t>
            </a:r>
          </a:p>
        </p:txBody>
      </p:sp>
      <p:sp>
        <p:nvSpPr>
          <p:cNvPr id="3" name="Text Placeholder 2">
            <a:extLst>
              <a:ext uri="{FF2B5EF4-FFF2-40B4-BE49-F238E27FC236}">
                <a16:creationId xmlns:a16="http://schemas.microsoft.com/office/drawing/2014/main" id="{79ED097F-1A3B-8B9A-F679-B9939FDAA641}"/>
              </a:ext>
            </a:extLst>
          </p:cNvPr>
          <p:cNvSpPr>
            <a:spLocks noGrp="1"/>
          </p:cNvSpPr>
          <p:nvPr>
            <p:ph type="body" sz="quarter" idx="13"/>
          </p:nvPr>
        </p:nvSpPr>
        <p:spPr/>
        <p:txBody>
          <a:bodyPr/>
          <a:lstStyle/>
          <a:p>
            <a:r>
              <a:rPr lang="en-US"/>
              <a:t>01. Section indicator</a:t>
            </a:r>
          </a:p>
          <a:p>
            <a:endParaRPr lang="en-US"/>
          </a:p>
        </p:txBody>
      </p:sp>
      <p:sp>
        <p:nvSpPr>
          <p:cNvPr id="4" name="Text Placeholder 3">
            <a:extLst>
              <a:ext uri="{FF2B5EF4-FFF2-40B4-BE49-F238E27FC236}">
                <a16:creationId xmlns:a16="http://schemas.microsoft.com/office/drawing/2014/main" id="{7F759A0D-8138-AC73-F123-9FB95FDA4E76}"/>
              </a:ext>
            </a:extLst>
          </p:cNvPr>
          <p:cNvSpPr>
            <a:spLocks noGrp="1"/>
          </p:cNvSpPr>
          <p:nvPr>
            <p:ph type="body" sz="quarter" idx="15"/>
          </p:nvPr>
        </p:nvSpPr>
        <p:spPr/>
        <p:txBody>
          <a:bodyPr/>
          <a:lstStyle/>
          <a:p>
            <a:r>
              <a:rPr lang="en-US"/>
              <a:t>02. Section indicator</a:t>
            </a:r>
          </a:p>
        </p:txBody>
      </p:sp>
      <p:sp>
        <p:nvSpPr>
          <p:cNvPr id="5" name="Text Placeholder 4">
            <a:extLst>
              <a:ext uri="{FF2B5EF4-FFF2-40B4-BE49-F238E27FC236}">
                <a16:creationId xmlns:a16="http://schemas.microsoft.com/office/drawing/2014/main" id="{9CA4500B-7FD3-1F0E-F9FC-4E4F9CA1824A}"/>
              </a:ext>
            </a:extLst>
          </p:cNvPr>
          <p:cNvSpPr>
            <a:spLocks noGrp="1"/>
          </p:cNvSpPr>
          <p:nvPr>
            <p:ph type="body" sz="quarter" idx="16"/>
          </p:nvPr>
        </p:nvSpPr>
        <p:spPr/>
        <p:txBody>
          <a:bodyPr/>
          <a:lstStyle/>
          <a:p>
            <a:r>
              <a:rPr lang="en-US"/>
              <a:t>03. Section indicator</a:t>
            </a:r>
          </a:p>
          <a:p>
            <a:endParaRPr lang="en-US"/>
          </a:p>
        </p:txBody>
      </p:sp>
      <p:sp>
        <p:nvSpPr>
          <p:cNvPr id="6" name="Text Placeholder 5">
            <a:extLst>
              <a:ext uri="{FF2B5EF4-FFF2-40B4-BE49-F238E27FC236}">
                <a16:creationId xmlns:a16="http://schemas.microsoft.com/office/drawing/2014/main" id="{A132EBED-AA72-BCF2-73B1-468942FBCD6E}"/>
              </a:ext>
            </a:extLst>
          </p:cNvPr>
          <p:cNvSpPr>
            <a:spLocks noGrp="1"/>
          </p:cNvSpPr>
          <p:nvPr>
            <p:ph type="body" sz="quarter" idx="17"/>
          </p:nvPr>
        </p:nvSpPr>
        <p:spPr/>
        <p:txBody>
          <a:bodyPr/>
          <a:lstStyle/>
          <a:p>
            <a:r>
              <a:rPr lang="en-US"/>
              <a:t>04. Section indicator</a:t>
            </a:r>
          </a:p>
          <a:p>
            <a:endParaRPr lang="en-US"/>
          </a:p>
        </p:txBody>
      </p:sp>
      <p:sp>
        <p:nvSpPr>
          <p:cNvPr id="13" name="Text Placeholder 12">
            <a:extLst>
              <a:ext uri="{FF2B5EF4-FFF2-40B4-BE49-F238E27FC236}">
                <a16:creationId xmlns:a16="http://schemas.microsoft.com/office/drawing/2014/main" id="{B4CD022B-7D76-2B59-609D-E834626D9A53}"/>
              </a:ext>
            </a:extLst>
          </p:cNvPr>
          <p:cNvSpPr>
            <a:spLocks noGrp="1"/>
          </p:cNvSpPr>
          <p:nvPr>
            <p:ph type="body" sz="quarter" idx="18"/>
          </p:nvPr>
        </p:nvSpPr>
        <p:spPr/>
        <p:txBody>
          <a:bodyPr/>
          <a:lstStyle/>
          <a:p>
            <a:r>
              <a:rPr lang="en-US"/>
              <a:t>05. Section indicator</a:t>
            </a:r>
          </a:p>
          <a:p>
            <a:endParaRPr lang="en-US"/>
          </a:p>
        </p:txBody>
      </p:sp>
    </p:spTree>
    <p:extLst>
      <p:ext uri="{BB962C8B-B14F-4D97-AF65-F5344CB8AC3E}">
        <p14:creationId xmlns:p14="http://schemas.microsoft.com/office/powerpoint/2010/main" val="19878571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51FEE9-10EF-B9BF-2A2E-0A160A39BD29}"/>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BD2806D0-A3F1-4CB6-4D6E-375D5981343A}"/>
              </a:ext>
            </a:extLst>
          </p:cNvPr>
          <p:cNvSpPr>
            <a:spLocks noGrp="1"/>
          </p:cNvSpPr>
          <p:nvPr>
            <p:ph type="body" idx="1"/>
          </p:nvPr>
        </p:nvSpPr>
        <p:spPr/>
        <p:txBody>
          <a:bodyPr/>
          <a:lstStyle/>
          <a:p>
            <a:r>
              <a:rPr lang="en-US" dirty="0"/>
              <a:t>01</a:t>
            </a:r>
          </a:p>
        </p:txBody>
      </p:sp>
      <p:sp>
        <p:nvSpPr>
          <p:cNvPr id="4" name="Title 3">
            <a:extLst>
              <a:ext uri="{FF2B5EF4-FFF2-40B4-BE49-F238E27FC236}">
                <a16:creationId xmlns:a16="http://schemas.microsoft.com/office/drawing/2014/main" id="{B6F60FF9-0EE7-324A-571C-834AA1261B91}"/>
              </a:ext>
            </a:extLst>
          </p:cNvPr>
          <p:cNvSpPr>
            <a:spLocks noGrp="1"/>
          </p:cNvSpPr>
          <p:nvPr>
            <p:ph type="title"/>
          </p:nvPr>
        </p:nvSpPr>
        <p:spPr/>
        <p:txBody>
          <a:bodyPr/>
          <a:lstStyle/>
          <a:p>
            <a:r>
              <a:rPr lang="en-US" dirty="0"/>
              <a:t>Section name</a:t>
            </a:r>
          </a:p>
        </p:txBody>
      </p:sp>
    </p:spTree>
    <p:extLst>
      <p:ext uri="{BB962C8B-B14F-4D97-AF65-F5344CB8AC3E}">
        <p14:creationId xmlns:p14="http://schemas.microsoft.com/office/powerpoint/2010/main" val="18038568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476BE9-A5A0-0FB9-E1FD-05ED49F27A91}"/>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EEF80796-E5EB-6A6B-7C02-6ED380ABB508}"/>
              </a:ext>
            </a:extLst>
          </p:cNvPr>
          <p:cNvSpPr>
            <a:spLocks noGrp="1"/>
          </p:cNvSpPr>
          <p:nvPr>
            <p:ph type="body" idx="1"/>
          </p:nvPr>
        </p:nvSpPr>
        <p:spPr/>
        <p:txBody>
          <a:bodyPr/>
          <a:lstStyle/>
          <a:p>
            <a:r>
              <a:rPr lang="en-US" dirty="0"/>
              <a:t>02</a:t>
            </a:r>
          </a:p>
        </p:txBody>
      </p:sp>
      <p:sp>
        <p:nvSpPr>
          <p:cNvPr id="4" name="Title 3">
            <a:extLst>
              <a:ext uri="{FF2B5EF4-FFF2-40B4-BE49-F238E27FC236}">
                <a16:creationId xmlns:a16="http://schemas.microsoft.com/office/drawing/2014/main" id="{231D783F-B4B6-FEC9-FB28-36698FFBCDD5}"/>
              </a:ext>
            </a:extLst>
          </p:cNvPr>
          <p:cNvSpPr>
            <a:spLocks noGrp="1"/>
          </p:cNvSpPr>
          <p:nvPr>
            <p:ph type="title"/>
          </p:nvPr>
        </p:nvSpPr>
        <p:spPr/>
        <p:txBody>
          <a:bodyPr/>
          <a:lstStyle/>
          <a:p>
            <a:r>
              <a:rPr lang="en-US" dirty="0"/>
              <a:t>Section name</a:t>
            </a:r>
          </a:p>
        </p:txBody>
      </p:sp>
    </p:spTree>
    <p:extLst>
      <p:ext uri="{BB962C8B-B14F-4D97-AF65-F5344CB8AC3E}">
        <p14:creationId xmlns:p14="http://schemas.microsoft.com/office/powerpoint/2010/main" val="916387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746BE8-3588-F17A-91D6-F9FE252C239E}"/>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9DCA25F6-0918-3B45-DA6D-B7F0D06A558D}"/>
              </a:ext>
            </a:extLst>
          </p:cNvPr>
          <p:cNvSpPr>
            <a:spLocks noGrp="1"/>
          </p:cNvSpPr>
          <p:nvPr>
            <p:ph type="body" idx="1"/>
          </p:nvPr>
        </p:nvSpPr>
        <p:spPr/>
        <p:txBody>
          <a:bodyPr/>
          <a:lstStyle/>
          <a:p>
            <a:r>
              <a:rPr lang="en-US" dirty="0"/>
              <a:t>03</a:t>
            </a:r>
          </a:p>
        </p:txBody>
      </p:sp>
      <p:sp>
        <p:nvSpPr>
          <p:cNvPr id="4" name="Title 3">
            <a:extLst>
              <a:ext uri="{FF2B5EF4-FFF2-40B4-BE49-F238E27FC236}">
                <a16:creationId xmlns:a16="http://schemas.microsoft.com/office/drawing/2014/main" id="{276164D6-7ADE-67E1-21FE-279350F8B2B4}"/>
              </a:ext>
            </a:extLst>
          </p:cNvPr>
          <p:cNvSpPr>
            <a:spLocks noGrp="1"/>
          </p:cNvSpPr>
          <p:nvPr>
            <p:ph type="title"/>
          </p:nvPr>
        </p:nvSpPr>
        <p:spPr/>
        <p:txBody>
          <a:bodyPr/>
          <a:lstStyle/>
          <a:p>
            <a:r>
              <a:rPr lang="en-US" dirty="0"/>
              <a:t>Section name</a:t>
            </a:r>
          </a:p>
        </p:txBody>
      </p:sp>
    </p:spTree>
    <p:extLst>
      <p:ext uri="{BB962C8B-B14F-4D97-AF65-F5344CB8AC3E}">
        <p14:creationId xmlns:p14="http://schemas.microsoft.com/office/powerpoint/2010/main" val="40740200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148EE-0965-5A49-642B-4D0E32F9212E}"/>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E046FB1B-84AE-759C-BC89-7B350E7D864E}"/>
              </a:ext>
            </a:extLst>
          </p:cNvPr>
          <p:cNvSpPr>
            <a:spLocks noGrp="1"/>
          </p:cNvSpPr>
          <p:nvPr>
            <p:ph type="body" idx="1"/>
          </p:nvPr>
        </p:nvSpPr>
        <p:spPr/>
        <p:txBody>
          <a:bodyPr/>
          <a:lstStyle/>
          <a:p>
            <a:r>
              <a:rPr lang="en-US" dirty="0"/>
              <a:t>04</a:t>
            </a:r>
          </a:p>
        </p:txBody>
      </p:sp>
      <p:sp>
        <p:nvSpPr>
          <p:cNvPr id="4" name="Title 3">
            <a:extLst>
              <a:ext uri="{FF2B5EF4-FFF2-40B4-BE49-F238E27FC236}">
                <a16:creationId xmlns:a16="http://schemas.microsoft.com/office/drawing/2014/main" id="{75506C78-0F5D-E7A8-B5A0-95054AC1698C}"/>
              </a:ext>
            </a:extLst>
          </p:cNvPr>
          <p:cNvSpPr>
            <a:spLocks noGrp="1"/>
          </p:cNvSpPr>
          <p:nvPr>
            <p:ph type="title"/>
          </p:nvPr>
        </p:nvSpPr>
        <p:spPr/>
        <p:txBody>
          <a:bodyPr/>
          <a:lstStyle/>
          <a:p>
            <a:r>
              <a:rPr lang="en-US" dirty="0"/>
              <a:t>Section name</a:t>
            </a:r>
          </a:p>
        </p:txBody>
      </p:sp>
    </p:spTree>
    <p:extLst>
      <p:ext uri="{BB962C8B-B14F-4D97-AF65-F5344CB8AC3E}">
        <p14:creationId xmlns:p14="http://schemas.microsoft.com/office/powerpoint/2010/main" val="4207015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44EE92-B266-26A9-EC17-151F61B888A8}"/>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8A77C1FB-7455-A96A-85E6-63E9448263FA}"/>
              </a:ext>
            </a:extLst>
          </p:cNvPr>
          <p:cNvSpPr>
            <a:spLocks noGrp="1"/>
          </p:cNvSpPr>
          <p:nvPr>
            <p:ph type="body" idx="1"/>
          </p:nvPr>
        </p:nvSpPr>
        <p:spPr/>
        <p:txBody>
          <a:bodyPr/>
          <a:lstStyle/>
          <a:p>
            <a:r>
              <a:rPr lang="en-US" dirty="0"/>
              <a:t>05</a:t>
            </a:r>
          </a:p>
        </p:txBody>
      </p:sp>
      <p:sp>
        <p:nvSpPr>
          <p:cNvPr id="4" name="Title 3">
            <a:extLst>
              <a:ext uri="{FF2B5EF4-FFF2-40B4-BE49-F238E27FC236}">
                <a16:creationId xmlns:a16="http://schemas.microsoft.com/office/drawing/2014/main" id="{81DDC880-72E4-5B4D-484C-32A7CCB404C6}"/>
              </a:ext>
            </a:extLst>
          </p:cNvPr>
          <p:cNvSpPr>
            <a:spLocks noGrp="1"/>
          </p:cNvSpPr>
          <p:nvPr>
            <p:ph type="title"/>
          </p:nvPr>
        </p:nvSpPr>
        <p:spPr/>
        <p:txBody>
          <a:bodyPr/>
          <a:lstStyle/>
          <a:p>
            <a:r>
              <a:rPr lang="en-US" dirty="0"/>
              <a:t>Section name</a:t>
            </a:r>
          </a:p>
        </p:txBody>
      </p:sp>
    </p:spTree>
    <p:extLst>
      <p:ext uri="{BB962C8B-B14F-4D97-AF65-F5344CB8AC3E}">
        <p14:creationId xmlns:p14="http://schemas.microsoft.com/office/powerpoint/2010/main" val="17788536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Close-up of a blue background&#10;&#10;Description automatically generated">
            <a:extLst>
              <a:ext uri="{FF2B5EF4-FFF2-40B4-BE49-F238E27FC236}">
                <a16:creationId xmlns:a16="http://schemas.microsoft.com/office/drawing/2014/main" id="{9130746F-7194-D827-1DE3-1E8DE012AFB5}"/>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1BE3D918-013C-EE87-9767-7EC5AB6F7C7D}"/>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EA9388EB-7252-70A9-A4AB-DD4ACFBE1A17}"/>
              </a:ext>
            </a:extLst>
          </p:cNvPr>
          <p:cNvSpPr>
            <a:spLocks noGrp="1"/>
          </p:cNvSpPr>
          <p:nvPr>
            <p:ph type="body" sz="quarter" idx="15"/>
          </p:nvPr>
        </p:nvSpPr>
        <p:spPr/>
        <p:txBody>
          <a:bodyPr/>
          <a:lstStyle/>
          <a:p>
            <a:r>
              <a:rPr lang="en-US" dirty="0"/>
              <a:t>01</a:t>
            </a:r>
          </a:p>
        </p:txBody>
      </p:sp>
      <p:sp>
        <p:nvSpPr>
          <p:cNvPr id="5" name="Text Placeholder 4">
            <a:extLst>
              <a:ext uri="{FF2B5EF4-FFF2-40B4-BE49-F238E27FC236}">
                <a16:creationId xmlns:a16="http://schemas.microsoft.com/office/drawing/2014/main" id="{7DAF744E-1015-5DB0-5C72-DA9737E77BDF}"/>
              </a:ext>
            </a:extLst>
          </p:cNvPr>
          <p:cNvSpPr>
            <a:spLocks noGrp="1"/>
          </p:cNvSpPr>
          <p:nvPr>
            <p:ph type="body" sz="quarter" idx="14"/>
          </p:nvPr>
        </p:nvSpPr>
        <p:spPr/>
        <p:txBody>
          <a:bodyPr/>
          <a:lstStyle/>
          <a:p>
            <a:r>
              <a:rPr lang="en-US" dirty="0"/>
              <a:t>Section </a:t>
            </a:r>
            <a:br>
              <a:rPr lang="en-US" dirty="0"/>
            </a:br>
            <a:r>
              <a:rPr lang="en-US" dirty="0"/>
              <a:t>name </a:t>
            </a:r>
            <a:br>
              <a:rPr lang="en-US" dirty="0"/>
            </a:br>
            <a:r>
              <a:rPr lang="en-US" dirty="0"/>
              <a:t>three or </a:t>
            </a:r>
            <a:br>
              <a:rPr lang="en-US" dirty="0"/>
            </a:br>
            <a:r>
              <a:rPr lang="en-US" dirty="0"/>
              <a:t>four lines </a:t>
            </a:r>
          </a:p>
        </p:txBody>
      </p:sp>
    </p:spTree>
    <p:extLst>
      <p:ext uri="{BB962C8B-B14F-4D97-AF65-F5344CB8AC3E}">
        <p14:creationId xmlns:p14="http://schemas.microsoft.com/office/powerpoint/2010/main" val="19424686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close-up of a building&#10;&#10;Description automatically generated">
            <a:extLst>
              <a:ext uri="{FF2B5EF4-FFF2-40B4-BE49-F238E27FC236}">
                <a16:creationId xmlns:a16="http://schemas.microsoft.com/office/drawing/2014/main" id="{DCECB668-CE89-0BEC-D481-9FA19C91EDC7}"/>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3198C8F9-DBE3-BF29-3BB9-A561FC15B8DE}"/>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3E442AF0-D604-1B99-9D97-C688D1FF8741}"/>
              </a:ext>
            </a:extLst>
          </p:cNvPr>
          <p:cNvSpPr>
            <a:spLocks noGrp="1"/>
          </p:cNvSpPr>
          <p:nvPr>
            <p:ph type="body" sz="quarter" idx="15"/>
          </p:nvPr>
        </p:nvSpPr>
        <p:spPr/>
        <p:txBody>
          <a:bodyPr/>
          <a:lstStyle/>
          <a:p>
            <a:r>
              <a:rPr lang="en-US" dirty="0"/>
              <a:t>02</a:t>
            </a:r>
          </a:p>
        </p:txBody>
      </p:sp>
      <p:sp>
        <p:nvSpPr>
          <p:cNvPr id="5" name="Text Placeholder 4">
            <a:extLst>
              <a:ext uri="{FF2B5EF4-FFF2-40B4-BE49-F238E27FC236}">
                <a16:creationId xmlns:a16="http://schemas.microsoft.com/office/drawing/2014/main" id="{92FA3965-BDC4-6FDE-4446-030AFDB99031}"/>
              </a:ext>
            </a:extLst>
          </p:cNvPr>
          <p:cNvSpPr>
            <a:spLocks noGrp="1"/>
          </p:cNvSpPr>
          <p:nvPr>
            <p:ph type="body" sz="quarter" idx="14"/>
          </p:nvPr>
        </p:nvSpPr>
        <p:spPr/>
        <p:txBody>
          <a:bodyPr/>
          <a:lstStyle/>
          <a:p>
            <a:r>
              <a:rPr lang="en-US" dirty="0"/>
              <a:t>Section </a:t>
            </a:r>
            <a:br>
              <a:rPr lang="en-US" dirty="0"/>
            </a:br>
            <a:r>
              <a:rPr lang="en-US" dirty="0"/>
              <a:t>name </a:t>
            </a:r>
            <a:br>
              <a:rPr lang="en-US" dirty="0"/>
            </a:br>
            <a:r>
              <a:rPr lang="en-US" dirty="0"/>
              <a:t>three or </a:t>
            </a:r>
            <a:br>
              <a:rPr lang="en-US" dirty="0"/>
            </a:br>
            <a:r>
              <a:rPr lang="en-US" dirty="0"/>
              <a:t>four lines </a:t>
            </a:r>
          </a:p>
        </p:txBody>
      </p:sp>
    </p:spTree>
    <p:extLst>
      <p:ext uri="{BB962C8B-B14F-4D97-AF65-F5344CB8AC3E}">
        <p14:creationId xmlns:p14="http://schemas.microsoft.com/office/powerpoint/2010/main" val="4704792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red and white roof&#10;&#10;Description automatically generated">
            <a:extLst>
              <a:ext uri="{FF2B5EF4-FFF2-40B4-BE49-F238E27FC236}">
                <a16:creationId xmlns:a16="http://schemas.microsoft.com/office/drawing/2014/main" id="{AEB58311-246C-9609-31CD-DBF7E16DBD7D}"/>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B64121BE-471F-0032-9B38-AACCDABE2ABB}"/>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BBCD0A97-F387-F6BE-FF90-2E255182CFC7}"/>
              </a:ext>
            </a:extLst>
          </p:cNvPr>
          <p:cNvSpPr>
            <a:spLocks noGrp="1"/>
          </p:cNvSpPr>
          <p:nvPr>
            <p:ph type="body" sz="quarter" idx="15"/>
          </p:nvPr>
        </p:nvSpPr>
        <p:spPr/>
        <p:txBody>
          <a:bodyPr/>
          <a:lstStyle/>
          <a:p>
            <a:r>
              <a:rPr lang="en-US" dirty="0"/>
              <a:t>03</a:t>
            </a:r>
          </a:p>
        </p:txBody>
      </p:sp>
      <p:sp>
        <p:nvSpPr>
          <p:cNvPr id="5" name="Text Placeholder 4">
            <a:extLst>
              <a:ext uri="{FF2B5EF4-FFF2-40B4-BE49-F238E27FC236}">
                <a16:creationId xmlns:a16="http://schemas.microsoft.com/office/drawing/2014/main" id="{91EC6640-DAAE-6E3B-BB05-D751969CFC7F}"/>
              </a:ext>
            </a:extLst>
          </p:cNvPr>
          <p:cNvSpPr>
            <a:spLocks noGrp="1"/>
          </p:cNvSpPr>
          <p:nvPr>
            <p:ph type="body" sz="quarter" idx="14"/>
          </p:nvPr>
        </p:nvSpPr>
        <p:spPr/>
        <p:txBody>
          <a:bodyPr/>
          <a:lstStyle/>
          <a:p>
            <a:r>
              <a:rPr lang="en-US" dirty="0"/>
              <a:t>Section </a:t>
            </a:r>
            <a:br>
              <a:rPr lang="en-US" dirty="0"/>
            </a:br>
            <a:r>
              <a:rPr lang="en-US" dirty="0"/>
              <a:t>name </a:t>
            </a:r>
            <a:br>
              <a:rPr lang="en-US" dirty="0"/>
            </a:br>
            <a:r>
              <a:rPr lang="en-US" dirty="0"/>
              <a:t>three or </a:t>
            </a:r>
            <a:br>
              <a:rPr lang="en-US" dirty="0"/>
            </a:br>
            <a:r>
              <a:rPr lang="en-US" dirty="0"/>
              <a:t>four lines </a:t>
            </a:r>
          </a:p>
        </p:txBody>
      </p:sp>
    </p:spTree>
    <p:extLst>
      <p:ext uri="{BB962C8B-B14F-4D97-AF65-F5344CB8AC3E}">
        <p14:creationId xmlns:p14="http://schemas.microsoft.com/office/powerpoint/2010/main" val="42485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urple and pink sky&#10;&#10;Description automatically generated">
            <a:extLst>
              <a:ext uri="{FF2B5EF4-FFF2-40B4-BE49-F238E27FC236}">
                <a16:creationId xmlns:a16="http://schemas.microsoft.com/office/drawing/2014/main" id="{1D80AF05-9C86-6983-8941-6FBB22B15667}"/>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A138D04E-C502-97BC-7F71-5B545BFD81F3}"/>
              </a:ext>
            </a:extLst>
          </p:cNvPr>
          <p:cNvSpPr>
            <a:spLocks noGrp="1"/>
          </p:cNvSpPr>
          <p:nvPr>
            <p:ph type="body" sz="quarter" idx="10"/>
          </p:nvPr>
        </p:nvSpPr>
        <p:spPr/>
        <p:txBody>
          <a:bodyPr/>
          <a:lstStyle/>
          <a:p>
            <a:endParaRPr lang="en-US" dirty="0"/>
          </a:p>
        </p:txBody>
      </p:sp>
      <p:sp>
        <p:nvSpPr>
          <p:cNvPr id="4" name="Text Placeholder 3">
            <a:extLst>
              <a:ext uri="{FF2B5EF4-FFF2-40B4-BE49-F238E27FC236}">
                <a16:creationId xmlns:a16="http://schemas.microsoft.com/office/drawing/2014/main" id="{18A5BB37-F0BF-370F-99DA-518CF2048053}"/>
              </a:ext>
            </a:extLst>
          </p:cNvPr>
          <p:cNvSpPr>
            <a:spLocks noGrp="1"/>
          </p:cNvSpPr>
          <p:nvPr>
            <p:ph type="body" sz="quarter" idx="15"/>
          </p:nvPr>
        </p:nvSpPr>
        <p:spPr/>
        <p:txBody>
          <a:bodyPr/>
          <a:lstStyle/>
          <a:p>
            <a:r>
              <a:rPr lang="en-US" dirty="0"/>
              <a:t>04</a:t>
            </a:r>
          </a:p>
        </p:txBody>
      </p:sp>
      <p:sp>
        <p:nvSpPr>
          <p:cNvPr id="5" name="Text Placeholder 4">
            <a:extLst>
              <a:ext uri="{FF2B5EF4-FFF2-40B4-BE49-F238E27FC236}">
                <a16:creationId xmlns:a16="http://schemas.microsoft.com/office/drawing/2014/main" id="{2DA1A6C5-ADA2-8006-5895-B15ED4BD8DEB}"/>
              </a:ext>
            </a:extLst>
          </p:cNvPr>
          <p:cNvSpPr>
            <a:spLocks noGrp="1"/>
          </p:cNvSpPr>
          <p:nvPr>
            <p:ph type="body" sz="quarter" idx="14"/>
          </p:nvPr>
        </p:nvSpPr>
        <p:spPr/>
        <p:txBody>
          <a:bodyPr/>
          <a:lstStyle/>
          <a:p>
            <a:r>
              <a:rPr lang="en-US" dirty="0"/>
              <a:t>Section </a:t>
            </a:r>
            <a:br>
              <a:rPr lang="en-US" dirty="0"/>
            </a:br>
            <a:r>
              <a:rPr lang="en-US" dirty="0"/>
              <a:t>name </a:t>
            </a:r>
            <a:br>
              <a:rPr lang="en-US" dirty="0"/>
            </a:br>
            <a:r>
              <a:rPr lang="en-US" dirty="0"/>
              <a:t>three or </a:t>
            </a:r>
            <a:br>
              <a:rPr lang="en-US" dirty="0"/>
            </a:br>
            <a:r>
              <a:rPr lang="en-US" dirty="0"/>
              <a:t>four lines </a:t>
            </a:r>
          </a:p>
        </p:txBody>
      </p:sp>
    </p:spTree>
    <p:extLst>
      <p:ext uri="{BB962C8B-B14F-4D97-AF65-F5344CB8AC3E}">
        <p14:creationId xmlns:p14="http://schemas.microsoft.com/office/powerpoint/2010/main" val="2482456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green rolling hills with lines&#10;&#10;Description automatically generated">
            <a:extLst>
              <a:ext uri="{FF2B5EF4-FFF2-40B4-BE49-F238E27FC236}">
                <a16:creationId xmlns:a16="http://schemas.microsoft.com/office/drawing/2014/main" id="{F2FBEFC8-4FF2-A0A3-6BAC-F924A9453CB4}"/>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5CFAFCA8-2036-7EAD-A480-F4CB2C028864}"/>
              </a:ext>
            </a:extLst>
          </p:cNvPr>
          <p:cNvSpPr>
            <a:spLocks noGrp="1"/>
          </p:cNvSpPr>
          <p:nvPr>
            <p:ph type="body" sz="quarter" idx="10"/>
          </p:nvPr>
        </p:nvSpPr>
        <p:spPr>
          <a:solidFill>
            <a:schemeClr val="accent1"/>
          </a:solidFill>
        </p:spPr>
        <p:txBody>
          <a:bodyPr/>
          <a:lstStyle/>
          <a:p>
            <a:endParaRPr lang="en-US" dirty="0"/>
          </a:p>
        </p:txBody>
      </p:sp>
      <p:sp>
        <p:nvSpPr>
          <p:cNvPr id="4" name="Text Placeholder 3">
            <a:extLst>
              <a:ext uri="{FF2B5EF4-FFF2-40B4-BE49-F238E27FC236}">
                <a16:creationId xmlns:a16="http://schemas.microsoft.com/office/drawing/2014/main" id="{0A06360F-0B77-C7D0-8F92-3592AF893DEE}"/>
              </a:ext>
            </a:extLst>
          </p:cNvPr>
          <p:cNvSpPr>
            <a:spLocks noGrp="1"/>
          </p:cNvSpPr>
          <p:nvPr>
            <p:ph type="body" sz="quarter" idx="15"/>
          </p:nvPr>
        </p:nvSpPr>
        <p:spPr/>
        <p:txBody>
          <a:bodyPr/>
          <a:lstStyle/>
          <a:p>
            <a:r>
              <a:rPr lang="en-US" dirty="0"/>
              <a:t>05</a:t>
            </a:r>
          </a:p>
        </p:txBody>
      </p:sp>
      <p:sp>
        <p:nvSpPr>
          <p:cNvPr id="5" name="Text Placeholder 4">
            <a:extLst>
              <a:ext uri="{FF2B5EF4-FFF2-40B4-BE49-F238E27FC236}">
                <a16:creationId xmlns:a16="http://schemas.microsoft.com/office/drawing/2014/main" id="{01BCE72D-9FE2-5EB6-79BD-E6E8CFAFCCF0}"/>
              </a:ext>
            </a:extLst>
          </p:cNvPr>
          <p:cNvSpPr>
            <a:spLocks noGrp="1"/>
          </p:cNvSpPr>
          <p:nvPr>
            <p:ph type="body" sz="quarter" idx="14"/>
          </p:nvPr>
        </p:nvSpPr>
        <p:spPr/>
        <p:txBody>
          <a:bodyPr/>
          <a:lstStyle/>
          <a:p>
            <a:r>
              <a:rPr lang="en-US" dirty="0"/>
              <a:t>Section </a:t>
            </a:r>
            <a:br>
              <a:rPr lang="en-US" dirty="0"/>
            </a:br>
            <a:r>
              <a:rPr lang="en-US" dirty="0"/>
              <a:t>name </a:t>
            </a:r>
            <a:br>
              <a:rPr lang="en-US" dirty="0"/>
            </a:br>
            <a:r>
              <a:rPr lang="en-US" dirty="0"/>
              <a:t>three or </a:t>
            </a:r>
            <a:br>
              <a:rPr lang="en-US" dirty="0"/>
            </a:br>
            <a:r>
              <a:rPr lang="en-US" dirty="0"/>
              <a:t>four lines </a:t>
            </a:r>
          </a:p>
        </p:txBody>
      </p:sp>
    </p:spTree>
    <p:extLst>
      <p:ext uri="{BB962C8B-B14F-4D97-AF65-F5344CB8AC3E}">
        <p14:creationId xmlns:p14="http://schemas.microsoft.com/office/powerpoint/2010/main" val="900354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a:extLst>
              <a:ext uri="{FF2B5EF4-FFF2-40B4-BE49-F238E27FC236}">
                <a16:creationId xmlns:a16="http://schemas.microsoft.com/office/drawing/2014/main" id="{7C79ADE3-482F-1FA3-7470-AE1018877DF4}"/>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p:blipFill>
        <p:spPr/>
      </p:pic>
      <p:sp>
        <p:nvSpPr>
          <p:cNvPr id="5" name="Title 4">
            <a:extLst>
              <a:ext uri="{FF2B5EF4-FFF2-40B4-BE49-F238E27FC236}">
                <a16:creationId xmlns:a16="http://schemas.microsoft.com/office/drawing/2014/main" id="{7A69FA57-6E51-77B5-E8A8-F7BFB18E9F5C}"/>
              </a:ext>
            </a:extLst>
          </p:cNvPr>
          <p:cNvSpPr>
            <a:spLocks noGrp="1"/>
          </p:cNvSpPr>
          <p:nvPr>
            <p:ph type="title"/>
          </p:nvPr>
        </p:nvSpPr>
        <p:spPr/>
        <p:txBody>
          <a:bodyPr/>
          <a:lstStyle/>
          <a:p>
            <a:r>
              <a:rPr lang="en-US" dirty="0">
                <a:solidFill>
                  <a:schemeClr val="bg1"/>
                </a:solidFill>
              </a:rPr>
              <a:t>About Slalom</a:t>
            </a:r>
          </a:p>
        </p:txBody>
      </p:sp>
      <p:sp>
        <p:nvSpPr>
          <p:cNvPr id="14" name="Text Placeholder 13">
            <a:extLst>
              <a:ext uri="{FF2B5EF4-FFF2-40B4-BE49-F238E27FC236}">
                <a16:creationId xmlns:a16="http://schemas.microsoft.com/office/drawing/2014/main" id="{2E90ACCE-A2AD-5687-DC4E-6A7F6C90560E}"/>
              </a:ext>
              <a:ext uri="{C183D7F6-B498-43B3-948B-1728B52AA6E4}">
                <adec:decorative xmlns:adec="http://schemas.microsoft.com/office/drawing/2017/decorative" val="1"/>
              </a:ext>
            </a:extLst>
          </p:cNvPr>
          <p:cNvSpPr>
            <a:spLocks noGrp="1"/>
          </p:cNvSpPr>
          <p:nvPr>
            <p:ph type="body" sz="quarter" idx="21"/>
          </p:nvPr>
        </p:nvSpPr>
        <p:spPr/>
        <p:txBody>
          <a:bodyPr/>
          <a:lstStyle/>
          <a:p>
            <a:endParaRPr lang="en-US"/>
          </a:p>
        </p:txBody>
      </p:sp>
      <p:sp>
        <p:nvSpPr>
          <p:cNvPr id="15" name="Text Placeholder 14">
            <a:extLst>
              <a:ext uri="{FF2B5EF4-FFF2-40B4-BE49-F238E27FC236}">
                <a16:creationId xmlns:a16="http://schemas.microsoft.com/office/drawing/2014/main" id="{00CD5568-A3C0-188F-E7EF-69771E320E98}"/>
              </a:ext>
              <a:ext uri="{C183D7F6-B498-43B3-948B-1728B52AA6E4}">
                <adec:decorative xmlns:adec="http://schemas.microsoft.com/office/drawing/2017/decorative" val="1"/>
              </a:ext>
            </a:extLst>
          </p:cNvPr>
          <p:cNvSpPr>
            <a:spLocks noGrp="1"/>
          </p:cNvSpPr>
          <p:nvPr>
            <p:ph type="body" sz="quarter" idx="22"/>
          </p:nvPr>
        </p:nvSpPr>
        <p:spPr>
          <a:solidFill>
            <a:schemeClr val="bg1"/>
          </a:solidFill>
        </p:spPr>
        <p:txBody>
          <a:bodyPr/>
          <a:lstStyle/>
          <a:p>
            <a:endParaRPr lang="en-US"/>
          </a:p>
        </p:txBody>
      </p:sp>
      <p:sp>
        <p:nvSpPr>
          <p:cNvPr id="2" name="Date Placeholder 1">
            <a:extLst>
              <a:ext uri="{FF2B5EF4-FFF2-40B4-BE49-F238E27FC236}">
                <a16:creationId xmlns:a16="http://schemas.microsoft.com/office/drawing/2014/main" id="{1B12DF03-9592-1577-DD7A-08CD771D68AB}"/>
              </a:ext>
              <a:ext uri="{C183D7F6-B498-43B3-948B-1728B52AA6E4}">
                <adec:decorative xmlns:adec="http://schemas.microsoft.com/office/drawing/2017/decorative" val="1"/>
              </a:ext>
            </a:extLst>
          </p:cNvPr>
          <p:cNvSpPr>
            <a:spLocks noGrp="1"/>
          </p:cNvSpPr>
          <p:nvPr>
            <p:ph type="dt" sz="half" idx="10"/>
          </p:nvPr>
        </p:nvSpPr>
        <p:spPr/>
        <p:txBody>
          <a:bodyPr/>
          <a:lstStyle/>
          <a:p>
            <a:fld id="{8D68EB9A-EB78-49EF-B7FF-9DA6A028EFAF}" type="datetimeyyyy">
              <a:rPr lang="en-US" smtClean="0">
                <a:solidFill>
                  <a:schemeClr val="bg1"/>
                </a:solidFill>
              </a:rPr>
              <a:t>2025</a:t>
            </a:fld>
            <a:endParaRPr lang="en-US">
              <a:solidFill>
                <a:schemeClr val="bg1"/>
              </a:solidFill>
            </a:endParaRPr>
          </a:p>
        </p:txBody>
      </p:sp>
      <p:sp>
        <p:nvSpPr>
          <p:cNvPr id="3" name="Footer Placeholder 2">
            <a:extLst>
              <a:ext uri="{FF2B5EF4-FFF2-40B4-BE49-F238E27FC236}">
                <a16:creationId xmlns:a16="http://schemas.microsoft.com/office/drawing/2014/main" id="{72979638-4929-0902-8F1A-41859F63A92F}"/>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solidFill>
                  <a:schemeClr val="bg1"/>
                </a:solidFill>
              </a:rPr>
              <a:t>Slalom. All Rights Reserved. Proprietary and Confidential.</a:t>
            </a:r>
          </a:p>
        </p:txBody>
      </p:sp>
      <p:sp>
        <p:nvSpPr>
          <p:cNvPr id="4" name="Slide Number Placeholder 3">
            <a:extLst>
              <a:ext uri="{FF2B5EF4-FFF2-40B4-BE49-F238E27FC236}">
                <a16:creationId xmlns:a16="http://schemas.microsoft.com/office/drawing/2014/main" id="{6524F5A2-53E4-FE7C-DABD-EA246F25784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46</a:t>
            </a:fld>
            <a:endParaRPr lang="en-US"/>
          </a:p>
        </p:txBody>
      </p:sp>
      <p:sp>
        <p:nvSpPr>
          <p:cNvPr id="6" name="Rectangle 5">
            <a:extLst>
              <a:ext uri="{FF2B5EF4-FFF2-40B4-BE49-F238E27FC236}">
                <a16:creationId xmlns:a16="http://schemas.microsoft.com/office/drawing/2014/main" id="{E658F259-3642-B741-E0E8-1A5C972349F9}"/>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copyright symbol, date and footer text should be easy to read over your image. If it is hard to see, select the logo and </a:t>
            </a:r>
            <a:br>
              <a:rPr lang="en-US" sz="1000">
                <a:solidFill>
                  <a:schemeClr val="bg1"/>
                </a:solidFill>
              </a:rPr>
            </a:br>
            <a:r>
              <a:rPr lang="en-US" sz="1000">
                <a:solidFill>
                  <a:schemeClr val="bg1"/>
                </a:solidFill>
              </a:rPr>
              <a:t>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a:p>
            <a:pPr marL="174625" indent="-174625">
              <a:spcBef>
                <a:spcPts val="1200"/>
              </a:spcBef>
              <a:buFont typeface="Avenir Next LT Pro" panose="020B0504020202020204" pitchFamily="34" charset="0"/>
              <a:buChar char="•"/>
            </a:pPr>
            <a:r>
              <a:rPr lang="en-US" sz="1000">
                <a:solidFill>
                  <a:schemeClr val="bg1"/>
                </a:solidFill>
              </a:rPr>
              <a:t>The copyright symbol, date and footer text should always be either White, Background 1 or Gray, Text 2.</a:t>
            </a:r>
          </a:p>
        </p:txBody>
      </p:sp>
    </p:spTree>
    <p:extLst>
      <p:ext uri="{BB962C8B-B14F-4D97-AF65-F5344CB8AC3E}">
        <p14:creationId xmlns:p14="http://schemas.microsoft.com/office/powerpoint/2010/main" val="28406788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Placeholder 31">
            <a:extLst>
              <a:ext uri="{FF2B5EF4-FFF2-40B4-BE49-F238E27FC236}">
                <a16:creationId xmlns:a16="http://schemas.microsoft.com/office/drawing/2014/main" id="{F5DF6309-2C51-B29B-CDB5-B8D4EF500A34}"/>
              </a:ext>
            </a:extLst>
          </p:cNvPr>
          <p:cNvSpPr>
            <a:spLocks noGrp="1"/>
          </p:cNvSpPr>
          <p:nvPr>
            <p:ph type="body" sz="quarter" idx="16"/>
          </p:nvPr>
        </p:nvSpPr>
        <p:spPr/>
        <p:txBody>
          <a:bodyPr/>
          <a:lstStyle/>
          <a:p>
            <a:r>
              <a:rPr lang="en-US"/>
              <a:t>Vision: Our just cause</a:t>
            </a:r>
          </a:p>
        </p:txBody>
      </p:sp>
      <p:sp>
        <p:nvSpPr>
          <p:cNvPr id="31" name="Text Placeholder 30">
            <a:extLst>
              <a:ext uri="{FF2B5EF4-FFF2-40B4-BE49-F238E27FC236}">
                <a16:creationId xmlns:a16="http://schemas.microsoft.com/office/drawing/2014/main" id="{DFAC04A7-B878-B840-9498-EF0D8509940F}"/>
              </a:ext>
            </a:extLst>
          </p:cNvPr>
          <p:cNvSpPr>
            <a:spLocks noGrp="1"/>
          </p:cNvSpPr>
          <p:nvPr>
            <p:ph type="body" sz="quarter" idx="15"/>
          </p:nvPr>
        </p:nvSpPr>
        <p:spPr/>
        <p:txBody>
          <a:bodyPr/>
          <a:lstStyle/>
          <a:p>
            <a:r>
              <a:rPr lang="en-US"/>
              <a:t>A world in which each </a:t>
            </a:r>
            <a:br>
              <a:rPr lang="en-US"/>
            </a:br>
            <a:r>
              <a:rPr lang="en-US"/>
              <a:t>person has the opportunity to love their life and work.</a:t>
            </a:r>
          </a:p>
        </p:txBody>
      </p:sp>
      <p:pic>
        <p:nvPicPr>
          <p:cNvPr id="14" name="Picture Placeholder 13" descr="People in an office room discussing">
            <a:extLst>
              <a:ext uri="{FF2B5EF4-FFF2-40B4-BE49-F238E27FC236}">
                <a16:creationId xmlns:a16="http://schemas.microsoft.com/office/drawing/2014/main" id="{F66F0346-C439-F7B2-42E4-FFA226D09230}"/>
              </a:ext>
            </a:extLst>
          </p:cNvPr>
          <p:cNvPicPr>
            <a:picLocks noGrp="1" noChangeAspect="1"/>
          </p:cNvPicPr>
          <p:nvPr>
            <p:ph type="pic" sz="quarter" idx="14"/>
          </p:nvPr>
        </p:nvPicPr>
        <p:blipFill rotWithShape="1">
          <a:blip r:embed="rId2" cstate="email">
            <a:extLst>
              <a:ext uri="{28A0092B-C50C-407E-A947-70E740481C1C}">
                <a14:useLocalDpi xmlns:a14="http://schemas.microsoft.com/office/drawing/2010/main"/>
              </a:ext>
            </a:extLst>
          </a:blip>
          <a:srcRect b="-49"/>
          <a:stretch/>
        </p:blipFill>
        <p:spPr/>
      </p:pic>
      <p:pic>
        <p:nvPicPr>
          <p:cNvPr id="12" name="Picture Placeholder 11" descr="A group of people sitting around a table in an office">
            <a:extLst>
              <a:ext uri="{FF2B5EF4-FFF2-40B4-BE49-F238E27FC236}">
                <a16:creationId xmlns:a16="http://schemas.microsoft.com/office/drawing/2014/main" id="{890FD516-E7C2-39A6-B2EF-20CB35EE0247}"/>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p:pic>
      <p:sp>
        <p:nvSpPr>
          <p:cNvPr id="34" name="Text Placeholder 33">
            <a:extLst>
              <a:ext uri="{FF2B5EF4-FFF2-40B4-BE49-F238E27FC236}">
                <a16:creationId xmlns:a16="http://schemas.microsoft.com/office/drawing/2014/main" id="{9A796345-7D3F-030D-D2E2-F2EB9D876E22}"/>
              </a:ext>
            </a:extLst>
          </p:cNvPr>
          <p:cNvSpPr>
            <a:spLocks noGrp="1"/>
          </p:cNvSpPr>
          <p:nvPr>
            <p:ph type="body" sz="quarter" idx="18"/>
          </p:nvPr>
        </p:nvSpPr>
        <p:spPr/>
        <p:txBody>
          <a:bodyPr/>
          <a:lstStyle/>
          <a:p>
            <a:r>
              <a:rPr lang="en-US"/>
              <a:t>Purpose: Our why</a:t>
            </a:r>
          </a:p>
        </p:txBody>
      </p:sp>
      <p:sp>
        <p:nvSpPr>
          <p:cNvPr id="33" name="Text Placeholder 32">
            <a:extLst>
              <a:ext uri="{FF2B5EF4-FFF2-40B4-BE49-F238E27FC236}">
                <a16:creationId xmlns:a16="http://schemas.microsoft.com/office/drawing/2014/main" id="{844E4BA6-B11F-93C1-321D-4EA772177A7B}"/>
              </a:ext>
            </a:extLst>
          </p:cNvPr>
          <p:cNvSpPr>
            <a:spLocks noGrp="1"/>
          </p:cNvSpPr>
          <p:nvPr>
            <p:ph type="body" sz="quarter" idx="17"/>
          </p:nvPr>
        </p:nvSpPr>
        <p:spPr/>
        <p:txBody>
          <a:bodyPr/>
          <a:lstStyle/>
          <a:p>
            <a:r>
              <a:rPr lang="en-US"/>
              <a:t>We help people and organizations dream bigger, move faster, and build </a:t>
            </a:r>
            <a:br>
              <a:rPr lang="en-US"/>
            </a:br>
            <a:r>
              <a:rPr lang="en-US"/>
              <a:t>better tomorrows for all.</a:t>
            </a:r>
          </a:p>
        </p:txBody>
      </p:sp>
      <p:sp>
        <p:nvSpPr>
          <p:cNvPr id="16" name="Text Placeholder 15">
            <a:extLst>
              <a:ext uri="{FF2B5EF4-FFF2-40B4-BE49-F238E27FC236}">
                <a16:creationId xmlns:a16="http://schemas.microsoft.com/office/drawing/2014/main" id="{0A2AE8E7-926C-951A-740E-B32A15C8EC76}"/>
              </a:ext>
            </a:extLst>
          </p:cNvPr>
          <p:cNvSpPr>
            <a:spLocks noGrp="1"/>
          </p:cNvSpPr>
          <p:nvPr>
            <p:ph type="body" sz="quarter" idx="21"/>
          </p:nvPr>
        </p:nvSpPr>
        <p:spPr/>
        <p:txBody>
          <a:bodyPr/>
          <a:lstStyle/>
          <a:p>
            <a:endParaRPr lang="en-US"/>
          </a:p>
        </p:txBody>
      </p:sp>
      <p:sp>
        <p:nvSpPr>
          <p:cNvPr id="17" name="Text Placeholder 16">
            <a:extLst>
              <a:ext uri="{FF2B5EF4-FFF2-40B4-BE49-F238E27FC236}">
                <a16:creationId xmlns:a16="http://schemas.microsoft.com/office/drawing/2014/main" id="{C180AF67-B9D3-2341-7AA7-2982ECE8C022}"/>
              </a:ext>
            </a:extLst>
          </p:cNvPr>
          <p:cNvSpPr>
            <a:spLocks noGrp="1"/>
          </p:cNvSpPr>
          <p:nvPr>
            <p:ph type="body" sz="quarter" idx="22"/>
          </p:nvPr>
        </p:nvSpPr>
        <p:spPr>
          <a:solidFill>
            <a:schemeClr val="bg1"/>
          </a:solidFill>
        </p:spPr>
        <p:txBody>
          <a:bodyPr/>
          <a:lstStyle/>
          <a:p>
            <a:endParaRPr lang="en-US"/>
          </a:p>
        </p:txBody>
      </p:sp>
      <p:sp>
        <p:nvSpPr>
          <p:cNvPr id="9" name="Date Placeholder 8">
            <a:extLst>
              <a:ext uri="{FF2B5EF4-FFF2-40B4-BE49-F238E27FC236}">
                <a16:creationId xmlns:a16="http://schemas.microsoft.com/office/drawing/2014/main" id="{CA408D4C-8086-9212-E6AE-E7B104CED7DA}"/>
              </a:ext>
              <a:ext uri="{C183D7F6-B498-43B3-948B-1728B52AA6E4}">
                <adec:decorative xmlns:adec="http://schemas.microsoft.com/office/drawing/2017/decorative" val="1"/>
              </a:ext>
            </a:extLst>
          </p:cNvPr>
          <p:cNvSpPr>
            <a:spLocks noGrp="1"/>
          </p:cNvSpPr>
          <p:nvPr>
            <p:ph type="dt" sz="half" idx="11"/>
          </p:nvPr>
        </p:nvSpPr>
        <p:spPr/>
        <p:txBody>
          <a:bodyPr/>
          <a:lstStyle/>
          <a:p>
            <a:fld id="{B3BE3C33-6010-42CC-8662-618136A4F57E}" type="datetimeyyyy">
              <a:rPr lang="en-US" smtClean="0">
                <a:solidFill>
                  <a:schemeClr val="bg1"/>
                </a:solidFill>
              </a:rPr>
              <a:pPr/>
              <a:t>2025</a:t>
            </a:fld>
            <a:endParaRPr lang="en-US">
              <a:solidFill>
                <a:schemeClr val="bg1"/>
              </a:solidFill>
            </a:endParaRPr>
          </a:p>
        </p:txBody>
      </p:sp>
      <p:sp>
        <p:nvSpPr>
          <p:cNvPr id="8" name="Footer Placeholder 7">
            <a:extLst>
              <a:ext uri="{FF2B5EF4-FFF2-40B4-BE49-F238E27FC236}">
                <a16:creationId xmlns:a16="http://schemas.microsoft.com/office/drawing/2014/main" id="{4B1B043B-4E7C-9986-BBCE-0FA85EF78FC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solidFill>
                  <a:schemeClr val="bg1"/>
                </a:solidFill>
              </a:rPr>
              <a:t>Slalom. All Rights Reserved. Proprietary and Confidential.</a:t>
            </a:r>
          </a:p>
        </p:txBody>
      </p:sp>
      <p:sp>
        <p:nvSpPr>
          <p:cNvPr id="10" name="Slide Number Placeholder 9">
            <a:extLst>
              <a:ext uri="{FF2B5EF4-FFF2-40B4-BE49-F238E27FC236}">
                <a16:creationId xmlns:a16="http://schemas.microsoft.com/office/drawing/2014/main" id="{24B96C84-CD66-DC86-60E5-8BC9F1946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47</a:t>
            </a:fld>
            <a:endParaRPr lang="en-US"/>
          </a:p>
        </p:txBody>
      </p:sp>
      <p:sp>
        <p:nvSpPr>
          <p:cNvPr id="2" name="Rectangle 1">
            <a:extLst>
              <a:ext uri="{FF2B5EF4-FFF2-40B4-BE49-F238E27FC236}">
                <a16:creationId xmlns:a16="http://schemas.microsoft.com/office/drawing/2014/main" id="{DDA7CBDD-3F0A-7BD2-A66F-9EB2FA59D711}"/>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copyright symbol, date and footer text should be easy to read over your image. If it is hard to see, select the logo and </a:t>
            </a:r>
            <a:br>
              <a:rPr lang="en-US" sz="1000">
                <a:solidFill>
                  <a:schemeClr val="bg1"/>
                </a:solidFill>
              </a:rPr>
            </a:br>
            <a:r>
              <a:rPr lang="en-US" sz="1000">
                <a:solidFill>
                  <a:schemeClr val="bg1"/>
                </a:solidFill>
              </a:rPr>
              <a:t>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a:p>
            <a:pPr marL="174625" indent="-174625">
              <a:spcBef>
                <a:spcPts val="1200"/>
              </a:spcBef>
              <a:buFont typeface="Avenir Next LT Pro" panose="020B0504020202020204" pitchFamily="34" charset="0"/>
              <a:buChar char="•"/>
            </a:pPr>
            <a:r>
              <a:rPr lang="en-US" sz="1000">
                <a:solidFill>
                  <a:schemeClr val="bg1"/>
                </a:solidFill>
              </a:rPr>
              <a:t>The copyright symbol, date and footer text should always be either White, Background 1 or Gray, Text 2.</a:t>
            </a:r>
          </a:p>
        </p:txBody>
      </p:sp>
    </p:spTree>
    <p:extLst>
      <p:ext uri="{BB962C8B-B14F-4D97-AF65-F5344CB8AC3E}">
        <p14:creationId xmlns:p14="http://schemas.microsoft.com/office/powerpoint/2010/main" val="16336160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33">
            <a:extLst>
              <a:ext uri="{FF2B5EF4-FFF2-40B4-BE49-F238E27FC236}">
                <a16:creationId xmlns:a16="http://schemas.microsoft.com/office/drawing/2014/main" id="{D3ADC4C7-D17E-82F0-3488-D5659C3E7B94}"/>
              </a:ext>
            </a:extLst>
          </p:cNvPr>
          <p:cNvSpPr txBox="1">
            <a:spLocks/>
          </p:cNvSpPr>
          <p:nvPr/>
        </p:nvSpPr>
        <p:spPr>
          <a:xfrm>
            <a:off x="485648" y="1385743"/>
            <a:ext cx="3759200" cy="292165"/>
          </a:xfrm>
          <a:prstGeom prst="rect">
            <a:avLst/>
          </a:prstGeom>
        </p:spPr>
        <p:txBody>
          <a:bodyPr/>
          <a:lst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90000"/>
              </a:lnSpc>
              <a:buNone/>
            </a:pPr>
            <a:r>
              <a:rPr lang="en-US" sz="1200" b="1" cap="all" spc="150">
                <a:solidFill>
                  <a:schemeClr val="accent1"/>
                </a:solidFill>
              </a:rPr>
              <a:t>What we do</a:t>
            </a:r>
          </a:p>
        </p:txBody>
      </p:sp>
      <p:sp>
        <p:nvSpPr>
          <p:cNvPr id="9" name="Title 8">
            <a:extLst>
              <a:ext uri="{FF2B5EF4-FFF2-40B4-BE49-F238E27FC236}">
                <a16:creationId xmlns:a16="http://schemas.microsoft.com/office/drawing/2014/main" id="{F21011AC-FF81-4D30-0459-DAC52DFAA3B9}"/>
              </a:ext>
            </a:extLst>
          </p:cNvPr>
          <p:cNvSpPr>
            <a:spLocks noGrp="1"/>
          </p:cNvSpPr>
          <p:nvPr>
            <p:ph type="title"/>
          </p:nvPr>
        </p:nvSpPr>
        <p:spPr>
          <a:xfrm>
            <a:off x="571500" y="1752600"/>
            <a:ext cx="10302090" cy="990600"/>
          </a:xfrm>
        </p:spPr>
        <p:txBody>
          <a:bodyPr/>
          <a:lstStyle/>
          <a:p>
            <a:r>
              <a:rPr lang="en-US" dirty="0"/>
              <a:t>Slalom is a next-generation professional services company </a:t>
            </a:r>
            <a:r>
              <a:rPr lang="en-US"/>
              <a:t>creating value at the intersection of </a:t>
            </a:r>
            <a:r>
              <a:rPr lang="en-US" dirty="0">
                <a:solidFill>
                  <a:schemeClr val="accent1"/>
                </a:solidFill>
              </a:rPr>
              <a:t>business, technology, and humanity.</a:t>
            </a:r>
            <a:br>
              <a:rPr lang="en-US"/>
            </a:br>
            <a:endParaRPr lang="en-US" dirty="0">
              <a:solidFill>
                <a:schemeClr val="accent1"/>
              </a:solidFill>
            </a:endParaRPr>
          </a:p>
        </p:txBody>
      </p:sp>
      <p:sp>
        <p:nvSpPr>
          <p:cNvPr id="18" name="Text Placeholder 17">
            <a:extLst>
              <a:ext uri="{FF2B5EF4-FFF2-40B4-BE49-F238E27FC236}">
                <a16:creationId xmlns:a16="http://schemas.microsoft.com/office/drawing/2014/main" id="{85859F93-72B3-9DDC-FFC7-A3E7F062837A}"/>
              </a:ext>
            </a:extLst>
          </p:cNvPr>
          <p:cNvSpPr>
            <a:spLocks noGrp="1"/>
          </p:cNvSpPr>
          <p:nvPr>
            <p:ph type="body" sz="quarter" idx="13"/>
          </p:nvPr>
        </p:nvSpPr>
        <p:spPr>
          <a:xfrm>
            <a:off x="571499" y="3429000"/>
            <a:ext cx="7809739" cy="2078182"/>
          </a:xfrm>
        </p:spPr>
        <p:txBody>
          <a:bodyPr/>
          <a:lstStyle/>
          <a:p>
            <a:pPr>
              <a:lnSpc>
                <a:spcPct val="110000"/>
              </a:lnSpc>
            </a:pPr>
            <a:r>
              <a:rPr lang="en-US"/>
              <a:t>From strategy to implementation, our approach is </a:t>
            </a:r>
            <a:br>
              <a:rPr lang="en-US"/>
            </a:br>
            <a:r>
              <a:rPr lang="en-US"/>
              <a:t>fiercely human. We deeply understand our customers—</a:t>
            </a:r>
            <a:br>
              <a:rPr lang="en-US"/>
            </a:br>
            <a:r>
              <a:rPr lang="en-US"/>
              <a:t>and their customers—to deliver practical, </a:t>
            </a:r>
            <a:br>
              <a:rPr lang="en-US"/>
            </a:br>
            <a:r>
              <a:rPr lang="en-US"/>
              <a:t>end-to-end solutions that drive meaningful impact.​</a:t>
            </a:r>
          </a:p>
        </p:txBody>
      </p:sp>
      <p:sp>
        <p:nvSpPr>
          <p:cNvPr id="2" name="Date Placeholder 1">
            <a:extLst>
              <a:ext uri="{FF2B5EF4-FFF2-40B4-BE49-F238E27FC236}">
                <a16:creationId xmlns:a16="http://schemas.microsoft.com/office/drawing/2014/main" id="{4255DE89-8BBB-3928-9F90-0A082E554E92}"/>
              </a:ext>
              <a:ext uri="{C183D7F6-B498-43B3-948B-1728B52AA6E4}">
                <adec:decorative xmlns:adec="http://schemas.microsoft.com/office/drawing/2017/decorative" val="1"/>
              </a:ext>
            </a:extLst>
          </p:cNvPr>
          <p:cNvSpPr>
            <a:spLocks noGrp="1"/>
          </p:cNvSpPr>
          <p:nvPr>
            <p:ph type="dt" sz="half" idx="10"/>
          </p:nvPr>
        </p:nvSpPr>
        <p:spPr/>
        <p:txBody>
          <a:bodyPr/>
          <a:lstStyle/>
          <a:p>
            <a:fld id="{4086BE2A-364B-43DC-B522-3A67A2729CA7}" type="datetimeyyyy">
              <a:rPr lang="en-US" smtClean="0"/>
              <a:t>2025</a:t>
            </a:fld>
            <a:endParaRPr lang="en-US"/>
          </a:p>
        </p:txBody>
      </p:sp>
      <p:sp>
        <p:nvSpPr>
          <p:cNvPr id="3" name="Footer Placeholder 2">
            <a:extLst>
              <a:ext uri="{FF2B5EF4-FFF2-40B4-BE49-F238E27FC236}">
                <a16:creationId xmlns:a16="http://schemas.microsoft.com/office/drawing/2014/main" id="{9671435A-EBA0-5603-E9D8-5438F70C295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C0A450FB-707E-6E03-1377-8E8EC5D4E17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48</a:t>
            </a:fld>
            <a:endParaRPr lang="en-US"/>
          </a:p>
        </p:txBody>
      </p:sp>
      <p:pic>
        <p:nvPicPr>
          <p:cNvPr id="5" name="Graphic 4">
            <a:extLst>
              <a:ext uri="{FF2B5EF4-FFF2-40B4-BE49-F238E27FC236}">
                <a16:creationId xmlns:a16="http://schemas.microsoft.com/office/drawing/2014/main" id="{B3F75C1D-3B1E-64B8-3109-F3B9D37ECA3F}"/>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flipH="1">
            <a:off x="8298860" y="3061295"/>
            <a:ext cx="2516381" cy="2813592"/>
          </a:xfrm>
          <a:prstGeom prst="rect">
            <a:avLst/>
          </a:prstGeom>
        </p:spPr>
      </p:pic>
    </p:spTree>
    <p:extLst>
      <p:ext uri="{BB962C8B-B14F-4D97-AF65-F5344CB8AC3E}">
        <p14:creationId xmlns:p14="http://schemas.microsoft.com/office/powerpoint/2010/main" val="27827661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3CA473CC-3A59-1C3F-0219-D99219D76F9B}"/>
              </a:ext>
            </a:extLst>
          </p:cNvPr>
          <p:cNvSpPr>
            <a:spLocks noGrp="1"/>
          </p:cNvSpPr>
          <p:nvPr>
            <p:ph type="title"/>
          </p:nvPr>
        </p:nvSpPr>
        <p:spPr>
          <a:xfrm>
            <a:off x="571500" y="571501"/>
            <a:ext cx="3946194" cy="990600"/>
          </a:xfrm>
        </p:spPr>
        <p:txBody>
          <a:bodyPr/>
          <a:lstStyle/>
          <a:p>
            <a:r>
              <a:rPr lang="en-US"/>
              <a:t>Slalom</a:t>
            </a:r>
            <a:r>
              <a:rPr lang="en-US">
                <a:solidFill>
                  <a:schemeClr val="accent1"/>
                </a:solidFill>
              </a:rPr>
              <a:t> services</a:t>
            </a:r>
            <a:endParaRPr lang="en-US"/>
          </a:p>
        </p:txBody>
      </p:sp>
      <p:sp>
        <p:nvSpPr>
          <p:cNvPr id="6" name="object 12">
            <a:extLst>
              <a:ext uri="{FF2B5EF4-FFF2-40B4-BE49-F238E27FC236}">
                <a16:creationId xmlns:a16="http://schemas.microsoft.com/office/drawing/2014/main" id="{DAADF072-A646-EBA3-356A-73A4FF7B7BB3}"/>
              </a:ext>
            </a:extLst>
          </p:cNvPr>
          <p:cNvSpPr txBox="1"/>
          <p:nvPr/>
        </p:nvSpPr>
        <p:spPr>
          <a:xfrm>
            <a:off x="571502" y="1761069"/>
            <a:ext cx="3530598" cy="3340473"/>
          </a:xfrm>
          <a:prstGeom prst="rect">
            <a:avLst/>
          </a:prstGeom>
        </p:spPr>
        <p:txBody>
          <a:bodyPr vert="horz" wrap="square" lIns="0" tIns="0" rIns="0" bIns="0" rtlCol="0" anchor="t" anchorCtr="0">
            <a:noAutofit/>
          </a:bodyPr>
          <a:lstStyle/>
          <a:p>
            <a:r>
              <a:rPr lang="en-US" sz="1400" b="1" dirty="0">
                <a:effectLst/>
                <a:latin typeface="Avenir Next LT Pro" panose="020B0504020202020204" pitchFamily="34" charset="77"/>
                <a:ea typeface="Times New Roman" panose="02020603050405020304" pitchFamily="18" charset="0"/>
                <a:cs typeface="Times New Roman" panose="02020603050405020304" pitchFamily="18" charset="0"/>
              </a:rPr>
              <a:t>Slalom’s services are broad, deep, and infinitely customizable.</a:t>
            </a:r>
            <a:r>
              <a:rPr lang="en-US" sz="1400" dirty="0">
                <a:effectLst/>
                <a:latin typeface="Avenir Next LT Pro" panose="020B0504020202020204" pitchFamily="34" charset="77"/>
                <a:ea typeface="Times New Roman" panose="02020603050405020304" pitchFamily="18" charset="0"/>
                <a:cs typeface="Times New Roman" panose="02020603050405020304" pitchFamily="18" charset="0"/>
              </a:rPr>
              <a:t> With a relentless focus on “why,” we combine our services to discover, design, and build the most impactful solutions for you. </a:t>
            </a:r>
          </a:p>
          <a:p>
            <a:endParaRPr lang="en-US" sz="2400" dirty="0"/>
          </a:p>
        </p:txBody>
      </p:sp>
      <p:sp>
        <p:nvSpPr>
          <p:cNvPr id="2" name="Date Placeholder 1">
            <a:extLst>
              <a:ext uri="{FF2B5EF4-FFF2-40B4-BE49-F238E27FC236}">
                <a16:creationId xmlns:a16="http://schemas.microsoft.com/office/drawing/2014/main" id="{59E027D8-5777-A1DD-4171-720B0C1DB021}"/>
              </a:ext>
              <a:ext uri="{C183D7F6-B498-43B3-948B-1728B52AA6E4}">
                <adec:decorative xmlns:adec="http://schemas.microsoft.com/office/drawing/2017/decorative" val="1"/>
              </a:ext>
            </a:extLst>
          </p:cNvPr>
          <p:cNvSpPr>
            <a:spLocks noGrp="1"/>
          </p:cNvSpPr>
          <p:nvPr>
            <p:ph type="dt" sz="half" idx="10"/>
          </p:nvPr>
        </p:nvSpPr>
        <p:spPr/>
        <p:txBody>
          <a:bodyPr/>
          <a:lstStyle/>
          <a:p>
            <a:fld id="{0096879C-04E1-4E63-AD9B-D0BA8A08231E}" type="datetimeyyyy">
              <a:rPr lang="en-US" smtClean="0"/>
              <a:t>2025</a:t>
            </a:fld>
            <a:endParaRPr lang="en-US"/>
          </a:p>
        </p:txBody>
      </p:sp>
      <p:sp>
        <p:nvSpPr>
          <p:cNvPr id="3" name="Footer Placeholder 2">
            <a:extLst>
              <a:ext uri="{FF2B5EF4-FFF2-40B4-BE49-F238E27FC236}">
                <a16:creationId xmlns:a16="http://schemas.microsoft.com/office/drawing/2014/main" id="{33DAF99D-459A-0BD4-B472-DBFCDE1B80E4}"/>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39F1AEBB-1F5C-ADA4-8196-361158DB585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49</a:t>
            </a:fld>
            <a:endParaRPr lang="en-US"/>
          </a:p>
        </p:txBody>
      </p:sp>
      <p:pic>
        <p:nvPicPr>
          <p:cNvPr id="74" name="Graphic 73">
            <a:extLst>
              <a:ext uri="{FF2B5EF4-FFF2-40B4-BE49-F238E27FC236}">
                <a16:creationId xmlns:a16="http://schemas.microsoft.com/office/drawing/2014/main" id="{480BD014-42D0-4B1E-DE83-CED6FB831872}"/>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64150" y="2386587"/>
            <a:ext cx="2475507" cy="582472"/>
          </a:xfrm>
          <a:prstGeom prst="rect">
            <a:avLst/>
          </a:prstGeom>
        </p:spPr>
      </p:pic>
      <p:pic>
        <p:nvPicPr>
          <p:cNvPr id="76" name="Graphic 75">
            <a:extLst>
              <a:ext uri="{FF2B5EF4-FFF2-40B4-BE49-F238E27FC236}">
                <a16:creationId xmlns:a16="http://schemas.microsoft.com/office/drawing/2014/main" id="{83575AA9-1C42-8AD7-175F-71C0001DE83E}"/>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264150" y="3293835"/>
            <a:ext cx="1431911" cy="582472"/>
          </a:xfrm>
          <a:prstGeom prst="rect">
            <a:avLst/>
          </a:prstGeom>
        </p:spPr>
      </p:pic>
      <p:pic>
        <p:nvPicPr>
          <p:cNvPr id="78" name="Graphic 77">
            <a:extLst>
              <a:ext uri="{FF2B5EF4-FFF2-40B4-BE49-F238E27FC236}">
                <a16:creationId xmlns:a16="http://schemas.microsoft.com/office/drawing/2014/main" id="{CD47F74C-BA34-5029-6F8E-02BB0556F996}"/>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64150" y="1479339"/>
            <a:ext cx="1371236" cy="582472"/>
          </a:xfrm>
          <a:prstGeom prst="rect">
            <a:avLst/>
          </a:prstGeom>
        </p:spPr>
      </p:pic>
      <p:pic>
        <p:nvPicPr>
          <p:cNvPr id="80" name="Graphic 79">
            <a:extLst>
              <a:ext uri="{FF2B5EF4-FFF2-40B4-BE49-F238E27FC236}">
                <a16:creationId xmlns:a16="http://schemas.microsoft.com/office/drawing/2014/main" id="{C22D2FD8-E2F5-2B30-6959-EECCC1A75AD9}"/>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800545" y="572091"/>
            <a:ext cx="2681799" cy="582472"/>
          </a:xfrm>
          <a:prstGeom prst="rect">
            <a:avLst/>
          </a:prstGeom>
        </p:spPr>
      </p:pic>
      <p:pic>
        <p:nvPicPr>
          <p:cNvPr id="82" name="Graphic 81">
            <a:extLst>
              <a:ext uri="{FF2B5EF4-FFF2-40B4-BE49-F238E27FC236}">
                <a16:creationId xmlns:a16="http://schemas.microsoft.com/office/drawing/2014/main" id="{7AFE425A-5DD7-362D-34B7-F75EFA4EF183}"/>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264150" y="5108332"/>
            <a:ext cx="3070114" cy="582472"/>
          </a:xfrm>
          <a:prstGeom prst="rect">
            <a:avLst/>
          </a:prstGeom>
        </p:spPr>
      </p:pic>
      <p:pic>
        <p:nvPicPr>
          <p:cNvPr id="84" name="Graphic 83">
            <a:extLst>
              <a:ext uri="{FF2B5EF4-FFF2-40B4-BE49-F238E27FC236}">
                <a16:creationId xmlns:a16="http://schemas.microsoft.com/office/drawing/2014/main" id="{95F59F25-AA32-63B7-6BDF-397385623DA7}"/>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800545" y="3292077"/>
            <a:ext cx="1820225" cy="582472"/>
          </a:xfrm>
          <a:prstGeom prst="rect">
            <a:avLst/>
          </a:prstGeom>
        </p:spPr>
      </p:pic>
      <p:pic>
        <p:nvPicPr>
          <p:cNvPr id="86" name="Graphic 85">
            <a:extLst>
              <a:ext uri="{FF2B5EF4-FFF2-40B4-BE49-F238E27FC236}">
                <a16:creationId xmlns:a16="http://schemas.microsoft.com/office/drawing/2014/main" id="{27748059-FB45-04D7-DF10-6BA91E731737}"/>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800545" y="2385415"/>
            <a:ext cx="3240001" cy="582472"/>
          </a:xfrm>
          <a:prstGeom prst="rect">
            <a:avLst/>
          </a:prstGeom>
        </p:spPr>
      </p:pic>
      <p:pic>
        <p:nvPicPr>
          <p:cNvPr id="88" name="Graphic 87">
            <a:extLst>
              <a:ext uri="{FF2B5EF4-FFF2-40B4-BE49-F238E27FC236}">
                <a16:creationId xmlns:a16="http://schemas.microsoft.com/office/drawing/2014/main" id="{58CDBCFF-41F9-23DB-DDF8-708E48951432}"/>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800545" y="1478753"/>
            <a:ext cx="2366293" cy="582472"/>
          </a:xfrm>
          <a:prstGeom prst="rect">
            <a:avLst/>
          </a:prstGeom>
        </p:spPr>
      </p:pic>
      <p:pic>
        <p:nvPicPr>
          <p:cNvPr id="90" name="Graphic 89">
            <a:extLst>
              <a:ext uri="{FF2B5EF4-FFF2-40B4-BE49-F238E27FC236}">
                <a16:creationId xmlns:a16="http://schemas.microsoft.com/office/drawing/2014/main" id="{BB0518F9-312E-7AE1-A8F4-AD5CE79E6F57}"/>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8800545" y="5105400"/>
            <a:ext cx="2269214" cy="582472"/>
          </a:xfrm>
          <a:prstGeom prst="rect">
            <a:avLst/>
          </a:prstGeom>
        </p:spPr>
      </p:pic>
      <p:pic>
        <p:nvPicPr>
          <p:cNvPr id="92" name="Graphic 91">
            <a:extLst>
              <a:ext uri="{FF2B5EF4-FFF2-40B4-BE49-F238E27FC236}">
                <a16:creationId xmlns:a16="http://schemas.microsoft.com/office/drawing/2014/main" id="{A431B2A2-BD4A-FDF4-AEBC-49301AF1049F}"/>
              </a:ext>
            </a:extLst>
          </p:cNvPr>
          <p:cNvPicPr>
            <a:picLocks noChangeAspect="1"/>
          </p:cNvPicPr>
          <p:nvPr/>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5264150" y="572091"/>
            <a:ext cx="1638203" cy="582472"/>
          </a:xfrm>
          <a:prstGeom prst="rect">
            <a:avLst/>
          </a:prstGeom>
        </p:spPr>
      </p:pic>
      <p:pic>
        <p:nvPicPr>
          <p:cNvPr id="94" name="Graphic 93">
            <a:extLst>
              <a:ext uri="{FF2B5EF4-FFF2-40B4-BE49-F238E27FC236}">
                <a16:creationId xmlns:a16="http://schemas.microsoft.com/office/drawing/2014/main" id="{7D2132F6-E37A-49B5-ADB7-FC901CABFD6C}"/>
              </a:ext>
            </a:extLst>
          </p:cNvPr>
          <p:cNvPicPr>
            <a:picLocks noChangeAspect="1"/>
          </p:cNvPicPr>
          <p:nvPr/>
        </p:nvPicPr>
        <p:blipFill>
          <a:blip r:embed="rId22"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8800545" y="4198739"/>
            <a:ext cx="1977978" cy="582472"/>
          </a:xfrm>
          <a:prstGeom prst="rect">
            <a:avLst/>
          </a:prstGeom>
        </p:spPr>
      </p:pic>
      <p:pic>
        <p:nvPicPr>
          <p:cNvPr id="96" name="Graphic 95">
            <a:extLst>
              <a:ext uri="{FF2B5EF4-FFF2-40B4-BE49-F238E27FC236}">
                <a16:creationId xmlns:a16="http://schemas.microsoft.com/office/drawing/2014/main" id="{270FB748-6A1E-5595-FEF7-511D38888D61}"/>
              </a:ext>
            </a:extLst>
          </p:cNvPr>
          <p:cNvPicPr>
            <a:picLocks noChangeAspect="1"/>
          </p:cNvPicPr>
          <p:nvPr/>
        </p:nvPicPr>
        <p:blipFill>
          <a:blip r:embed="rId24" cstate="email">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5264150" y="4201083"/>
            <a:ext cx="2766743" cy="582472"/>
          </a:xfrm>
          <a:prstGeom prst="rect">
            <a:avLst/>
          </a:prstGeom>
        </p:spPr>
      </p:pic>
      <p:grpSp>
        <p:nvGrpSpPr>
          <p:cNvPr id="10" name="Group 9">
            <a:extLst>
              <a:ext uri="{FF2B5EF4-FFF2-40B4-BE49-F238E27FC236}">
                <a16:creationId xmlns:a16="http://schemas.microsoft.com/office/drawing/2014/main" id="{91B52774-B75D-DDBF-B51F-6A2AA0983315}"/>
              </a:ext>
            </a:extLst>
          </p:cNvPr>
          <p:cNvGrpSpPr/>
          <p:nvPr/>
        </p:nvGrpSpPr>
        <p:grpSpPr>
          <a:xfrm>
            <a:off x="10152888" y="-2159"/>
            <a:ext cx="2039112" cy="1156721"/>
            <a:chOff x="10152888" y="-2159"/>
            <a:chExt cx="2039112" cy="1156721"/>
          </a:xfrm>
        </p:grpSpPr>
        <p:sp>
          <p:nvSpPr>
            <p:cNvPr id="8" name="object 7">
              <a:extLst>
                <a:ext uri="{FF2B5EF4-FFF2-40B4-BE49-F238E27FC236}">
                  <a16:creationId xmlns:a16="http://schemas.microsoft.com/office/drawing/2014/main" id="{92F3FDC2-CA80-D649-9722-9F23E0DDE118}"/>
                </a:ext>
              </a:extLst>
            </p:cNvPr>
            <p:cNvSpPr txBox="1"/>
            <p:nvPr/>
          </p:nvSpPr>
          <p:spPr>
            <a:xfrm>
              <a:off x="10157250" y="339733"/>
              <a:ext cx="2020824" cy="814829"/>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00" spc="-3">
                  <a:solidFill>
                    <a:srgbClr val="EB4536"/>
                  </a:solidFill>
                  <a:cs typeface="Slalom Sans"/>
                </a:rPr>
                <a:t>Services “tiles” and colors should only be used when showing our services visually. Do not use tiles or colors outside of our brand colors for other purposes.</a:t>
              </a:r>
              <a:endParaRPr lang="en-US" sz="800">
                <a:solidFill>
                  <a:srgbClr val="1E1E1E"/>
                </a:solidFill>
                <a:cs typeface="Slalom Sans"/>
              </a:endParaRPr>
            </a:p>
          </p:txBody>
        </p:sp>
        <p:sp>
          <p:nvSpPr>
            <p:cNvPr id="9" name="object 9">
              <a:extLst>
                <a:ext uri="{FF2B5EF4-FFF2-40B4-BE49-F238E27FC236}">
                  <a16:creationId xmlns:a16="http://schemas.microsoft.com/office/drawing/2014/main" id="{6ED5AB46-F179-0921-0E08-B77C2A40739F}"/>
                </a:ext>
              </a:extLst>
            </p:cNvPr>
            <p:cNvSpPr/>
            <p:nvPr/>
          </p:nvSpPr>
          <p:spPr>
            <a:xfrm>
              <a:off x="10152888" y="-2159"/>
              <a:ext cx="2039112"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a:solidFill>
                    <a:srgbClr val="FFFFFF"/>
                  </a:solidFill>
                </a:rPr>
                <a:t>READ ME THEN DELETE ME</a:t>
              </a:r>
              <a:endParaRPr sz="1092" b="1">
                <a:solidFill>
                  <a:srgbClr val="FFFFFF"/>
                </a:solidFill>
              </a:endParaRPr>
            </a:p>
          </p:txBody>
        </p:sp>
      </p:grpSp>
    </p:spTree>
    <p:extLst>
      <p:ext uri="{BB962C8B-B14F-4D97-AF65-F5344CB8AC3E}">
        <p14:creationId xmlns:p14="http://schemas.microsoft.com/office/powerpoint/2010/main" val="25237559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3CA473CC-3A59-1C3F-0219-D99219D76F9B}"/>
              </a:ext>
            </a:extLst>
          </p:cNvPr>
          <p:cNvSpPr>
            <a:spLocks noGrp="1"/>
          </p:cNvSpPr>
          <p:nvPr>
            <p:ph type="title"/>
          </p:nvPr>
        </p:nvSpPr>
        <p:spPr>
          <a:xfrm>
            <a:off x="571500" y="571501"/>
            <a:ext cx="2151428" cy="990600"/>
          </a:xfrm>
        </p:spPr>
        <p:txBody>
          <a:bodyPr/>
          <a:lstStyle/>
          <a:p>
            <a:r>
              <a:rPr lang="en-US"/>
              <a:t>Slalom </a:t>
            </a:r>
            <a:br>
              <a:rPr lang="en-US"/>
            </a:br>
            <a:r>
              <a:rPr lang="en-US">
                <a:solidFill>
                  <a:schemeClr val="accent1"/>
                </a:solidFill>
              </a:rPr>
              <a:t>services</a:t>
            </a:r>
          </a:p>
        </p:txBody>
      </p:sp>
      <p:sp>
        <p:nvSpPr>
          <p:cNvPr id="6" name="object 12">
            <a:extLst>
              <a:ext uri="{FF2B5EF4-FFF2-40B4-BE49-F238E27FC236}">
                <a16:creationId xmlns:a16="http://schemas.microsoft.com/office/drawing/2014/main" id="{DAADF072-A646-EBA3-356A-73A4FF7B7BB3}"/>
              </a:ext>
            </a:extLst>
          </p:cNvPr>
          <p:cNvSpPr txBox="1"/>
          <p:nvPr/>
        </p:nvSpPr>
        <p:spPr>
          <a:xfrm>
            <a:off x="571502" y="2551996"/>
            <a:ext cx="2151426" cy="1319251"/>
          </a:xfrm>
          <a:prstGeom prst="rect">
            <a:avLst/>
          </a:prstGeom>
        </p:spPr>
        <p:txBody>
          <a:bodyPr vert="horz" wrap="square" lIns="0" tIns="0" rIns="0" bIns="0" rtlCol="0" anchor="t" anchorCtr="0">
            <a:noAutofit/>
          </a:bodyPr>
          <a:lstStyle/>
          <a:p>
            <a:r>
              <a:rPr lang="en-US" sz="1400" b="1" dirty="0">
                <a:effectLst/>
                <a:latin typeface="Avenir Next LT Pro" panose="020B0504020202020204" pitchFamily="34" charset="77"/>
                <a:ea typeface="Times New Roman" panose="02020603050405020304" pitchFamily="18" charset="0"/>
                <a:cs typeface="Times New Roman" panose="02020603050405020304" pitchFamily="18" charset="0"/>
              </a:rPr>
              <a:t>Slalom’s services are broad, deep, and infinitely customizable.</a:t>
            </a:r>
            <a:r>
              <a:rPr lang="en-US" sz="1400" dirty="0">
                <a:effectLst/>
                <a:latin typeface="Avenir Next LT Pro" panose="020B0504020202020204" pitchFamily="34" charset="77"/>
                <a:ea typeface="Times New Roman" panose="02020603050405020304" pitchFamily="18" charset="0"/>
                <a:cs typeface="Times New Roman" panose="02020603050405020304" pitchFamily="18" charset="0"/>
              </a:rPr>
              <a:t> With a relentless focus on “why,” we combine our services to discover, design, and build the most impactful solutions for you. </a:t>
            </a:r>
          </a:p>
        </p:txBody>
      </p:sp>
      <p:sp>
        <p:nvSpPr>
          <p:cNvPr id="2" name="Date Placeholder 1">
            <a:extLst>
              <a:ext uri="{FF2B5EF4-FFF2-40B4-BE49-F238E27FC236}">
                <a16:creationId xmlns:a16="http://schemas.microsoft.com/office/drawing/2014/main" id="{59E027D8-5777-A1DD-4171-720B0C1DB021}"/>
              </a:ext>
              <a:ext uri="{C183D7F6-B498-43B3-948B-1728B52AA6E4}">
                <adec:decorative xmlns:adec="http://schemas.microsoft.com/office/drawing/2017/decorative" val="1"/>
              </a:ext>
            </a:extLst>
          </p:cNvPr>
          <p:cNvSpPr>
            <a:spLocks noGrp="1"/>
          </p:cNvSpPr>
          <p:nvPr>
            <p:ph type="dt" sz="half" idx="10"/>
          </p:nvPr>
        </p:nvSpPr>
        <p:spPr/>
        <p:txBody>
          <a:bodyPr/>
          <a:lstStyle/>
          <a:p>
            <a:fld id="{0096879C-04E1-4E63-AD9B-D0BA8A08231E}" type="datetimeyyyy">
              <a:rPr lang="en-US" smtClean="0"/>
              <a:t>2025</a:t>
            </a:fld>
            <a:endParaRPr lang="en-US"/>
          </a:p>
        </p:txBody>
      </p:sp>
      <p:sp>
        <p:nvSpPr>
          <p:cNvPr id="3" name="Footer Placeholder 2">
            <a:extLst>
              <a:ext uri="{FF2B5EF4-FFF2-40B4-BE49-F238E27FC236}">
                <a16:creationId xmlns:a16="http://schemas.microsoft.com/office/drawing/2014/main" id="{33DAF99D-459A-0BD4-B472-DBFCDE1B80E4}"/>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39F1AEBB-1F5C-ADA4-8196-361158DB585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50</a:t>
            </a:fld>
            <a:endParaRPr lang="en-US"/>
          </a:p>
        </p:txBody>
      </p:sp>
      <p:sp>
        <p:nvSpPr>
          <p:cNvPr id="7" name="TextBox 6">
            <a:extLst>
              <a:ext uri="{FF2B5EF4-FFF2-40B4-BE49-F238E27FC236}">
                <a16:creationId xmlns:a16="http://schemas.microsoft.com/office/drawing/2014/main" id="{1C28FF2F-7C35-DC88-923E-5DC98E62BBAB}"/>
              </a:ext>
            </a:extLst>
          </p:cNvPr>
          <p:cNvSpPr txBox="1"/>
          <p:nvPr/>
        </p:nvSpPr>
        <p:spPr>
          <a:xfrm>
            <a:off x="5362434" y="1021041"/>
            <a:ext cx="1879599"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Engineering &amp; architecture</a:t>
            </a:r>
          </a:p>
          <a:p>
            <a:pPr marL="171450" indent="-171450">
              <a:lnSpc>
                <a:spcPct val="110000"/>
              </a:lnSpc>
              <a:spcAft>
                <a:spcPts val="200"/>
              </a:spcAft>
              <a:buFont typeface="Arial" panose="020B0604020202020204" pitchFamily="34" charset="0"/>
              <a:buChar char="•"/>
            </a:pPr>
            <a:r>
              <a:rPr lang="en-US" sz="1100"/>
              <a:t>Management &amp; governance</a:t>
            </a:r>
          </a:p>
          <a:p>
            <a:pPr marL="171450" indent="-171450">
              <a:lnSpc>
                <a:spcPct val="110000"/>
              </a:lnSpc>
              <a:spcAft>
                <a:spcPts val="200"/>
              </a:spcAft>
              <a:buFont typeface="Arial" panose="020B0604020202020204" pitchFamily="34" charset="0"/>
              <a:buChar char="•"/>
            </a:pPr>
            <a:r>
              <a:rPr lang="en-US" sz="1100"/>
              <a:t>Literacy &amp; analytics</a:t>
            </a:r>
          </a:p>
        </p:txBody>
      </p:sp>
      <p:sp>
        <p:nvSpPr>
          <p:cNvPr id="9" name="TextBox 8">
            <a:extLst>
              <a:ext uri="{FF2B5EF4-FFF2-40B4-BE49-F238E27FC236}">
                <a16:creationId xmlns:a16="http://schemas.microsoft.com/office/drawing/2014/main" id="{8665A205-6DD7-00BE-DF83-7EBBE8049484}"/>
              </a:ext>
            </a:extLst>
          </p:cNvPr>
          <p:cNvSpPr txBox="1">
            <a:spLocks/>
          </p:cNvSpPr>
          <p:nvPr/>
        </p:nvSpPr>
        <p:spPr>
          <a:xfrm>
            <a:off x="5362434" y="5083815"/>
            <a:ext cx="1879598" cy="1039722"/>
          </a:xfrm>
          <a:prstGeom prst="rect">
            <a:avLst/>
          </a:prstGeom>
          <a:noFill/>
        </p:spPr>
        <p:txBody>
          <a:bodyPr wrap="square" lIns="0" tIns="0" rIns="0" rtlCol="0">
            <a:noAutofit/>
          </a:bodyPr>
          <a:lstStyle/>
          <a:p>
            <a:pPr marL="171450" marR="0" lvl="0" indent="-171450" fontAlgn="auto">
              <a:lnSpc>
                <a:spcPct val="110000"/>
              </a:lnSpc>
              <a:spcBef>
                <a:spcPts val="0"/>
              </a:spcBef>
              <a:spcAft>
                <a:spcPts val="200"/>
              </a:spcAft>
              <a:buClrTx/>
              <a:buSzTx/>
              <a:buFont typeface="Arial" panose="020B0604020202020204" pitchFamily="34" charset="0"/>
              <a:buChar char="•"/>
              <a:tabLst/>
              <a:defRPr/>
            </a:pPr>
            <a:r>
              <a:rPr lang="en-US" sz="1100"/>
              <a:t>Mergers &amp; acquisitions</a:t>
            </a:r>
          </a:p>
          <a:p>
            <a:pPr marL="171450" marR="0" lvl="0" indent="-171450" fontAlgn="auto">
              <a:lnSpc>
                <a:spcPct val="110000"/>
              </a:lnSpc>
              <a:spcBef>
                <a:spcPts val="0"/>
              </a:spcBef>
              <a:spcAft>
                <a:spcPts val="200"/>
              </a:spcAft>
              <a:buClrTx/>
              <a:buSzTx/>
              <a:buFont typeface="Arial" panose="020B0604020202020204" pitchFamily="34" charset="0"/>
              <a:buChar char="•"/>
              <a:tabLst/>
              <a:defRPr/>
            </a:pPr>
            <a:r>
              <a:rPr lang="en-US" sz="1100"/>
              <a:t>Operating model design</a:t>
            </a:r>
          </a:p>
          <a:p>
            <a:pPr marL="171450" marR="0" lvl="0" indent="-171450" fontAlgn="auto">
              <a:lnSpc>
                <a:spcPct val="110000"/>
              </a:lnSpc>
              <a:spcBef>
                <a:spcPts val="0"/>
              </a:spcBef>
              <a:spcAft>
                <a:spcPts val="200"/>
              </a:spcAft>
              <a:buClrTx/>
              <a:buSzTx/>
              <a:buFont typeface="Arial" panose="020B0604020202020204" pitchFamily="34" charset="0"/>
              <a:buChar char="•"/>
              <a:tabLst/>
              <a:defRPr/>
            </a:pPr>
            <a:r>
              <a:rPr lang="en-US" sz="1100"/>
              <a:t>Process improvement</a:t>
            </a:r>
          </a:p>
        </p:txBody>
      </p:sp>
      <p:sp>
        <p:nvSpPr>
          <p:cNvPr id="11" name="TextBox 10">
            <a:extLst>
              <a:ext uri="{FF2B5EF4-FFF2-40B4-BE49-F238E27FC236}">
                <a16:creationId xmlns:a16="http://schemas.microsoft.com/office/drawing/2014/main" id="{E2E61E10-DE2C-C10C-1703-2536371BE5C9}"/>
              </a:ext>
            </a:extLst>
          </p:cNvPr>
          <p:cNvSpPr txBox="1">
            <a:spLocks/>
          </p:cNvSpPr>
          <p:nvPr/>
        </p:nvSpPr>
        <p:spPr>
          <a:xfrm>
            <a:off x="9740898" y="3110977"/>
            <a:ext cx="2047146"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Product management </a:t>
            </a:r>
          </a:p>
          <a:p>
            <a:pPr marL="171450" indent="-171450">
              <a:lnSpc>
                <a:spcPct val="110000"/>
              </a:lnSpc>
              <a:spcAft>
                <a:spcPts val="200"/>
              </a:spcAft>
              <a:buFont typeface="Arial" panose="020B0604020202020204" pitchFamily="34" charset="0"/>
              <a:buChar char="•"/>
            </a:pPr>
            <a:r>
              <a:rPr lang="en-US" sz="1100"/>
              <a:t>Project &amp; program management </a:t>
            </a:r>
          </a:p>
          <a:p>
            <a:pPr marL="171450" indent="-171450">
              <a:lnSpc>
                <a:spcPct val="110000"/>
              </a:lnSpc>
              <a:spcAft>
                <a:spcPts val="200"/>
              </a:spcAft>
              <a:buFont typeface="Arial" panose="020B0604020202020204" pitchFamily="34" charset="0"/>
              <a:buChar char="•"/>
            </a:pPr>
            <a:r>
              <a:rPr lang="en-US" sz="1100"/>
              <a:t>Lean portfolio management</a:t>
            </a:r>
          </a:p>
        </p:txBody>
      </p:sp>
      <p:sp>
        <p:nvSpPr>
          <p:cNvPr id="13" name="TextBox 12">
            <a:extLst>
              <a:ext uri="{FF2B5EF4-FFF2-40B4-BE49-F238E27FC236}">
                <a16:creationId xmlns:a16="http://schemas.microsoft.com/office/drawing/2014/main" id="{D8B587A1-5D20-A90B-A983-EBF94F0E4C4E}"/>
              </a:ext>
            </a:extLst>
          </p:cNvPr>
          <p:cNvSpPr txBox="1">
            <a:spLocks/>
          </p:cNvSpPr>
          <p:nvPr/>
        </p:nvSpPr>
        <p:spPr>
          <a:xfrm>
            <a:off x="5362434" y="3070130"/>
            <a:ext cx="1879599"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Customer &amp; employee experience </a:t>
            </a:r>
          </a:p>
          <a:p>
            <a:pPr marL="171450" indent="-171450">
              <a:lnSpc>
                <a:spcPct val="110000"/>
              </a:lnSpc>
              <a:spcAft>
                <a:spcPts val="200"/>
              </a:spcAft>
              <a:buFont typeface="Arial" panose="020B0604020202020204" pitchFamily="34" charset="0"/>
              <a:buChar char="•"/>
            </a:pPr>
            <a:r>
              <a:rPr lang="en-US" sz="1100"/>
              <a:t>Product strategy, design &amp; innovation</a:t>
            </a:r>
          </a:p>
          <a:p>
            <a:pPr marL="171450" indent="-171450">
              <a:lnSpc>
                <a:spcPct val="110000"/>
              </a:lnSpc>
              <a:spcAft>
                <a:spcPts val="200"/>
              </a:spcAft>
              <a:buFont typeface="Arial" panose="020B0604020202020204" pitchFamily="34" charset="0"/>
              <a:buChar char="•"/>
            </a:pPr>
            <a:r>
              <a:rPr lang="en-US" sz="1100"/>
              <a:t>Advertising &amp; marketing transformation</a:t>
            </a:r>
          </a:p>
        </p:txBody>
      </p:sp>
      <p:sp>
        <p:nvSpPr>
          <p:cNvPr id="15" name="TextBox 14">
            <a:extLst>
              <a:ext uri="{FF2B5EF4-FFF2-40B4-BE49-F238E27FC236}">
                <a16:creationId xmlns:a16="http://schemas.microsoft.com/office/drawing/2014/main" id="{79FB0EE9-6580-D90F-17CF-FAA614FAB5DD}"/>
              </a:ext>
            </a:extLst>
          </p:cNvPr>
          <p:cNvSpPr txBox="1">
            <a:spLocks/>
          </p:cNvSpPr>
          <p:nvPr/>
        </p:nvSpPr>
        <p:spPr>
          <a:xfrm>
            <a:off x="9740898" y="1021041"/>
            <a:ext cx="1879598"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Migration &amp; modernization</a:t>
            </a:r>
          </a:p>
          <a:p>
            <a:pPr marL="171450" indent="-171450">
              <a:lnSpc>
                <a:spcPct val="110000"/>
              </a:lnSpc>
              <a:spcAft>
                <a:spcPts val="200"/>
              </a:spcAft>
              <a:buFont typeface="Arial" panose="020B0604020202020204" pitchFamily="34" charset="0"/>
              <a:buChar char="•"/>
            </a:pPr>
            <a:r>
              <a:rPr lang="en-US" sz="1100"/>
              <a:t>Optimization </a:t>
            </a:r>
          </a:p>
          <a:p>
            <a:pPr marL="171450" indent="-171450">
              <a:lnSpc>
                <a:spcPct val="110000"/>
              </a:lnSpc>
              <a:spcAft>
                <a:spcPts val="200"/>
              </a:spcAft>
              <a:buFont typeface="Arial" panose="020B0604020202020204" pitchFamily="34" charset="0"/>
              <a:buChar char="•"/>
            </a:pPr>
            <a:r>
              <a:rPr lang="en-US" sz="1100"/>
              <a:t>Infrastructure</a:t>
            </a:r>
          </a:p>
        </p:txBody>
      </p:sp>
      <p:sp>
        <p:nvSpPr>
          <p:cNvPr id="17" name="TextBox 16">
            <a:extLst>
              <a:ext uri="{FF2B5EF4-FFF2-40B4-BE49-F238E27FC236}">
                <a16:creationId xmlns:a16="http://schemas.microsoft.com/office/drawing/2014/main" id="{4CC0C19E-2C8D-3B3F-7744-24F9294DBEED}"/>
              </a:ext>
            </a:extLst>
          </p:cNvPr>
          <p:cNvSpPr txBox="1">
            <a:spLocks/>
          </p:cNvSpPr>
          <p:nvPr/>
        </p:nvSpPr>
        <p:spPr>
          <a:xfrm>
            <a:off x="9740898" y="5080650"/>
            <a:ext cx="2047146"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Governance, risk &amp; compliance </a:t>
            </a:r>
          </a:p>
          <a:p>
            <a:pPr marL="171450" indent="-171450">
              <a:lnSpc>
                <a:spcPct val="110000"/>
              </a:lnSpc>
              <a:spcAft>
                <a:spcPts val="200"/>
              </a:spcAft>
              <a:buFont typeface="Arial" panose="020B0604020202020204" pitchFamily="34" charset="0"/>
              <a:buChar char="•"/>
            </a:pPr>
            <a:r>
              <a:rPr lang="en-US" sz="1100"/>
              <a:t>Data privacy </a:t>
            </a:r>
          </a:p>
          <a:p>
            <a:pPr marL="171450" indent="-171450">
              <a:lnSpc>
                <a:spcPct val="110000"/>
              </a:lnSpc>
              <a:spcAft>
                <a:spcPts val="200"/>
              </a:spcAft>
              <a:buFont typeface="Arial" panose="020B0604020202020204" pitchFamily="34" charset="0"/>
              <a:buChar char="•"/>
            </a:pPr>
            <a:r>
              <a:rPr lang="en-US" sz="1100"/>
              <a:t>Security</a:t>
            </a:r>
          </a:p>
        </p:txBody>
      </p:sp>
      <p:sp>
        <p:nvSpPr>
          <p:cNvPr id="19" name="TextBox 18">
            <a:extLst>
              <a:ext uri="{FF2B5EF4-FFF2-40B4-BE49-F238E27FC236}">
                <a16:creationId xmlns:a16="http://schemas.microsoft.com/office/drawing/2014/main" id="{D56F0385-E4C5-602E-651E-08784E16F09A}"/>
              </a:ext>
            </a:extLst>
          </p:cNvPr>
          <p:cNvSpPr txBox="1">
            <a:spLocks/>
          </p:cNvSpPr>
          <p:nvPr/>
        </p:nvSpPr>
        <p:spPr>
          <a:xfrm>
            <a:off x="7551666" y="3110977"/>
            <a:ext cx="1879599" cy="1039722"/>
          </a:xfrm>
          <a:prstGeom prst="rect">
            <a:avLst/>
          </a:prstGeom>
          <a:noFill/>
        </p:spPr>
        <p:txBody>
          <a:bodyPr wrap="square" lIns="0" tIns="0" rIns="0" bIns="45720" rtlCol="0" anchor="t">
            <a:noAutofit/>
          </a:bodyPr>
          <a:lstStyle/>
          <a:p>
            <a:pPr marL="171450" indent="-171450">
              <a:lnSpc>
                <a:spcPct val="110000"/>
              </a:lnSpc>
              <a:spcAft>
                <a:spcPts val="200"/>
              </a:spcAft>
              <a:buFont typeface="Arial" panose="020B0604020202020204" pitchFamily="34" charset="0"/>
              <a:buChar char="•"/>
            </a:pPr>
            <a:r>
              <a:rPr lang="en-US" sz="1100"/>
              <a:t>Product engineering</a:t>
            </a:r>
          </a:p>
          <a:p>
            <a:pPr marL="171450" indent="-171450">
              <a:lnSpc>
                <a:spcPct val="110000"/>
              </a:lnSpc>
              <a:spcAft>
                <a:spcPts val="200"/>
              </a:spcAft>
              <a:buFont typeface="Arial" panose="020B0604020202020204" pitchFamily="34" charset="0"/>
              <a:buChar char="•"/>
            </a:pPr>
            <a:r>
              <a:rPr lang="en-US" sz="1100"/>
              <a:t>Platform engineering </a:t>
            </a:r>
          </a:p>
          <a:p>
            <a:pPr marL="171450" indent="-171450">
              <a:lnSpc>
                <a:spcPct val="110000"/>
              </a:lnSpc>
              <a:spcAft>
                <a:spcPts val="200"/>
              </a:spcAft>
              <a:buFont typeface="Arial" panose="020B0604020202020204" pitchFamily="34" charset="0"/>
              <a:buChar char="•"/>
            </a:pPr>
            <a:r>
              <a:rPr lang="en-US" sz="1100"/>
              <a:t>Data engineering &amp; machine learning</a:t>
            </a:r>
          </a:p>
        </p:txBody>
      </p:sp>
      <p:sp>
        <p:nvSpPr>
          <p:cNvPr id="21" name="TextBox 20">
            <a:extLst>
              <a:ext uri="{FF2B5EF4-FFF2-40B4-BE49-F238E27FC236}">
                <a16:creationId xmlns:a16="http://schemas.microsoft.com/office/drawing/2014/main" id="{0515A526-BA0D-89CA-8CAC-4DD5ABF3EEFC}"/>
              </a:ext>
            </a:extLst>
          </p:cNvPr>
          <p:cNvSpPr txBox="1">
            <a:spLocks/>
          </p:cNvSpPr>
          <p:nvPr/>
        </p:nvSpPr>
        <p:spPr>
          <a:xfrm>
            <a:off x="7551666" y="5080650"/>
            <a:ext cx="1879598"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Strategy &amp; impact tracking</a:t>
            </a:r>
          </a:p>
          <a:p>
            <a:pPr marL="171450" indent="-171450">
              <a:lnSpc>
                <a:spcPct val="110000"/>
              </a:lnSpc>
              <a:spcAft>
                <a:spcPts val="200"/>
              </a:spcAft>
              <a:buFont typeface="Arial" panose="020B0604020202020204" pitchFamily="34" charset="0"/>
              <a:buChar char="•"/>
            </a:pPr>
            <a:r>
              <a:rPr lang="en-US" sz="1100"/>
              <a:t>ESG digital transformation</a:t>
            </a:r>
          </a:p>
          <a:p>
            <a:pPr marL="171450" indent="-171450">
              <a:lnSpc>
                <a:spcPct val="110000"/>
              </a:lnSpc>
              <a:spcAft>
                <a:spcPts val="200"/>
              </a:spcAft>
              <a:buFont typeface="Arial" panose="020B0604020202020204" pitchFamily="34" charset="0"/>
              <a:buChar char="•"/>
            </a:pPr>
            <a:r>
              <a:rPr lang="en-US" sz="1100"/>
              <a:t>Value chain decarbonization</a:t>
            </a:r>
          </a:p>
        </p:txBody>
      </p:sp>
      <p:sp>
        <p:nvSpPr>
          <p:cNvPr id="23" name="TextBox 22">
            <a:extLst>
              <a:ext uri="{FF2B5EF4-FFF2-40B4-BE49-F238E27FC236}">
                <a16:creationId xmlns:a16="http://schemas.microsoft.com/office/drawing/2014/main" id="{89D742EB-0223-6A7C-402A-776687951295}"/>
              </a:ext>
            </a:extLst>
          </p:cNvPr>
          <p:cNvSpPr txBox="1">
            <a:spLocks/>
          </p:cNvSpPr>
          <p:nvPr/>
        </p:nvSpPr>
        <p:spPr>
          <a:xfrm>
            <a:off x="7551666" y="1021041"/>
            <a:ext cx="2047146"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Machine learning </a:t>
            </a:r>
          </a:p>
          <a:p>
            <a:pPr marL="171450" indent="-171450">
              <a:lnSpc>
                <a:spcPct val="110000"/>
              </a:lnSpc>
              <a:spcAft>
                <a:spcPts val="200"/>
              </a:spcAft>
              <a:buFont typeface="Arial" panose="020B0604020202020204" pitchFamily="34" charset="0"/>
              <a:buChar char="•"/>
            </a:pPr>
            <a:r>
              <a:rPr lang="en-US" sz="1100"/>
              <a:t>Generative AI </a:t>
            </a:r>
          </a:p>
          <a:p>
            <a:pPr marL="171450" indent="-171450">
              <a:lnSpc>
                <a:spcPct val="110000"/>
              </a:lnSpc>
              <a:spcAft>
                <a:spcPts val="200"/>
              </a:spcAft>
              <a:buFont typeface="Arial" panose="020B0604020202020204" pitchFamily="34" charset="0"/>
              <a:buChar char="•"/>
            </a:pPr>
            <a:r>
              <a:rPr lang="en-US" sz="1100"/>
              <a:t>Intelligent products</a:t>
            </a:r>
          </a:p>
        </p:txBody>
      </p:sp>
      <p:sp>
        <p:nvSpPr>
          <p:cNvPr id="25" name="TextBox 24">
            <a:extLst>
              <a:ext uri="{FF2B5EF4-FFF2-40B4-BE49-F238E27FC236}">
                <a16:creationId xmlns:a16="http://schemas.microsoft.com/office/drawing/2014/main" id="{3B4D0748-F6A0-B809-AFF8-3BACD8461E9F}"/>
              </a:ext>
            </a:extLst>
          </p:cNvPr>
          <p:cNvSpPr txBox="1"/>
          <p:nvPr/>
        </p:nvSpPr>
        <p:spPr>
          <a:xfrm>
            <a:off x="3173202" y="1021041"/>
            <a:ext cx="1879599"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Business strategy </a:t>
            </a:r>
          </a:p>
          <a:p>
            <a:pPr marL="171450" indent="-171450">
              <a:lnSpc>
                <a:spcPct val="110000"/>
              </a:lnSpc>
              <a:spcAft>
                <a:spcPts val="200"/>
              </a:spcAft>
              <a:buFont typeface="Arial" panose="020B0604020202020204" pitchFamily="34" charset="0"/>
              <a:buChar char="•"/>
            </a:pPr>
            <a:r>
              <a:rPr lang="en-US" sz="1100"/>
              <a:t>Customer strategy </a:t>
            </a:r>
          </a:p>
          <a:p>
            <a:pPr marL="171450" indent="-171450">
              <a:lnSpc>
                <a:spcPct val="110000"/>
              </a:lnSpc>
              <a:spcAft>
                <a:spcPts val="200"/>
              </a:spcAft>
              <a:buFont typeface="Arial" panose="020B0604020202020204" pitchFamily="34" charset="0"/>
              <a:buChar char="•"/>
            </a:pPr>
            <a:r>
              <a:rPr lang="en-US" sz="1100"/>
              <a:t>Data &amp; technology strategy</a:t>
            </a:r>
          </a:p>
        </p:txBody>
      </p:sp>
      <p:sp>
        <p:nvSpPr>
          <p:cNvPr id="27" name="TextBox 26">
            <a:extLst>
              <a:ext uri="{FF2B5EF4-FFF2-40B4-BE49-F238E27FC236}">
                <a16:creationId xmlns:a16="http://schemas.microsoft.com/office/drawing/2014/main" id="{3D6B7232-C7A6-F8E2-31AC-FA10F5C36CAD}"/>
              </a:ext>
            </a:extLst>
          </p:cNvPr>
          <p:cNvSpPr txBox="1">
            <a:spLocks/>
          </p:cNvSpPr>
          <p:nvPr/>
        </p:nvSpPr>
        <p:spPr>
          <a:xfrm>
            <a:off x="3173202" y="5083815"/>
            <a:ext cx="1879598"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Change management </a:t>
            </a:r>
          </a:p>
          <a:p>
            <a:pPr marL="171450" indent="-171450">
              <a:lnSpc>
                <a:spcPct val="110000"/>
              </a:lnSpc>
              <a:spcAft>
                <a:spcPts val="200"/>
              </a:spcAft>
              <a:buFont typeface="Arial" panose="020B0604020202020204" pitchFamily="34" charset="0"/>
              <a:buChar char="•"/>
            </a:pPr>
            <a:r>
              <a:rPr lang="en-US" sz="1100"/>
              <a:t>Talent development &amp; learning </a:t>
            </a:r>
          </a:p>
          <a:p>
            <a:pPr marL="171450" indent="-171450">
              <a:lnSpc>
                <a:spcPct val="110000"/>
              </a:lnSpc>
              <a:spcAft>
                <a:spcPts val="200"/>
              </a:spcAft>
              <a:buFont typeface="Arial" panose="020B0604020202020204" pitchFamily="34" charset="0"/>
              <a:buChar char="•"/>
            </a:pPr>
            <a:r>
              <a:rPr lang="en-US" sz="1100"/>
              <a:t>Culture transformation</a:t>
            </a:r>
          </a:p>
        </p:txBody>
      </p:sp>
      <p:sp>
        <p:nvSpPr>
          <p:cNvPr id="29" name="TextBox 28">
            <a:extLst>
              <a:ext uri="{FF2B5EF4-FFF2-40B4-BE49-F238E27FC236}">
                <a16:creationId xmlns:a16="http://schemas.microsoft.com/office/drawing/2014/main" id="{1262ED99-F047-44F0-BD22-9617DAD67B51}"/>
              </a:ext>
            </a:extLst>
          </p:cNvPr>
          <p:cNvSpPr txBox="1">
            <a:spLocks/>
          </p:cNvSpPr>
          <p:nvPr/>
        </p:nvSpPr>
        <p:spPr>
          <a:xfrm>
            <a:off x="3173202" y="3070130"/>
            <a:ext cx="1879599" cy="1039722"/>
          </a:xfrm>
          <a:prstGeom prst="rect">
            <a:avLst/>
          </a:prstGeom>
          <a:noFill/>
        </p:spPr>
        <p:txBody>
          <a:bodyPr wrap="square" lIns="0" tIns="0" rIns="0" rtlCol="0">
            <a:noAutofit/>
          </a:bodyPr>
          <a:lstStyle/>
          <a:p>
            <a:pPr marL="171450" indent="-171450">
              <a:lnSpc>
                <a:spcPct val="110000"/>
              </a:lnSpc>
              <a:spcAft>
                <a:spcPts val="200"/>
              </a:spcAft>
              <a:buFont typeface="Arial" panose="020B0604020202020204" pitchFamily="34" charset="0"/>
              <a:buChar char="•"/>
            </a:pPr>
            <a:r>
              <a:rPr lang="en-US" sz="1100"/>
              <a:t>Customer applications</a:t>
            </a:r>
          </a:p>
          <a:p>
            <a:pPr marL="171450" indent="-171450">
              <a:lnSpc>
                <a:spcPct val="110000"/>
              </a:lnSpc>
              <a:spcAft>
                <a:spcPts val="200"/>
              </a:spcAft>
              <a:buFont typeface="Arial" panose="020B0604020202020204" pitchFamily="34" charset="0"/>
              <a:buChar char="•"/>
            </a:pPr>
            <a:r>
              <a:rPr lang="en-US" sz="1100"/>
              <a:t>Business applications</a:t>
            </a:r>
          </a:p>
          <a:p>
            <a:pPr marL="171450" indent="-171450">
              <a:lnSpc>
                <a:spcPct val="110000"/>
              </a:lnSpc>
              <a:spcAft>
                <a:spcPts val="200"/>
              </a:spcAft>
              <a:buFont typeface="Arial" panose="020B0604020202020204" pitchFamily="34" charset="0"/>
              <a:buChar char="•"/>
            </a:pPr>
            <a:r>
              <a:rPr lang="en-US" sz="1100"/>
              <a:t>Integration</a:t>
            </a:r>
          </a:p>
        </p:txBody>
      </p:sp>
      <p:pic>
        <p:nvPicPr>
          <p:cNvPr id="34" name="Graphic 33">
            <a:extLst>
              <a:ext uri="{FF2B5EF4-FFF2-40B4-BE49-F238E27FC236}">
                <a16:creationId xmlns:a16="http://schemas.microsoft.com/office/drawing/2014/main" id="{38C43B09-745A-247E-62F9-BCEDE1B5FFAB}"/>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73202" y="2574033"/>
            <a:ext cx="411480" cy="411480"/>
          </a:xfrm>
          <a:prstGeom prst="rect">
            <a:avLst/>
          </a:prstGeom>
        </p:spPr>
      </p:pic>
      <p:pic>
        <p:nvPicPr>
          <p:cNvPr id="36" name="Graphic 35">
            <a:extLst>
              <a:ext uri="{FF2B5EF4-FFF2-40B4-BE49-F238E27FC236}">
                <a16:creationId xmlns:a16="http://schemas.microsoft.com/office/drawing/2014/main" id="{D0078376-9DEC-C467-296B-D35AA97755B7}"/>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551666" y="529528"/>
            <a:ext cx="411480" cy="411480"/>
          </a:xfrm>
          <a:prstGeom prst="rect">
            <a:avLst/>
          </a:prstGeom>
        </p:spPr>
      </p:pic>
      <p:pic>
        <p:nvPicPr>
          <p:cNvPr id="38" name="Graphic 37">
            <a:extLst>
              <a:ext uri="{FF2B5EF4-FFF2-40B4-BE49-F238E27FC236}">
                <a16:creationId xmlns:a16="http://schemas.microsoft.com/office/drawing/2014/main" id="{02B15D60-4675-5AAB-C5FB-282C78990AE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40898" y="529528"/>
            <a:ext cx="411480" cy="411480"/>
          </a:xfrm>
          <a:prstGeom prst="rect">
            <a:avLst/>
          </a:prstGeom>
        </p:spPr>
      </p:pic>
      <p:pic>
        <p:nvPicPr>
          <p:cNvPr id="40" name="Graphic 39">
            <a:extLst>
              <a:ext uri="{FF2B5EF4-FFF2-40B4-BE49-F238E27FC236}">
                <a16:creationId xmlns:a16="http://schemas.microsoft.com/office/drawing/2014/main" id="{08C27DD7-0251-711A-357C-8F0E97AB07F5}"/>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362434" y="529528"/>
            <a:ext cx="411480" cy="411480"/>
          </a:xfrm>
          <a:prstGeom prst="rect">
            <a:avLst/>
          </a:prstGeom>
        </p:spPr>
      </p:pic>
      <p:pic>
        <p:nvPicPr>
          <p:cNvPr id="42" name="Graphic 41">
            <a:extLst>
              <a:ext uri="{FF2B5EF4-FFF2-40B4-BE49-F238E27FC236}">
                <a16:creationId xmlns:a16="http://schemas.microsoft.com/office/drawing/2014/main" id="{49ABCD68-FEB8-FE1A-1C03-730C96FF4C7D}"/>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7551666" y="2574033"/>
            <a:ext cx="411480" cy="411480"/>
          </a:xfrm>
          <a:prstGeom prst="rect">
            <a:avLst/>
          </a:prstGeom>
        </p:spPr>
      </p:pic>
      <p:pic>
        <p:nvPicPr>
          <p:cNvPr id="44" name="Graphic 43">
            <a:extLst>
              <a:ext uri="{FF2B5EF4-FFF2-40B4-BE49-F238E27FC236}">
                <a16:creationId xmlns:a16="http://schemas.microsoft.com/office/drawing/2014/main" id="{5A1B67A5-9529-4023-2AA6-11DFCE0FF7F8}"/>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362434" y="2574033"/>
            <a:ext cx="411480" cy="411480"/>
          </a:xfrm>
          <a:prstGeom prst="rect">
            <a:avLst/>
          </a:prstGeom>
        </p:spPr>
      </p:pic>
      <p:pic>
        <p:nvPicPr>
          <p:cNvPr id="46" name="Graphic 45">
            <a:extLst>
              <a:ext uri="{FF2B5EF4-FFF2-40B4-BE49-F238E27FC236}">
                <a16:creationId xmlns:a16="http://schemas.microsoft.com/office/drawing/2014/main" id="{313278C2-81D5-8B75-E6C2-D22382FC2921}"/>
              </a:ext>
            </a:extLst>
          </p:cNvPr>
          <p:cNvPicPr>
            <a:picLocks noChangeAspect="1"/>
          </p:cNvPicPr>
          <p:nvPr/>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362434" y="4570658"/>
            <a:ext cx="411480" cy="411480"/>
          </a:xfrm>
          <a:prstGeom prst="rect">
            <a:avLst/>
          </a:prstGeom>
        </p:spPr>
      </p:pic>
      <p:pic>
        <p:nvPicPr>
          <p:cNvPr id="48" name="Graphic 47">
            <a:extLst>
              <a:ext uri="{FF2B5EF4-FFF2-40B4-BE49-F238E27FC236}">
                <a16:creationId xmlns:a16="http://schemas.microsoft.com/office/drawing/2014/main" id="{15E37BBE-9F83-CABB-276C-E9A1F4D686D0}"/>
              </a:ext>
            </a:extLst>
          </p:cNvPr>
          <p:cNvPicPr>
            <a:picLocks noChangeAspect="1"/>
          </p:cNvPicPr>
          <p:nvPr/>
        </p:nvPicPr>
        <p:blipFill>
          <a:blip r:embed="rId17" cstate="email">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3173202" y="4570658"/>
            <a:ext cx="411480" cy="411480"/>
          </a:xfrm>
          <a:prstGeom prst="rect">
            <a:avLst/>
          </a:prstGeom>
        </p:spPr>
      </p:pic>
      <p:pic>
        <p:nvPicPr>
          <p:cNvPr id="50" name="Graphic 49">
            <a:extLst>
              <a:ext uri="{FF2B5EF4-FFF2-40B4-BE49-F238E27FC236}">
                <a16:creationId xmlns:a16="http://schemas.microsoft.com/office/drawing/2014/main" id="{82DB2564-8498-8C22-22AC-B2338B401BD3}"/>
              </a:ext>
            </a:extLst>
          </p:cNvPr>
          <p:cNvPicPr>
            <a:picLocks noChangeAspect="1"/>
          </p:cNvPicPr>
          <p:nvPr/>
        </p:nvPicPr>
        <p:blipFill>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740898" y="2574033"/>
            <a:ext cx="411480" cy="411480"/>
          </a:xfrm>
          <a:prstGeom prst="rect">
            <a:avLst/>
          </a:prstGeom>
        </p:spPr>
      </p:pic>
      <p:pic>
        <p:nvPicPr>
          <p:cNvPr id="52" name="Graphic 51">
            <a:extLst>
              <a:ext uri="{FF2B5EF4-FFF2-40B4-BE49-F238E27FC236}">
                <a16:creationId xmlns:a16="http://schemas.microsoft.com/office/drawing/2014/main" id="{500FECE3-0224-4273-0634-CC9D00D50EC1}"/>
              </a:ext>
            </a:extLst>
          </p:cNvPr>
          <p:cNvPicPr>
            <a:picLocks noChangeAspect="1"/>
          </p:cNvPicPr>
          <p:nvPr/>
        </p:nvPicPr>
        <p:blipFill>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740898" y="4570658"/>
            <a:ext cx="411480" cy="411480"/>
          </a:xfrm>
          <a:prstGeom prst="rect">
            <a:avLst/>
          </a:prstGeom>
        </p:spPr>
      </p:pic>
      <p:pic>
        <p:nvPicPr>
          <p:cNvPr id="54" name="Graphic 53">
            <a:extLst>
              <a:ext uri="{FF2B5EF4-FFF2-40B4-BE49-F238E27FC236}">
                <a16:creationId xmlns:a16="http://schemas.microsoft.com/office/drawing/2014/main" id="{2AC317F6-46C5-9CE3-8EF7-C9684028FC6B}"/>
              </a:ext>
            </a:extLst>
          </p:cNvPr>
          <p:cNvPicPr>
            <a:picLocks noChangeAspect="1"/>
          </p:cNvPicPr>
          <p:nvPr/>
        </p:nvPicPr>
        <p:blipFill>
          <a:blip r:embed="rId23" cstate="email">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3173202" y="529528"/>
            <a:ext cx="411480" cy="411480"/>
          </a:xfrm>
          <a:prstGeom prst="rect">
            <a:avLst/>
          </a:prstGeom>
        </p:spPr>
      </p:pic>
      <p:pic>
        <p:nvPicPr>
          <p:cNvPr id="56" name="Graphic 55">
            <a:extLst>
              <a:ext uri="{FF2B5EF4-FFF2-40B4-BE49-F238E27FC236}">
                <a16:creationId xmlns:a16="http://schemas.microsoft.com/office/drawing/2014/main" id="{F1B24218-9FCD-98FA-B6E6-D8628DD9E609}"/>
              </a:ext>
            </a:extLst>
          </p:cNvPr>
          <p:cNvPicPr>
            <a:picLocks noChangeAspect="1"/>
          </p:cNvPicPr>
          <p:nvPr/>
        </p:nvPicPr>
        <p:blipFill>
          <a:blip r:embed="rId25" cstate="email">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7551666" y="4570658"/>
            <a:ext cx="411480" cy="411480"/>
          </a:xfrm>
          <a:prstGeom prst="rect">
            <a:avLst/>
          </a:prstGeom>
        </p:spPr>
      </p:pic>
      <p:sp>
        <p:nvSpPr>
          <p:cNvPr id="8" name="TextBox 7">
            <a:extLst>
              <a:ext uri="{FF2B5EF4-FFF2-40B4-BE49-F238E27FC236}">
                <a16:creationId xmlns:a16="http://schemas.microsoft.com/office/drawing/2014/main" id="{28EAE38E-F84A-C08F-95DC-8D8B799151E6}"/>
              </a:ext>
            </a:extLst>
          </p:cNvPr>
          <p:cNvSpPr txBox="1"/>
          <p:nvPr/>
        </p:nvSpPr>
        <p:spPr>
          <a:xfrm>
            <a:off x="3584682" y="607208"/>
            <a:ext cx="1051532" cy="266868"/>
          </a:xfrm>
          <a:prstGeom prst="rect">
            <a:avLst/>
          </a:prstGeom>
          <a:noFill/>
        </p:spPr>
        <p:txBody>
          <a:bodyPr wrap="square">
            <a:spAutoFit/>
          </a:bodyPr>
          <a:lstStyle/>
          <a:p>
            <a:pPr>
              <a:lnSpc>
                <a:spcPct val="110000"/>
              </a:lnSpc>
              <a:spcAft>
                <a:spcPts val="400"/>
              </a:spcAft>
            </a:pPr>
            <a:r>
              <a:rPr lang="en-US" sz="1100" b="1"/>
              <a:t>Strategy</a:t>
            </a:r>
          </a:p>
        </p:txBody>
      </p:sp>
      <p:sp>
        <p:nvSpPr>
          <p:cNvPr id="12" name="TextBox 11">
            <a:extLst>
              <a:ext uri="{FF2B5EF4-FFF2-40B4-BE49-F238E27FC236}">
                <a16:creationId xmlns:a16="http://schemas.microsoft.com/office/drawing/2014/main" id="{A375DD47-6615-F881-03CC-9FDE1D74859E}"/>
              </a:ext>
            </a:extLst>
          </p:cNvPr>
          <p:cNvSpPr txBox="1"/>
          <p:nvPr/>
        </p:nvSpPr>
        <p:spPr>
          <a:xfrm>
            <a:off x="3593952" y="2561088"/>
            <a:ext cx="1540718" cy="453073"/>
          </a:xfrm>
          <a:prstGeom prst="rect">
            <a:avLst/>
          </a:prstGeom>
          <a:noFill/>
        </p:spPr>
        <p:txBody>
          <a:bodyPr wrap="square">
            <a:spAutoFit/>
          </a:bodyPr>
          <a:lstStyle/>
          <a:p>
            <a:pPr>
              <a:lnSpc>
                <a:spcPct val="110000"/>
              </a:lnSpc>
              <a:spcAft>
                <a:spcPts val="400"/>
              </a:spcAft>
            </a:pPr>
            <a:r>
              <a:rPr lang="en-US" sz="1100" b="1"/>
              <a:t>Systems </a:t>
            </a:r>
            <a:br>
              <a:rPr lang="en-US" sz="1100" b="1"/>
            </a:br>
            <a:r>
              <a:rPr lang="en-US" sz="1100" b="1"/>
              <a:t>implementation</a:t>
            </a:r>
          </a:p>
        </p:txBody>
      </p:sp>
      <p:sp>
        <p:nvSpPr>
          <p:cNvPr id="18" name="TextBox 17">
            <a:extLst>
              <a:ext uri="{FF2B5EF4-FFF2-40B4-BE49-F238E27FC236}">
                <a16:creationId xmlns:a16="http://schemas.microsoft.com/office/drawing/2014/main" id="{1FE32A5D-E84A-AAF0-257E-18719D3679AF}"/>
              </a:ext>
            </a:extLst>
          </p:cNvPr>
          <p:cNvSpPr txBox="1"/>
          <p:nvPr/>
        </p:nvSpPr>
        <p:spPr>
          <a:xfrm>
            <a:off x="5773914" y="607208"/>
            <a:ext cx="735614" cy="266868"/>
          </a:xfrm>
          <a:prstGeom prst="rect">
            <a:avLst/>
          </a:prstGeom>
          <a:noFill/>
        </p:spPr>
        <p:txBody>
          <a:bodyPr wrap="square">
            <a:spAutoFit/>
          </a:bodyPr>
          <a:lstStyle/>
          <a:p>
            <a:pPr>
              <a:lnSpc>
                <a:spcPct val="110000"/>
              </a:lnSpc>
              <a:spcAft>
                <a:spcPts val="400"/>
              </a:spcAft>
            </a:pPr>
            <a:r>
              <a:rPr lang="en-US" sz="1100" b="1"/>
              <a:t>Data</a:t>
            </a:r>
          </a:p>
        </p:txBody>
      </p:sp>
      <p:sp>
        <p:nvSpPr>
          <p:cNvPr id="22" name="TextBox 21">
            <a:extLst>
              <a:ext uri="{FF2B5EF4-FFF2-40B4-BE49-F238E27FC236}">
                <a16:creationId xmlns:a16="http://schemas.microsoft.com/office/drawing/2014/main" id="{40822D44-4C6A-21CA-04D3-73189E93E616}"/>
              </a:ext>
            </a:extLst>
          </p:cNvPr>
          <p:cNvSpPr txBox="1"/>
          <p:nvPr/>
        </p:nvSpPr>
        <p:spPr>
          <a:xfrm>
            <a:off x="7963146" y="514105"/>
            <a:ext cx="1064798" cy="453073"/>
          </a:xfrm>
          <a:prstGeom prst="rect">
            <a:avLst/>
          </a:prstGeom>
          <a:noFill/>
        </p:spPr>
        <p:txBody>
          <a:bodyPr wrap="square">
            <a:spAutoFit/>
          </a:bodyPr>
          <a:lstStyle/>
          <a:p>
            <a:pPr>
              <a:lnSpc>
                <a:spcPct val="110000"/>
              </a:lnSpc>
              <a:spcAft>
                <a:spcPts val="400"/>
              </a:spcAft>
            </a:pPr>
            <a:r>
              <a:rPr lang="en-US" sz="1100" b="1"/>
              <a:t>Artificial </a:t>
            </a:r>
            <a:br>
              <a:rPr lang="en-US" sz="1100" b="1"/>
            </a:br>
            <a:r>
              <a:rPr lang="en-US" sz="1100" b="1"/>
              <a:t>intelligence</a:t>
            </a:r>
          </a:p>
        </p:txBody>
      </p:sp>
      <p:sp>
        <p:nvSpPr>
          <p:cNvPr id="24" name="TextBox 23">
            <a:extLst>
              <a:ext uri="{FF2B5EF4-FFF2-40B4-BE49-F238E27FC236}">
                <a16:creationId xmlns:a16="http://schemas.microsoft.com/office/drawing/2014/main" id="{80BF2F30-4AB5-31BB-1B26-6F6D2465B7EF}"/>
              </a:ext>
            </a:extLst>
          </p:cNvPr>
          <p:cNvSpPr txBox="1"/>
          <p:nvPr/>
        </p:nvSpPr>
        <p:spPr>
          <a:xfrm>
            <a:off x="10152378" y="607208"/>
            <a:ext cx="750041" cy="266868"/>
          </a:xfrm>
          <a:prstGeom prst="rect">
            <a:avLst/>
          </a:prstGeom>
          <a:noFill/>
        </p:spPr>
        <p:txBody>
          <a:bodyPr wrap="square">
            <a:spAutoFit/>
          </a:bodyPr>
          <a:lstStyle/>
          <a:p>
            <a:pPr>
              <a:lnSpc>
                <a:spcPct val="110000"/>
              </a:lnSpc>
              <a:spcAft>
                <a:spcPts val="400"/>
              </a:spcAft>
            </a:pPr>
            <a:r>
              <a:rPr lang="en-US" sz="1100" b="1"/>
              <a:t>Cloud</a:t>
            </a:r>
          </a:p>
        </p:txBody>
      </p:sp>
      <p:sp>
        <p:nvSpPr>
          <p:cNvPr id="28" name="TextBox 27">
            <a:extLst>
              <a:ext uri="{FF2B5EF4-FFF2-40B4-BE49-F238E27FC236}">
                <a16:creationId xmlns:a16="http://schemas.microsoft.com/office/drawing/2014/main" id="{0121C441-92BF-6F7D-BE2D-10CF1FD81542}"/>
              </a:ext>
            </a:extLst>
          </p:cNvPr>
          <p:cNvSpPr txBox="1"/>
          <p:nvPr/>
        </p:nvSpPr>
        <p:spPr>
          <a:xfrm>
            <a:off x="5773913" y="2561088"/>
            <a:ext cx="1990429" cy="453073"/>
          </a:xfrm>
          <a:prstGeom prst="rect">
            <a:avLst/>
          </a:prstGeom>
          <a:noFill/>
        </p:spPr>
        <p:txBody>
          <a:bodyPr wrap="square">
            <a:spAutoFit/>
          </a:bodyPr>
          <a:lstStyle/>
          <a:p>
            <a:pPr>
              <a:lnSpc>
                <a:spcPct val="110000"/>
              </a:lnSpc>
              <a:spcAft>
                <a:spcPts val="400"/>
              </a:spcAft>
            </a:pPr>
            <a:r>
              <a:rPr lang="en-US" sz="1100" b="1"/>
              <a:t>Experience </a:t>
            </a:r>
            <a:br>
              <a:rPr lang="en-US" sz="1100" b="1"/>
            </a:br>
            <a:r>
              <a:rPr lang="en-US" sz="1100" b="1"/>
              <a:t>strategy &amp; design</a:t>
            </a:r>
          </a:p>
        </p:txBody>
      </p:sp>
      <p:sp>
        <p:nvSpPr>
          <p:cNvPr id="32" name="TextBox 31">
            <a:extLst>
              <a:ext uri="{FF2B5EF4-FFF2-40B4-BE49-F238E27FC236}">
                <a16:creationId xmlns:a16="http://schemas.microsoft.com/office/drawing/2014/main" id="{56CBE9BE-E7EC-2758-8F90-6F9C8C51E821}"/>
              </a:ext>
            </a:extLst>
          </p:cNvPr>
          <p:cNvSpPr txBox="1"/>
          <p:nvPr/>
        </p:nvSpPr>
        <p:spPr>
          <a:xfrm>
            <a:off x="7963146" y="2561088"/>
            <a:ext cx="1325880" cy="453073"/>
          </a:xfrm>
          <a:prstGeom prst="rect">
            <a:avLst/>
          </a:prstGeom>
          <a:noFill/>
        </p:spPr>
        <p:txBody>
          <a:bodyPr wrap="square">
            <a:spAutoFit/>
          </a:bodyPr>
          <a:lstStyle/>
          <a:p>
            <a:pPr>
              <a:lnSpc>
                <a:spcPct val="110000"/>
              </a:lnSpc>
              <a:spcAft>
                <a:spcPts val="400"/>
              </a:spcAft>
            </a:pPr>
            <a:r>
              <a:rPr lang="en-US" sz="1100" b="1"/>
              <a:t>Digital product building</a:t>
            </a:r>
          </a:p>
        </p:txBody>
      </p:sp>
      <p:sp>
        <p:nvSpPr>
          <p:cNvPr id="35" name="TextBox 34">
            <a:extLst>
              <a:ext uri="{FF2B5EF4-FFF2-40B4-BE49-F238E27FC236}">
                <a16:creationId xmlns:a16="http://schemas.microsoft.com/office/drawing/2014/main" id="{39961C45-8D19-CF5B-975F-248DDCBDD103}"/>
              </a:ext>
            </a:extLst>
          </p:cNvPr>
          <p:cNvSpPr txBox="1"/>
          <p:nvPr/>
        </p:nvSpPr>
        <p:spPr>
          <a:xfrm>
            <a:off x="10152378" y="2561088"/>
            <a:ext cx="1125223" cy="453073"/>
          </a:xfrm>
          <a:prstGeom prst="rect">
            <a:avLst/>
          </a:prstGeom>
          <a:noFill/>
        </p:spPr>
        <p:txBody>
          <a:bodyPr wrap="square">
            <a:spAutoFit/>
          </a:bodyPr>
          <a:lstStyle/>
          <a:p>
            <a:pPr>
              <a:lnSpc>
                <a:spcPct val="110000"/>
              </a:lnSpc>
              <a:spcAft>
                <a:spcPts val="400"/>
              </a:spcAft>
            </a:pPr>
            <a:r>
              <a:rPr lang="en-US" sz="1100" b="1"/>
              <a:t>Planning &amp; delivery</a:t>
            </a:r>
          </a:p>
        </p:txBody>
      </p:sp>
      <p:sp>
        <p:nvSpPr>
          <p:cNvPr id="39" name="TextBox 38">
            <a:extLst>
              <a:ext uri="{FF2B5EF4-FFF2-40B4-BE49-F238E27FC236}">
                <a16:creationId xmlns:a16="http://schemas.microsoft.com/office/drawing/2014/main" id="{33D4A9AF-6EE4-709F-3C8D-7CFAAB370F41}"/>
              </a:ext>
            </a:extLst>
          </p:cNvPr>
          <p:cNvSpPr txBox="1"/>
          <p:nvPr/>
        </p:nvSpPr>
        <p:spPr>
          <a:xfrm>
            <a:off x="3593952" y="4566409"/>
            <a:ext cx="1309946" cy="453073"/>
          </a:xfrm>
          <a:prstGeom prst="rect">
            <a:avLst/>
          </a:prstGeom>
          <a:noFill/>
        </p:spPr>
        <p:txBody>
          <a:bodyPr wrap="square">
            <a:spAutoFit/>
          </a:bodyPr>
          <a:lstStyle/>
          <a:p>
            <a:pPr>
              <a:lnSpc>
                <a:spcPct val="110000"/>
              </a:lnSpc>
            </a:pPr>
            <a:r>
              <a:rPr lang="en-US" sz="1100" b="1"/>
              <a:t>Organizational </a:t>
            </a:r>
            <a:br>
              <a:rPr lang="en-US" sz="1100" b="1"/>
            </a:br>
            <a:r>
              <a:rPr lang="en-US" sz="1100" b="1"/>
              <a:t>change &amp; talent</a:t>
            </a:r>
          </a:p>
        </p:txBody>
      </p:sp>
      <p:sp>
        <p:nvSpPr>
          <p:cNvPr id="43" name="TextBox 42">
            <a:extLst>
              <a:ext uri="{FF2B5EF4-FFF2-40B4-BE49-F238E27FC236}">
                <a16:creationId xmlns:a16="http://schemas.microsoft.com/office/drawing/2014/main" id="{AB0BFB64-C2EA-13EB-8B03-C172892C2DFB}"/>
              </a:ext>
            </a:extLst>
          </p:cNvPr>
          <p:cNvSpPr txBox="1"/>
          <p:nvPr/>
        </p:nvSpPr>
        <p:spPr>
          <a:xfrm>
            <a:off x="5773913" y="4638868"/>
            <a:ext cx="1319218" cy="266868"/>
          </a:xfrm>
          <a:prstGeom prst="rect">
            <a:avLst/>
          </a:prstGeom>
          <a:noFill/>
        </p:spPr>
        <p:txBody>
          <a:bodyPr wrap="square">
            <a:spAutoFit/>
          </a:bodyPr>
          <a:lstStyle/>
          <a:p>
            <a:pPr marL="0" marR="0" lvl="0" indent="0" algn="l" defTabSz="914400" rtl="0" eaLnBrk="1" fontAlgn="auto" latinLnBrk="0" hangingPunct="1">
              <a:lnSpc>
                <a:spcPct val="110000"/>
              </a:lnSpc>
              <a:spcBef>
                <a:spcPts val="0"/>
              </a:spcBef>
              <a:spcAft>
                <a:spcPts val="400"/>
              </a:spcAft>
              <a:buClrTx/>
              <a:buSzTx/>
              <a:buFontTx/>
              <a:buNone/>
              <a:tabLst/>
              <a:defRPr/>
            </a:pPr>
            <a:r>
              <a:rPr lang="en-US" sz="1100" b="1"/>
              <a:t>Operations</a:t>
            </a:r>
            <a:endParaRPr kumimoji="0" lang="en-US" sz="1100" b="1" i="0" u="none" strike="noStrike" kern="1200" cap="none" spc="0" normalizeH="0" baseline="0" noProof="0">
              <a:ln>
                <a:noFill/>
              </a:ln>
              <a:solidFill>
                <a:srgbClr val="151515"/>
              </a:solidFill>
              <a:effectLst/>
              <a:uLnTx/>
              <a:uFillTx/>
              <a:latin typeface="Avenir Next LT Pro"/>
              <a:ea typeface="+mn-ea"/>
              <a:cs typeface="+mn-cs"/>
            </a:endParaRPr>
          </a:p>
        </p:txBody>
      </p:sp>
      <p:sp>
        <p:nvSpPr>
          <p:cNvPr id="47" name="TextBox 46">
            <a:extLst>
              <a:ext uri="{FF2B5EF4-FFF2-40B4-BE49-F238E27FC236}">
                <a16:creationId xmlns:a16="http://schemas.microsoft.com/office/drawing/2014/main" id="{C0321518-FF94-E9F3-7BC4-5C55CF4EA8D5}"/>
              </a:ext>
            </a:extLst>
          </p:cNvPr>
          <p:cNvSpPr txBox="1"/>
          <p:nvPr/>
        </p:nvSpPr>
        <p:spPr>
          <a:xfrm>
            <a:off x="7963146" y="4638868"/>
            <a:ext cx="1209719" cy="266868"/>
          </a:xfrm>
          <a:prstGeom prst="rect">
            <a:avLst/>
          </a:prstGeom>
          <a:noFill/>
        </p:spPr>
        <p:txBody>
          <a:bodyPr wrap="square">
            <a:spAutoFit/>
          </a:bodyPr>
          <a:lstStyle/>
          <a:p>
            <a:pPr>
              <a:lnSpc>
                <a:spcPct val="110000"/>
              </a:lnSpc>
              <a:spcAft>
                <a:spcPts val="400"/>
              </a:spcAft>
            </a:pPr>
            <a:r>
              <a:rPr lang="en-US" sz="1100" b="1"/>
              <a:t>Sustainability</a:t>
            </a:r>
          </a:p>
        </p:txBody>
      </p:sp>
      <p:sp>
        <p:nvSpPr>
          <p:cNvPr id="51" name="TextBox 50">
            <a:extLst>
              <a:ext uri="{FF2B5EF4-FFF2-40B4-BE49-F238E27FC236}">
                <a16:creationId xmlns:a16="http://schemas.microsoft.com/office/drawing/2014/main" id="{51BA3533-4B6F-50E1-4C7F-A71681D5ED7E}"/>
              </a:ext>
            </a:extLst>
          </p:cNvPr>
          <p:cNvSpPr txBox="1"/>
          <p:nvPr/>
        </p:nvSpPr>
        <p:spPr>
          <a:xfrm>
            <a:off x="10152378" y="4638868"/>
            <a:ext cx="1425255" cy="266868"/>
          </a:xfrm>
          <a:prstGeom prst="rect">
            <a:avLst/>
          </a:prstGeom>
          <a:noFill/>
        </p:spPr>
        <p:txBody>
          <a:bodyPr wrap="square">
            <a:spAutoFit/>
          </a:bodyPr>
          <a:lstStyle/>
          <a:p>
            <a:pPr>
              <a:lnSpc>
                <a:spcPct val="110000"/>
              </a:lnSpc>
              <a:spcAft>
                <a:spcPts val="400"/>
              </a:spcAft>
            </a:pPr>
            <a:r>
              <a:rPr lang="en-US" sz="1100" b="1"/>
              <a:t>Privacy &amp; security</a:t>
            </a:r>
          </a:p>
        </p:txBody>
      </p:sp>
      <p:sp>
        <p:nvSpPr>
          <p:cNvPr id="14" name="TextBox 13">
            <a:extLst>
              <a:ext uri="{FF2B5EF4-FFF2-40B4-BE49-F238E27FC236}">
                <a16:creationId xmlns:a16="http://schemas.microsoft.com/office/drawing/2014/main" id="{864EC64C-DECB-F2CC-59EE-E067D8D5664C}"/>
              </a:ext>
            </a:extLst>
          </p:cNvPr>
          <p:cNvSpPr txBox="1"/>
          <p:nvPr/>
        </p:nvSpPr>
        <p:spPr>
          <a:xfrm>
            <a:off x="8747874" y="6499829"/>
            <a:ext cx="2154545" cy="282002"/>
          </a:xfrm>
          <a:prstGeom prst="rect">
            <a:avLst/>
          </a:prstGeom>
          <a:noFill/>
        </p:spPr>
        <p:txBody>
          <a:bodyPr wrap="none" lIns="0" tIns="0" rIns="0" bIns="0" rtlCol="0">
            <a:noAutofit/>
          </a:bodyPr>
          <a:lstStyle/>
          <a:p>
            <a:pPr algn="l">
              <a:lnSpc>
                <a:spcPct val="110000"/>
              </a:lnSpc>
              <a:spcBef>
                <a:spcPts val="1000"/>
              </a:spcBef>
            </a:pPr>
            <a:r>
              <a:rPr lang="en-US" sz="1000"/>
              <a:t>Note: List of subservices is not exhaustive </a:t>
            </a:r>
          </a:p>
        </p:txBody>
      </p:sp>
      <p:grpSp>
        <p:nvGrpSpPr>
          <p:cNvPr id="26" name="Group 25">
            <a:extLst>
              <a:ext uri="{FF2B5EF4-FFF2-40B4-BE49-F238E27FC236}">
                <a16:creationId xmlns:a16="http://schemas.microsoft.com/office/drawing/2014/main" id="{EEA12DD1-3799-26BB-FCA2-CF922D2BCB15}"/>
              </a:ext>
            </a:extLst>
          </p:cNvPr>
          <p:cNvGrpSpPr/>
          <p:nvPr/>
        </p:nvGrpSpPr>
        <p:grpSpPr>
          <a:xfrm>
            <a:off x="10152888" y="-2159"/>
            <a:ext cx="2039112" cy="1156721"/>
            <a:chOff x="10152888" y="-2159"/>
            <a:chExt cx="2039112" cy="1156721"/>
          </a:xfrm>
        </p:grpSpPr>
        <p:sp>
          <p:nvSpPr>
            <p:cNvPr id="16" name="object 7">
              <a:extLst>
                <a:ext uri="{FF2B5EF4-FFF2-40B4-BE49-F238E27FC236}">
                  <a16:creationId xmlns:a16="http://schemas.microsoft.com/office/drawing/2014/main" id="{DAD1F243-F39D-64FF-68D9-443F2E26D6C0}"/>
                </a:ext>
              </a:extLst>
            </p:cNvPr>
            <p:cNvSpPr txBox="1"/>
            <p:nvPr/>
          </p:nvSpPr>
          <p:spPr>
            <a:xfrm>
              <a:off x="10157250" y="339733"/>
              <a:ext cx="2020824" cy="814829"/>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00" spc="-3">
                  <a:solidFill>
                    <a:srgbClr val="EB4536"/>
                  </a:solidFill>
                  <a:cs typeface="Slalom Sans"/>
                </a:rPr>
                <a:t>Services “tiles” and colors should only be used when showing our services visually. Do not use tiles or colors outside of our brand colors for other purposes.</a:t>
              </a:r>
              <a:endParaRPr lang="en-US" sz="800">
                <a:solidFill>
                  <a:srgbClr val="1E1E1E"/>
                </a:solidFill>
                <a:cs typeface="Slalom Sans"/>
              </a:endParaRPr>
            </a:p>
          </p:txBody>
        </p:sp>
        <p:sp>
          <p:nvSpPr>
            <p:cNvPr id="20" name="object 9">
              <a:extLst>
                <a:ext uri="{FF2B5EF4-FFF2-40B4-BE49-F238E27FC236}">
                  <a16:creationId xmlns:a16="http://schemas.microsoft.com/office/drawing/2014/main" id="{E2411F46-7B31-D798-4C32-2B662958CD77}"/>
                </a:ext>
              </a:extLst>
            </p:cNvPr>
            <p:cNvSpPr/>
            <p:nvPr/>
          </p:nvSpPr>
          <p:spPr>
            <a:xfrm>
              <a:off x="10152888" y="-2159"/>
              <a:ext cx="2039112"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a:solidFill>
                    <a:srgbClr val="FFFFFF"/>
                  </a:solidFill>
                </a:rPr>
                <a:t>READ ME THEN DELETE ME</a:t>
              </a:r>
              <a:endParaRPr sz="1092" b="1">
                <a:solidFill>
                  <a:srgbClr val="FFFFFF"/>
                </a:solidFill>
              </a:endParaRPr>
            </a:p>
          </p:txBody>
        </p:sp>
      </p:grpSp>
    </p:spTree>
    <p:extLst>
      <p:ext uri="{BB962C8B-B14F-4D97-AF65-F5344CB8AC3E}">
        <p14:creationId xmlns:p14="http://schemas.microsoft.com/office/powerpoint/2010/main" val="42701704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Placeholder 33">
            <a:extLst>
              <a:ext uri="{FF2B5EF4-FFF2-40B4-BE49-F238E27FC236}">
                <a16:creationId xmlns:a16="http://schemas.microsoft.com/office/drawing/2014/main" id="{43AC636F-8B54-D1BC-C80C-DC319C96CBA7}"/>
              </a:ext>
            </a:extLst>
          </p:cNvPr>
          <p:cNvSpPr txBox="1">
            <a:spLocks/>
          </p:cNvSpPr>
          <p:nvPr/>
        </p:nvSpPr>
        <p:spPr>
          <a:xfrm>
            <a:off x="483770" y="1392605"/>
            <a:ext cx="3759200" cy="292165"/>
          </a:xfrm>
          <a:prstGeom prst="rect">
            <a:avLst/>
          </a:prstGeom>
        </p:spPr>
        <p:txBody>
          <a:bodyPr lIns="91440" tIns="45720" rIns="91440" bIns="45720" anchor="t"/>
          <a:lst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90000"/>
              </a:lnSpc>
              <a:buNone/>
            </a:pPr>
            <a:r>
              <a:rPr lang="en-US" sz="1200" b="1" cap="all" spc="150">
                <a:solidFill>
                  <a:schemeClr val="accent1"/>
                </a:solidFill>
              </a:rPr>
              <a:t>DIFFERENTIATORS</a:t>
            </a:r>
            <a:endParaRPr lang="en-US">
              <a:solidFill>
                <a:schemeClr val="accent1"/>
              </a:solidFill>
            </a:endParaRPr>
          </a:p>
        </p:txBody>
      </p:sp>
      <p:sp>
        <p:nvSpPr>
          <p:cNvPr id="18" name="Title 4">
            <a:extLst>
              <a:ext uri="{FF2B5EF4-FFF2-40B4-BE49-F238E27FC236}">
                <a16:creationId xmlns:a16="http://schemas.microsoft.com/office/drawing/2014/main" id="{587FAA36-A342-46D4-5DB9-A55F00F1D158}"/>
              </a:ext>
            </a:extLst>
          </p:cNvPr>
          <p:cNvSpPr txBox="1">
            <a:spLocks/>
          </p:cNvSpPr>
          <p:nvPr/>
        </p:nvSpPr>
        <p:spPr>
          <a:xfrm>
            <a:off x="571500" y="1779934"/>
            <a:ext cx="2590800" cy="407418"/>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Why </a:t>
            </a:r>
            <a:r>
              <a:rPr lang="en-US">
                <a:solidFill>
                  <a:schemeClr val="accent1"/>
                </a:solidFill>
              </a:rPr>
              <a:t>Slalom?</a:t>
            </a:r>
          </a:p>
        </p:txBody>
      </p:sp>
      <p:grpSp>
        <p:nvGrpSpPr>
          <p:cNvPr id="27" name="Group 26">
            <a:extLst>
              <a:ext uri="{FF2B5EF4-FFF2-40B4-BE49-F238E27FC236}">
                <a16:creationId xmlns:a16="http://schemas.microsoft.com/office/drawing/2014/main" id="{687FCEB2-9943-9D5A-7266-CF73C1D6310E}"/>
              </a:ext>
              <a:ext uri="{C183D7F6-B498-43B3-948B-1728B52AA6E4}">
                <adec:decorative xmlns:adec="http://schemas.microsoft.com/office/drawing/2017/decorative" val="1"/>
              </a:ext>
            </a:extLst>
          </p:cNvPr>
          <p:cNvGrpSpPr/>
          <p:nvPr/>
        </p:nvGrpSpPr>
        <p:grpSpPr>
          <a:xfrm flipV="1">
            <a:off x="584321" y="2275233"/>
            <a:ext cx="2514600" cy="45719"/>
            <a:chOff x="0" y="6720840"/>
            <a:chExt cx="12192000" cy="137160"/>
          </a:xfrm>
        </p:grpSpPr>
        <p:sp>
          <p:nvSpPr>
            <p:cNvPr id="28" name="Rectangle 27">
              <a:extLst>
                <a:ext uri="{FF2B5EF4-FFF2-40B4-BE49-F238E27FC236}">
                  <a16:creationId xmlns:a16="http://schemas.microsoft.com/office/drawing/2014/main" id="{9D3BE958-6143-8EFF-3198-11E0766202E2}"/>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6093DF45-88EF-138E-9F78-AF65624082C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0" name="Rectangle 29">
              <a:extLst>
                <a:ext uri="{FF2B5EF4-FFF2-40B4-BE49-F238E27FC236}">
                  <a16:creationId xmlns:a16="http://schemas.microsoft.com/office/drawing/2014/main" id="{F8E3B406-180A-D2A7-68DC-CC1F26359F1C}"/>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1" name="Rectangle 30">
              <a:extLst>
                <a:ext uri="{FF2B5EF4-FFF2-40B4-BE49-F238E27FC236}">
                  <a16:creationId xmlns:a16="http://schemas.microsoft.com/office/drawing/2014/main" id="{F07E3D53-7928-4EC2-55F6-1C3DAD0060C6}"/>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2" name="Rectangle 31">
              <a:extLst>
                <a:ext uri="{FF2B5EF4-FFF2-40B4-BE49-F238E27FC236}">
                  <a16:creationId xmlns:a16="http://schemas.microsoft.com/office/drawing/2014/main" id="{8A6985DF-B998-186C-DFB3-8F0F9BD4FFB5}"/>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9" name="TextBox 18">
            <a:extLst>
              <a:ext uri="{FF2B5EF4-FFF2-40B4-BE49-F238E27FC236}">
                <a16:creationId xmlns:a16="http://schemas.microsoft.com/office/drawing/2014/main" id="{6CC2CF32-BE7A-784E-F37A-B10084B20FF1}"/>
              </a:ext>
            </a:extLst>
          </p:cNvPr>
          <p:cNvSpPr txBox="1"/>
          <p:nvPr/>
        </p:nvSpPr>
        <p:spPr>
          <a:xfrm>
            <a:off x="483770" y="2933700"/>
            <a:ext cx="1866900" cy="246221"/>
          </a:xfrm>
          <a:prstGeom prst="rect">
            <a:avLst/>
          </a:prstGeom>
          <a:noFill/>
        </p:spPr>
        <p:txBody>
          <a:bodyPr wrap="square">
            <a:spAutoFit/>
          </a:bodyPr>
          <a:lstStyle/>
          <a:p>
            <a:r>
              <a:rPr lang="en-US" sz="1000" b="1" cap="all" spc="150">
                <a:solidFill>
                  <a:schemeClr val="accent1"/>
                </a:solidFill>
                <a:latin typeface="+mn-lt"/>
              </a:rPr>
              <a:t>CUSTOMER LOVE</a:t>
            </a:r>
            <a:endParaRPr lang="en-US" sz="1000"/>
          </a:p>
        </p:txBody>
      </p:sp>
      <p:sp>
        <p:nvSpPr>
          <p:cNvPr id="9" name="object 3">
            <a:extLst>
              <a:ext uri="{FF2B5EF4-FFF2-40B4-BE49-F238E27FC236}">
                <a16:creationId xmlns:a16="http://schemas.microsoft.com/office/drawing/2014/main" id="{84E0E928-D5C3-87BC-BE00-736ECAA146B1}"/>
              </a:ext>
            </a:extLst>
          </p:cNvPr>
          <p:cNvSpPr txBox="1"/>
          <p:nvPr/>
        </p:nvSpPr>
        <p:spPr>
          <a:xfrm>
            <a:off x="571500" y="3245960"/>
            <a:ext cx="1866900" cy="2187886"/>
          </a:xfrm>
          <a:prstGeom prst="rect">
            <a:avLst/>
          </a:prstGeom>
        </p:spPr>
        <p:txBody>
          <a:bodyPr vert="horz" wrap="square" lIns="0" tIns="0" rIns="0" bIns="0" rtlCol="0" anchor="t">
            <a:noAutofit/>
          </a:bodyPr>
          <a:lstStyle/>
          <a:p>
            <a:pPr marL="7620" marR="0" lvl="0" indent="0" algn="l" defTabSz="914400" rtl="0" eaLnBrk="1" fontAlgn="auto" latinLnBrk="0" hangingPunct="1">
              <a:lnSpc>
                <a:spcPct val="110000"/>
              </a:lnSpc>
              <a:spcAft>
                <a:spcPts val="1000"/>
              </a:spcAft>
              <a:buClrTx/>
              <a:buSzTx/>
              <a:buFontTx/>
              <a:buNone/>
              <a:tabLst/>
              <a:defRPr/>
            </a:pPr>
            <a:r>
              <a:rPr lang="en-US" sz="1600" b="1"/>
              <a:t>We take love seriously.</a:t>
            </a:r>
          </a:p>
          <a:p>
            <a:pPr marL="7620" marR="0" lvl="0" indent="0" algn="l" defTabSz="914400" rtl="0" eaLnBrk="1" fontAlgn="auto" latinLnBrk="0" hangingPunct="1">
              <a:lnSpc>
                <a:spcPct val="110000"/>
              </a:lnSpc>
              <a:spcAft>
                <a:spcPts val="1000"/>
              </a:spcAft>
              <a:buClrTx/>
              <a:buSzTx/>
              <a:buFontTx/>
              <a:buNone/>
              <a:tabLst/>
              <a:defRPr/>
            </a:pPr>
            <a:r>
              <a:rPr lang="en-US" sz="1200"/>
              <a:t>Our focus on our customers, and their customers, is unwavering. We measure customer love in 10 dimensions and use those metrics to guide our business.</a:t>
            </a:r>
            <a:endParaRPr kumimoji="0" lang="en-US" sz="1200" b="0" u="none" strike="noStrike" kern="1200" cap="none" spc="0" normalizeH="0" baseline="0" noProof="0">
              <a:ln>
                <a:noFill/>
              </a:ln>
              <a:solidFill>
                <a:srgbClr val="767676"/>
              </a:solidFill>
              <a:effectLst/>
              <a:uLnTx/>
              <a:uFillTx/>
              <a:ea typeface="+mn-ea"/>
              <a:cs typeface="+mn-cs"/>
            </a:endParaRPr>
          </a:p>
        </p:txBody>
      </p:sp>
      <p:sp>
        <p:nvSpPr>
          <p:cNvPr id="20" name="TextBox 19">
            <a:extLst>
              <a:ext uri="{FF2B5EF4-FFF2-40B4-BE49-F238E27FC236}">
                <a16:creationId xmlns:a16="http://schemas.microsoft.com/office/drawing/2014/main" id="{F7675DBC-B960-71B9-0AD6-3598D7BADE32}"/>
              </a:ext>
            </a:extLst>
          </p:cNvPr>
          <p:cNvSpPr txBox="1"/>
          <p:nvPr/>
        </p:nvSpPr>
        <p:spPr>
          <a:xfrm>
            <a:off x="2783747" y="2933700"/>
            <a:ext cx="1866900" cy="246221"/>
          </a:xfrm>
          <a:prstGeom prst="rect">
            <a:avLst/>
          </a:prstGeom>
          <a:noFill/>
        </p:spPr>
        <p:txBody>
          <a:bodyPr wrap="square">
            <a:spAutoFit/>
          </a:bodyPr>
          <a:lstStyle/>
          <a:p>
            <a:r>
              <a:rPr lang="en-US" sz="1000" b="1" cap="all" spc="150">
                <a:solidFill>
                  <a:schemeClr val="accent1"/>
                </a:solidFill>
                <a:latin typeface="+mn-lt"/>
              </a:rPr>
              <a:t>GLOBAL / LOCAL</a:t>
            </a:r>
            <a:endParaRPr lang="en-US" sz="1000"/>
          </a:p>
        </p:txBody>
      </p:sp>
      <p:sp>
        <p:nvSpPr>
          <p:cNvPr id="6" name="object 5">
            <a:extLst>
              <a:ext uri="{FF2B5EF4-FFF2-40B4-BE49-F238E27FC236}">
                <a16:creationId xmlns:a16="http://schemas.microsoft.com/office/drawing/2014/main" id="{E4D84449-823A-9EA1-7598-7416B98B56FB}"/>
              </a:ext>
            </a:extLst>
          </p:cNvPr>
          <p:cNvSpPr txBox="1">
            <a:spLocks/>
          </p:cNvSpPr>
          <p:nvPr/>
        </p:nvSpPr>
        <p:spPr>
          <a:xfrm>
            <a:off x="2867025" y="3245960"/>
            <a:ext cx="1866900" cy="2187887"/>
          </a:xfrm>
          <a:prstGeom prst="rect">
            <a:avLst/>
          </a:prstGeom>
        </p:spPr>
        <p:txBody>
          <a:bodyPr vert="horz" wrap="square" lIns="0" tIns="0" rIns="0" bIns="0" rtlCol="0" anchor="t">
            <a:noAutofit/>
          </a:bodyPr>
          <a:lstStyle/>
          <a:p>
            <a:pPr marL="7620" marR="0" lvl="0" indent="0" algn="l" defTabSz="914400" rtl="0" eaLnBrk="1" fontAlgn="auto" latinLnBrk="0" hangingPunct="1">
              <a:lnSpc>
                <a:spcPct val="110000"/>
              </a:lnSpc>
              <a:spcAft>
                <a:spcPts val="1000"/>
              </a:spcAft>
              <a:buClrTx/>
              <a:buSzTx/>
              <a:buFontTx/>
              <a:buNone/>
              <a:tabLst/>
              <a:defRPr/>
            </a:pPr>
            <a:r>
              <a:rPr lang="en-US" sz="1600" b="1"/>
              <a:t>Local soul, </a:t>
            </a:r>
            <a:br>
              <a:rPr lang="en-US" sz="1600" b="1"/>
            </a:br>
            <a:r>
              <a:rPr lang="en-US" sz="1600" b="1"/>
              <a:t>global scale.</a:t>
            </a:r>
          </a:p>
          <a:p>
            <a:pPr marL="7620" marR="0" lvl="0" indent="0" algn="l" defTabSz="914400" rtl="0" eaLnBrk="1" fontAlgn="auto" latinLnBrk="0" hangingPunct="1">
              <a:lnSpc>
                <a:spcPct val="110000"/>
              </a:lnSpc>
              <a:spcAft>
                <a:spcPts val="1000"/>
              </a:spcAft>
              <a:buClrTx/>
              <a:buSzTx/>
              <a:buFontTx/>
              <a:buNone/>
              <a:tabLst/>
              <a:defRPr/>
            </a:pPr>
            <a:r>
              <a:rPr lang="en-US" sz="1200"/>
              <a:t>We’re fully invested in the long-term success of our local customers and communities, while also offering the connected strength of a global organization. </a:t>
            </a:r>
          </a:p>
          <a:p>
            <a:pPr marL="7620" marR="2540" lvl="0">
              <a:lnSpc>
                <a:spcPct val="110000"/>
              </a:lnSpc>
              <a:spcAft>
                <a:spcPts val="1000"/>
              </a:spcAft>
              <a:defRPr/>
            </a:pPr>
            <a:endParaRPr lang="en-US" sz="1200"/>
          </a:p>
        </p:txBody>
      </p:sp>
      <p:sp>
        <p:nvSpPr>
          <p:cNvPr id="21" name="TextBox 20">
            <a:extLst>
              <a:ext uri="{FF2B5EF4-FFF2-40B4-BE49-F238E27FC236}">
                <a16:creationId xmlns:a16="http://schemas.microsoft.com/office/drawing/2014/main" id="{F36FD5F9-09A3-EAC2-6159-2DCDA7CE8C51}"/>
              </a:ext>
            </a:extLst>
          </p:cNvPr>
          <p:cNvSpPr txBox="1"/>
          <p:nvPr/>
        </p:nvSpPr>
        <p:spPr>
          <a:xfrm>
            <a:off x="5083724" y="2933700"/>
            <a:ext cx="1866900" cy="246221"/>
          </a:xfrm>
          <a:prstGeom prst="rect">
            <a:avLst/>
          </a:prstGeom>
          <a:noFill/>
        </p:spPr>
        <p:txBody>
          <a:bodyPr wrap="square">
            <a:spAutoFit/>
          </a:bodyPr>
          <a:lstStyle/>
          <a:p>
            <a:r>
              <a:rPr lang="en-US" sz="1000" b="1" cap="all" spc="150">
                <a:solidFill>
                  <a:schemeClr val="accent1"/>
                </a:solidFill>
                <a:latin typeface="+mn-lt"/>
              </a:rPr>
              <a:t>OUR APPROACH</a:t>
            </a:r>
            <a:endParaRPr lang="en-US" sz="1000"/>
          </a:p>
        </p:txBody>
      </p:sp>
      <p:sp>
        <p:nvSpPr>
          <p:cNvPr id="12" name="object 5">
            <a:extLst>
              <a:ext uri="{FF2B5EF4-FFF2-40B4-BE49-F238E27FC236}">
                <a16:creationId xmlns:a16="http://schemas.microsoft.com/office/drawing/2014/main" id="{25D1C2D9-B98F-C039-0346-BD8A26697DBF}"/>
              </a:ext>
            </a:extLst>
          </p:cNvPr>
          <p:cNvSpPr txBox="1">
            <a:spLocks/>
          </p:cNvSpPr>
          <p:nvPr/>
        </p:nvSpPr>
        <p:spPr>
          <a:xfrm>
            <a:off x="5162550" y="3245960"/>
            <a:ext cx="1866900" cy="2187887"/>
          </a:xfrm>
          <a:prstGeom prst="rect">
            <a:avLst/>
          </a:prstGeom>
        </p:spPr>
        <p:txBody>
          <a:bodyPr vert="horz" wrap="square" lIns="0" tIns="0" rIns="0" bIns="0" rtlCol="0">
            <a:noAutofit/>
          </a:bodyPr>
          <a:lstStyle/>
          <a:p>
            <a:pPr marL="7620">
              <a:lnSpc>
                <a:spcPct val="110000"/>
              </a:lnSpc>
              <a:spcAft>
                <a:spcPts val="1000"/>
              </a:spcAft>
              <a:defRPr/>
            </a:pPr>
            <a:r>
              <a:rPr lang="en-US" sz="1600" b="1"/>
              <a:t>Momentum </a:t>
            </a:r>
            <a:br>
              <a:rPr lang="en-US" sz="1600" b="1"/>
            </a:br>
            <a:r>
              <a:rPr lang="en-US" sz="1600" b="1"/>
              <a:t>that outlasts us.</a:t>
            </a:r>
          </a:p>
          <a:p>
            <a:pPr marL="7620">
              <a:lnSpc>
                <a:spcPct val="110000"/>
              </a:lnSpc>
              <a:spcAft>
                <a:spcPts val="1000"/>
              </a:spcAft>
              <a:defRPr/>
            </a:pPr>
            <a:r>
              <a:rPr lang="en-US" sz="1200"/>
              <a:t>We learn what you need, tailor solutions to you, and work with you to drive results. Along the way, we empower your teams to keep momentum going after we leave.</a:t>
            </a:r>
          </a:p>
          <a:p>
            <a:pPr marL="7700" marR="3080" lvl="0">
              <a:lnSpc>
                <a:spcPct val="110000"/>
              </a:lnSpc>
              <a:spcAft>
                <a:spcPts val="1000"/>
              </a:spcAft>
              <a:defRPr/>
            </a:pPr>
            <a:endParaRPr lang="en-US" sz="1200"/>
          </a:p>
          <a:p>
            <a:pPr marL="7700" marR="3080" lvl="0" indent="0" algn="l" defTabSz="914400" rtl="0" eaLnBrk="1" fontAlgn="auto" latinLnBrk="0" hangingPunct="1">
              <a:lnSpc>
                <a:spcPct val="110000"/>
              </a:lnSpc>
              <a:spcAft>
                <a:spcPts val="1000"/>
              </a:spcAft>
              <a:buClrTx/>
              <a:buSzTx/>
              <a:buFontTx/>
              <a:buNone/>
              <a:tabLst/>
              <a:defRPr/>
            </a:pPr>
            <a:endParaRPr kumimoji="0" lang="en-US" sz="1200" b="0" u="none" strike="noStrike" kern="1200" cap="none" spc="0" normalizeH="0" baseline="0" noProof="0">
              <a:ln>
                <a:noFill/>
              </a:ln>
              <a:solidFill>
                <a:srgbClr val="1E1E1E"/>
              </a:solidFill>
              <a:effectLst/>
              <a:uLnTx/>
              <a:uFillTx/>
              <a:ea typeface="+mn-ea"/>
              <a:cs typeface="+mn-cs"/>
            </a:endParaRPr>
          </a:p>
        </p:txBody>
      </p:sp>
      <p:sp>
        <p:nvSpPr>
          <p:cNvPr id="22" name="TextBox 21">
            <a:extLst>
              <a:ext uri="{FF2B5EF4-FFF2-40B4-BE49-F238E27FC236}">
                <a16:creationId xmlns:a16="http://schemas.microsoft.com/office/drawing/2014/main" id="{6D0E3ECA-0D2A-5F14-C97E-80324112C234}"/>
              </a:ext>
            </a:extLst>
          </p:cNvPr>
          <p:cNvSpPr txBox="1"/>
          <p:nvPr/>
        </p:nvSpPr>
        <p:spPr>
          <a:xfrm>
            <a:off x="7383701" y="2933700"/>
            <a:ext cx="1866900" cy="246221"/>
          </a:xfrm>
          <a:prstGeom prst="rect">
            <a:avLst/>
          </a:prstGeom>
          <a:noFill/>
        </p:spPr>
        <p:txBody>
          <a:bodyPr wrap="square">
            <a:spAutoFit/>
          </a:bodyPr>
          <a:lstStyle/>
          <a:p>
            <a:r>
              <a:rPr lang="en-US" sz="1000" b="1" cap="all" spc="150">
                <a:solidFill>
                  <a:schemeClr val="accent1"/>
                </a:solidFill>
                <a:latin typeface="+mn-lt"/>
              </a:rPr>
              <a:t>PEOPLE-CENTERED</a:t>
            </a:r>
            <a:endParaRPr lang="en-US" sz="1000"/>
          </a:p>
        </p:txBody>
      </p:sp>
      <p:sp>
        <p:nvSpPr>
          <p:cNvPr id="10" name="object 3">
            <a:extLst>
              <a:ext uri="{FF2B5EF4-FFF2-40B4-BE49-F238E27FC236}">
                <a16:creationId xmlns:a16="http://schemas.microsoft.com/office/drawing/2014/main" id="{9149854E-03EE-A1DE-BECB-F75DBADA1C9E}"/>
              </a:ext>
            </a:extLst>
          </p:cNvPr>
          <p:cNvSpPr txBox="1">
            <a:spLocks/>
          </p:cNvSpPr>
          <p:nvPr/>
        </p:nvSpPr>
        <p:spPr>
          <a:xfrm>
            <a:off x="7458075" y="3245960"/>
            <a:ext cx="1866900" cy="2219435"/>
          </a:xfrm>
          <a:prstGeom prst="rect">
            <a:avLst/>
          </a:prstGeom>
        </p:spPr>
        <p:txBody>
          <a:bodyPr vert="horz" wrap="square" lIns="0" tIns="0" rIns="0" bIns="0" rtlCol="0" anchor="t">
            <a:noAutofit/>
          </a:bodyPr>
          <a:lstStyle/>
          <a:p>
            <a:pPr marL="7620" marR="0" lvl="0" indent="0" algn="l" defTabSz="914400" rtl="0" eaLnBrk="1" fontAlgn="auto" latinLnBrk="0" hangingPunct="1">
              <a:lnSpc>
                <a:spcPct val="110000"/>
              </a:lnSpc>
              <a:spcAft>
                <a:spcPts val="1000"/>
              </a:spcAft>
              <a:buClrTx/>
              <a:buSzTx/>
              <a:buFontTx/>
              <a:buNone/>
              <a:tabLst/>
              <a:defRPr/>
            </a:pPr>
            <a:r>
              <a:rPr lang="en-US" sz="1600" b="1"/>
              <a:t>Head and heart in everything we do.</a:t>
            </a:r>
          </a:p>
          <a:p>
            <a:pPr marL="7620" marR="0" lvl="0" indent="0" algn="l" defTabSz="914400" rtl="0" eaLnBrk="1" fontAlgn="auto" latinLnBrk="0" hangingPunct="1">
              <a:lnSpc>
                <a:spcPct val="110000"/>
              </a:lnSpc>
              <a:spcAft>
                <a:spcPts val="1000"/>
              </a:spcAft>
              <a:buClrTx/>
              <a:buSzTx/>
              <a:buFontTx/>
              <a:buNone/>
              <a:tabLst/>
              <a:defRPr/>
            </a:pPr>
            <a:r>
              <a:rPr lang="en-US" sz="1200"/>
              <a:t>We show up authentically and get to know you, leading with empathy and kindness. Projects succeed or fail because of people, and we get the people part right. </a:t>
            </a:r>
          </a:p>
          <a:p>
            <a:pPr marL="7620" marR="2540" lvl="0">
              <a:lnSpc>
                <a:spcPct val="110000"/>
              </a:lnSpc>
              <a:spcAft>
                <a:spcPts val="1000"/>
              </a:spcAft>
              <a:defRPr/>
            </a:pPr>
            <a:endParaRPr lang="en-US" sz="1200"/>
          </a:p>
        </p:txBody>
      </p:sp>
      <p:sp>
        <p:nvSpPr>
          <p:cNvPr id="23" name="TextBox 22">
            <a:extLst>
              <a:ext uri="{FF2B5EF4-FFF2-40B4-BE49-F238E27FC236}">
                <a16:creationId xmlns:a16="http://schemas.microsoft.com/office/drawing/2014/main" id="{5B1C5ED4-2C36-DC27-82D1-C98E22989C7B}"/>
              </a:ext>
            </a:extLst>
          </p:cNvPr>
          <p:cNvSpPr txBox="1"/>
          <p:nvPr/>
        </p:nvSpPr>
        <p:spPr>
          <a:xfrm>
            <a:off x="9683680" y="2933700"/>
            <a:ext cx="1866900" cy="246221"/>
          </a:xfrm>
          <a:prstGeom prst="rect">
            <a:avLst/>
          </a:prstGeom>
          <a:noFill/>
        </p:spPr>
        <p:txBody>
          <a:bodyPr wrap="square">
            <a:spAutoFit/>
          </a:bodyPr>
          <a:lstStyle/>
          <a:p>
            <a:r>
              <a:rPr lang="en-US" sz="1000" b="1" cap="all" spc="150">
                <a:solidFill>
                  <a:schemeClr val="accent1"/>
                </a:solidFill>
                <a:latin typeface="+mn-lt"/>
              </a:rPr>
              <a:t>PARTNERSHIPS</a:t>
            </a:r>
            <a:endParaRPr lang="en-US" sz="1000"/>
          </a:p>
        </p:txBody>
      </p:sp>
      <p:sp>
        <p:nvSpPr>
          <p:cNvPr id="8" name="object 4">
            <a:extLst>
              <a:ext uri="{FF2B5EF4-FFF2-40B4-BE49-F238E27FC236}">
                <a16:creationId xmlns:a16="http://schemas.microsoft.com/office/drawing/2014/main" id="{175EB307-BF57-04EF-884A-A3E26E061017}"/>
              </a:ext>
            </a:extLst>
          </p:cNvPr>
          <p:cNvSpPr txBox="1">
            <a:spLocks/>
          </p:cNvSpPr>
          <p:nvPr/>
        </p:nvSpPr>
        <p:spPr>
          <a:xfrm>
            <a:off x="9753600" y="3245960"/>
            <a:ext cx="1866900" cy="2190798"/>
          </a:xfrm>
          <a:prstGeom prst="rect">
            <a:avLst/>
          </a:prstGeom>
        </p:spPr>
        <p:txBody>
          <a:bodyPr vert="horz" wrap="square" lIns="0" tIns="0" rIns="0" bIns="0" rtlCol="0" anchor="t">
            <a:noAutofit/>
          </a:bodyPr>
          <a:lstStyle/>
          <a:p>
            <a:pPr marL="7620">
              <a:lnSpc>
                <a:spcPct val="110000"/>
              </a:lnSpc>
              <a:spcAft>
                <a:spcPts val="1000"/>
              </a:spcAft>
              <a:defRPr/>
            </a:pPr>
            <a:r>
              <a:rPr lang="en-US" sz="1600" b="1"/>
              <a:t>Deep connections, </a:t>
            </a:r>
            <a:br>
              <a:rPr lang="en-US" sz="1600" b="1"/>
            </a:br>
            <a:r>
              <a:rPr lang="en-US" sz="1600" b="1"/>
              <a:t>better outcomes.</a:t>
            </a:r>
          </a:p>
          <a:p>
            <a:pPr marL="7620">
              <a:lnSpc>
                <a:spcPct val="110000"/>
              </a:lnSpc>
              <a:spcAft>
                <a:spcPts val="1000"/>
              </a:spcAft>
              <a:defRPr/>
            </a:pPr>
            <a:r>
              <a:rPr lang="en-US" sz="1200"/>
              <a:t>Our trusted partner relationships are based on thorough understanding of each one’s technology—driving exponential impact for our joint customers.</a:t>
            </a:r>
          </a:p>
          <a:p>
            <a:pPr marL="7620" marR="2540" lvl="0">
              <a:lnSpc>
                <a:spcPct val="110000"/>
              </a:lnSpc>
              <a:spcAft>
                <a:spcPts val="1000"/>
              </a:spcAft>
              <a:defRPr/>
            </a:pPr>
            <a:endParaRPr lang="en-US" sz="1200"/>
          </a:p>
        </p:txBody>
      </p:sp>
      <p:sp>
        <p:nvSpPr>
          <p:cNvPr id="2" name="Date Placeholder 1">
            <a:extLst>
              <a:ext uri="{FF2B5EF4-FFF2-40B4-BE49-F238E27FC236}">
                <a16:creationId xmlns:a16="http://schemas.microsoft.com/office/drawing/2014/main" id="{7DA6B7F8-9103-9592-9B15-75E2C06DE742}"/>
              </a:ext>
              <a:ext uri="{C183D7F6-B498-43B3-948B-1728B52AA6E4}">
                <adec:decorative xmlns:adec="http://schemas.microsoft.com/office/drawing/2017/decorative" val="1"/>
              </a:ext>
            </a:extLst>
          </p:cNvPr>
          <p:cNvSpPr>
            <a:spLocks noGrp="1"/>
          </p:cNvSpPr>
          <p:nvPr>
            <p:ph type="dt" sz="half" idx="10"/>
          </p:nvPr>
        </p:nvSpPr>
        <p:spPr/>
        <p:txBody>
          <a:bodyPr/>
          <a:lstStyle/>
          <a:p>
            <a:fld id="{CD2717B9-A70B-4766-A67A-6D4D8B9C1D57}" type="datetimeyyyy">
              <a:rPr lang="en-US" smtClean="0"/>
              <a:t>2025</a:t>
            </a:fld>
            <a:endParaRPr lang="en-US"/>
          </a:p>
        </p:txBody>
      </p:sp>
      <p:sp>
        <p:nvSpPr>
          <p:cNvPr id="3" name="Footer Placeholder 2">
            <a:extLst>
              <a:ext uri="{FF2B5EF4-FFF2-40B4-BE49-F238E27FC236}">
                <a16:creationId xmlns:a16="http://schemas.microsoft.com/office/drawing/2014/main" id="{2654E2F0-DDAA-4080-9812-4F3238DB322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DA51E551-7D53-F25C-3977-F06242618418}"/>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51</a:t>
            </a:fld>
            <a:endParaRPr lang="en-US"/>
          </a:p>
        </p:txBody>
      </p:sp>
      <p:sp>
        <p:nvSpPr>
          <p:cNvPr id="25" name="object 7">
            <a:extLst>
              <a:ext uri="{FF2B5EF4-FFF2-40B4-BE49-F238E27FC236}">
                <a16:creationId xmlns:a16="http://schemas.microsoft.com/office/drawing/2014/main" id="{C64447DF-E3B2-A1E0-8D86-D69E88D0E0CE}"/>
              </a:ext>
            </a:extLst>
          </p:cNvPr>
          <p:cNvSpPr txBox="1"/>
          <p:nvPr/>
        </p:nvSpPr>
        <p:spPr>
          <a:xfrm>
            <a:off x="10168933" y="339734"/>
            <a:ext cx="2002536" cy="654179"/>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00" spc="-3" dirty="0">
                <a:solidFill>
                  <a:srgbClr val="EB4536"/>
                </a:solidFill>
                <a:cs typeface="Slalom Sans"/>
              </a:rPr>
              <a:t>Learn more about Slalom differentiators and how to customize them for your market or team on </a:t>
            </a:r>
            <a:r>
              <a:rPr lang="en-US" sz="800" spc="-3" dirty="0">
                <a:solidFill>
                  <a:srgbClr val="EB4536"/>
                </a:solidFill>
                <a:cs typeface="Slalom Sans"/>
                <a:hlinkClick r:id="rId2"/>
              </a:rPr>
              <a:t>Slalom One.</a:t>
            </a:r>
            <a:endParaRPr lang="en-US" sz="800" dirty="0">
              <a:solidFill>
                <a:srgbClr val="1E1E1E"/>
              </a:solidFill>
              <a:cs typeface="Slalom Sans"/>
            </a:endParaRPr>
          </a:p>
        </p:txBody>
      </p:sp>
      <p:sp>
        <p:nvSpPr>
          <p:cNvPr id="26" name="object 9">
            <a:extLst>
              <a:ext uri="{FF2B5EF4-FFF2-40B4-BE49-F238E27FC236}">
                <a16:creationId xmlns:a16="http://schemas.microsoft.com/office/drawing/2014/main" id="{E2A5C838-7255-F1B0-9678-1A93BCA6E456}"/>
              </a:ext>
            </a:extLst>
          </p:cNvPr>
          <p:cNvSpPr/>
          <p:nvPr/>
        </p:nvSpPr>
        <p:spPr>
          <a:xfrm>
            <a:off x="10152888" y="-2159"/>
            <a:ext cx="2039112"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a:solidFill>
                  <a:srgbClr val="FFFFFF"/>
                </a:solidFill>
              </a:rPr>
              <a:t>READ ME THEN DELETE ME</a:t>
            </a:r>
            <a:endParaRPr sz="1092" b="1">
              <a:solidFill>
                <a:srgbClr val="FFFFFF"/>
              </a:solidFill>
            </a:endParaRPr>
          </a:p>
        </p:txBody>
      </p:sp>
    </p:spTree>
    <p:extLst>
      <p:ext uri="{BB962C8B-B14F-4D97-AF65-F5344CB8AC3E}">
        <p14:creationId xmlns:p14="http://schemas.microsoft.com/office/powerpoint/2010/main" val="11234646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189F85E-1EC4-6A00-C184-38495536B942}"/>
              </a:ext>
            </a:extLst>
          </p:cNvPr>
          <p:cNvSpPr>
            <a:spLocks noGrp="1"/>
          </p:cNvSpPr>
          <p:nvPr>
            <p:ph type="title"/>
          </p:nvPr>
        </p:nvSpPr>
        <p:spPr/>
        <p:txBody>
          <a:bodyPr/>
          <a:lstStyle/>
          <a:p>
            <a:r>
              <a:rPr lang="en-US"/>
              <a:t>Bringing customer </a:t>
            </a:r>
            <a:r>
              <a:rPr lang="en-US">
                <a:solidFill>
                  <a:schemeClr val="accent1"/>
                </a:solidFill>
              </a:rPr>
              <a:t>love</a:t>
            </a:r>
          </a:p>
        </p:txBody>
      </p:sp>
      <p:sp>
        <p:nvSpPr>
          <p:cNvPr id="14" name="Text Placeholder 13">
            <a:extLst>
              <a:ext uri="{FF2B5EF4-FFF2-40B4-BE49-F238E27FC236}">
                <a16:creationId xmlns:a16="http://schemas.microsoft.com/office/drawing/2014/main" id="{4FD0D025-EB61-C11E-4B13-31042094A974}"/>
              </a:ext>
            </a:extLst>
          </p:cNvPr>
          <p:cNvSpPr>
            <a:spLocks noGrp="1"/>
          </p:cNvSpPr>
          <p:nvPr>
            <p:ph type="body" sz="quarter" idx="20"/>
          </p:nvPr>
        </p:nvSpPr>
        <p:spPr>
          <a:xfrm>
            <a:off x="571500" y="1752601"/>
            <a:ext cx="5410200" cy="948350"/>
          </a:xfrm>
        </p:spPr>
        <p:txBody>
          <a:bodyPr/>
          <a:lstStyle/>
          <a:p>
            <a:r>
              <a:rPr lang="en-US"/>
              <a:t>We believe your success is our success,</a:t>
            </a:r>
            <a:br>
              <a:rPr lang="en-US"/>
            </a:br>
            <a:r>
              <a:rPr lang="en-US"/>
              <a:t>and we’ll be asking how we’re doing on these ten dimensions.</a:t>
            </a:r>
          </a:p>
        </p:txBody>
      </p:sp>
      <p:sp>
        <p:nvSpPr>
          <p:cNvPr id="12" name="Subtitle 11">
            <a:extLst>
              <a:ext uri="{FF2B5EF4-FFF2-40B4-BE49-F238E27FC236}">
                <a16:creationId xmlns:a16="http://schemas.microsoft.com/office/drawing/2014/main" id="{AE9A9C3F-CF2E-EE1A-BB38-063C07BBA3A3}"/>
              </a:ext>
            </a:extLst>
          </p:cNvPr>
          <p:cNvSpPr>
            <a:spLocks noGrp="1"/>
          </p:cNvSpPr>
          <p:nvPr>
            <p:ph type="subTitle" idx="1"/>
          </p:nvPr>
        </p:nvSpPr>
        <p:spPr>
          <a:xfrm>
            <a:off x="571500" y="2918121"/>
            <a:ext cx="3525836" cy="293709"/>
          </a:xfrm>
        </p:spPr>
        <p:txBody>
          <a:bodyPr/>
          <a:lstStyle/>
          <a:p>
            <a:r>
              <a:rPr lang="en-US">
                <a:solidFill>
                  <a:schemeClr val="accent1"/>
                </a:solidFill>
              </a:rPr>
              <a:t>Expected</a:t>
            </a:r>
          </a:p>
        </p:txBody>
      </p:sp>
      <p:sp>
        <p:nvSpPr>
          <p:cNvPr id="9" name="Text Placeholder 8">
            <a:extLst>
              <a:ext uri="{FF2B5EF4-FFF2-40B4-BE49-F238E27FC236}">
                <a16:creationId xmlns:a16="http://schemas.microsoft.com/office/drawing/2014/main" id="{2750A736-227A-DC53-A5B1-1B6A2C029E33}"/>
              </a:ext>
            </a:extLst>
          </p:cNvPr>
          <p:cNvSpPr>
            <a:spLocks noGrp="1"/>
          </p:cNvSpPr>
          <p:nvPr>
            <p:ph type="body" sz="quarter" idx="14"/>
          </p:nvPr>
        </p:nvSpPr>
        <p:spPr>
          <a:xfrm>
            <a:off x="571501" y="3429000"/>
            <a:ext cx="3525836" cy="2857500"/>
          </a:xfrm>
        </p:spPr>
        <p:txBody>
          <a:bodyPr/>
          <a:lstStyle/>
          <a:p>
            <a:pPr marL="171450" indent="-171450">
              <a:buClr>
                <a:schemeClr val="tx1"/>
              </a:buClr>
              <a:buFont typeface="Arial" panose="020B0604020202020204" pitchFamily="34" charset="0"/>
              <a:buChar char="•"/>
            </a:pPr>
            <a:r>
              <a:rPr lang="en-US"/>
              <a:t>Understanding your business</a:t>
            </a:r>
          </a:p>
          <a:p>
            <a:pPr marL="171450" indent="-171450">
              <a:buClr>
                <a:schemeClr val="tx1"/>
              </a:buClr>
              <a:buFont typeface="Arial" panose="020B0604020202020204" pitchFamily="34" charset="0"/>
              <a:buChar char="•"/>
            </a:pPr>
            <a:r>
              <a:rPr lang="en-US"/>
              <a:t>Actively listening</a:t>
            </a:r>
          </a:p>
          <a:p>
            <a:pPr marL="171450" indent="-171450">
              <a:buClr>
                <a:schemeClr val="tx1"/>
              </a:buClr>
              <a:buFont typeface="Arial" panose="020B0604020202020204" pitchFamily="34" charset="0"/>
              <a:buChar char="•"/>
            </a:pPr>
            <a:r>
              <a:rPr lang="en-US"/>
              <a:t>Communicating effectively</a:t>
            </a:r>
          </a:p>
          <a:p>
            <a:pPr marL="171450" indent="-171450">
              <a:buClr>
                <a:schemeClr val="tx1"/>
              </a:buClr>
              <a:buFont typeface="Arial" panose="020B0604020202020204" pitchFamily="34" charset="0"/>
              <a:buChar char="•"/>
            </a:pPr>
            <a:r>
              <a:rPr lang="en-US"/>
              <a:t>Aligning on values</a:t>
            </a:r>
          </a:p>
          <a:p>
            <a:pPr marL="171450" indent="-171450">
              <a:buClr>
                <a:schemeClr val="tx1"/>
              </a:buClr>
              <a:buFont typeface="Arial" panose="020B0604020202020204" pitchFamily="34" charset="0"/>
              <a:buChar char="•"/>
            </a:pPr>
            <a:r>
              <a:rPr lang="en-US"/>
              <a:t>Delivering exceptional results</a:t>
            </a:r>
          </a:p>
          <a:p>
            <a:pPr marL="171450" indent="-171450">
              <a:buClr>
                <a:schemeClr val="tx1"/>
              </a:buClr>
              <a:buFont typeface="Arial" panose="020B0604020202020204" pitchFamily="34" charset="0"/>
              <a:buChar char="•"/>
            </a:pPr>
            <a:r>
              <a:rPr lang="en-US"/>
              <a:t>Ensuring your success</a:t>
            </a:r>
          </a:p>
          <a:p>
            <a:pPr>
              <a:buClr>
                <a:schemeClr val="tx1"/>
              </a:buClr>
            </a:pPr>
            <a:endParaRPr lang="en-US"/>
          </a:p>
        </p:txBody>
      </p:sp>
      <p:sp>
        <p:nvSpPr>
          <p:cNvPr id="15" name="Subtitle 11">
            <a:extLst>
              <a:ext uri="{FF2B5EF4-FFF2-40B4-BE49-F238E27FC236}">
                <a16:creationId xmlns:a16="http://schemas.microsoft.com/office/drawing/2014/main" id="{631F13F5-9D5E-1D3B-71AD-294FB5EE74CD}"/>
              </a:ext>
            </a:extLst>
          </p:cNvPr>
          <p:cNvSpPr txBox="1">
            <a:spLocks/>
          </p:cNvSpPr>
          <p:nvPr/>
        </p:nvSpPr>
        <p:spPr>
          <a:xfrm>
            <a:off x="4335464" y="2918121"/>
            <a:ext cx="3525836" cy="293709"/>
          </a:xfrm>
          <a:prstGeom prst="rect">
            <a:avLst/>
          </a:prstGeom>
        </p:spPr>
        <p:txBody>
          <a:bodyPr vert="horz" lIns="0" tIns="0" rIns="0" bIns="0" rtlCol="0" anchor="b">
            <a:noAutofit/>
          </a:bodyPr>
          <a:lstStyle>
            <a:lvl1pPr marL="0" indent="0" algn="l" defTabSz="914400" rtl="0" eaLnBrk="1" latinLnBrk="0" hangingPunct="1">
              <a:lnSpc>
                <a:spcPct val="110000"/>
              </a:lnSpc>
              <a:spcBef>
                <a:spcPts val="0"/>
              </a:spcBef>
              <a:spcAft>
                <a:spcPts val="1000"/>
              </a:spcAft>
              <a:buFont typeface="Avenir Next LT Pro" panose="020B05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110000"/>
              </a:lnSpc>
              <a:spcBef>
                <a:spcPts val="0"/>
              </a:spcBef>
              <a:spcAft>
                <a:spcPts val="600"/>
              </a:spcAft>
              <a:buFont typeface="Avenir Next LT Pro" panose="020B05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0"/>
              </a:spcBef>
              <a:spcAft>
                <a:spcPts val="600"/>
              </a:spcAft>
              <a:buFont typeface="Avenir Next LT Pro" panose="020B05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0"/>
              </a:spcBef>
              <a:spcAft>
                <a:spcPts val="600"/>
              </a:spcAft>
              <a:buFont typeface="Avenir Next LT Pro" panose="020B05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0"/>
              </a:spcBef>
              <a:spcAft>
                <a:spcPts val="600"/>
              </a:spcAft>
              <a:buFont typeface="Avenir Next LT Pro" panose="020B05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venir Next LT Pro" panose="020B05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venir Next LT Pro" panose="020B05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venir Next LT Pro" panose="020B05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venir Next LT Pro" panose="020B0504020202020204" pitchFamily="34" charset="0"/>
              <a:buNone/>
              <a:defRPr sz="1600" kern="1200">
                <a:solidFill>
                  <a:schemeClr val="tx1"/>
                </a:solidFill>
                <a:latin typeface="+mn-lt"/>
                <a:ea typeface="+mn-ea"/>
                <a:cs typeface="+mn-cs"/>
              </a:defRPr>
            </a:lvl9pPr>
          </a:lstStyle>
          <a:p>
            <a:r>
              <a:rPr lang="en-US">
                <a:solidFill>
                  <a:schemeClr val="accent1"/>
                </a:solidFill>
              </a:rPr>
              <a:t>Transformational</a:t>
            </a:r>
          </a:p>
        </p:txBody>
      </p:sp>
      <p:sp>
        <p:nvSpPr>
          <p:cNvPr id="11" name="Text Placeholder 9">
            <a:extLst>
              <a:ext uri="{FF2B5EF4-FFF2-40B4-BE49-F238E27FC236}">
                <a16:creationId xmlns:a16="http://schemas.microsoft.com/office/drawing/2014/main" id="{0B456B85-A267-7AFB-7584-965B51BF85B2}"/>
              </a:ext>
            </a:extLst>
          </p:cNvPr>
          <p:cNvSpPr txBox="1">
            <a:spLocks/>
          </p:cNvSpPr>
          <p:nvPr/>
        </p:nvSpPr>
        <p:spPr>
          <a:xfrm>
            <a:off x="4335464" y="3429000"/>
            <a:ext cx="3525836" cy="2857500"/>
          </a:xfrm>
          <a:prstGeom prst="rect">
            <a:avLst/>
          </a:prstGeom>
        </p:spPr>
        <p:txBody>
          <a:bodyPr vert="horz" lIns="0" tIns="0" rIns="0" bIns="0" rtlCol="0">
            <a:noAutofit/>
          </a:bodyPr>
          <a:lst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171450" indent="-171450">
              <a:buClr>
                <a:schemeClr val="tx1"/>
              </a:buClr>
              <a:buFont typeface="Arial" panose="020B0604020202020204" pitchFamily="34" charset="0"/>
              <a:buChar char="•"/>
            </a:pPr>
            <a:r>
              <a:rPr lang="en-US"/>
              <a:t>Being a challenger (sometimes)</a:t>
            </a:r>
          </a:p>
          <a:p>
            <a:pPr marL="171450" indent="-171450">
              <a:buClr>
                <a:schemeClr val="tx1"/>
              </a:buClr>
              <a:buFont typeface="Arial" panose="020B0604020202020204" pitchFamily="34" charset="0"/>
              <a:buChar char="•"/>
            </a:pPr>
            <a:r>
              <a:rPr lang="en-US"/>
              <a:t>Bringing more</a:t>
            </a:r>
          </a:p>
          <a:p>
            <a:pPr marL="171450" indent="-171450">
              <a:buClr>
                <a:schemeClr val="tx1"/>
              </a:buClr>
              <a:buFont typeface="Arial" panose="020B0604020202020204" pitchFamily="34" charset="0"/>
              <a:buChar char="•"/>
            </a:pPr>
            <a:r>
              <a:rPr lang="en-US"/>
              <a:t>Growing your experts and leaders</a:t>
            </a:r>
          </a:p>
          <a:p>
            <a:pPr marL="171450" indent="-171450">
              <a:buClr>
                <a:schemeClr val="tx1"/>
              </a:buClr>
              <a:buFont typeface="Arial" panose="020B0604020202020204" pitchFamily="34" charset="0"/>
              <a:buChar char="•"/>
            </a:pPr>
            <a:r>
              <a:rPr lang="en-US"/>
              <a:t>Making connections</a:t>
            </a:r>
          </a:p>
        </p:txBody>
      </p:sp>
      <p:pic>
        <p:nvPicPr>
          <p:cNvPr id="21" name="Picture Placeholder 20">
            <a:extLst>
              <a:ext uri="{FF2B5EF4-FFF2-40B4-BE49-F238E27FC236}">
                <a16:creationId xmlns:a16="http://schemas.microsoft.com/office/drawing/2014/main" id="{BB689791-0899-4879-B059-1FFFE80095EE}"/>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a:off x="8089900" y="2"/>
            <a:ext cx="4102099" cy="6857999"/>
          </a:xfrm>
        </p:spPr>
      </p:pic>
      <p:sp>
        <p:nvSpPr>
          <p:cNvPr id="10" name="Text Placeholder 9">
            <a:extLst>
              <a:ext uri="{FF2B5EF4-FFF2-40B4-BE49-F238E27FC236}">
                <a16:creationId xmlns:a16="http://schemas.microsoft.com/office/drawing/2014/main" id="{C3DFB10F-1F30-019B-510F-A24DB172211C}"/>
              </a:ext>
              <a:ext uri="{C183D7F6-B498-43B3-948B-1728B52AA6E4}">
                <adec:decorative xmlns:adec="http://schemas.microsoft.com/office/drawing/2017/decorative" val="1"/>
              </a:ext>
            </a:extLst>
          </p:cNvPr>
          <p:cNvSpPr>
            <a:spLocks noGrp="1"/>
          </p:cNvSpPr>
          <p:nvPr>
            <p:ph type="body" sz="quarter" idx="18"/>
          </p:nvPr>
        </p:nvSpPr>
        <p:spPr>
          <a:solidFill>
            <a:schemeClr val="accent5">
              <a:alpha val="50000"/>
            </a:schemeClr>
          </a:solidFill>
        </p:spPr>
        <p:txBody>
          <a:bodyPr/>
          <a:lstStyle/>
          <a:p>
            <a:pPr marL="0" indent="0">
              <a:buNone/>
            </a:pPr>
            <a:endParaRPr lang="en-US"/>
          </a:p>
        </p:txBody>
      </p:sp>
      <p:sp>
        <p:nvSpPr>
          <p:cNvPr id="4" name="Date Placeholder 3">
            <a:extLst>
              <a:ext uri="{FF2B5EF4-FFF2-40B4-BE49-F238E27FC236}">
                <a16:creationId xmlns:a16="http://schemas.microsoft.com/office/drawing/2014/main" id="{F373C22C-DE25-7B75-D9AF-44DBCD646525}"/>
              </a:ext>
              <a:ext uri="{C183D7F6-B498-43B3-948B-1728B52AA6E4}">
                <adec:decorative xmlns:adec="http://schemas.microsoft.com/office/drawing/2017/decorative" val="1"/>
              </a:ext>
            </a:extLst>
          </p:cNvPr>
          <p:cNvSpPr>
            <a:spLocks noGrp="1"/>
          </p:cNvSpPr>
          <p:nvPr>
            <p:ph type="dt" sz="half" idx="11"/>
          </p:nvPr>
        </p:nvSpPr>
        <p:spPr/>
        <p:txBody>
          <a:bodyPr/>
          <a:lstStyle/>
          <a:p>
            <a:fld id="{AD3F3687-F110-4EB8-B449-E214A777C8E1}" type="datetimeyyyy">
              <a:rPr lang="en-US" smtClean="0"/>
              <a:t>2025</a:t>
            </a:fld>
            <a:endParaRPr lang="en-US"/>
          </a:p>
        </p:txBody>
      </p:sp>
      <p:sp>
        <p:nvSpPr>
          <p:cNvPr id="5" name="Footer Placeholder 4">
            <a:extLst>
              <a:ext uri="{FF2B5EF4-FFF2-40B4-BE49-F238E27FC236}">
                <a16:creationId xmlns:a16="http://schemas.microsoft.com/office/drawing/2014/main" id="{BB02681B-1987-B2EB-0429-88E7DD3B7BCB}"/>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A0747498-698F-605B-C499-74C8AB34F508}"/>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52</a:t>
            </a:fld>
            <a:endParaRPr lang="en-US"/>
          </a:p>
        </p:txBody>
      </p:sp>
    </p:spTree>
    <p:extLst>
      <p:ext uri="{BB962C8B-B14F-4D97-AF65-F5344CB8AC3E}">
        <p14:creationId xmlns:p14="http://schemas.microsoft.com/office/powerpoint/2010/main" val="35549967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46E9B78-7F6C-6884-64B5-61E50D14E763}"/>
              </a:ext>
            </a:extLst>
          </p:cNvPr>
          <p:cNvPicPr>
            <a:picLocks noChangeAspect="1"/>
          </p:cNvPicPr>
          <p:nvPr/>
        </p:nvPicPr>
        <p:blipFill>
          <a:blip r:embed="rId2" cstate="email">
            <a:extLst>
              <a:ext uri="{BEBA8EAE-BF5A-486C-A8C5-ECC9F3942E4B}">
                <a14:imgProps xmlns:a14="http://schemas.microsoft.com/office/drawing/2010/main">
                  <a14:imgLayer r:embed="rId3">
                    <a14:imgEffect>
                      <a14:brightnessContrast bright="2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764BD3B3-6B5C-94DE-F824-40978B48EB84}"/>
              </a:ext>
            </a:extLst>
          </p:cNvPr>
          <p:cNvSpPr>
            <a:spLocks noGrp="1"/>
          </p:cNvSpPr>
          <p:nvPr>
            <p:ph type="title"/>
          </p:nvPr>
        </p:nvSpPr>
        <p:spPr>
          <a:xfrm>
            <a:off x="571500" y="571501"/>
            <a:ext cx="3528011" cy="990600"/>
          </a:xfrm>
        </p:spPr>
        <p:txBody>
          <a:bodyPr/>
          <a:lstStyle/>
          <a:p>
            <a:r>
              <a:rPr lang="en-US" dirty="0">
                <a:solidFill>
                  <a:schemeClr val="accent1"/>
                </a:solidFill>
              </a:rPr>
              <a:t>Local soul, </a:t>
            </a:r>
            <a:br>
              <a:rPr lang="en-US" dirty="0">
                <a:solidFill>
                  <a:schemeClr val="accent1"/>
                </a:solidFill>
              </a:rPr>
            </a:br>
            <a:r>
              <a:rPr lang="en-US" dirty="0"/>
              <a:t>global scale</a:t>
            </a:r>
          </a:p>
        </p:txBody>
      </p:sp>
      <p:sp>
        <p:nvSpPr>
          <p:cNvPr id="72" name="object 12">
            <a:extLst>
              <a:ext uri="{FF2B5EF4-FFF2-40B4-BE49-F238E27FC236}">
                <a16:creationId xmlns:a16="http://schemas.microsoft.com/office/drawing/2014/main" id="{D409AD13-64B0-B937-B7D1-FE0798EAD8DF}"/>
              </a:ext>
            </a:extLst>
          </p:cNvPr>
          <p:cNvSpPr txBox="1"/>
          <p:nvPr/>
        </p:nvSpPr>
        <p:spPr>
          <a:xfrm>
            <a:off x="571500" y="2934064"/>
            <a:ext cx="2574005" cy="1268251"/>
          </a:xfrm>
          <a:prstGeom prst="rect">
            <a:avLst/>
          </a:prstGeom>
        </p:spPr>
        <p:txBody>
          <a:bodyPr vert="horz" wrap="square" lIns="0" tIns="7700" rIns="0" bIns="0" rtlCol="0">
            <a:noAutofit/>
          </a:bodyPr>
          <a:lstStyle/>
          <a:p>
            <a:pPr lvl="0" fontAlgn="ctr">
              <a:lnSpc>
                <a:spcPct val="110000"/>
              </a:lnSpc>
              <a:spcAft>
                <a:spcPts val="1000"/>
              </a:spcAft>
              <a:defRPr/>
            </a:pPr>
            <a:r>
              <a:rPr lang="en-US" sz="1400"/>
              <a:t>We’re invested in each </a:t>
            </a:r>
            <a:br>
              <a:rPr lang="en-US" sz="1400"/>
            </a:br>
            <a:r>
              <a:rPr lang="en-US" sz="1400"/>
              <a:t>of our local communities and connected around the world. </a:t>
            </a:r>
          </a:p>
        </p:txBody>
      </p:sp>
      <p:grpSp>
        <p:nvGrpSpPr>
          <p:cNvPr id="68" name="Group 67">
            <a:extLst>
              <a:ext uri="{FF2B5EF4-FFF2-40B4-BE49-F238E27FC236}">
                <a16:creationId xmlns:a16="http://schemas.microsoft.com/office/drawing/2014/main" id="{C568BEB1-7118-05DF-2BAA-B37A930805D0}"/>
              </a:ext>
            </a:extLst>
          </p:cNvPr>
          <p:cNvGrpSpPr/>
          <p:nvPr/>
        </p:nvGrpSpPr>
        <p:grpSpPr>
          <a:xfrm>
            <a:off x="571500" y="4114800"/>
            <a:ext cx="1121705" cy="276999"/>
            <a:chOff x="10757857" y="5901289"/>
            <a:chExt cx="1121705" cy="276999"/>
          </a:xfrm>
        </p:grpSpPr>
        <p:sp>
          <p:nvSpPr>
            <p:cNvPr id="69" name="Rectangle 68">
              <a:extLst>
                <a:ext uri="{FF2B5EF4-FFF2-40B4-BE49-F238E27FC236}">
                  <a16:creationId xmlns:a16="http://schemas.microsoft.com/office/drawing/2014/main" id="{1B7A6D96-294D-3640-F69F-C2AC21B0B3B5}"/>
                </a:ext>
              </a:extLst>
            </p:cNvPr>
            <p:cNvSpPr/>
            <p:nvPr/>
          </p:nvSpPr>
          <p:spPr>
            <a:xfrm>
              <a:off x="10784326" y="5901289"/>
              <a:ext cx="1095236" cy="276999"/>
            </a:xfrm>
            <a:prstGeom prst="rect">
              <a:avLst/>
            </a:prstGeom>
          </p:spPr>
          <p:txBody>
            <a:bodyPr wrap="none" anchor="ctr">
              <a:spAutoFit/>
            </a:bodyPr>
            <a:lstStyle/>
            <a:p>
              <a:pPr marL="7700" algn="just">
                <a:spcBef>
                  <a:spcPts val="997"/>
                </a:spcBef>
              </a:pPr>
              <a:r>
                <a:rPr lang="en-US" sz="1200" spc="15">
                  <a:cs typeface="Avenir Next LT Pro" panose="020B0504020202020204" pitchFamily="34" charset="0"/>
                </a:rPr>
                <a:t>Build Center</a:t>
              </a:r>
              <a:endParaRPr lang="en-US" sz="1200">
                <a:cs typeface="Avenir Next LT Pro" panose="020B0504020202020204" pitchFamily="34" charset="0"/>
              </a:endParaRPr>
            </a:p>
          </p:txBody>
        </p:sp>
        <p:sp>
          <p:nvSpPr>
            <p:cNvPr id="70" name="Oval 69">
              <a:extLst>
                <a:ext uri="{FF2B5EF4-FFF2-40B4-BE49-F238E27FC236}">
                  <a16:creationId xmlns:a16="http://schemas.microsoft.com/office/drawing/2014/main" id="{6DA5E08C-5EA1-6B48-56B0-B6C9A270462F}"/>
                </a:ext>
              </a:extLst>
            </p:cNvPr>
            <p:cNvSpPr/>
            <p:nvPr/>
          </p:nvSpPr>
          <p:spPr>
            <a:xfrm>
              <a:off x="10757857" y="6023590"/>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ctr"/>
            <a:lstStyle/>
            <a:p>
              <a:pPr algn="ctr"/>
              <a:endParaRPr lang="en-US" sz="1200" err="1">
                <a:solidFill>
                  <a:schemeClr val="tx1"/>
                </a:solidFill>
              </a:endParaRPr>
            </a:p>
          </p:txBody>
        </p:sp>
      </p:grpSp>
      <p:sp>
        <p:nvSpPr>
          <p:cNvPr id="82" name="object 2">
            <a:extLst>
              <a:ext uri="{FF2B5EF4-FFF2-40B4-BE49-F238E27FC236}">
                <a16:creationId xmlns:a16="http://schemas.microsoft.com/office/drawing/2014/main" id="{E9FDCAA3-D4E1-D6CB-5E69-BD4E457D7105}"/>
              </a:ext>
            </a:extLst>
          </p:cNvPr>
          <p:cNvSpPr txBox="1">
            <a:spLocks/>
          </p:cNvSpPr>
          <p:nvPr/>
        </p:nvSpPr>
        <p:spPr>
          <a:xfrm>
            <a:off x="4349254" y="581333"/>
            <a:ext cx="1669118" cy="316545"/>
          </a:xfrm>
          <a:prstGeom prst="rect">
            <a:avLst/>
          </a:prstGeom>
        </p:spPr>
        <p:txBody>
          <a:bodyPr vert="horz" wrap="square" lIns="0" tIns="74688" rIns="0" bIns="0" rtlCol="0">
            <a:noAutofit/>
          </a:bodyPr>
          <a:lstStyle/>
          <a:p>
            <a:pPr marL="7700" algn="just">
              <a:spcBef>
                <a:spcPts val="588"/>
              </a:spcBef>
            </a:pPr>
            <a:r>
              <a:rPr lang="en-US" sz="1200" b="1" cap="all" spc="150">
                <a:solidFill>
                  <a:schemeClr val="accent1"/>
                </a:solidFill>
                <a:ea typeface="+mj-ea"/>
                <a:cs typeface="+mj-cs"/>
              </a:rPr>
              <a:t>NORTH AMERICA</a:t>
            </a:r>
          </a:p>
        </p:txBody>
      </p:sp>
      <p:sp>
        <p:nvSpPr>
          <p:cNvPr id="44" name="object 2">
            <a:extLst>
              <a:ext uri="{FF2B5EF4-FFF2-40B4-BE49-F238E27FC236}">
                <a16:creationId xmlns:a16="http://schemas.microsoft.com/office/drawing/2014/main" id="{2F8F64EA-12E5-4AAE-9C1C-72111471DD76}"/>
              </a:ext>
            </a:extLst>
          </p:cNvPr>
          <p:cNvSpPr txBox="1">
            <a:spLocks/>
          </p:cNvSpPr>
          <p:nvPr/>
        </p:nvSpPr>
        <p:spPr>
          <a:xfrm>
            <a:off x="4349254" y="922260"/>
            <a:ext cx="1272055" cy="2973693"/>
          </a:xfrm>
          <a:prstGeom prst="rect">
            <a:avLst/>
          </a:prstGeom>
        </p:spPr>
        <p:txBody>
          <a:bodyPr vert="horz" wrap="square" lIns="0" tIns="74688" rIns="0" bIns="0" rtlCol="0">
            <a:noAutofit/>
          </a:bodyPr>
          <a:lstStyle/>
          <a:p>
            <a:pPr marL="7700" algn="just">
              <a:spcBef>
                <a:spcPts val="900"/>
              </a:spcBef>
            </a:pPr>
            <a:r>
              <a:rPr lang="en-US" sz="1200" b="1" dirty="0">
                <a:cs typeface="Avenir Next LT Pro" panose="020B0504020202020204" pitchFamily="34" charset="0"/>
              </a:rPr>
              <a:t>United States</a:t>
            </a:r>
          </a:p>
          <a:p>
            <a:pPr marL="7700" algn="just">
              <a:spcBef>
                <a:spcPts val="900"/>
              </a:spcBef>
            </a:pPr>
            <a:r>
              <a:rPr lang="en-US" sz="1200" dirty="0">
                <a:cs typeface="Avenir Next LT Pro" panose="020B0504020202020204" pitchFamily="34" charset="0"/>
              </a:rPr>
              <a:t>Atlanta</a:t>
            </a:r>
          </a:p>
          <a:p>
            <a:pPr marL="7700" algn="just">
              <a:spcBef>
                <a:spcPts val="900"/>
              </a:spcBef>
            </a:pPr>
            <a:r>
              <a:rPr lang="en-US" sz="1200" dirty="0">
                <a:cs typeface="Avenir Next LT Pro" panose="020B0504020202020204" pitchFamily="34" charset="0"/>
              </a:rPr>
              <a:t>Austin</a:t>
            </a:r>
          </a:p>
          <a:p>
            <a:pPr marL="7700" algn="just">
              <a:spcBef>
                <a:spcPts val="900"/>
              </a:spcBef>
            </a:pPr>
            <a:r>
              <a:rPr lang="en-US" sz="1200" dirty="0">
                <a:cs typeface="Avenir Next LT Pro" panose="020B0504020202020204" pitchFamily="34" charset="0"/>
              </a:rPr>
              <a:t>Boston</a:t>
            </a:r>
          </a:p>
          <a:p>
            <a:pPr marL="7700" algn="just">
              <a:spcBef>
                <a:spcPts val="900"/>
              </a:spcBef>
            </a:pPr>
            <a:r>
              <a:rPr lang="en-US" sz="1200" dirty="0">
                <a:cs typeface="Avenir Next LT Pro" panose="020B0504020202020204" pitchFamily="34" charset="0"/>
              </a:rPr>
              <a:t>Charlotte</a:t>
            </a:r>
          </a:p>
          <a:p>
            <a:pPr marL="7700" algn="just">
              <a:spcBef>
                <a:spcPts val="900"/>
              </a:spcBef>
            </a:pPr>
            <a:r>
              <a:rPr lang="en-US" sz="1200" dirty="0">
                <a:cs typeface="Avenir Next LT Pro" panose="020B0504020202020204" pitchFamily="34" charset="0"/>
              </a:rPr>
              <a:t>Chicago</a:t>
            </a:r>
          </a:p>
          <a:p>
            <a:pPr marL="7700" algn="just">
              <a:spcBef>
                <a:spcPts val="900"/>
              </a:spcBef>
            </a:pPr>
            <a:r>
              <a:rPr lang="en-US" sz="1200" dirty="0">
                <a:cs typeface="Avenir Next LT Pro" panose="020B0504020202020204" pitchFamily="34" charset="0"/>
              </a:rPr>
              <a:t>Columbus</a:t>
            </a:r>
          </a:p>
          <a:p>
            <a:pPr marL="7700" algn="just">
              <a:spcBef>
                <a:spcPts val="900"/>
              </a:spcBef>
            </a:pPr>
            <a:r>
              <a:rPr lang="en-US" sz="1200" dirty="0">
                <a:cs typeface="Avenir Next LT Pro" panose="020B0504020202020204" pitchFamily="34" charset="0"/>
              </a:rPr>
              <a:t>Dallas</a:t>
            </a:r>
          </a:p>
          <a:p>
            <a:pPr marL="7700" algn="just">
              <a:spcBef>
                <a:spcPts val="900"/>
              </a:spcBef>
            </a:pPr>
            <a:r>
              <a:rPr lang="en-US" sz="1200" dirty="0">
                <a:cs typeface="Avenir Next LT Pro" panose="020B0504020202020204" pitchFamily="34" charset="0"/>
              </a:rPr>
              <a:t>Denver</a:t>
            </a:r>
          </a:p>
          <a:p>
            <a:pPr marL="7700" algn="just">
              <a:spcBef>
                <a:spcPts val="900"/>
              </a:spcBef>
            </a:pPr>
            <a:r>
              <a:rPr lang="en-US" sz="1200" dirty="0">
                <a:cs typeface="Avenir Next LT Pro" panose="020B0504020202020204" pitchFamily="34" charset="0"/>
              </a:rPr>
              <a:t>Detroit </a:t>
            </a:r>
          </a:p>
          <a:p>
            <a:pPr marL="7700" algn="just">
              <a:spcBef>
                <a:spcPts val="900"/>
              </a:spcBef>
            </a:pPr>
            <a:r>
              <a:rPr lang="en-US" sz="1200" dirty="0">
                <a:cs typeface="Avenir Next LT Pro" panose="020B0504020202020204" pitchFamily="34" charset="0"/>
              </a:rPr>
              <a:t>East Bay</a:t>
            </a:r>
          </a:p>
          <a:p>
            <a:pPr marL="7700" algn="just">
              <a:spcBef>
                <a:spcPts val="900"/>
              </a:spcBef>
            </a:pPr>
            <a:endParaRPr lang="en-US" sz="1200" dirty="0">
              <a:cs typeface="Avenir Next LT Pro" panose="020B0504020202020204" pitchFamily="34" charset="0"/>
            </a:endParaRPr>
          </a:p>
          <a:p>
            <a:pPr marL="7700" algn="just">
              <a:spcBef>
                <a:spcPts val="900"/>
              </a:spcBef>
            </a:pPr>
            <a:endParaRPr lang="en-US" sz="1200" dirty="0">
              <a:cs typeface="Avenir Next LT Pro" panose="020B0504020202020204" pitchFamily="34" charset="0"/>
            </a:endParaRPr>
          </a:p>
        </p:txBody>
      </p:sp>
      <p:sp>
        <p:nvSpPr>
          <p:cNvPr id="43" name="object 2">
            <a:extLst>
              <a:ext uri="{FF2B5EF4-FFF2-40B4-BE49-F238E27FC236}">
                <a16:creationId xmlns:a16="http://schemas.microsoft.com/office/drawing/2014/main" id="{AA976690-2AE1-7DA9-F5BC-E975BECA4AA5}"/>
              </a:ext>
            </a:extLst>
          </p:cNvPr>
          <p:cNvSpPr txBox="1">
            <a:spLocks/>
          </p:cNvSpPr>
          <p:nvPr/>
        </p:nvSpPr>
        <p:spPr>
          <a:xfrm>
            <a:off x="5755852" y="1218101"/>
            <a:ext cx="1272055" cy="2655745"/>
          </a:xfrm>
          <a:prstGeom prst="rect">
            <a:avLst/>
          </a:prstGeom>
        </p:spPr>
        <p:txBody>
          <a:bodyPr vert="horz" wrap="square" lIns="0" tIns="74688" rIns="0" bIns="0" rtlCol="0">
            <a:noAutofit/>
          </a:bodyPr>
          <a:lstStyle/>
          <a:p>
            <a:pPr marL="7700">
              <a:spcBef>
                <a:spcPts val="900"/>
              </a:spcBef>
            </a:pPr>
            <a:r>
              <a:rPr lang="en-US" sz="1200" dirty="0">
                <a:cs typeface="Avenir Next LT Pro" panose="020B0504020202020204" pitchFamily="34" charset="0"/>
              </a:rPr>
              <a:t>Fort Worth</a:t>
            </a:r>
          </a:p>
          <a:p>
            <a:pPr marL="7700">
              <a:spcBef>
                <a:spcPts val="900"/>
              </a:spcBef>
            </a:pPr>
            <a:r>
              <a:rPr lang="en-US" sz="1200" dirty="0">
                <a:cs typeface="Avenir Next LT Pro" panose="020B0504020202020204" pitchFamily="34" charset="0"/>
              </a:rPr>
              <a:t>Grand Rapids</a:t>
            </a:r>
          </a:p>
          <a:p>
            <a:pPr marL="7700">
              <a:spcBef>
                <a:spcPts val="900"/>
              </a:spcBef>
            </a:pPr>
            <a:r>
              <a:rPr lang="en-US" sz="1200" dirty="0">
                <a:cs typeface="Avenir Next LT Pro" panose="020B0504020202020204" pitchFamily="34" charset="0"/>
              </a:rPr>
              <a:t>Hartford</a:t>
            </a:r>
          </a:p>
          <a:p>
            <a:pPr marL="7700">
              <a:spcBef>
                <a:spcPts val="900"/>
              </a:spcBef>
            </a:pPr>
            <a:r>
              <a:rPr lang="en-US" sz="1200" dirty="0">
                <a:cs typeface="Avenir Next LT Pro" panose="020B0504020202020204" pitchFamily="34" charset="0"/>
              </a:rPr>
              <a:t>Houston</a:t>
            </a:r>
          </a:p>
          <a:p>
            <a:pPr marL="7700">
              <a:spcBef>
                <a:spcPts val="900"/>
              </a:spcBef>
            </a:pPr>
            <a:r>
              <a:rPr lang="en-US" sz="1200" dirty="0">
                <a:cs typeface="Avenir Next LT Pro" panose="020B0504020202020204" pitchFamily="34" charset="0"/>
              </a:rPr>
              <a:t>Kansas City </a:t>
            </a:r>
          </a:p>
          <a:p>
            <a:pPr marL="7700">
              <a:spcBef>
                <a:spcPts val="900"/>
              </a:spcBef>
            </a:pPr>
            <a:r>
              <a:rPr lang="en-US" sz="1200" dirty="0">
                <a:cs typeface="Avenir Next LT Pro" panose="020B0504020202020204" pitchFamily="34" charset="0"/>
              </a:rPr>
              <a:t>Los Angeles</a:t>
            </a:r>
          </a:p>
          <a:p>
            <a:pPr marL="7700">
              <a:spcBef>
                <a:spcPts val="900"/>
              </a:spcBef>
            </a:pPr>
            <a:r>
              <a:rPr lang="en-US" sz="1200" dirty="0">
                <a:cs typeface="Avenir Next LT Pro" panose="020B0504020202020204" pitchFamily="34" charset="0"/>
              </a:rPr>
              <a:t>Miami </a:t>
            </a:r>
          </a:p>
          <a:p>
            <a:pPr marL="7700">
              <a:spcBef>
                <a:spcPts val="900"/>
              </a:spcBef>
            </a:pPr>
            <a:r>
              <a:rPr lang="en-US" sz="1200" dirty="0">
                <a:cs typeface="Avenir Next LT Pro" panose="020B0504020202020204" pitchFamily="34" charset="0"/>
              </a:rPr>
              <a:t>Minneapolis</a:t>
            </a:r>
          </a:p>
          <a:p>
            <a:pPr marL="7700">
              <a:spcBef>
                <a:spcPts val="900"/>
              </a:spcBef>
            </a:pPr>
            <a:r>
              <a:rPr lang="en-US" sz="1200" dirty="0">
                <a:cs typeface="Avenir Next LT Pro" panose="020B0504020202020204" pitchFamily="34" charset="0"/>
              </a:rPr>
              <a:t>Nashville</a:t>
            </a:r>
          </a:p>
          <a:p>
            <a:pPr marL="7700">
              <a:spcBef>
                <a:spcPts val="900"/>
              </a:spcBef>
            </a:pPr>
            <a:r>
              <a:rPr lang="en-US" sz="1200" dirty="0">
                <a:cs typeface="Avenir Next LT Pro" panose="020B0504020202020204" pitchFamily="34" charset="0"/>
              </a:rPr>
              <a:t>New Jersey</a:t>
            </a:r>
          </a:p>
        </p:txBody>
      </p:sp>
      <p:sp>
        <p:nvSpPr>
          <p:cNvPr id="45" name="object 2">
            <a:extLst>
              <a:ext uri="{FF2B5EF4-FFF2-40B4-BE49-F238E27FC236}">
                <a16:creationId xmlns:a16="http://schemas.microsoft.com/office/drawing/2014/main" id="{53571184-DDCE-0B03-1CA4-FD40C8B4F45C}"/>
              </a:ext>
            </a:extLst>
          </p:cNvPr>
          <p:cNvSpPr txBox="1">
            <a:spLocks/>
          </p:cNvSpPr>
          <p:nvPr/>
        </p:nvSpPr>
        <p:spPr>
          <a:xfrm>
            <a:off x="7162449" y="1222415"/>
            <a:ext cx="1272055" cy="2651053"/>
          </a:xfrm>
          <a:prstGeom prst="rect">
            <a:avLst/>
          </a:prstGeom>
        </p:spPr>
        <p:txBody>
          <a:bodyPr vert="horz" wrap="square" lIns="0" tIns="74688" rIns="0" bIns="0" rtlCol="0">
            <a:noAutofit/>
          </a:bodyPr>
          <a:lstStyle/>
          <a:p>
            <a:pPr marL="7700">
              <a:spcBef>
                <a:spcPts val="900"/>
              </a:spcBef>
            </a:pPr>
            <a:r>
              <a:rPr lang="en-US" sz="1200">
                <a:cs typeface="Avenir Next LT Pro" panose="020B0504020202020204" pitchFamily="34" charset="0"/>
              </a:rPr>
              <a:t>New York </a:t>
            </a:r>
          </a:p>
          <a:p>
            <a:pPr marL="7700">
              <a:spcBef>
                <a:spcPts val="900"/>
              </a:spcBef>
            </a:pPr>
            <a:r>
              <a:rPr lang="en-US" sz="1200">
                <a:cs typeface="Avenir Next LT Pro" panose="020B0504020202020204" pitchFamily="34" charset="0"/>
              </a:rPr>
              <a:t>Orange County </a:t>
            </a:r>
          </a:p>
          <a:p>
            <a:pPr marL="7700">
              <a:spcBef>
                <a:spcPts val="900"/>
              </a:spcBef>
            </a:pPr>
            <a:r>
              <a:rPr lang="en-US" sz="1200">
                <a:cs typeface="Avenir Next LT Pro" panose="020B0504020202020204" pitchFamily="34" charset="0"/>
              </a:rPr>
              <a:t>Philadelphia</a:t>
            </a:r>
          </a:p>
          <a:p>
            <a:pPr marL="7700">
              <a:spcBef>
                <a:spcPts val="900"/>
              </a:spcBef>
            </a:pPr>
            <a:r>
              <a:rPr lang="en-US" sz="1200">
                <a:cs typeface="Avenir Next LT Pro" panose="020B0504020202020204" pitchFamily="34" charset="0"/>
              </a:rPr>
              <a:t>Phoenix</a:t>
            </a:r>
          </a:p>
          <a:p>
            <a:pPr marL="7700">
              <a:spcBef>
                <a:spcPts val="900"/>
              </a:spcBef>
            </a:pPr>
            <a:r>
              <a:rPr lang="en-US" sz="1200">
                <a:cs typeface="Avenir Next LT Pro" panose="020B0504020202020204" pitchFamily="34" charset="0"/>
              </a:rPr>
              <a:t>Portland</a:t>
            </a:r>
          </a:p>
          <a:p>
            <a:pPr marL="7700">
              <a:spcBef>
                <a:spcPts val="900"/>
              </a:spcBef>
            </a:pPr>
            <a:r>
              <a:rPr lang="en-US" sz="1200">
                <a:cs typeface="Avenir Next LT Pro" panose="020B0504020202020204" pitchFamily="34" charset="0"/>
              </a:rPr>
              <a:t>Raleigh</a:t>
            </a:r>
          </a:p>
          <a:p>
            <a:pPr marL="7700">
              <a:spcBef>
                <a:spcPts val="900"/>
              </a:spcBef>
            </a:pPr>
            <a:r>
              <a:rPr lang="en-US" sz="1200">
                <a:cs typeface="Avenir Next LT Pro" panose="020B0504020202020204" pitchFamily="34" charset="0"/>
              </a:rPr>
              <a:t>Salt Lake City</a:t>
            </a:r>
          </a:p>
          <a:p>
            <a:pPr marL="7700">
              <a:spcBef>
                <a:spcPts val="900"/>
              </a:spcBef>
            </a:pPr>
            <a:r>
              <a:rPr lang="en-US" sz="1200">
                <a:cs typeface="Avenir Next LT Pro" panose="020B0504020202020204" pitchFamily="34" charset="0"/>
              </a:rPr>
              <a:t>San Diego</a:t>
            </a:r>
          </a:p>
          <a:p>
            <a:pPr marL="7700">
              <a:spcBef>
                <a:spcPts val="900"/>
              </a:spcBef>
            </a:pPr>
            <a:r>
              <a:rPr lang="en-US" sz="1200">
                <a:cs typeface="Avenir Next LT Pro" panose="020B0504020202020204" pitchFamily="34" charset="0"/>
              </a:rPr>
              <a:t>San Francisco</a:t>
            </a:r>
          </a:p>
        </p:txBody>
      </p:sp>
      <p:sp>
        <p:nvSpPr>
          <p:cNvPr id="46" name="object 2">
            <a:extLst>
              <a:ext uri="{FF2B5EF4-FFF2-40B4-BE49-F238E27FC236}">
                <a16:creationId xmlns:a16="http://schemas.microsoft.com/office/drawing/2014/main" id="{57B3FABB-D6AF-27F3-59DE-FA53EC4236AF}"/>
              </a:ext>
            </a:extLst>
          </p:cNvPr>
          <p:cNvSpPr txBox="1">
            <a:spLocks/>
          </p:cNvSpPr>
          <p:nvPr/>
        </p:nvSpPr>
        <p:spPr>
          <a:xfrm>
            <a:off x="8569046" y="1222414"/>
            <a:ext cx="1272055" cy="2651053"/>
          </a:xfrm>
          <a:prstGeom prst="rect">
            <a:avLst/>
          </a:prstGeom>
        </p:spPr>
        <p:txBody>
          <a:bodyPr vert="horz" wrap="square" lIns="0" tIns="74688" rIns="0" bIns="0" rtlCol="0">
            <a:noAutofit/>
          </a:bodyPr>
          <a:lstStyle/>
          <a:p>
            <a:pPr marL="7700">
              <a:spcBef>
                <a:spcPts val="900"/>
              </a:spcBef>
            </a:pPr>
            <a:r>
              <a:rPr lang="en-US" sz="1200" dirty="0">
                <a:cs typeface="Avenir Next LT Pro" panose="020B0504020202020204" pitchFamily="34" charset="0"/>
              </a:rPr>
              <a:t>Seattle</a:t>
            </a:r>
          </a:p>
          <a:p>
            <a:pPr marL="7700">
              <a:spcBef>
                <a:spcPts val="900"/>
              </a:spcBef>
            </a:pPr>
            <a:r>
              <a:rPr lang="en-US" sz="1200" dirty="0">
                <a:cs typeface="Avenir Next LT Pro" panose="020B0504020202020204" pitchFamily="34" charset="0"/>
              </a:rPr>
              <a:t>Silicon Valley</a:t>
            </a:r>
          </a:p>
          <a:p>
            <a:pPr marL="7700">
              <a:spcBef>
                <a:spcPts val="900"/>
              </a:spcBef>
            </a:pPr>
            <a:r>
              <a:rPr lang="en-US" sz="1200" dirty="0">
                <a:cs typeface="Avenir Next LT Pro" panose="020B0504020202020204" pitchFamily="34" charset="0"/>
              </a:rPr>
              <a:t>St. Louis</a:t>
            </a:r>
          </a:p>
          <a:p>
            <a:pPr marL="7700">
              <a:spcBef>
                <a:spcPts val="900"/>
              </a:spcBef>
            </a:pPr>
            <a:r>
              <a:rPr lang="en-US" sz="1200" dirty="0">
                <a:cs typeface="Avenir Next LT Pro" panose="020B0504020202020204" pitchFamily="34" charset="0"/>
              </a:rPr>
              <a:t>Tampa</a:t>
            </a:r>
          </a:p>
          <a:p>
            <a:pPr marL="7700">
              <a:spcBef>
                <a:spcPts val="900"/>
              </a:spcBef>
            </a:pPr>
            <a:r>
              <a:rPr lang="en-US" sz="1200" dirty="0">
                <a:cs typeface="Avenir Next LT Pro" panose="020B0504020202020204" pitchFamily="34" charset="0"/>
              </a:rPr>
              <a:t>Washington, DC</a:t>
            </a:r>
          </a:p>
          <a:p>
            <a:pPr marL="7700">
              <a:spcBef>
                <a:spcPts val="900"/>
              </a:spcBef>
            </a:pPr>
            <a:r>
              <a:rPr lang="en-US" sz="1200" dirty="0">
                <a:cs typeface="Avenir Next LT Pro" panose="020B0504020202020204" pitchFamily="34" charset="0"/>
              </a:rPr>
              <a:t>Westchester &amp;</a:t>
            </a:r>
            <a:br>
              <a:rPr lang="en-US" sz="1200" dirty="0">
                <a:cs typeface="Avenir Next LT Pro" panose="020B0504020202020204" pitchFamily="34" charset="0"/>
              </a:rPr>
            </a:br>
            <a:r>
              <a:rPr lang="en-US" sz="1200" dirty="0">
                <a:cs typeface="Avenir Next LT Pro" panose="020B0504020202020204" pitchFamily="34" charset="0"/>
              </a:rPr>
              <a:t>Southern CT</a:t>
            </a:r>
          </a:p>
        </p:txBody>
      </p:sp>
      <p:sp>
        <p:nvSpPr>
          <p:cNvPr id="42" name="object 2">
            <a:extLst>
              <a:ext uri="{FF2B5EF4-FFF2-40B4-BE49-F238E27FC236}">
                <a16:creationId xmlns:a16="http://schemas.microsoft.com/office/drawing/2014/main" id="{C0BA2E35-DC95-88BB-FB75-1FB99DBCCB6D}"/>
              </a:ext>
            </a:extLst>
          </p:cNvPr>
          <p:cNvSpPr txBox="1">
            <a:spLocks/>
          </p:cNvSpPr>
          <p:nvPr/>
        </p:nvSpPr>
        <p:spPr>
          <a:xfrm>
            <a:off x="10322482" y="922260"/>
            <a:ext cx="1272055" cy="2973692"/>
          </a:xfrm>
          <a:prstGeom prst="rect">
            <a:avLst/>
          </a:prstGeom>
        </p:spPr>
        <p:txBody>
          <a:bodyPr vert="horz" wrap="square" lIns="0" tIns="74688" rIns="0" bIns="0" rtlCol="0" anchor="t">
            <a:noAutofit/>
          </a:bodyPr>
          <a:lstStyle/>
          <a:p>
            <a:pPr marL="7620" algn="just">
              <a:spcBef>
                <a:spcPts val="900"/>
              </a:spcBef>
            </a:pPr>
            <a:r>
              <a:rPr lang="en-US" sz="1200" b="1" dirty="0">
                <a:cs typeface="Avenir Next LT Pro" panose="020B0504020202020204" pitchFamily="34" charset="0"/>
              </a:rPr>
              <a:t>Canada</a:t>
            </a:r>
          </a:p>
          <a:p>
            <a:pPr marL="7620" algn="just">
              <a:spcBef>
                <a:spcPts val="900"/>
              </a:spcBef>
            </a:pPr>
            <a:r>
              <a:rPr lang="en-US" sz="1200" dirty="0"/>
              <a:t>Calgary</a:t>
            </a:r>
          </a:p>
          <a:p>
            <a:pPr marL="7620" algn="just">
              <a:spcBef>
                <a:spcPts val="900"/>
              </a:spcBef>
            </a:pPr>
            <a:r>
              <a:rPr lang="en-US" sz="1200" dirty="0"/>
              <a:t>Montréal</a:t>
            </a:r>
          </a:p>
          <a:p>
            <a:pPr marL="7620" algn="just">
              <a:spcBef>
                <a:spcPts val="900"/>
              </a:spcBef>
            </a:pPr>
            <a:r>
              <a:rPr lang="en-US" sz="1200" dirty="0">
                <a:cs typeface="Avenir Next LT Pro" panose="020B0504020202020204" pitchFamily="34" charset="0"/>
              </a:rPr>
              <a:t>Toronto</a:t>
            </a:r>
          </a:p>
          <a:p>
            <a:pPr marL="7620" algn="just">
              <a:spcBef>
                <a:spcPts val="900"/>
              </a:spcBef>
            </a:pPr>
            <a:r>
              <a:rPr lang="en-US" sz="1200" dirty="0">
                <a:cs typeface="Avenir Next LT Pro" panose="020B0504020202020204" pitchFamily="34" charset="0"/>
              </a:rPr>
              <a:t>Vancouver</a:t>
            </a:r>
          </a:p>
        </p:txBody>
      </p:sp>
      <p:sp>
        <p:nvSpPr>
          <p:cNvPr id="83" name="object 2">
            <a:extLst>
              <a:ext uri="{FF2B5EF4-FFF2-40B4-BE49-F238E27FC236}">
                <a16:creationId xmlns:a16="http://schemas.microsoft.com/office/drawing/2014/main" id="{25FEC851-DA38-4AB4-A118-B69D77A29445}"/>
              </a:ext>
            </a:extLst>
          </p:cNvPr>
          <p:cNvSpPr txBox="1">
            <a:spLocks/>
          </p:cNvSpPr>
          <p:nvPr/>
        </p:nvSpPr>
        <p:spPr>
          <a:xfrm>
            <a:off x="4349254" y="4393324"/>
            <a:ext cx="1669118" cy="316545"/>
          </a:xfrm>
          <a:prstGeom prst="rect">
            <a:avLst/>
          </a:prstGeom>
        </p:spPr>
        <p:txBody>
          <a:bodyPr vert="horz" wrap="square" lIns="0" tIns="74688" rIns="0" bIns="0" rtlCol="0">
            <a:noAutofit/>
          </a:bodyPr>
          <a:lstStyle/>
          <a:p>
            <a:pPr marL="7700" algn="just">
              <a:spcBef>
                <a:spcPts val="588"/>
              </a:spcBef>
            </a:pPr>
            <a:r>
              <a:rPr lang="en-US" sz="1200" b="1" cap="all" spc="150" dirty="0">
                <a:solidFill>
                  <a:schemeClr val="accent1"/>
                </a:solidFill>
                <a:ea typeface="+mj-ea"/>
                <a:cs typeface="+mj-cs"/>
              </a:rPr>
              <a:t>Asia Pacific</a:t>
            </a:r>
          </a:p>
        </p:txBody>
      </p:sp>
      <p:sp>
        <p:nvSpPr>
          <p:cNvPr id="48" name="object 2">
            <a:extLst>
              <a:ext uri="{FF2B5EF4-FFF2-40B4-BE49-F238E27FC236}">
                <a16:creationId xmlns:a16="http://schemas.microsoft.com/office/drawing/2014/main" id="{B3C9B6AF-4560-D24F-20AD-03154F476CF0}"/>
              </a:ext>
            </a:extLst>
          </p:cNvPr>
          <p:cNvSpPr txBox="1">
            <a:spLocks/>
          </p:cNvSpPr>
          <p:nvPr/>
        </p:nvSpPr>
        <p:spPr>
          <a:xfrm>
            <a:off x="4349255" y="4715377"/>
            <a:ext cx="1272055" cy="1833873"/>
          </a:xfrm>
          <a:prstGeom prst="rect">
            <a:avLst/>
          </a:prstGeom>
        </p:spPr>
        <p:txBody>
          <a:bodyPr vert="horz" wrap="square" lIns="0" tIns="74688" rIns="0" bIns="0" rtlCol="0">
            <a:noAutofit/>
          </a:bodyPr>
          <a:lstStyle/>
          <a:p>
            <a:pPr marL="7700" algn="just">
              <a:spcBef>
                <a:spcPts val="900"/>
              </a:spcBef>
            </a:pPr>
            <a:r>
              <a:rPr lang="en-US" sz="1200" b="1">
                <a:cs typeface="Avenir Next LT Pro" panose="020B0504020202020204" pitchFamily="34" charset="0"/>
              </a:rPr>
              <a:t>Australia</a:t>
            </a:r>
            <a:endParaRPr sz="1200" b="1">
              <a:cs typeface="Avenir Next LT Pro" panose="020B0504020202020204" pitchFamily="34" charset="0"/>
            </a:endParaRPr>
          </a:p>
          <a:p>
            <a:pPr marL="7700" algn="just">
              <a:spcBef>
                <a:spcPts val="900"/>
              </a:spcBef>
            </a:pPr>
            <a:r>
              <a:rPr lang="en-US" sz="1200">
                <a:cs typeface="Avenir Next LT Pro" panose="020B0504020202020204" pitchFamily="34" charset="0"/>
              </a:rPr>
              <a:t>Melbourne</a:t>
            </a:r>
          </a:p>
          <a:p>
            <a:pPr marL="7700" algn="just">
              <a:spcBef>
                <a:spcPts val="900"/>
              </a:spcBef>
            </a:pPr>
            <a:r>
              <a:rPr lang="en-US" sz="1200">
                <a:cs typeface="Avenir Next LT Pro" panose="020B0504020202020204" pitchFamily="34" charset="0"/>
              </a:rPr>
              <a:t>Sydney</a:t>
            </a:r>
          </a:p>
        </p:txBody>
      </p:sp>
      <p:sp>
        <p:nvSpPr>
          <p:cNvPr id="67" name="object 2">
            <a:extLst>
              <a:ext uri="{FF2B5EF4-FFF2-40B4-BE49-F238E27FC236}">
                <a16:creationId xmlns:a16="http://schemas.microsoft.com/office/drawing/2014/main" id="{8B5C90DF-EB63-D533-72A9-0764C8B4E460}"/>
              </a:ext>
            </a:extLst>
          </p:cNvPr>
          <p:cNvSpPr txBox="1">
            <a:spLocks/>
          </p:cNvSpPr>
          <p:nvPr/>
        </p:nvSpPr>
        <p:spPr>
          <a:xfrm>
            <a:off x="6692532" y="4709869"/>
            <a:ext cx="1272055" cy="1139796"/>
          </a:xfrm>
          <a:prstGeom prst="rect">
            <a:avLst/>
          </a:prstGeom>
        </p:spPr>
        <p:txBody>
          <a:bodyPr vert="horz" wrap="square" lIns="0" tIns="74688" rIns="0" bIns="0" rtlCol="0">
            <a:noAutofit/>
          </a:bodyPr>
          <a:lstStyle/>
          <a:p>
            <a:pPr marL="7700" algn="just">
              <a:spcBef>
                <a:spcPts val="900"/>
              </a:spcBef>
            </a:pPr>
            <a:r>
              <a:rPr lang="en-US" sz="1200" b="1">
                <a:cs typeface="Avenir Next LT Pro" panose="020B0504020202020204" pitchFamily="34" charset="0"/>
              </a:rPr>
              <a:t>Japan</a:t>
            </a:r>
            <a:endParaRPr sz="1200" b="1">
              <a:cs typeface="Avenir Next LT Pro" panose="020B0504020202020204" pitchFamily="34" charset="0"/>
            </a:endParaRPr>
          </a:p>
          <a:p>
            <a:pPr marL="7700" algn="just">
              <a:spcBef>
                <a:spcPts val="900"/>
              </a:spcBef>
            </a:pPr>
            <a:r>
              <a:rPr lang="en-US" sz="1200"/>
              <a:t>Tokyo</a:t>
            </a:r>
          </a:p>
        </p:txBody>
      </p:sp>
      <p:sp>
        <p:nvSpPr>
          <p:cNvPr id="84" name="object 2">
            <a:extLst>
              <a:ext uri="{FF2B5EF4-FFF2-40B4-BE49-F238E27FC236}">
                <a16:creationId xmlns:a16="http://schemas.microsoft.com/office/drawing/2014/main" id="{D00B180B-32E1-CC69-73DE-CEEA5B117400}"/>
              </a:ext>
            </a:extLst>
          </p:cNvPr>
          <p:cNvSpPr txBox="1">
            <a:spLocks/>
          </p:cNvSpPr>
          <p:nvPr/>
        </p:nvSpPr>
        <p:spPr>
          <a:xfrm>
            <a:off x="8000452" y="4394517"/>
            <a:ext cx="1669118" cy="316545"/>
          </a:xfrm>
          <a:prstGeom prst="rect">
            <a:avLst/>
          </a:prstGeom>
        </p:spPr>
        <p:txBody>
          <a:bodyPr vert="horz" wrap="square" lIns="0" tIns="74688" rIns="0" bIns="0" rtlCol="0">
            <a:noAutofit/>
          </a:bodyPr>
          <a:lstStyle/>
          <a:p>
            <a:pPr marL="7700" algn="just">
              <a:spcBef>
                <a:spcPts val="588"/>
              </a:spcBef>
            </a:pPr>
            <a:r>
              <a:rPr lang="en-US" sz="1200" b="1" cap="all" spc="150">
                <a:solidFill>
                  <a:schemeClr val="accent1"/>
                </a:solidFill>
                <a:ea typeface="+mj-ea"/>
                <a:cs typeface="+mj-cs"/>
              </a:rPr>
              <a:t>Europe</a:t>
            </a:r>
          </a:p>
        </p:txBody>
      </p:sp>
      <p:sp>
        <p:nvSpPr>
          <p:cNvPr id="49" name="object 2">
            <a:extLst>
              <a:ext uri="{FF2B5EF4-FFF2-40B4-BE49-F238E27FC236}">
                <a16:creationId xmlns:a16="http://schemas.microsoft.com/office/drawing/2014/main" id="{8D358EF3-DDFA-F7FB-8D6D-89BB5DABB1D4}"/>
              </a:ext>
            </a:extLst>
          </p:cNvPr>
          <p:cNvSpPr txBox="1">
            <a:spLocks/>
          </p:cNvSpPr>
          <p:nvPr/>
        </p:nvSpPr>
        <p:spPr>
          <a:xfrm>
            <a:off x="8000452" y="4716570"/>
            <a:ext cx="1272055" cy="1139795"/>
          </a:xfrm>
          <a:prstGeom prst="rect">
            <a:avLst/>
          </a:prstGeom>
        </p:spPr>
        <p:txBody>
          <a:bodyPr vert="horz" wrap="square" lIns="0" tIns="74688" rIns="0" bIns="0" rtlCol="0">
            <a:noAutofit/>
          </a:bodyPr>
          <a:lstStyle/>
          <a:p>
            <a:pPr marL="7700" algn="just">
              <a:spcBef>
                <a:spcPts val="900"/>
              </a:spcBef>
            </a:pPr>
            <a:r>
              <a:rPr lang="en-US" sz="1200" b="1">
                <a:cs typeface="Avenir Next LT Pro" panose="020B0504020202020204" pitchFamily="34" charset="0"/>
              </a:rPr>
              <a:t>United Kingdom</a:t>
            </a:r>
            <a:endParaRPr sz="1200" b="1">
              <a:cs typeface="Avenir Next LT Pro" panose="020B0504020202020204" pitchFamily="34" charset="0"/>
            </a:endParaRPr>
          </a:p>
          <a:p>
            <a:pPr marL="7700" algn="just">
              <a:spcBef>
                <a:spcPts val="900"/>
              </a:spcBef>
            </a:pPr>
            <a:r>
              <a:rPr lang="en-US" sz="1200"/>
              <a:t>London</a:t>
            </a:r>
          </a:p>
          <a:p>
            <a:pPr marL="7700" algn="just">
              <a:spcBef>
                <a:spcPts val="900"/>
              </a:spcBef>
            </a:pPr>
            <a:r>
              <a:rPr lang="en-US" sz="1200"/>
              <a:t>Manchester</a:t>
            </a:r>
            <a:endParaRPr sz="1200"/>
          </a:p>
        </p:txBody>
      </p:sp>
      <p:sp>
        <p:nvSpPr>
          <p:cNvPr id="81" name="object 2">
            <a:extLst>
              <a:ext uri="{FF2B5EF4-FFF2-40B4-BE49-F238E27FC236}">
                <a16:creationId xmlns:a16="http://schemas.microsoft.com/office/drawing/2014/main" id="{4CD237CC-B73C-92E5-A00E-0D8E025288EB}"/>
              </a:ext>
            </a:extLst>
          </p:cNvPr>
          <p:cNvSpPr txBox="1">
            <a:spLocks/>
          </p:cNvSpPr>
          <p:nvPr/>
        </p:nvSpPr>
        <p:spPr>
          <a:xfrm>
            <a:off x="10305214" y="4720540"/>
            <a:ext cx="1272055" cy="1139795"/>
          </a:xfrm>
          <a:prstGeom prst="rect">
            <a:avLst/>
          </a:prstGeom>
        </p:spPr>
        <p:txBody>
          <a:bodyPr vert="horz" wrap="square" lIns="0" tIns="74688" rIns="0" bIns="0" rtlCol="0">
            <a:noAutofit/>
          </a:bodyPr>
          <a:lstStyle/>
          <a:p>
            <a:pPr marL="7700" algn="just">
              <a:spcBef>
                <a:spcPts val="900"/>
              </a:spcBef>
            </a:pPr>
            <a:r>
              <a:rPr lang="en-US" sz="1200" b="1" dirty="0">
                <a:cs typeface="Avenir Next LT Pro" panose="020B0504020202020204" pitchFamily="34" charset="0"/>
              </a:rPr>
              <a:t>Germany</a:t>
            </a:r>
            <a:endParaRPr sz="1200" b="1" dirty="0">
              <a:cs typeface="Avenir Next LT Pro" panose="020B0504020202020204" pitchFamily="34" charset="0"/>
            </a:endParaRPr>
          </a:p>
          <a:p>
            <a:pPr marL="7700" algn="just">
              <a:spcBef>
                <a:spcPts val="900"/>
              </a:spcBef>
            </a:pPr>
            <a:r>
              <a:rPr lang="en-US" sz="1200" b="0" i="0" dirty="0">
                <a:effectLst/>
              </a:rPr>
              <a:t>Düsseldorf</a:t>
            </a:r>
          </a:p>
          <a:p>
            <a:pPr marL="7700" algn="just">
              <a:spcBef>
                <a:spcPts val="900"/>
              </a:spcBef>
            </a:pPr>
            <a:r>
              <a:rPr lang="en-US" sz="1200" dirty="0"/>
              <a:t>Frankfurt </a:t>
            </a:r>
            <a:endParaRPr lang="en-US" sz="1200" b="0" i="0" dirty="0">
              <a:effectLst/>
            </a:endParaRPr>
          </a:p>
          <a:p>
            <a:pPr marL="7700" algn="just">
              <a:spcBef>
                <a:spcPts val="900"/>
              </a:spcBef>
            </a:pPr>
            <a:r>
              <a:rPr lang="en-US" sz="1200" dirty="0"/>
              <a:t>Munich</a:t>
            </a:r>
            <a:endParaRPr sz="1200" dirty="0"/>
          </a:p>
        </p:txBody>
      </p:sp>
      <p:sp>
        <p:nvSpPr>
          <p:cNvPr id="50" name="Oval 49">
            <a:extLst>
              <a:ext uri="{FF2B5EF4-FFF2-40B4-BE49-F238E27FC236}">
                <a16:creationId xmlns:a16="http://schemas.microsoft.com/office/drawing/2014/main" id="{C84C481E-09D1-B6A5-ACB1-7481EB5A374B}"/>
              </a:ext>
              <a:ext uri="{C183D7F6-B498-43B3-948B-1728B52AA6E4}">
                <adec:decorative xmlns:adec="http://schemas.microsoft.com/office/drawing/2017/decorative" val="1"/>
              </a:ext>
            </a:extLst>
          </p:cNvPr>
          <p:cNvSpPr/>
          <p:nvPr/>
        </p:nvSpPr>
        <p:spPr>
          <a:xfrm>
            <a:off x="4234054" y="1360562"/>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51" name="Oval 50">
            <a:extLst>
              <a:ext uri="{FF2B5EF4-FFF2-40B4-BE49-F238E27FC236}">
                <a16:creationId xmlns:a16="http://schemas.microsoft.com/office/drawing/2014/main" id="{30769FAA-C488-4E22-962F-778F3EB0FC6B}"/>
              </a:ext>
              <a:ext uri="{C183D7F6-B498-43B3-948B-1728B52AA6E4}">
                <adec:decorative xmlns:adec="http://schemas.microsoft.com/office/drawing/2017/decorative" val="1"/>
              </a:ext>
            </a:extLst>
          </p:cNvPr>
          <p:cNvSpPr/>
          <p:nvPr/>
        </p:nvSpPr>
        <p:spPr>
          <a:xfrm>
            <a:off x="8465480" y="1360562"/>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52" name="Oval 51">
            <a:extLst>
              <a:ext uri="{FF2B5EF4-FFF2-40B4-BE49-F238E27FC236}">
                <a16:creationId xmlns:a16="http://schemas.microsoft.com/office/drawing/2014/main" id="{80B2EEB6-C748-AA24-0164-E50DC32E8592}"/>
              </a:ext>
              <a:ext uri="{C183D7F6-B498-43B3-948B-1728B52AA6E4}">
                <adec:decorative xmlns:adec="http://schemas.microsoft.com/office/drawing/2017/decorative" val="1"/>
              </a:ext>
            </a:extLst>
          </p:cNvPr>
          <p:cNvSpPr/>
          <p:nvPr/>
        </p:nvSpPr>
        <p:spPr>
          <a:xfrm>
            <a:off x="4234054" y="2252994"/>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53" name="Oval 52">
            <a:extLst>
              <a:ext uri="{FF2B5EF4-FFF2-40B4-BE49-F238E27FC236}">
                <a16:creationId xmlns:a16="http://schemas.microsoft.com/office/drawing/2014/main" id="{6767117B-AD4B-0ABD-333C-A205B1A4FD14}"/>
              </a:ext>
              <a:ext uri="{C183D7F6-B498-43B3-948B-1728B52AA6E4}">
                <adec:decorative xmlns:adec="http://schemas.microsoft.com/office/drawing/2017/decorative" val="1"/>
              </a:ext>
            </a:extLst>
          </p:cNvPr>
          <p:cNvSpPr/>
          <p:nvPr/>
        </p:nvSpPr>
        <p:spPr>
          <a:xfrm>
            <a:off x="4234054" y="2549227"/>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54" name="Oval 53">
            <a:extLst>
              <a:ext uri="{FF2B5EF4-FFF2-40B4-BE49-F238E27FC236}">
                <a16:creationId xmlns:a16="http://schemas.microsoft.com/office/drawing/2014/main" id="{86D1559D-7DAD-9B60-1D18-8ABDD9A76349}"/>
              </a:ext>
              <a:ext uri="{C183D7F6-B498-43B3-948B-1728B52AA6E4}">
                <adec:decorative xmlns:adec="http://schemas.microsoft.com/office/drawing/2017/decorative" val="1"/>
              </a:ext>
            </a:extLst>
          </p:cNvPr>
          <p:cNvSpPr/>
          <p:nvPr/>
        </p:nvSpPr>
        <p:spPr>
          <a:xfrm>
            <a:off x="4234054" y="3448533"/>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55" name="Oval 54">
            <a:extLst>
              <a:ext uri="{FF2B5EF4-FFF2-40B4-BE49-F238E27FC236}">
                <a16:creationId xmlns:a16="http://schemas.microsoft.com/office/drawing/2014/main" id="{18E8DF6F-B28A-9400-39E4-6B080C6BD6F0}"/>
              </a:ext>
              <a:ext uri="{C183D7F6-B498-43B3-948B-1728B52AA6E4}">
                <adec:decorative xmlns:adec="http://schemas.microsoft.com/office/drawing/2017/decorative" val="1"/>
              </a:ext>
            </a:extLst>
          </p:cNvPr>
          <p:cNvSpPr/>
          <p:nvPr/>
        </p:nvSpPr>
        <p:spPr>
          <a:xfrm>
            <a:off x="4234054" y="1953619"/>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56" name="Oval 55">
            <a:extLst>
              <a:ext uri="{FF2B5EF4-FFF2-40B4-BE49-F238E27FC236}">
                <a16:creationId xmlns:a16="http://schemas.microsoft.com/office/drawing/2014/main" id="{7AB03B39-19BA-C267-A23B-A7F44D5DB55A}"/>
              </a:ext>
              <a:ext uri="{C183D7F6-B498-43B3-948B-1728B52AA6E4}">
                <adec:decorative xmlns:adec="http://schemas.microsoft.com/office/drawing/2017/decorative" val="1"/>
              </a:ext>
            </a:extLst>
          </p:cNvPr>
          <p:cNvSpPr/>
          <p:nvPr/>
        </p:nvSpPr>
        <p:spPr>
          <a:xfrm>
            <a:off x="5634036" y="2258250"/>
            <a:ext cx="52939" cy="548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58" name="Oval 57">
            <a:extLst>
              <a:ext uri="{FF2B5EF4-FFF2-40B4-BE49-F238E27FC236}">
                <a16:creationId xmlns:a16="http://schemas.microsoft.com/office/drawing/2014/main" id="{07DBD247-C53D-2B29-F318-6A0B1F5275EF}"/>
              </a:ext>
              <a:ext uri="{C183D7F6-B498-43B3-948B-1728B52AA6E4}">
                <adec:decorative xmlns:adec="http://schemas.microsoft.com/office/drawing/2017/decorative" val="1"/>
              </a:ext>
            </a:extLst>
          </p:cNvPr>
          <p:cNvSpPr/>
          <p:nvPr/>
        </p:nvSpPr>
        <p:spPr>
          <a:xfrm>
            <a:off x="10222525" y="2254560"/>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59" name="Oval 58">
            <a:extLst>
              <a:ext uri="{FF2B5EF4-FFF2-40B4-BE49-F238E27FC236}">
                <a16:creationId xmlns:a16="http://schemas.microsoft.com/office/drawing/2014/main" id="{6344365E-FA36-C4AF-A74D-5F5EA122D10D}"/>
              </a:ext>
              <a:ext uri="{C183D7F6-B498-43B3-948B-1728B52AA6E4}">
                <adec:decorative xmlns:adec="http://schemas.microsoft.com/office/drawing/2017/decorative" val="1"/>
              </a:ext>
            </a:extLst>
          </p:cNvPr>
          <p:cNvSpPr/>
          <p:nvPr/>
        </p:nvSpPr>
        <p:spPr>
          <a:xfrm>
            <a:off x="4234054" y="5150764"/>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61" name="Oval 60">
            <a:extLst>
              <a:ext uri="{FF2B5EF4-FFF2-40B4-BE49-F238E27FC236}">
                <a16:creationId xmlns:a16="http://schemas.microsoft.com/office/drawing/2014/main" id="{BBEEE130-A4F9-3AC9-BA0C-558F3499264D}"/>
              </a:ext>
              <a:ext uri="{C183D7F6-B498-43B3-948B-1728B52AA6E4}">
                <adec:decorative xmlns:adec="http://schemas.microsoft.com/office/drawing/2017/decorative" val="1"/>
              </a:ext>
            </a:extLst>
          </p:cNvPr>
          <p:cNvSpPr/>
          <p:nvPr/>
        </p:nvSpPr>
        <p:spPr>
          <a:xfrm>
            <a:off x="10222525" y="1958798"/>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63" name="Oval 62">
            <a:extLst>
              <a:ext uri="{FF2B5EF4-FFF2-40B4-BE49-F238E27FC236}">
                <a16:creationId xmlns:a16="http://schemas.microsoft.com/office/drawing/2014/main" id="{D124C852-F4A4-9851-E1E7-AF4F8454E94B}"/>
              </a:ext>
              <a:ext uri="{C183D7F6-B498-43B3-948B-1728B52AA6E4}">
                <adec:decorative xmlns:adec="http://schemas.microsoft.com/office/drawing/2017/decorative" val="1"/>
              </a:ext>
            </a:extLst>
          </p:cNvPr>
          <p:cNvSpPr/>
          <p:nvPr/>
        </p:nvSpPr>
        <p:spPr>
          <a:xfrm>
            <a:off x="7896886" y="5151957"/>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7" name="Oval 6">
            <a:extLst>
              <a:ext uri="{FF2B5EF4-FFF2-40B4-BE49-F238E27FC236}">
                <a16:creationId xmlns:a16="http://schemas.microsoft.com/office/drawing/2014/main" id="{71B0A569-A181-9BEB-2624-6EE58D29FEF8}"/>
              </a:ext>
              <a:ext uri="{C183D7F6-B498-43B3-948B-1728B52AA6E4}">
                <adec:decorative xmlns:adec="http://schemas.microsoft.com/office/drawing/2017/decorative" val="1"/>
              </a:ext>
            </a:extLst>
          </p:cNvPr>
          <p:cNvSpPr/>
          <p:nvPr/>
        </p:nvSpPr>
        <p:spPr>
          <a:xfrm>
            <a:off x="5634036" y="2847448"/>
            <a:ext cx="52939" cy="548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8" name="Oval 7">
            <a:extLst>
              <a:ext uri="{FF2B5EF4-FFF2-40B4-BE49-F238E27FC236}">
                <a16:creationId xmlns:a16="http://schemas.microsoft.com/office/drawing/2014/main" id="{DDF26D09-748A-E16C-B6C0-6EA537D2689E}"/>
              </a:ext>
              <a:ext uri="{C183D7F6-B498-43B3-948B-1728B52AA6E4}">
                <adec:decorative xmlns:adec="http://schemas.microsoft.com/office/drawing/2017/decorative" val="1"/>
              </a:ext>
            </a:extLst>
          </p:cNvPr>
          <p:cNvSpPr/>
          <p:nvPr/>
        </p:nvSpPr>
        <p:spPr>
          <a:xfrm>
            <a:off x="7896886" y="5449584"/>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9" name="Oval 8">
            <a:extLst>
              <a:ext uri="{FF2B5EF4-FFF2-40B4-BE49-F238E27FC236}">
                <a16:creationId xmlns:a16="http://schemas.microsoft.com/office/drawing/2014/main" id="{E931E98F-AFA8-90E5-D80C-6E0BEF6F7421}"/>
              </a:ext>
              <a:ext uri="{C183D7F6-B498-43B3-948B-1728B52AA6E4}">
                <adec:decorative xmlns:adec="http://schemas.microsoft.com/office/drawing/2017/decorative" val="1"/>
              </a:ext>
            </a:extLst>
          </p:cNvPr>
          <p:cNvSpPr/>
          <p:nvPr/>
        </p:nvSpPr>
        <p:spPr>
          <a:xfrm>
            <a:off x="6566147" y="5144293"/>
            <a:ext cx="52939" cy="548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sp>
        <p:nvSpPr>
          <p:cNvPr id="10" name="Oval 9">
            <a:extLst>
              <a:ext uri="{FF2B5EF4-FFF2-40B4-BE49-F238E27FC236}">
                <a16:creationId xmlns:a16="http://schemas.microsoft.com/office/drawing/2014/main" id="{256AEE1E-EDE1-BE55-3D58-F03E60C18E9C}"/>
              </a:ext>
              <a:ext uri="{C183D7F6-B498-43B3-948B-1728B52AA6E4}">
                <adec:decorative xmlns:adec="http://schemas.microsoft.com/office/drawing/2017/decorative" val="1"/>
              </a:ext>
            </a:extLst>
          </p:cNvPr>
          <p:cNvSpPr/>
          <p:nvPr/>
        </p:nvSpPr>
        <p:spPr>
          <a:xfrm>
            <a:off x="4230162" y="5448391"/>
            <a:ext cx="52939" cy="529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lstStyle/>
          <a:p>
            <a:pPr algn="ctr"/>
            <a:endParaRPr lang="en-US" err="1">
              <a:solidFill>
                <a:schemeClr val="accent2"/>
              </a:solidFill>
            </a:endParaRPr>
          </a:p>
        </p:txBody>
      </p:sp>
      <p:cxnSp>
        <p:nvCxnSpPr>
          <p:cNvPr id="18" name="Straight Connector 17">
            <a:extLst>
              <a:ext uri="{FF2B5EF4-FFF2-40B4-BE49-F238E27FC236}">
                <a16:creationId xmlns:a16="http://schemas.microsoft.com/office/drawing/2014/main" id="{0CE279A1-3981-FFD1-C66D-3097D4F77077}"/>
              </a:ext>
              <a:ext uri="{C183D7F6-B498-43B3-948B-1728B52AA6E4}">
                <adec:decorative xmlns:adec="http://schemas.microsoft.com/office/drawing/2017/decorative" val="1"/>
              </a:ext>
            </a:extLst>
          </p:cNvPr>
          <p:cNvCxnSpPr>
            <a:cxnSpLocks/>
          </p:cNvCxnSpPr>
          <p:nvPr/>
        </p:nvCxnSpPr>
        <p:spPr>
          <a:xfrm>
            <a:off x="4349254" y="897878"/>
            <a:ext cx="7271246"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8B8DE308-3346-C079-5126-8B02B5174A91}"/>
              </a:ext>
              <a:ext uri="{C183D7F6-B498-43B3-948B-1728B52AA6E4}">
                <adec:decorative xmlns:adec="http://schemas.microsoft.com/office/drawing/2017/decorative" val="1"/>
              </a:ext>
            </a:extLst>
          </p:cNvPr>
          <p:cNvCxnSpPr>
            <a:cxnSpLocks/>
          </p:cNvCxnSpPr>
          <p:nvPr/>
        </p:nvCxnSpPr>
        <p:spPr>
          <a:xfrm>
            <a:off x="4349254" y="4709869"/>
            <a:ext cx="2813195"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EFD7E884-839D-CCB6-85D9-1D4CFE8FB676}"/>
              </a:ext>
              <a:ext uri="{C183D7F6-B498-43B3-948B-1728B52AA6E4}">
                <adec:decorative xmlns:adec="http://schemas.microsoft.com/office/drawing/2017/decorative" val="1"/>
              </a:ext>
            </a:extLst>
          </p:cNvPr>
          <p:cNvCxnSpPr>
            <a:cxnSpLocks/>
            <a:endCxn id="81" idx="0"/>
          </p:cNvCxnSpPr>
          <p:nvPr/>
        </p:nvCxnSpPr>
        <p:spPr>
          <a:xfrm>
            <a:off x="7805141" y="4711062"/>
            <a:ext cx="3136101" cy="9478"/>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9CC80984-C996-C17E-E442-576C7A5D1A98}"/>
              </a:ext>
              <a:ext uri="{C183D7F6-B498-43B3-948B-1728B52AA6E4}">
                <adec:decorative xmlns:adec="http://schemas.microsoft.com/office/drawing/2017/decorative" val="1"/>
              </a:ext>
            </a:extLst>
          </p:cNvPr>
          <p:cNvSpPr>
            <a:spLocks noGrp="1"/>
          </p:cNvSpPr>
          <p:nvPr>
            <p:ph type="dt" sz="half" idx="10"/>
          </p:nvPr>
        </p:nvSpPr>
        <p:spPr/>
        <p:txBody>
          <a:bodyPr/>
          <a:lstStyle/>
          <a:p>
            <a:fld id="{5006E952-D368-42BF-B383-7AE447BBE2A8}" type="datetimeyyyy">
              <a:rPr lang="en-US" smtClean="0"/>
              <a:t>2025</a:t>
            </a:fld>
            <a:endParaRPr lang="en-US"/>
          </a:p>
        </p:txBody>
      </p:sp>
      <p:sp>
        <p:nvSpPr>
          <p:cNvPr id="3" name="Footer Placeholder 2">
            <a:extLst>
              <a:ext uri="{FF2B5EF4-FFF2-40B4-BE49-F238E27FC236}">
                <a16:creationId xmlns:a16="http://schemas.microsoft.com/office/drawing/2014/main" id="{9FF9CBB4-146C-EF62-CE3D-0B74EBA10319}"/>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6FBA97E5-79EF-650B-CA7C-21C010CA1AC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53</a:t>
            </a:fld>
            <a:endParaRPr lang="en-US"/>
          </a:p>
        </p:txBody>
      </p:sp>
      <p:sp>
        <p:nvSpPr>
          <p:cNvPr id="6" name="object 2">
            <a:extLst>
              <a:ext uri="{FF2B5EF4-FFF2-40B4-BE49-F238E27FC236}">
                <a16:creationId xmlns:a16="http://schemas.microsoft.com/office/drawing/2014/main" id="{2AAC894D-E225-DF4E-6FB9-2197252C3316}"/>
              </a:ext>
            </a:extLst>
          </p:cNvPr>
          <p:cNvSpPr txBox="1">
            <a:spLocks/>
          </p:cNvSpPr>
          <p:nvPr/>
        </p:nvSpPr>
        <p:spPr>
          <a:xfrm>
            <a:off x="5388575" y="4718414"/>
            <a:ext cx="1272055" cy="1139796"/>
          </a:xfrm>
          <a:prstGeom prst="rect">
            <a:avLst/>
          </a:prstGeom>
        </p:spPr>
        <p:txBody>
          <a:bodyPr vert="horz" wrap="square" lIns="0" tIns="74688" rIns="0" bIns="0" rtlCol="0">
            <a:noAutofit/>
          </a:bodyPr>
          <a:lstStyle/>
          <a:p>
            <a:pPr marL="7700" algn="just">
              <a:spcBef>
                <a:spcPts val="900"/>
              </a:spcBef>
            </a:pPr>
            <a:r>
              <a:rPr lang="en-US" sz="1200" b="1">
                <a:cs typeface="Avenir Next LT Pro" panose="020B0504020202020204" pitchFamily="34" charset="0"/>
              </a:rPr>
              <a:t>New Zealand</a:t>
            </a:r>
            <a:endParaRPr sz="1200" b="1">
              <a:cs typeface="Avenir Next LT Pro" panose="020B0504020202020204" pitchFamily="34" charset="0"/>
            </a:endParaRPr>
          </a:p>
          <a:p>
            <a:pPr marL="7700" algn="just">
              <a:spcBef>
                <a:spcPts val="900"/>
              </a:spcBef>
            </a:pPr>
            <a:r>
              <a:rPr lang="en-US" sz="1200"/>
              <a:t>Auckland</a:t>
            </a:r>
          </a:p>
        </p:txBody>
      </p:sp>
      <p:sp>
        <p:nvSpPr>
          <p:cNvPr id="14" name="object 2">
            <a:extLst>
              <a:ext uri="{FF2B5EF4-FFF2-40B4-BE49-F238E27FC236}">
                <a16:creationId xmlns:a16="http://schemas.microsoft.com/office/drawing/2014/main" id="{562DFD41-C7EB-9CCC-6C65-3AE2E50821D0}"/>
              </a:ext>
            </a:extLst>
          </p:cNvPr>
          <p:cNvSpPr txBox="1">
            <a:spLocks/>
          </p:cNvSpPr>
          <p:nvPr/>
        </p:nvSpPr>
        <p:spPr>
          <a:xfrm>
            <a:off x="9478588" y="4720540"/>
            <a:ext cx="1272055" cy="1139795"/>
          </a:xfrm>
          <a:prstGeom prst="rect">
            <a:avLst/>
          </a:prstGeom>
        </p:spPr>
        <p:txBody>
          <a:bodyPr vert="horz" wrap="square" lIns="0" tIns="74688" rIns="0" bIns="0" rtlCol="0">
            <a:noAutofit/>
          </a:bodyPr>
          <a:lstStyle/>
          <a:p>
            <a:pPr marL="7700" algn="just">
              <a:spcBef>
                <a:spcPts val="900"/>
              </a:spcBef>
            </a:pPr>
            <a:r>
              <a:rPr lang="en-US" sz="1200" b="1">
                <a:cs typeface="Avenir Next LT Pro" panose="020B0504020202020204" pitchFamily="34" charset="0"/>
              </a:rPr>
              <a:t>Ireland</a:t>
            </a:r>
            <a:endParaRPr sz="1200" b="1">
              <a:cs typeface="Avenir Next LT Pro" panose="020B0504020202020204" pitchFamily="34" charset="0"/>
            </a:endParaRPr>
          </a:p>
          <a:p>
            <a:pPr marL="7700" algn="just">
              <a:spcBef>
                <a:spcPts val="900"/>
              </a:spcBef>
            </a:pPr>
            <a:r>
              <a:rPr lang="en-US" sz="1200"/>
              <a:t>Dublin</a:t>
            </a:r>
            <a:endParaRPr sz="1200"/>
          </a:p>
        </p:txBody>
      </p:sp>
      <p:sp>
        <p:nvSpPr>
          <p:cNvPr id="12" name="TextBox 11">
            <a:extLst>
              <a:ext uri="{FF2B5EF4-FFF2-40B4-BE49-F238E27FC236}">
                <a16:creationId xmlns:a16="http://schemas.microsoft.com/office/drawing/2014/main" id="{9C86F9DB-F03B-1897-92E5-01CF0A8F2AF7}"/>
              </a:ext>
            </a:extLst>
          </p:cNvPr>
          <p:cNvSpPr txBox="1"/>
          <p:nvPr/>
        </p:nvSpPr>
        <p:spPr>
          <a:xfrm>
            <a:off x="3405352" y="4435357"/>
            <a:ext cx="0" cy="0"/>
          </a:xfrm>
          <a:prstGeom prst="rect">
            <a:avLst/>
          </a:prstGeom>
          <a:noFill/>
        </p:spPr>
        <p:txBody>
          <a:bodyPr wrap="none" lIns="0" tIns="0" rIns="0" bIns="0" rtlCol="0">
            <a:noAutofit/>
          </a:bodyPr>
          <a:lstStyle/>
          <a:p>
            <a:pPr algn="l">
              <a:lnSpc>
                <a:spcPct val="110000"/>
              </a:lnSpc>
              <a:spcBef>
                <a:spcPts val="1000"/>
              </a:spcBef>
            </a:pPr>
            <a:endParaRPr lang="en-US" dirty="0"/>
          </a:p>
        </p:txBody>
      </p:sp>
    </p:spTree>
    <p:extLst>
      <p:ext uri="{BB962C8B-B14F-4D97-AF65-F5344CB8AC3E}">
        <p14:creationId xmlns:p14="http://schemas.microsoft.com/office/powerpoint/2010/main" val="2328535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itle 82">
            <a:extLst>
              <a:ext uri="{FF2B5EF4-FFF2-40B4-BE49-F238E27FC236}">
                <a16:creationId xmlns:a16="http://schemas.microsoft.com/office/drawing/2014/main" id="{988FE4ED-9B27-1B9D-07AD-813181D40392}"/>
              </a:ext>
            </a:extLst>
          </p:cNvPr>
          <p:cNvSpPr>
            <a:spLocks noGrp="1"/>
          </p:cNvSpPr>
          <p:nvPr>
            <p:ph type="title"/>
          </p:nvPr>
        </p:nvSpPr>
        <p:spPr>
          <a:xfrm>
            <a:off x="563087" y="523523"/>
            <a:ext cx="11049000" cy="990600"/>
          </a:xfrm>
        </p:spPr>
        <p:txBody>
          <a:bodyPr/>
          <a:lstStyle/>
          <a:p>
            <a:r>
              <a:rPr lang="en-US" dirty="0"/>
              <a:t>Setting the </a:t>
            </a:r>
            <a:br>
              <a:rPr lang="en-US" dirty="0"/>
            </a:br>
            <a:r>
              <a:rPr lang="en-US" dirty="0"/>
              <a:t>standard for </a:t>
            </a:r>
            <a:br>
              <a:rPr lang="en-US" dirty="0"/>
            </a:br>
            <a:r>
              <a:rPr lang="en-US" dirty="0">
                <a:solidFill>
                  <a:schemeClr val="accent1"/>
                </a:solidFill>
              </a:rPr>
              <a:t>partnership</a:t>
            </a:r>
          </a:p>
        </p:txBody>
      </p:sp>
      <p:sp>
        <p:nvSpPr>
          <p:cNvPr id="6" name="object 4">
            <a:extLst>
              <a:ext uri="{FF2B5EF4-FFF2-40B4-BE49-F238E27FC236}">
                <a16:creationId xmlns:a16="http://schemas.microsoft.com/office/drawing/2014/main" id="{26181946-3FCF-4453-8E88-0F4DAA4242D7}"/>
              </a:ext>
            </a:extLst>
          </p:cNvPr>
          <p:cNvSpPr txBox="1"/>
          <p:nvPr/>
        </p:nvSpPr>
        <p:spPr>
          <a:xfrm>
            <a:off x="572866" y="2945459"/>
            <a:ext cx="2560559" cy="2155221"/>
          </a:xfrm>
          <a:prstGeom prst="rect">
            <a:avLst/>
          </a:prstGeom>
        </p:spPr>
        <p:txBody>
          <a:bodyPr vert="horz" wrap="square" lIns="0" tIns="7315" rIns="0" bIns="0" rtlCol="0">
            <a:noAutofit/>
          </a:bodyPr>
          <a:lstStyle/>
          <a:p>
            <a:pPr marR="3080">
              <a:lnSpc>
                <a:spcPct val="110000"/>
              </a:lnSpc>
              <a:spcBef>
                <a:spcPts val="1000"/>
              </a:spcBef>
            </a:pPr>
            <a:r>
              <a:rPr lang="en-US" sz="1400" b="0" i="0" dirty="0">
                <a:effectLst/>
              </a:rPr>
              <a:t>Our partnerships with over 700 of the world’s leading technology providers help us fuel innovation and sustainable growth for our customers.</a:t>
            </a:r>
          </a:p>
          <a:p>
            <a:pPr marR="3080">
              <a:lnSpc>
                <a:spcPct val="110000"/>
              </a:lnSpc>
              <a:spcBef>
                <a:spcPts val="1000"/>
              </a:spcBef>
            </a:pPr>
            <a:endParaRPr lang="en-US" sz="1400" dirty="0"/>
          </a:p>
          <a:p>
            <a:pPr marR="3080">
              <a:lnSpc>
                <a:spcPct val="110000"/>
              </a:lnSpc>
              <a:spcBef>
                <a:spcPts val="1000"/>
              </a:spcBef>
            </a:pPr>
            <a:r>
              <a:rPr lang="en-US" sz="1400" i="1" dirty="0"/>
              <a:t>Data reflects 2021 – 2023.</a:t>
            </a:r>
          </a:p>
        </p:txBody>
      </p:sp>
      <p:grpSp>
        <p:nvGrpSpPr>
          <p:cNvPr id="169" name="Group 168" descr="AWS logo">
            <a:extLst>
              <a:ext uri="{FF2B5EF4-FFF2-40B4-BE49-F238E27FC236}">
                <a16:creationId xmlns:a16="http://schemas.microsoft.com/office/drawing/2014/main" id="{641FE7CD-7F89-6F6D-3361-5499FF6E882C}"/>
              </a:ext>
            </a:extLst>
          </p:cNvPr>
          <p:cNvGrpSpPr/>
          <p:nvPr/>
        </p:nvGrpSpPr>
        <p:grpSpPr>
          <a:xfrm>
            <a:off x="4340152" y="1105361"/>
            <a:ext cx="513567" cy="305692"/>
            <a:chOff x="5000625" y="2143125"/>
            <a:chExt cx="333375" cy="198438"/>
          </a:xfrm>
        </p:grpSpPr>
        <p:sp>
          <p:nvSpPr>
            <p:cNvPr id="170" name="Freeform 8">
              <a:extLst>
                <a:ext uri="{FF2B5EF4-FFF2-40B4-BE49-F238E27FC236}">
                  <a16:creationId xmlns:a16="http://schemas.microsoft.com/office/drawing/2014/main" id="{8DF69FBB-BCEA-022A-FFFA-6BD0E0C09BAD}"/>
                </a:ext>
              </a:extLst>
            </p:cNvPr>
            <p:cNvSpPr>
              <a:spLocks noChangeArrowheads="1"/>
            </p:cNvSpPr>
            <p:nvPr/>
          </p:nvSpPr>
          <p:spPr bwMode="auto">
            <a:xfrm>
              <a:off x="5016500" y="2143125"/>
              <a:ext cx="84138" cy="103188"/>
            </a:xfrm>
            <a:custGeom>
              <a:avLst/>
              <a:gdLst>
                <a:gd name="T0" fmla="*/ 133 w 233"/>
                <a:gd name="T1" fmla="*/ 120 h 285"/>
                <a:gd name="T2" fmla="*/ 101 w 233"/>
                <a:gd name="T3" fmla="*/ 118 h 285"/>
                <a:gd name="T4" fmla="*/ 27 w 233"/>
                <a:gd name="T5" fmla="*/ 142 h 285"/>
                <a:gd name="T6" fmla="*/ 0 w 233"/>
                <a:gd name="T7" fmla="*/ 204 h 285"/>
                <a:gd name="T8" fmla="*/ 22 w 233"/>
                <a:gd name="T9" fmla="*/ 262 h 285"/>
                <a:gd name="T10" fmla="*/ 83 w 233"/>
                <a:gd name="T11" fmla="*/ 284 h 285"/>
                <a:gd name="T12" fmla="*/ 172 w 233"/>
                <a:gd name="T13" fmla="*/ 242 h 285"/>
                <a:gd name="T14" fmla="*/ 182 w 233"/>
                <a:gd name="T15" fmla="*/ 261 h 285"/>
                <a:gd name="T16" fmla="*/ 191 w 233"/>
                <a:gd name="T17" fmla="*/ 275 h 285"/>
                <a:gd name="T18" fmla="*/ 200 w 233"/>
                <a:gd name="T19" fmla="*/ 279 h 285"/>
                <a:gd name="T20" fmla="*/ 207 w 233"/>
                <a:gd name="T21" fmla="*/ 276 h 285"/>
                <a:gd name="T22" fmla="*/ 227 w 233"/>
                <a:gd name="T23" fmla="*/ 263 h 285"/>
                <a:gd name="T24" fmla="*/ 232 w 233"/>
                <a:gd name="T25" fmla="*/ 254 h 285"/>
                <a:gd name="T26" fmla="*/ 230 w 233"/>
                <a:gd name="T27" fmla="*/ 247 h 285"/>
                <a:gd name="T28" fmla="*/ 220 w 233"/>
                <a:gd name="T29" fmla="*/ 225 h 285"/>
                <a:gd name="T30" fmla="*/ 217 w 233"/>
                <a:gd name="T31" fmla="*/ 199 h 285"/>
                <a:gd name="T32" fmla="*/ 216 w 233"/>
                <a:gd name="T33" fmla="*/ 199 h 285"/>
                <a:gd name="T34" fmla="*/ 216 w 233"/>
                <a:gd name="T35" fmla="*/ 100 h 285"/>
                <a:gd name="T36" fmla="*/ 191 w 233"/>
                <a:gd name="T37" fmla="*/ 25 h 285"/>
                <a:gd name="T38" fmla="*/ 113 w 233"/>
                <a:gd name="T39" fmla="*/ 0 h 285"/>
                <a:gd name="T40" fmla="*/ 66 w 233"/>
                <a:gd name="T41" fmla="*/ 6 h 285"/>
                <a:gd name="T42" fmla="*/ 27 w 233"/>
                <a:gd name="T43" fmla="*/ 20 h 285"/>
                <a:gd name="T44" fmla="*/ 19 w 233"/>
                <a:gd name="T45" fmla="*/ 26 h 285"/>
                <a:gd name="T46" fmla="*/ 17 w 233"/>
                <a:gd name="T47" fmla="*/ 37 h 285"/>
                <a:gd name="T48" fmla="*/ 17 w 233"/>
                <a:gd name="T49" fmla="*/ 52 h 285"/>
                <a:gd name="T50" fmla="*/ 23 w 233"/>
                <a:gd name="T51" fmla="*/ 61 h 285"/>
                <a:gd name="T52" fmla="*/ 29 w 233"/>
                <a:gd name="T53" fmla="*/ 60 h 285"/>
                <a:gd name="T54" fmla="*/ 39 w 233"/>
                <a:gd name="T55" fmla="*/ 56 h 285"/>
                <a:gd name="T56" fmla="*/ 72 w 233"/>
                <a:gd name="T57" fmla="*/ 45 h 285"/>
                <a:gd name="T58" fmla="*/ 106 w 233"/>
                <a:gd name="T59" fmla="*/ 41 h 285"/>
                <a:gd name="T60" fmla="*/ 155 w 233"/>
                <a:gd name="T61" fmla="*/ 55 h 285"/>
                <a:gd name="T62" fmla="*/ 169 w 233"/>
                <a:gd name="T63" fmla="*/ 103 h 285"/>
                <a:gd name="T64" fmla="*/ 169 w 233"/>
                <a:gd name="T65" fmla="*/ 126 h 285"/>
                <a:gd name="T66" fmla="*/ 133 w 233"/>
                <a:gd name="T67" fmla="*/ 120 h 285"/>
                <a:gd name="T68" fmla="*/ 169 w 233"/>
                <a:gd name="T69" fmla="*/ 162 h 285"/>
                <a:gd name="T70" fmla="*/ 169 w 233"/>
                <a:gd name="T71" fmla="*/ 175 h 285"/>
                <a:gd name="T72" fmla="*/ 166 w 233"/>
                <a:gd name="T73" fmla="*/ 202 h 285"/>
                <a:gd name="T74" fmla="*/ 155 w 233"/>
                <a:gd name="T75" fmla="*/ 221 h 285"/>
                <a:gd name="T76" fmla="*/ 126 w 233"/>
                <a:gd name="T77" fmla="*/ 240 h 285"/>
                <a:gd name="T78" fmla="*/ 95 w 233"/>
                <a:gd name="T79" fmla="*/ 246 h 285"/>
                <a:gd name="T80" fmla="*/ 63 w 233"/>
                <a:gd name="T81" fmla="*/ 234 h 285"/>
                <a:gd name="T82" fmla="*/ 52 w 233"/>
                <a:gd name="T83" fmla="*/ 202 h 285"/>
                <a:gd name="T84" fmla="*/ 67 w 233"/>
                <a:gd name="T85" fmla="*/ 166 h 285"/>
                <a:gd name="T86" fmla="*/ 112 w 233"/>
                <a:gd name="T87" fmla="*/ 155 h 285"/>
                <a:gd name="T88" fmla="*/ 141 w 233"/>
                <a:gd name="T89" fmla="*/ 157 h 285"/>
                <a:gd name="T90" fmla="*/ 169 w 233"/>
                <a:gd name="T91" fmla="*/ 16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3" h="285">
                  <a:moveTo>
                    <a:pt x="133" y="120"/>
                  </a:moveTo>
                  <a:cubicBezTo>
                    <a:pt x="123" y="119"/>
                    <a:pt x="112" y="118"/>
                    <a:pt x="101" y="118"/>
                  </a:cubicBezTo>
                  <a:cubicBezTo>
                    <a:pt x="70" y="118"/>
                    <a:pt x="45" y="126"/>
                    <a:pt x="27" y="142"/>
                  </a:cubicBezTo>
                  <a:cubicBezTo>
                    <a:pt x="8" y="158"/>
                    <a:pt x="0" y="178"/>
                    <a:pt x="0" y="204"/>
                  </a:cubicBezTo>
                  <a:cubicBezTo>
                    <a:pt x="0" y="228"/>
                    <a:pt x="7" y="248"/>
                    <a:pt x="22" y="262"/>
                  </a:cubicBezTo>
                  <a:cubicBezTo>
                    <a:pt x="37" y="277"/>
                    <a:pt x="57" y="283"/>
                    <a:pt x="83" y="284"/>
                  </a:cubicBezTo>
                  <a:cubicBezTo>
                    <a:pt x="118" y="284"/>
                    <a:pt x="148" y="270"/>
                    <a:pt x="172" y="242"/>
                  </a:cubicBezTo>
                  <a:cubicBezTo>
                    <a:pt x="175" y="250"/>
                    <a:pt x="178" y="255"/>
                    <a:pt x="182" y="261"/>
                  </a:cubicBezTo>
                  <a:cubicBezTo>
                    <a:pt x="185" y="266"/>
                    <a:pt x="188" y="270"/>
                    <a:pt x="191" y="275"/>
                  </a:cubicBezTo>
                  <a:cubicBezTo>
                    <a:pt x="194" y="278"/>
                    <a:pt x="198" y="279"/>
                    <a:pt x="200" y="279"/>
                  </a:cubicBezTo>
                  <a:cubicBezTo>
                    <a:pt x="202" y="279"/>
                    <a:pt x="205" y="278"/>
                    <a:pt x="207" y="276"/>
                  </a:cubicBezTo>
                  <a:lnTo>
                    <a:pt x="227" y="263"/>
                  </a:lnTo>
                  <a:cubicBezTo>
                    <a:pt x="231" y="260"/>
                    <a:pt x="232" y="256"/>
                    <a:pt x="232" y="254"/>
                  </a:cubicBezTo>
                  <a:cubicBezTo>
                    <a:pt x="232" y="252"/>
                    <a:pt x="231" y="250"/>
                    <a:pt x="230" y="247"/>
                  </a:cubicBezTo>
                  <a:cubicBezTo>
                    <a:pt x="226" y="239"/>
                    <a:pt x="222" y="231"/>
                    <a:pt x="220" y="225"/>
                  </a:cubicBezTo>
                  <a:cubicBezTo>
                    <a:pt x="218" y="218"/>
                    <a:pt x="217" y="209"/>
                    <a:pt x="217" y="199"/>
                  </a:cubicBezTo>
                  <a:lnTo>
                    <a:pt x="216" y="199"/>
                  </a:lnTo>
                  <a:lnTo>
                    <a:pt x="216" y="100"/>
                  </a:lnTo>
                  <a:cubicBezTo>
                    <a:pt x="216" y="67"/>
                    <a:pt x="207" y="42"/>
                    <a:pt x="191" y="25"/>
                  </a:cubicBezTo>
                  <a:cubicBezTo>
                    <a:pt x="175" y="9"/>
                    <a:pt x="149" y="0"/>
                    <a:pt x="113" y="0"/>
                  </a:cubicBezTo>
                  <a:cubicBezTo>
                    <a:pt x="96" y="0"/>
                    <a:pt x="81" y="3"/>
                    <a:pt x="66" y="6"/>
                  </a:cubicBezTo>
                  <a:cubicBezTo>
                    <a:pt x="51" y="9"/>
                    <a:pt x="38" y="14"/>
                    <a:pt x="27" y="20"/>
                  </a:cubicBezTo>
                  <a:cubicBezTo>
                    <a:pt x="23" y="22"/>
                    <a:pt x="20" y="24"/>
                    <a:pt x="19" y="26"/>
                  </a:cubicBezTo>
                  <a:cubicBezTo>
                    <a:pt x="18" y="28"/>
                    <a:pt x="17" y="32"/>
                    <a:pt x="17" y="37"/>
                  </a:cubicBezTo>
                  <a:lnTo>
                    <a:pt x="17" y="52"/>
                  </a:lnTo>
                  <a:cubicBezTo>
                    <a:pt x="17" y="58"/>
                    <a:pt x="19" y="61"/>
                    <a:pt x="23" y="61"/>
                  </a:cubicBezTo>
                  <a:cubicBezTo>
                    <a:pt x="24" y="61"/>
                    <a:pt x="26" y="61"/>
                    <a:pt x="29" y="60"/>
                  </a:cubicBezTo>
                  <a:cubicBezTo>
                    <a:pt x="31" y="59"/>
                    <a:pt x="34" y="58"/>
                    <a:pt x="39" y="56"/>
                  </a:cubicBezTo>
                  <a:cubicBezTo>
                    <a:pt x="50" y="52"/>
                    <a:pt x="61" y="49"/>
                    <a:pt x="72" y="45"/>
                  </a:cubicBezTo>
                  <a:cubicBezTo>
                    <a:pt x="83" y="42"/>
                    <a:pt x="95" y="41"/>
                    <a:pt x="106" y="41"/>
                  </a:cubicBezTo>
                  <a:cubicBezTo>
                    <a:pt x="129" y="41"/>
                    <a:pt x="145" y="45"/>
                    <a:pt x="155" y="55"/>
                  </a:cubicBezTo>
                  <a:cubicBezTo>
                    <a:pt x="164" y="65"/>
                    <a:pt x="169" y="81"/>
                    <a:pt x="169" y="103"/>
                  </a:cubicBezTo>
                  <a:lnTo>
                    <a:pt x="169" y="126"/>
                  </a:lnTo>
                  <a:cubicBezTo>
                    <a:pt x="156" y="125"/>
                    <a:pt x="145" y="123"/>
                    <a:pt x="133" y="120"/>
                  </a:cubicBezTo>
                  <a:close/>
                  <a:moveTo>
                    <a:pt x="169" y="162"/>
                  </a:moveTo>
                  <a:lnTo>
                    <a:pt x="169" y="175"/>
                  </a:lnTo>
                  <a:cubicBezTo>
                    <a:pt x="169" y="186"/>
                    <a:pt x="168" y="194"/>
                    <a:pt x="166" y="202"/>
                  </a:cubicBezTo>
                  <a:cubicBezTo>
                    <a:pt x="163" y="209"/>
                    <a:pt x="160" y="216"/>
                    <a:pt x="155" y="221"/>
                  </a:cubicBezTo>
                  <a:cubicBezTo>
                    <a:pt x="146" y="230"/>
                    <a:pt x="137" y="237"/>
                    <a:pt x="126" y="240"/>
                  </a:cubicBezTo>
                  <a:cubicBezTo>
                    <a:pt x="115" y="243"/>
                    <a:pt x="105" y="246"/>
                    <a:pt x="95" y="246"/>
                  </a:cubicBezTo>
                  <a:cubicBezTo>
                    <a:pt x="81" y="246"/>
                    <a:pt x="70" y="242"/>
                    <a:pt x="63" y="234"/>
                  </a:cubicBezTo>
                  <a:cubicBezTo>
                    <a:pt x="55" y="226"/>
                    <a:pt x="52" y="216"/>
                    <a:pt x="52" y="202"/>
                  </a:cubicBezTo>
                  <a:cubicBezTo>
                    <a:pt x="52" y="187"/>
                    <a:pt x="57" y="174"/>
                    <a:pt x="67" y="166"/>
                  </a:cubicBezTo>
                  <a:cubicBezTo>
                    <a:pt x="77" y="157"/>
                    <a:pt x="92" y="155"/>
                    <a:pt x="112" y="155"/>
                  </a:cubicBezTo>
                  <a:cubicBezTo>
                    <a:pt x="122" y="155"/>
                    <a:pt x="131" y="156"/>
                    <a:pt x="141" y="157"/>
                  </a:cubicBezTo>
                  <a:cubicBezTo>
                    <a:pt x="151" y="158"/>
                    <a:pt x="160" y="160"/>
                    <a:pt x="169" y="162"/>
                  </a:cubicBezTo>
                  <a:close/>
                </a:path>
              </a:pathLst>
            </a:custGeom>
            <a:solidFill>
              <a:srgbClr val="262F3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1" name="Freeform 9">
              <a:extLst>
                <a:ext uri="{FF2B5EF4-FFF2-40B4-BE49-F238E27FC236}">
                  <a16:creationId xmlns:a16="http://schemas.microsoft.com/office/drawing/2014/main" id="{344E5969-9069-149B-E184-53DBB85C048E}"/>
                </a:ext>
              </a:extLst>
            </p:cNvPr>
            <p:cNvSpPr>
              <a:spLocks noChangeArrowheads="1"/>
            </p:cNvSpPr>
            <p:nvPr/>
          </p:nvSpPr>
          <p:spPr bwMode="auto">
            <a:xfrm>
              <a:off x="5105400" y="2146300"/>
              <a:ext cx="131763" cy="98425"/>
            </a:xfrm>
            <a:custGeom>
              <a:avLst/>
              <a:gdLst>
                <a:gd name="T0" fmla="*/ 81 w 368"/>
                <a:gd name="T1" fmla="*/ 267 h 272"/>
                <a:gd name="T2" fmla="*/ 93 w 368"/>
                <a:gd name="T3" fmla="*/ 270 h 272"/>
                <a:gd name="T4" fmla="*/ 119 w 368"/>
                <a:gd name="T5" fmla="*/ 270 h 272"/>
                <a:gd name="T6" fmla="*/ 130 w 368"/>
                <a:gd name="T7" fmla="*/ 267 h 272"/>
                <a:gd name="T8" fmla="*/ 136 w 368"/>
                <a:gd name="T9" fmla="*/ 255 h 272"/>
                <a:gd name="T10" fmla="*/ 183 w 368"/>
                <a:gd name="T11" fmla="*/ 60 h 272"/>
                <a:gd name="T12" fmla="*/ 229 w 368"/>
                <a:gd name="T13" fmla="*/ 256 h 272"/>
                <a:gd name="T14" fmla="*/ 234 w 368"/>
                <a:gd name="T15" fmla="*/ 268 h 272"/>
                <a:gd name="T16" fmla="*/ 246 w 368"/>
                <a:gd name="T17" fmla="*/ 271 h 272"/>
                <a:gd name="T18" fmla="*/ 272 w 368"/>
                <a:gd name="T19" fmla="*/ 271 h 272"/>
                <a:gd name="T20" fmla="*/ 283 w 368"/>
                <a:gd name="T21" fmla="*/ 268 h 272"/>
                <a:gd name="T22" fmla="*/ 290 w 368"/>
                <a:gd name="T23" fmla="*/ 256 h 272"/>
                <a:gd name="T24" fmla="*/ 364 w 368"/>
                <a:gd name="T25" fmla="*/ 21 h 272"/>
                <a:gd name="T26" fmla="*/ 366 w 368"/>
                <a:gd name="T27" fmla="*/ 14 h 272"/>
                <a:gd name="T28" fmla="*/ 367 w 368"/>
                <a:gd name="T29" fmla="*/ 9 h 272"/>
                <a:gd name="T30" fmla="*/ 359 w 368"/>
                <a:gd name="T31" fmla="*/ 1 h 272"/>
                <a:gd name="T32" fmla="*/ 332 w 368"/>
                <a:gd name="T33" fmla="*/ 1 h 272"/>
                <a:gd name="T34" fmla="*/ 320 w 368"/>
                <a:gd name="T35" fmla="*/ 4 h 272"/>
                <a:gd name="T36" fmla="*/ 313 w 368"/>
                <a:gd name="T37" fmla="*/ 16 h 272"/>
                <a:gd name="T38" fmla="*/ 260 w 368"/>
                <a:gd name="T39" fmla="*/ 219 h 272"/>
                <a:gd name="T40" fmla="*/ 213 w 368"/>
                <a:gd name="T41" fmla="*/ 16 h 272"/>
                <a:gd name="T42" fmla="*/ 207 w 368"/>
                <a:gd name="T43" fmla="*/ 4 h 272"/>
                <a:gd name="T44" fmla="*/ 196 w 368"/>
                <a:gd name="T45" fmla="*/ 1 h 272"/>
                <a:gd name="T46" fmla="*/ 171 w 368"/>
                <a:gd name="T47" fmla="*/ 1 h 272"/>
                <a:gd name="T48" fmla="*/ 159 w 368"/>
                <a:gd name="T49" fmla="*/ 4 h 272"/>
                <a:gd name="T50" fmla="*/ 154 w 368"/>
                <a:gd name="T51" fmla="*/ 16 h 272"/>
                <a:gd name="T52" fmla="*/ 106 w 368"/>
                <a:gd name="T53" fmla="*/ 216 h 272"/>
                <a:gd name="T54" fmla="*/ 55 w 368"/>
                <a:gd name="T55" fmla="*/ 15 h 272"/>
                <a:gd name="T56" fmla="*/ 49 w 368"/>
                <a:gd name="T57" fmla="*/ 3 h 272"/>
                <a:gd name="T58" fmla="*/ 37 w 368"/>
                <a:gd name="T59" fmla="*/ 0 h 272"/>
                <a:gd name="T60" fmla="*/ 7 w 368"/>
                <a:gd name="T61" fmla="*/ 0 h 272"/>
                <a:gd name="T62" fmla="*/ 0 w 368"/>
                <a:gd name="T63" fmla="*/ 8 h 272"/>
                <a:gd name="T64" fmla="*/ 3 w 368"/>
                <a:gd name="T65" fmla="*/ 19 h 272"/>
                <a:gd name="T66" fmla="*/ 74 w 368"/>
                <a:gd name="T67" fmla="*/ 254 h 272"/>
                <a:gd name="T68" fmla="*/ 81 w 368"/>
                <a:gd name="T69" fmla="*/ 267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8" h="272">
                  <a:moveTo>
                    <a:pt x="81" y="267"/>
                  </a:moveTo>
                  <a:cubicBezTo>
                    <a:pt x="83" y="269"/>
                    <a:pt x="88" y="270"/>
                    <a:pt x="93" y="270"/>
                  </a:cubicBezTo>
                  <a:lnTo>
                    <a:pt x="119" y="270"/>
                  </a:lnTo>
                  <a:cubicBezTo>
                    <a:pt x="124" y="270"/>
                    <a:pt x="128" y="269"/>
                    <a:pt x="130" y="267"/>
                  </a:cubicBezTo>
                  <a:cubicBezTo>
                    <a:pt x="133" y="264"/>
                    <a:pt x="135" y="260"/>
                    <a:pt x="136" y="255"/>
                  </a:cubicBezTo>
                  <a:lnTo>
                    <a:pt x="183" y="60"/>
                  </a:lnTo>
                  <a:lnTo>
                    <a:pt x="229" y="256"/>
                  </a:lnTo>
                  <a:cubicBezTo>
                    <a:pt x="230" y="262"/>
                    <a:pt x="232" y="266"/>
                    <a:pt x="234" y="268"/>
                  </a:cubicBezTo>
                  <a:cubicBezTo>
                    <a:pt x="236" y="270"/>
                    <a:pt x="241" y="271"/>
                    <a:pt x="246" y="271"/>
                  </a:cubicBezTo>
                  <a:lnTo>
                    <a:pt x="272" y="271"/>
                  </a:lnTo>
                  <a:cubicBezTo>
                    <a:pt x="277" y="271"/>
                    <a:pt x="281" y="270"/>
                    <a:pt x="283" y="268"/>
                  </a:cubicBezTo>
                  <a:cubicBezTo>
                    <a:pt x="286" y="266"/>
                    <a:pt x="288" y="262"/>
                    <a:pt x="290" y="256"/>
                  </a:cubicBezTo>
                  <a:lnTo>
                    <a:pt x="364" y="21"/>
                  </a:lnTo>
                  <a:cubicBezTo>
                    <a:pt x="365" y="18"/>
                    <a:pt x="366" y="16"/>
                    <a:pt x="366" y="14"/>
                  </a:cubicBezTo>
                  <a:cubicBezTo>
                    <a:pt x="366" y="12"/>
                    <a:pt x="367" y="11"/>
                    <a:pt x="367" y="9"/>
                  </a:cubicBezTo>
                  <a:cubicBezTo>
                    <a:pt x="367" y="3"/>
                    <a:pt x="364" y="1"/>
                    <a:pt x="359" y="1"/>
                  </a:cubicBezTo>
                  <a:lnTo>
                    <a:pt x="332" y="1"/>
                  </a:lnTo>
                  <a:cubicBezTo>
                    <a:pt x="326" y="1"/>
                    <a:pt x="322" y="2"/>
                    <a:pt x="320" y="4"/>
                  </a:cubicBezTo>
                  <a:cubicBezTo>
                    <a:pt x="318" y="6"/>
                    <a:pt x="316" y="10"/>
                    <a:pt x="313" y="16"/>
                  </a:cubicBezTo>
                  <a:lnTo>
                    <a:pt x="260" y="219"/>
                  </a:lnTo>
                  <a:lnTo>
                    <a:pt x="213" y="16"/>
                  </a:lnTo>
                  <a:cubicBezTo>
                    <a:pt x="212" y="11"/>
                    <a:pt x="210" y="6"/>
                    <a:pt x="207" y="4"/>
                  </a:cubicBezTo>
                  <a:cubicBezTo>
                    <a:pt x="205" y="2"/>
                    <a:pt x="201" y="1"/>
                    <a:pt x="196" y="1"/>
                  </a:cubicBezTo>
                  <a:lnTo>
                    <a:pt x="171" y="1"/>
                  </a:lnTo>
                  <a:cubicBezTo>
                    <a:pt x="166" y="1"/>
                    <a:pt x="161" y="2"/>
                    <a:pt x="159" y="4"/>
                  </a:cubicBezTo>
                  <a:cubicBezTo>
                    <a:pt x="157" y="6"/>
                    <a:pt x="155" y="10"/>
                    <a:pt x="154" y="16"/>
                  </a:cubicBezTo>
                  <a:lnTo>
                    <a:pt x="106" y="216"/>
                  </a:lnTo>
                  <a:lnTo>
                    <a:pt x="55" y="15"/>
                  </a:lnTo>
                  <a:cubicBezTo>
                    <a:pt x="53" y="10"/>
                    <a:pt x="52" y="5"/>
                    <a:pt x="49" y="3"/>
                  </a:cubicBezTo>
                  <a:cubicBezTo>
                    <a:pt x="47" y="1"/>
                    <a:pt x="43" y="0"/>
                    <a:pt x="37" y="0"/>
                  </a:cubicBezTo>
                  <a:lnTo>
                    <a:pt x="7" y="0"/>
                  </a:lnTo>
                  <a:cubicBezTo>
                    <a:pt x="2" y="0"/>
                    <a:pt x="0" y="3"/>
                    <a:pt x="0" y="8"/>
                  </a:cubicBezTo>
                  <a:cubicBezTo>
                    <a:pt x="0" y="10"/>
                    <a:pt x="1" y="14"/>
                    <a:pt x="3" y="19"/>
                  </a:cubicBezTo>
                  <a:lnTo>
                    <a:pt x="74" y="254"/>
                  </a:lnTo>
                  <a:cubicBezTo>
                    <a:pt x="77" y="260"/>
                    <a:pt x="79" y="264"/>
                    <a:pt x="81" y="267"/>
                  </a:cubicBezTo>
                </a:path>
              </a:pathLst>
            </a:custGeom>
            <a:solidFill>
              <a:srgbClr val="262F3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2" name="Freeform 10">
              <a:extLst>
                <a:ext uri="{FF2B5EF4-FFF2-40B4-BE49-F238E27FC236}">
                  <a16:creationId xmlns:a16="http://schemas.microsoft.com/office/drawing/2014/main" id="{647A6B74-B682-4069-F7D7-B2BB4C12535A}"/>
                </a:ext>
              </a:extLst>
            </p:cNvPr>
            <p:cNvSpPr>
              <a:spLocks noChangeArrowheads="1"/>
            </p:cNvSpPr>
            <p:nvPr/>
          </p:nvSpPr>
          <p:spPr bwMode="auto">
            <a:xfrm>
              <a:off x="5245100" y="2143125"/>
              <a:ext cx="73025" cy="103188"/>
            </a:xfrm>
            <a:custGeom>
              <a:avLst/>
              <a:gdLst>
                <a:gd name="T0" fmla="*/ 134 w 203"/>
                <a:gd name="T1" fmla="*/ 236 h 287"/>
                <a:gd name="T2" fmla="*/ 90 w 203"/>
                <a:gd name="T3" fmla="*/ 246 h 287"/>
                <a:gd name="T4" fmla="*/ 54 w 203"/>
                <a:gd name="T5" fmla="*/ 242 h 287"/>
                <a:gd name="T6" fmla="*/ 21 w 203"/>
                <a:gd name="T7" fmla="*/ 232 h 287"/>
                <a:gd name="T8" fmla="*/ 13 w 203"/>
                <a:gd name="T9" fmla="*/ 228 h 287"/>
                <a:gd name="T10" fmla="*/ 8 w 203"/>
                <a:gd name="T11" fmla="*/ 227 h 287"/>
                <a:gd name="T12" fmla="*/ 0 w 203"/>
                <a:gd name="T13" fmla="*/ 237 h 287"/>
                <a:gd name="T14" fmla="*/ 0 w 203"/>
                <a:gd name="T15" fmla="*/ 252 h 287"/>
                <a:gd name="T16" fmla="*/ 3 w 203"/>
                <a:gd name="T17" fmla="*/ 261 h 287"/>
                <a:gd name="T18" fmla="*/ 12 w 203"/>
                <a:gd name="T19" fmla="*/ 269 h 287"/>
                <a:gd name="T20" fmla="*/ 47 w 203"/>
                <a:gd name="T21" fmla="*/ 281 h 287"/>
                <a:gd name="T22" fmla="*/ 95 w 203"/>
                <a:gd name="T23" fmla="*/ 286 h 287"/>
                <a:gd name="T24" fmla="*/ 138 w 203"/>
                <a:gd name="T25" fmla="*/ 280 h 287"/>
                <a:gd name="T26" fmla="*/ 172 w 203"/>
                <a:gd name="T27" fmla="*/ 263 h 287"/>
                <a:gd name="T28" fmla="*/ 194 w 203"/>
                <a:gd name="T29" fmla="*/ 236 h 287"/>
                <a:gd name="T30" fmla="*/ 202 w 203"/>
                <a:gd name="T31" fmla="*/ 201 h 287"/>
                <a:gd name="T32" fmla="*/ 188 w 203"/>
                <a:gd name="T33" fmla="*/ 158 h 287"/>
                <a:gd name="T34" fmla="*/ 141 w 203"/>
                <a:gd name="T35" fmla="*/ 129 h 287"/>
                <a:gd name="T36" fmla="*/ 98 w 203"/>
                <a:gd name="T37" fmla="*/ 115 h 287"/>
                <a:gd name="T38" fmla="*/ 65 w 203"/>
                <a:gd name="T39" fmla="*/ 98 h 287"/>
                <a:gd name="T40" fmla="*/ 56 w 203"/>
                <a:gd name="T41" fmla="*/ 76 h 287"/>
                <a:gd name="T42" fmla="*/ 70 w 203"/>
                <a:gd name="T43" fmla="*/ 50 h 287"/>
                <a:gd name="T44" fmla="*/ 111 w 203"/>
                <a:gd name="T45" fmla="*/ 41 h 287"/>
                <a:gd name="T46" fmla="*/ 168 w 203"/>
                <a:gd name="T47" fmla="*/ 53 h 287"/>
                <a:gd name="T48" fmla="*/ 180 w 203"/>
                <a:gd name="T49" fmla="*/ 56 h 287"/>
                <a:gd name="T50" fmla="*/ 188 w 203"/>
                <a:gd name="T51" fmla="*/ 47 h 287"/>
                <a:gd name="T52" fmla="*/ 188 w 203"/>
                <a:gd name="T53" fmla="*/ 33 h 287"/>
                <a:gd name="T54" fmla="*/ 184 w 203"/>
                <a:gd name="T55" fmla="*/ 23 h 287"/>
                <a:gd name="T56" fmla="*/ 176 w 203"/>
                <a:gd name="T57" fmla="*/ 15 h 287"/>
                <a:gd name="T58" fmla="*/ 163 w 203"/>
                <a:gd name="T59" fmla="*/ 10 h 287"/>
                <a:gd name="T60" fmla="*/ 146 w 203"/>
                <a:gd name="T61" fmla="*/ 5 h 287"/>
                <a:gd name="T62" fmla="*/ 127 w 203"/>
                <a:gd name="T63" fmla="*/ 2 h 287"/>
                <a:gd name="T64" fmla="*/ 106 w 203"/>
                <a:gd name="T65" fmla="*/ 0 h 287"/>
                <a:gd name="T66" fmla="*/ 68 w 203"/>
                <a:gd name="T67" fmla="*/ 6 h 287"/>
                <a:gd name="T68" fmla="*/ 36 w 203"/>
                <a:gd name="T69" fmla="*/ 22 h 287"/>
                <a:gd name="T70" fmla="*/ 14 w 203"/>
                <a:gd name="T71" fmla="*/ 47 h 287"/>
                <a:gd name="T72" fmla="*/ 6 w 203"/>
                <a:gd name="T73" fmla="*/ 80 h 287"/>
                <a:gd name="T74" fmla="*/ 21 w 203"/>
                <a:gd name="T75" fmla="*/ 124 h 287"/>
                <a:gd name="T76" fmla="*/ 69 w 203"/>
                <a:gd name="T77" fmla="*/ 155 h 287"/>
                <a:gd name="T78" fmla="*/ 113 w 203"/>
                <a:gd name="T79" fmla="*/ 169 h 287"/>
                <a:gd name="T80" fmla="*/ 144 w 203"/>
                <a:gd name="T81" fmla="*/ 185 h 287"/>
                <a:gd name="T82" fmla="*/ 152 w 203"/>
                <a:gd name="T83" fmla="*/ 206 h 287"/>
                <a:gd name="T84" fmla="*/ 134 w 203"/>
                <a:gd name="T85" fmla="*/ 236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3" h="287">
                  <a:moveTo>
                    <a:pt x="134" y="236"/>
                  </a:moveTo>
                  <a:cubicBezTo>
                    <a:pt x="123" y="242"/>
                    <a:pt x="108" y="246"/>
                    <a:pt x="90" y="246"/>
                  </a:cubicBezTo>
                  <a:cubicBezTo>
                    <a:pt x="79" y="246"/>
                    <a:pt x="67" y="245"/>
                    <a:pt x="54" y="242"/>
                  </a:cubicBezTo>
                  <a:cubicBezTo>
                    <a:pt x="42" y="240"/>
                    <a:pt x="30" y="236"/>
                    <a:pt x="21" y="232"/>
                  </a:cubicBezTo>
                  <a:cubicBezTo>
                    <a:pt x="18" y="231"/>
                    <a:pt x="15" y="230"/>
                    <a:pt x="13" y="228"/>
                  </a:cubicBezTo>
                  <a:cubicBezTo>
                    <a:pt x="11" y="227"/>
                    <a:pt x="10" y="227"/>
                    <a:pt x="8" y="227"/>
                  </a:cubicBezTo>
                  <a:cubicBezTo>
                    <a:pt x="4" y="227"/>
                    <a:pt x="0" y="231"/>
                    <a:pt x="0" y="237"/>
                  </a:cubicBezTo>
                  <a:lnTo>
                    <a:pt x="0" y="252"/>
                  </a:lnTo>
                  <a:cubicBezTo>
                    <a:pt x="0" y="255"/>
                    <a:pt x="1" y="257"/>
                    <a:pt x="3" y="261"/>
                  </a:cubicBezTo>
                  <a:cubicBezTo>
                    <a:pt x="4" y="264"/>
                    <a:pt x="7" y="266"/>
                    <a:pt x="12" y="269"/>
                  </a:cubicBezTo>
                  <a:cubicBezTo>
                    <a:pt x="20" y="273"/>
                    <a:pt x="31" y="278"/>
                    <a:pt x="47" y="281"/>
                  </a:cubicBezTo>
                  <a:cubicBezTo>
                    <a:pt x="62" y="284"/>
                    <a:pt x="79" y="286"/>
                    <a:pt x="95" y="286"/>
                  </a:cubicBezTo>
                  <a:cubicBezTo>
                    <a:pt x="110" y="286"/>
                    <a:pt x="125" y="284"/>
                    <a:pt x="138" y="280"/>
                  </a:cubicBezTo>
                  <a:cubicBezTo>
                    <a:pt x="151" y="276"/>
                    <a:pt x="163" y="270"/>
                    <a:pt x="172" y="263"/>
                  </a:cubicBezTo>
                  <a:cubicBezTo>
                    <a:pt x="181" y="255"/>
                    <a:pt x="189" y="247"/>
                    <a:pt x="194" y="236"/>
                  </a:cubicBezTo>
                  <a:cubicBezTo>
                    <a:pt x="199" y="225"/>
                    <a:pt x="202" y="214"/>
                    <a:pt x="202" y="201"/>
                  </a:cubicBezTo>
                  <a:cubicBezTo>
                    <a:pt x="202" y="185"/>
                    <a:pt x="197" y="171"/>
                    <a:pt x="188" y="158"/>
                  </a:cubicBezTo>
                  <a:cubicBezTo>
                    <a:pt x="178" y="145"/>
                    <a:pt x="163" y="135"/>
                    <a:pt x="141" y="129"/>
                  </a:cubicBezTo>
                  <a:lnTo>
                    <a:pt x="98" y="115"/>
                  </a:lnTo>
                  <a:cubicBezTo>
                    <a:pt x="82" y="110"/>
                    <a:pt x="71" y="104"/>
                    <a:pt x="65" y="98"/>
                  </a:cubicBezTo>
                  <a:cubicBezTo>
                    <a:pt x="58" y="93"/>
                    <a:pt x="56" y="85"/>
                    <a:pt x="56" y="76"/>
                  </a:cubicBezTo>
                  <a:cubicBezTo>
                    <a:pt x="56" y="64"/>
                    <a:pt x="61" y="55"/>
                    <a:pt x="70" y="50"/>
                  </a:cubicBezTo>
                  <a:cubicBezTo>
                    <a:pt x="80" y="44"/>
                    <a:pt x="93" y="41"/>
                    <a:pt x="111" y="41"/>
                  </a:cubicBezTo>
                  <a:cubicBezTo>
                    <a:pt x="132" y="41"/>
                    <a:pt x="151" y="45"/>
                    <a:pt x="168" y="53"/>
                  </a:cubicBezTo>
                  <a:cubicBezTo>
                    <a:pt x="174" y="55"/>
                    <a:pt x="177" y="56"/>
                    <a:pt x="180" y="56"/>
                  </a:cubicBezTo>
                  <a:cubicBezTo>
                    <a:pt x="184" y="56"/>
                    <a:pt x="188" y="53"/>
                    <a:pt x="188" y="47"/>
                  </a:cubicBezTo>
                  <a:lnTo>
                    <a:pt x="188" y="33"/>
                  </a:lnTo>
                  <a:cubicBezTo>
                    <a:pt x="188" y="28"/>
                    <a:pt x="187" y="25"/>
                    <a:pt x="184" y="23"/>
                  </a:cubicBezTo>
                  <a:cubicBezTo>
                    <a:pt x="182" y="20"/>
                    <a:pt x="179" y="17"/>
                    <a:pt x="176" y="15"/>
                  </a:cubicBezTo>
                  <a:cubicBezTo>
                    <a:pt x="173" y="12"/>
                    <a:pt x="168" y="12"/>
                    <a:pt x="163" y="10"/>
                  </a:cubicBezTo>
                  <a:cubicBezTo>
                    <a:pt x="158" y="8"/>
                    <a:pt x="152" y="7"/>
                    <a:pt x="146" y="5"/>
                  </a:cubicBezTo>
                  <a:cubicBezTo>
                    <a:pt x="140" y="4"/>
                    <a:pt x="133" y="3"/>
                    <a:pt x="127" y="2"/>
                  </a:cubicBezTo>
                  <a:cubicBezTo>
                    <a:pt x="120" y="0"/>
                    <a:pt x="113" y="0"/>
                    <a:pt x="106" y="0"/>
                  </a:cubicBezTo>
                  <a:cubicBezTo>
                    <a:pt x="93" y="0"/>
                    <a:pt x="81" y="2"/>
                    <a:pt x="68" y="6"/>
                  </a:cubicBezTo>
                  <a:cubicBezTo>
                    <a:pt x="56" y="9"/>
                    <a:pt x="45" y="14"/>
                    <a:pt x="36" y="22"/>
                  </a:cubicBezTo>
                  <a:cubicBezTo>
                    <a:pt x="26" y="28"/>
                    <a:pt x="20" y="37"/>
                    <a:pt x="14" y="47"/>
                  </a:cubicBezTo>
                  <a:cubicBezTo>
                    <a:pt x="9" y="56"/>
                    <a:pt x="6" y="68"/>
                    <a:pt x="6" y="80"/>
                  </a:cubicBezTo>
                  <a:cubicBezTo>
                    <a:pt x="6" y="96"/>
                    <a:pt x="11" y="111"/>
                    <a:pt x="21" y="124"/>
                  </a:cubicBezTo>
                  <a:cubicBezTo>
                    <a:pt x="30" y="137"/>
                    <a:pt x="47" y="147"/>
                    <a:pt x="69" y="155"/>
                  </a:cubicBezTo>
                  <a:lnTo>
                    <a:pt x="113" y="169"/>
                  </a:lnTo>
                  <a:cubicBezTo>
                    <a:pt x="128" y="174"/>
                    <a:pt x="137" y="178"/>
                    <a:pt x="144" y="185"/>
                  </a:cubicBezTo>
                  <a:cubicBezTo>
                    <a:pt x="149" y="190"/>
                    <a:pt x="152" y="197"/>
                    <a:pt x="152" y="206"/>
                  </a:cubicBezTo>
                  <a:cubicBezTo>
                    <a:pt x="150" y="220"/>
                    <a:pt x="145" y="230"/>
                    <a:pt x="134" y="236"/>
                  </a:cubicBezTo>
                </a:path>
              </a:pathLst>
            </a:custGeom>
            <a:solidFill>
              <a:srgbClr val="262F3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3" name="Freeform 11">
              <a:extLst>
                <a:ext uri="{FF2B5EF4-FFF2-40B4-BE49-F238E27FC236}">
                  <a16:creationId xmlns:a16="http://schemas.microsoft.com/office/drawing/2014/main" id="{79C3F1DD-1BB9-F5F2-89A8-CB96E28571E6}"/>
                </a:ext>
              </a:extLst>
            </p:cNvPr>
            <p:cNvSpPr>
              <a:spLocks noChangeArrowheads="1"/>
            </p:cNvSpPr>
            <p:nvPr/>
          </p:nvSpPr>
          <p:spPr bwMode="auto">
            <a:xfrm>
              <a:off x="5000625" y="2271713"/>
              <a:ext cx="304800" cy="69850"/>
            </a:xfrm>
            <a:custGeom>
              <a:avLst/>
              <a:gdLst>
                <a:gd name="T0" fmla="*/ 9 w 845"/>
                <a:gd name="T1" fmla="*/ 20 h 194"/>
                <a:gd name="T2" fmla="*/ 459 w 845"/>
                <a:gd name="T3" fmla="*/ 193 h 194"/>
                <a:gd name="T4" fmla="*/ 828 w 845"/>
                <a:gd name="T5" fmla="*/ 82 h 194"/>
                <a:gd name="T6" fmla="*/ 813 w 845"/>
                <a:gd name="T7" fmla="*/ 59 h 194"/>
                <a:gd name="T8" fmla="*/ 469 w 845"/>
                <a:gd name="T9" fmla="*/ 128 h 194"/>
                <a:gd name="T10" fmla="*/ 19 w 845"/>
                <a:gd name="T11" fmla="*/ 7 h 194"/>
                <a:gd name="T12" fmla="*/ 9 w 845"/>
                <a:gd name="T13" fmla="*/ 20 h 194"/>
              </a:gdLst>
              <a:ahLst/>
              <a:cxnLst>
                <a:cxn ang="0">
                  <a:pos x="T0" y="T1"/>
                </a:cxn>
                <a:cxn ang="0">
                  <a:pos x="T2" y="T3"/>
                </a:cxn>
                <a:cxn ang="0">
                  <a:pos x="T4" y="T5"/>
                </a:cxn>
                <a:cxn ang="0">
                  <a:pos x="T6" y="T7"/>
                </a:cxn>
                <a:cxn ang="0">
                  <a:pos x="T8" y="T9"/>
                </a:cxn>
                <a:cxn ang="0">
                  <a:pos x="T10" y="T11"/>
                </a:cxn>
                <a:cxn ang="0">
                  <a:pos x="T12" y="T13"/>
                </a:cxn>
              </a:cxnLst>
              <a:rect l="0" t="0" r="r" b="b"/>
              <a:pathLst>
                <a:path w="845" h="194">
                  <a:moveTo>
                    <a:pt x="9" y="20"/>
                  </a:moveTo>
                  <a:cubicBezTo>
                    <a:pt x="128" y="128"/>
                    <a:pt x="285" y="192"/>
                    <a:pt x="459" y="193"/>
                  </a:cubicBezTo>
                  <a:cubicBezTo>
                    <a:pt x="583" y="193"/>
                    <a:pt x="729" y="155"/>
                    <a:pt x="828" y="82"/>
                  </a:cubicBezTo>
                  <a:cubicBezTo>
                    <a:pt x="844" y="70"/>
                    <a:pt x="830" y="51"/>
                    <a:pt x="813" y="59"/>
                  </a:cubicBezTo>
                  <a:cubicBezTo>
                    <a:pt x="701" y="106"/>
                    <a:pt x="580" y="128"/>
                    <a:pt x="469" y="128"/>
                  </a:cubicBezTo>
                  <a:cubicBezTo>
                    <a:pt x="305" y="128"/>
                    <a:pt x="147" y="82"/>
                    <a:pt x="19" y="7"/>
                  </a:cubicBezTo>
                  <a:cubicBezTo>
                    <a:pt x="8" y="0"/>
                    <a:pt x="0" y="12"/>
                    <a:pt x="9" y="20"/>
                  </a:cubicBezTo>
                </a:path>
              </a:pathLst>
            </a:custGeom>
            <a:solidFill>
              <a:srgbClr val="F798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 name="Freeform 12">
              <a:extLst>
                <a:ext uri="{FF2B5EF4-FFF2-40B4-BE49-F238E27FC236}">
                  <a16:creationId xmlns:a16="http://schemas.microsoft.com/office/drawing/2014/main" id="{3FEB75BD-8DA9-D9B0-1BDF-8979941CD2CE}"/>
                </a:ext>
              </a:extLst>
            </p:cNvPr>
            <p:cNvSpPr>
              <a:spLocks noChangeArrowheads="1"/>
            </p:cNvSpPr>
            <p:nvPr/>
          </p:nvSpPr>
          <p:spPr bwMode="auto">
            <a:xfrm>
              <a:off x="5268913" y="2262188"/>
              <a:ext cx="65087" cy="66675"/>
            </a:xfrm>
            <a:custGeom>
              <a:avLst/>
              <a:gdLst>
                <a:gd name="T0" fmla="*/ 113 w 181"/>
                <a:gd name="T1" fmla="*/ 178 h 185"/>
                <a:gd name="T2" fmla="*/ 170 w 181"/>
                <a:gd name="T3" fmla="*/ 26 h 185"/>
                <a:gd name="T4" fmla="*/ 8 w 181"/>
                <a:gd name="T5" fmla="*/ 41 h 185"/>
                <a:gd name="T6" fmla="*/ 10 w 181"/>
                <a:gd name="T7" fmla="*/ 55 h 185"/>
                <a:gd name="T8" fmla="*/ 127 w 181"/>
                <a:gd name="T9" fmla="*/ 59 h 185"/>
                <a:gd name="T10" fmla="*/ 100 w 181"/>
                <a:gd name="T11" fmla="*/ 173 h 185"/>
                <a:gd name="T12" fmla="*/ 113 w 181"/>
                <a:gd name="T13" fmla="*/ 178 h 185"/>
              </a:gdLst>
              <a:ahLst/>
              <a:cxnLst>
                <a:cxn ang="0">
                  <a:pos x="T0" y="T1"/>
                </a:cxn>
                <a:cxn ang="0">
                  <a:pos x="T2" y="T3"/>
                </a:cxn>
                <a:cxn ang="0">
                  <a:pos x="T4" y="T5"/>
                </a:cxn>
                <a:cxn ang="0">
                  <a:pos x="T6" y="T7"/>
                </a:cxn>
                <a:cxn ang="0">
                  <a:pos x="T8" y="T9"/>
                </a:cxn>
                <a:cxn ang="0">
                  <a:pos x="T10" y="T11"/>
                </a:cxn>
                <a:cxn ang="0">
                  <a:pos x="T12" y="T13"/>
                </a:cxn>
              </a:cxnLst>
              <a:rect l="0" t="0" r="r" b="b"/>
              <a:pathLst>
                <a:path w="181" h="185">
                  <a:moveTo>
                    <a:pt x="113" y="178"/>
                  </a:moveTo>
                  <a:cubicBezTo>
                    <a:pt x="167" y="133"/>
                    <a:pt x="180" y="40"/>
                    <a:pt x="170" y="26"/>
                  </a:cubicBezTo>
                  <a:cubicBezTo>
                    <a:pt x="159" y="13"/>
                    <a:pt x="65" y="0"/>
                    <a:pt x="8" y="41"/>
                  </a:cubicBezTo>
                  <a:cubicBezTo>
                    <a:pt x="0" y="47"/>
                    <a:pt x="1" y="56"/>
                    <a:pt x="10" y="55"/>
                  </a:cubicBezTo>
                  <a:cubicBezTo>
                    <a:pt x="42" y="50"/>
                    <a:pt x="114" y="43"/>
                    <a:pt x="127" y="59"/>
                  </a:cubicBezTo>
                  <a:cubicBezTo>
                    <a:pt x="140" y="75"/>
                    <a:pt x="112" y="143"/>
                    <a:pt x="100" y="173"/>
                  </a:cubicBezTo>
                  <a:cubicBezTo>
                    <a:pt x="97" y="181"/>
                    <a:pt x="104" y="184"/>
                    <a:pt x="113" y="178"/>
                  </a:cubicBezTo>
                </a:path>
              </a:pathLst>
            </a:custGeom>
            <a:solidFill>
              <a:srgbClr val="F798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3" name="object 11">
            <a:extLst>
              <a:ext uri="{FF2B5EF4-FFF2-40B4-BE49-F238E27FC236}">
                <a16:creationId xmlns:a16="http://schemas.microsoft.com/office/drawing/2014/main" id="{94A3906F-DA7F-C904-7E5E-FB5BC5A082F5}"/>
              </a:ext>
            </a:extLst>
          </p:cNvPr>
          <p:cNvSpPr txBox="1"/>
          <p:nvPr/>
        </p:nvSpPr>
        <p:spPr>
          <a:xfrm>
            <a:off x="4332452" y="1762191"/>
            <a:ext cx="1208469" cy="647485"/>
          </a:xfrm>
          <a:prstGeom prst="rect">
            <a:avLst/>
          </a:prstGeom>
        </p:spPr>
        <p:txBody>
          <a:bodyPr vert="horz" wrap="square" lIns="0" tIns="0" rIns="0" bIns="0" rtlCol="0">
            <a:noAutofit/>
          </a:bodyPr>
          <a:lstStyle/>
          <a:p>
            <a:pPr marL="7700"/>
            <a:r>
              <a:rPr lang="en-US" sz="1400" b="1" dirty="0">
                <a:ea typeface="+mj-ea"/>
                <a:cs typeface="+mj-cs"/>
              </a:rPr>
              <a:t>3,350+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engagements</a:t>
            </a:r>
            <a:endParaRPr sz="1400" b="1" dirty="0">
              <a:ea typeface="+mj-ea"/>
              <a:cs typeface="+mj-cs"/>
            </a:endParaRPr>
          </a:p>
        </p:txBody>
      </p:sp>
      <p:sp>
        <p:nvSpPr>
          <p:cNvPr id="14" name="object 12">
            <a:extLst>
              <a:ext uri="{FF2B5EF4-FFF2-40B4-BE49-F238E27FC236}">
                <a16:creationId xmlns:a16="http://schemas.microsoft.com/office/drawing/2014/main" id="{3FD63039-5B3E-29C4-2E91-6F7508CB55B2}"/>
              </a:ext>
            </a:extLst>
          </p:cNvPr>
          <p:cNvSpPr txBox="1">
            <a:spLocks/>
          </p:cNvSpPr>
          <p:nvPr/>
        </p:nvSpPr>
        <p:spPr>
          <a:xfrm>
            <a:off x="5660184" y="1762191"/>
            <a:ext cx="1036607" cy="647485"/>
          </a:xfrm>
          <a:prstGeom prst="rect">
            <a:avLst/>
          </a:prstGeom>
        </p:spPr>
        <p:txBody>
          <a:bodyPr vert="horz" wrap="square" lIns="0" tIns="0" rIns="0" bIns="0" rtlCol="0">
            <a:noAutofit/>
          </a:bodyPr>
          <a:lstStyle/>
          <a:p>
            <a:pPr marL="7700"/>
            <a:r>
              <a:rPr lang="en-US" sz="1400" b="1" dirty="0">
                <a:ea typeface="+mj-ea"/>
                <a:cs typeface="+mj-cs"/>
              </a:rPr>
              <a:t>6x</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Partner of the Year</a:t>
            </a:r>
            <a:endParaRPr sz="1400" b="1" dirty="0">
              <a:ea typeface="+mj-ea"/>
              <a:cs typeface="+mj-cs"/>
            </a:endParaRPr>
          </a:p>
        </p:txBody>
      </p:sp>
      <p:sp>
        <p:nvSpPr>
          <p:cNvPr id="15" name="object 13">
            <a:extLst>
              <a:ext uri="{FF2B5EF4-FFF2-40B4-BE49-F238E27FC236}">
                <a16:creationId xmlns:a16="http://schemas.microsoft.com/office/drawing/2014/main" id="{B3BEA19F-B3A2-858F-F193-2A204E7732F2}"/>
              </a:ext>
            </a:extLst>
          </p:cNvPr>
          <p:cNvSpPr txBox="1">
            <a:spLocks/>
          </p:cNvSpPr>
          <p:nvPr/>
        </p:nvSpPr>
        <p:spPr>
          <a:xfrm>
            <a:off x="6714159" y="1762191"/>
            <a:ext cx="1036607" cy="647485"/>
          </a:xfrm>
          <a:prstGeom prst="rect">
            <a:avLst/>
          </a:prstGeom>
        </p:spPr>
        <p:txBody>
          <a:bodyPr vert="horz" wrap="square" lIns="0" tIns="0" rIns="0" bIns="0" rtlCol="0">
            <a:noAutofit/>
          </a:bodyPr>
          <a:lstStyle/>
          <a:p>
            <a:pPr marL="7700"/>
            <a:r>
              <a:rPr lang="en-US" sz="1400" b="1">
                <a:ea typeface="+mj-ea"/>
                <a:cs typeface="+mj-cs"/>
              </a:rPr>
              <a:t>2,750+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a:ln>
                  <a:noFill/>
                </a:ln>
                <a:effectLst/>
                <a:uLnTx/>
                <a:uFillTx/>
                <a:latin typeface="Avenir Next LT Pro"/>
                <a:ea typeface="+mn-ea"/>
                <a:cs typeface="+mn-cs"/>
              </a:rPr>
              <a:t>certifications</a:t>
            </a:r>
            <a:endParaRPr lang="en-US" sz="1400" b="1">
              <a:ea typeface="+mj-ea"/>
              <a:cs typeface="+mj-cs"/>
            </a:endParaRPr>
          </a:p>
        </p:txBody>
      </p:sp>
      <p:grpSp>
        <p:nvGrpSpPr>
          <p:cNvPr id="148" name="Group 147" descr="Salesforce logo">
            <a:extLst>
              <a:ext uri="{FF2B5EF4-FFF2-40B4-BE49-F238E27FC236}">
                <a16:creationId xmlns:a16="http://schemas.microsoft.com/office/drawing/2014/main" id="{B77EE6A0-F3CE-B1D9-B4F2-8FA33DFA92C8}"/>
              </a:ext>
            </a:extLst>
          </p:cNvPr>
          <p:cNvGrpSpPr/>
          <p:nvPr/>
        </p:nvGrpSpPr>
        <p:grpSpPr>
          <a:xfrm>
            <a:off x="8104115" y="1100468"/>
            <a:ext cx="447536" cy="315479"/>
            <a:chOff x="5002213" y="4398963"/>
            <a:chExt cx="290512" cy="204787"/>
          </a:xfrm>
        </p:grpSpPr>
        <p:sp>
          <p:nvSpPr>
            <p:cNvPr id="149" name="Freeform 109">
              <a:extLst>
                <a:ext uri="{FF2B5EF4-FFF2-40B4-BE49-F238E27FC236}">
                  <a16:creationId xmlns:a16="http://schemas.microsoft.com/office/drawing/2014/main" id="{26A014D7-B683-7271-2AC9-6941FEABE5DC}"/>
                </a:ext>
              </a:extLst>
            </p:cNvPr>
            <p:cNvSpPr>
              <a:spLocks noChangeArrowheads="1"/>
            </p:cNvSpPr>
            <p:nvPr/>
          </p:nvSpPr>
          <p:spPr bwMode="auto">
            <a:xfrm>
              <a:off x="5002213" y="4398963"/>
              <a:ext cx="290512" cy="204787"/>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0" name="Freeform 110">
              <a:extLst>
                <a:ext uri="{FF2B5EF4-FFF2-40B4-BE49-F238E27FC236}">
                  <a16:creationId xmlns:a16="http://schemas.microsoft.com/office/drawing/2014/main" id="{97443B7D-F89A-B2FB-811E-18387A84F36A}"/>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1" name="Freeform 111">
              <a:extLst>
                <a:ext uri="{FF2B5EF4-FFF2-40B4-BE49-F238E27FC236}">
                  <a16:creationId xmlns:a16="http://schemas.microsoft.com/office/drawing/2014/main" id="{AD5A3E5C-CAC8-A146-8E4B-01667D310DEA}"/>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2" name="Freeform 112">
              <a:extLst>
                <a:ext uri="{FF2B5EF4-FFF2-40B4-BE49-F238E27FC236}">
                  <a16:creationId xmlns:a16="http://schemas.microsoft.com/office/drawing/2014/main" id="{F7A3B063-C4E6-5B34-1A6E-E06BD4D52AD4}"/>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3" name="Freeform 113">
              <a:extLst>
                <a:ext uri="{FF2B5EF4-FFF2-40B4-BE49-F238E27FC236}">
                  <a16:creationId xmlns:a16="http://schemas.microsoft.com/office/drawing/2014/main" id="{8D4AEB9F-2BB7-6968-0EEC-6EF47CDFEF6D}"/>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4" name="Freeform 114">
              <a:extLst>
                <a:ext uri="{FF2B5EF4-FFF2-40B4-BE49-F238E27FC236}">
                  <a16:creationId xmlns:a16="http://schemas.microsoft.com/office/drawing/2014/main" id="{13EF3556-555A-E077-473F-847E08EDA621}"/>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5" name="Freeform 115">
              <a:extLst>
                <a:ext uri="{FF2B5EF4-FFF2-40B4-BE49-F238E27FC236}">
                  <a16:creationId xmlns:a16="http://schemas.microsoft.com/office/drawing/2014/main" id="{CB23D4B8-0AD7-861F-8C50-BB72ACF04A22}"/>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6" name="Freeform 116">
              <a:extLst>
                <a:ext uri="{FF2B5EF4-FFF2-40B4-BE49-F238E27FC236}">
                  <a16:creationId xmlns:a16="http://schemas.microsoft.com/office/drawing/2014/main" id="{E944E79C-71EA-EC0D-74B3-962F743FD356}"/>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7" name="Freeform 117">
              <a:extLst>
                <a:ext uri="{FF2B5EF4-FFF2-40B4-BE49-F238E27FC236}">
                  <a16:creationId xmlns:a16="http://schemas.microsoft.com/office/drawing/2014/main" id="{6BBB1C5C-E229-9EBE-22DF-6D9C80210643}"/>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8" name="Freeform 118">
              <a:extLst>
                <a:ext uri="{FF2B5EF4-FFF2-40B4-BE49-F238E27FC236}">
                  <a16:creationId xmlns:a16="http://schemas.microsoft.com/office/drawing/2014/main" id="{D17E37B0-13EF-E7CF-E830-F029166BBB32}"/>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9" name="Freeform 119">
              <a:extLst>
                <a:ext uri="{FF2B5EF4-FFF2-40B4-BE49-F238E27FC236}">
                  <a16:creationId xmlns:a16="http://schemas.microsoft.com/office/drawing/2014/main" id="{EFA25D8E-9254-FAB4-98DA-567F7D7C44ED}"/>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7" name="object 5">
            <a:extLst>
              <a:ext uri="{FF2B5EF4-FFF2-40B4-BE49-F238E27FC236}">
                <a16:creationId xmlns:a16="http://schemas.microsoft.com/office/drawing/2014/main" id="{B2E53A70-19B5-17AA-15BE-7EA2BF2AAFBB}"/>
              </a:ext>
            </a:extLst>
          </p:cNvPr>
          <p:cNvSpPr txBox="1">
            <a:spLocks/>
          </p:cNvSpPr>
          <p:nvPr/>
        </p:nvSpPr>
        <p:spPr>
          <a:xfrm>
            <a:off x="8102919" y="1762191"/>
            <a:ext cx="1198954" cy="647485"/>
          </a:xfrm>
          <a:prstGeom prst="rect">
            <a:avLst/>
          </a:prstGeom>
        </p:spPr>
        <p:txBody>
          <a:bodyPr vert="horz" wrap="square" lIns="0" tIns="0" rIns="0" bIns="0" rtlCol="0">
            <a:noAutofit/>
          </a:bodyPr>
          <a:lstStyle/>
          <a:p>
            <a:pPr marL="7700"/>
            <a:r>
              <a:rPr lang="en-US" sz="1400" b="1" dirty="0">
                <a:ea typeface="+mj-ea"/>
                <a:cs typeface="+mj-cs"/>
              </a:rPr>
              <a:t>3,290+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engagements</a:t>
            </a:r>
            <a:endParaRPr lang="en-US" sz="1400" b="1" dirty="0">
              <a:ea typeface="+mj-ea"/>
              <a:cs typeface="+mj-cs"/>
            </a:endParaRPr>
          </a:p>
        </p:txBody>
      </p:sp>
      <p:sp>
        <p:nvSpPr>
          <p:cNvPr id="8" name="object 6">
            <a:extLst>
              <a:ext uri="{FF2B5EF4-FFF2-40B4-BE49-F238E27FC236}">
                <a16:creationId xmlns:a16="http://schemas.microsoft.com/office/drawing/2014/main" id="{8E81D684-ABF7-D0CB-55B7-EC66419079A7}"/>
              </a:ext>
            </a:extLst>
          </p:cNvPr>
          <p:cNvSpPr txBox="1">
            <a:spLocks/>
          </p:cNvSpPr>
          <p:nvPr/>
        </p:nvSpPr>
        <p:spPr>
          <a:xfrm>
            <a:off x="9421388" y="1762190"/>
            <a:ext cx="1036607" cy="647485"/>
          </a:xfrm>
          <a:prstGeom prst="rect">
            <a:avLst/>
          </a:prstGeom>
        </p:spPr>
        <p:txBody>
          <a:bodyPr vert="horz" wrap="square" lIns="0" tIns="0" rIns="0" bIns="0" rtlCol="0">
            <a:noAutofit/>
          </a:bodyPr>
          <a:lstStyle/>
          <a:p>
            <a:pPr marL="7700"/>
            <a:r>
              <a:rPr lang="en-US" sz="1400" b="1">
                <a:ea typeface="+mj-ea"/>
                <a:cs typeface="+mj-cs"/>
              </a:rPr>
              <a:t>#3</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a:ln>
                  <a:noFill/>
                </a:ln>
                <a:effectLst/>
                <a:uLnTx/>
                <a:uFillTx/>
                <a:latin typeface="Avenir Next LT Pro"/>
                <a:ea typeface="+mn-ea"/>
                <a:cs typeface="+mn-cs"/>
              </a:rPr>
              <a:t>Partner globally (2023)</a:t>
            </a:r>
            <a:endParaRPr sz="1400" b="1">
              <a:ea typeface="+mj-ea"/>
              <a:cs typeface="+mj-cs"/>
            </a:endParaRPr>
          </a:p>
        </p:txBody>
      </p:sp>
      <p:sp>
        <p:nvSpPr>
          <p:cNvPr id="9" name="object 7">
            <a:extLst>
              <a:ext uri="{FF2B5EF4-FFF2-40B4-BE49-F238E27FC236}">
                <a16:creationId xmlns:a16="http://schemas.microsoft.com/office/drawing/2014/main" id="{E9F46E0C-70B6-AE08-07D2-CFE5B00B0332}"/>
              </a:ext>
            </a:extLst>
          </p:cNvPr>
          <p:cNvSpPr txBox="1">
            <a:spLocks/>
          </p:cNvSpPr>
          <p:nvPr/>
        </p:nvSpPr>
        <p:spPr>
          <a:xfrm>
            <a:off x="10466100" y="1762191"/>
            <a:ext cx="1036607" cy="647485"/>
          </a:xfrm>
          <a:prstGeom prst="rect">
            <a:avLst/>
          </a:prstGeom>
        </p:spPr>
        <p:txBody>
          <a:bodyPr vert="horz" wrap="square" lIns="0" tIns="0" rIns="0" bIns="0" rtlCol="0">
            <a:noAutofit/>
          </a:bodyPr>
          <a:lstStyle/>
          <a:p>
            <a:pPr marL="7700"/>
            <a:r>
              <a:rPr lang="en-US" sz="1400" b="1">
                <a:ea typeface="+mj-ea"/>
                <a:cs typeface="+mj-cs"/>
              </a:rPr>
              <a:t>7,000+</a:t>
            </a:r>
          </a:p>
          <a:p>
            <a:pPr marL="7700" lvl="0">
              <a:buClr>
                <a:srgbClr val="0D62FB"/>
              </a:buClr>
              <a:buSzPct val="200000"/>
              <a:defRPr/>
            </a:pPr>
            <a:r>
              <a:rPr lang="en-US" sz="1400"/>
              <a:t>certifications</a:t>
            </a:r>
            <a:endParaRPr lang="en-US" sz="1400" b="1"/>
          </a:p>
        </p:txBody>
      </p:sp>
      <p:grpSp>
        <p:nvGrpSpPr>
          <p:cNvPr id="95" name="Graphic 113" descr="Google Cloud logo">
            <a:extLst>
              <a:ext uri="{FF2B5EF4-FFF2-40B4-BE49-F238E27FC236}">
                <a16:creationId xmlns:a16="http://schemas.microsoft.com/office/drawing/2014/main" id="{E9621615-729B-AE16-9D68-DD4BFD199EA5}"/>
              </a:ext>
            </a:extLst>
          </p:cNvPr>
          <p:cNvGrpSpPr/>
          <p:nvPr/>
        </p:nvGrpSpPr>
        <p:grpSpPr>
          <a:xfrm>
            <a:off x="4340152" y="2878291"/>
            <a:ext cx="1109800" cy="196036"/>
            <a:chOff x="4898135" y="2568590"/>
            <a:chExt cx="1109800" cy="196036"/>
          </a:xfrm>
        </p:grpSpPr>
        <p:grpSp>
          <p:nvGrpSpPr>
            <p:cNvPr id="96" name="Graphic 113">
              <a:extLst>
                <a:ext uri="{FF2B5EF4-FFF2-40B4-BE49-F238E27FC236}">
                  <a16:creationId xmlns:a16="http://schemas.microsoft.com/office/drawing/2014/main" id="{72D346AA-1395-418F-D150-79A74360F98F}"/>
                </a:ext>
              </a:extLst>
            </p:cNvPr>
            <p:cNvGrpSpPr/>
            <p:nvPr/>
          </p:nvGrpSpPr>
          <p:grpSpPr>
            <a:xfrm>
              <a:off x="5544647" y="2582520"/>
              <a:ext cx="463288" cy="138638"/>
              <a:chOff x="5544647" y="2582520"/>
              <a:chExt cx="463288" cy="138638"/>
            </a:xfrm>
            <a:solidFill>
              <a:srgbClr val="606469"/>
            </a:solidFill>
          </p:grpSpPr>
          <p:sp>
            <p:nvSpPr>
              <p:cNvPr id="97" name="Freeform: Shape 96">
                <a:extLst>
                  <a:ext uri="{FF2B5EF4-FFF2-40B4-BE49-F238E27FC236}">
                    <a16:creationId xmlns:a16="http://schemas.microsoft.com/office/drawing/2014/main" id="{863AEA0F-09E5-3F68-C3D3-56B4F042C362}"/>
                  </a:ext>
                </a:extLst>
              </p:cNvPr>
              <p:cNvSpPr/>
              <p:nvPr/>
            </p:nvSpPr>
            <p:spPr>
              <a:xfrm>
                <a:off x="5544647" y="2582520"/>
                <a:ext cx="122328" cy="138204"/>
              </a:xfrm>
              <a:custGeom>
                <a:avLst/>
                <a:gdLst>
                  <a:gd name="connsiteX0" fmla="*/ 69128 w 122328"/>
                  <a:gd name="connsiteY0" fmla="*/ 138195 h 138204"/>
                  <a:gd name="connsiteX1" fmla="*/ 19750 w 122328"/>
                  <a:gd name="connsiteY1" fmla="*/ 118292 h 138204"/>
                  <a:gd name="connsiteX2" fmla="*/ 24 w 122328"/>
                  <a:gd name="connsiteY2" fmla="*/ 69114 h 138204"/>
                  <a:gd name="connsiteX3" fmla="*/ 19750 w 122328"/>
                  <a:gd name="connsiteY3" fmla="*/ 19936 h 138204"/>
                  <a:gd name="connsiteX4" fmla="*/ 69128 w 122328"/>
                  <a:gd name="connsiteY4" fmla="*/ 33 h 138204"/>
                  <a:gd name="connsiteX5" fmla="*/ 118075 w 122328"/>
                  <a:gd name="connsiteY5" fmla="*/ 21651 h 138204"/>
                  <a:gd name="connsiteX6" fmla="*/ 106177 w 122328"/>
                  <a:gd name="connsiteY6" fmla="*/ 33104 h 138204"/>
                  <a:gd name="connsiteX7" fmla="*/ 69252 w 122328"/>
                  <a:gd name="connsiteY7" fmla="*/ 16323 h 138204"/>
                  <a:gd name="connsiteX8" fmla="*/ 32511 w 122328"/>
                  <a:gd name="connsiteY8" fmla="*/ 30899 h 138204"/>
                  <a:gd name="connsiteX9" fmla="*/ 17593 w 122328"/>
                  <a:gd name="connsiteY9" fmla="*/ 69053 h 138204"/>
                  <a:gd name="connsiteX10" fmla="*/ 32511 w 122328"/>
                  <a:gd name="connsiteY10" fmla="*/ 107268 h 138204"/>
                  <a:gd name="connsiteX11" fmla="*/ 69252 w 122328"/>
                  <a:gd name="connsiteY11" fmla="*/ 121844 h 138204"/>
                  <a:gd name="connsiteX12" fmla="*/ 110492 w 122328"/>
                  <a:gd name="connsiteY12" fmla="*/ 102675 h 138204"/>
                  <a:gd name="connsiteX13" fmla="*/ 122328 w 122328"/>
                  <a:gd name="connsiteY13" fmla="*/ 114433 h 138204"/>
                  <a:gd name="connsiteX14" fmla="*/ 99520 w 122328"/>
                  <a:gd name="connsiteY14" fmla="*/ 131704 h 138204"/>
                  <a:gd name="connsiteX15" fmla="*/ 69128 w 122328"/>
                  <a:gd name="connsiteY15" fmla="*/ 138134 h 138204"/>
                  <a:gd name="connsiteX16" fmla="*/ 69128 w 122328"/>
                  <a:gd name="connsiteY16" fmla="*/ 138134 h 138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328" h="138204">
                    <a:moveTo>
                      <a:pt x="69128" y="138195"/>
                    </a:moveTo>
                    <a:cubicBezTo>
                      <a:pt x="50635" y="138502"/>
                      <a:pt x="32758" y="131336"/>
                      <a:pt x="19750" y="118292"/>
                    </a:cubicBezTo>
                    <a:cubicBezTo>
                      <a:pt x="6682" y="105247"/>
                      <a:pt x="-469" y="87548"/>
                      <a:pt x="24" y="69114"/>
                    </a:cubicBezTo>
                    <a:cubicBezTo>
                      <a:pt x="-407" y="50741"/>
                      <a:pt x="6743" y="32981"/>
                      <a:pt x="19750" y="19936"/>
                    </a:cubicBezTo>
                    <a:cubicBezTo>
                      <a:pt x="32758" y="6892"/>
                      <a:pt x="50573" y="-274"/>
                      <a:pt x="69128" y="33"/>
                    </a:cubicBezTo>
                    <a:cubicBezTo>
                      <a:pt x="87930" y="-580"/>
                      <a:pt x="105869" y="7443"/>
                      <a:pt x="118075" y="21651"/>
                    </a:cubicBezTo>
                    <a:lnTo>
                      <a:pt x="106177" y="33104"/>
                    </a:lnTo>
                    <a:cubicBezTo>
                      <a:pt x="97300" y="22019"/>
                      <a:pt x="83553" y="15711"/>
                      <a:pt x="69252" y="16323"/>
                    </a:cubicBezTo>
                    <a:cubicBezTo>
                      <a:pt x="55505" y="16017"/>
                      <a:pt x="42251" y="21284"/>
                      <a:pt x="32511" y="30899"/>
                    </a:cubicBezTo>
                    <a:cubicBezTo>
                      <a:pt x="22401" y="40943"/>
                      <a:pt x="16976" y="54845"/>
                      <a:pt x="17593" y="69053"/>
                    </a:cubicBezTo>
                    <a:cubicBezTo>
                      <a:pt x="16976" y="83322"/>
                      <a:pt x="22401" y="97102"/>
                      <a:pt x="32511" y="107268"/>
                    </a:cubicBezTo>
                    <a:cubicBezTo>
                      <a:pt x="42251" y="116883"/>
                      <a:pt x="55505" y="122150"/>
                      <a:pt x="69252" y="121844"/>
                    </a:cubicBezTo>
                    <a:cubicBezTo>
                      <a:pt x="85218" y="122027"/>
                      <a:pt x="100383" y="114985"/>
                      <a:pt x="110492" y="102675"/>
                    </a:cubicBezTo>
                    <a:lnTo>
                      <a:pt x="122328" y="114433"/>
                    </a:lnTo>
                    <a:cubicBezTo>
                      <a:pt x="116164" y="121844"/>
                      <a:pt x="108335" y="127784"/>
                      <a:pt x="99520" y="131704"/>
                    </a:cubicBezTo>
                    <a:cubicBezTo>
                      <a:pt x="89965" y="136052"/>
                      <a:pt x="79670" y="138257"/>
                      <a:pt x="69128" y="138134"/>
                    </a:cubicBezTo>
                    <a:lnTo>
                      <a:pt x="69128" y="138134"/>
                    </a:lnTo>
                    <a:close/>
                  </a:path>
                </a:pathLst>
              </a:custGeom>
              <a:solidFill>
                <a:srgbClr val="606469"/>
              </a:solidFill>
              <a:ln w="6141"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05787113-010E-A607-49FA-544F285D86C6}"/>
                  </a:ext>
                </a:extLst>
              </p:cNvPr>
              <p:cNvSpPr/>
              <p:nvPr/>
            </p:nvSpPr>
            <p:spPr>
              <a:xfrm>
                <a:off x="5681770" y="2585431"/>
                <a:ext cx="17075" cy="132344"/>
              </a:xfrm>
              <a:custGeom>
                <a:avLst/>
                <a:gdLst>
                  <a:gd name="connsiteX0" fmla="*/ 0 w 17075"/>
                  <a:gd name="connsiteY0" fmla="*/ 132345 h 132344"/>
                  <a:gd name="connsiteX1" fmla="*/ 17076 w 17075"/>
                  <a:gd name="connsiteY1" fmla="*/ 132345 h 132344"/>
                  <a:gd name="connsiteX2" fmla="*/ 17076 w 17075"/>
                  <a:gd name="connsiteY2" fmla="*/ 0 h 132344"/>
                  <a:gd name="connsiteX3" fmla="*/ 0 w 17075"/>
                  <a:gd name="connsiteY3" fmla="*/ 0 h 132344"/>
                  <a:gd name="connsiteX4" fmla="*/ 0 w 17075"/>
                  <a:gd name="connsiteY4" fmla="*/ 132345 h 132344"/>
                  <a:gd name="connsiteX5" fmla="*/ 0 w 17075"/>
                  <a:gd name="connsiteY5" fmla="*/ 132345 h 132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75" h="132344">
                    <a:moveTo>
                      <a:pt x="0" y="132345"/>
                    </a:moveTo>
                    <a:lnTo>
                      <a:pt x="17076" y="132345"/>
                    </a:lnTo>
                    <a:lnTo>
                      <a:pt x="17076" y="0"/>
                    </a:lnTo>
                    <a:lnTo>
                      <a:pt x="0" y="0"/>
                    </a:lnTo>
                    <a:lnTo>
                      <a:pt x="0" y="132345"/>
                    </a:lnTo>
                    <a:lnTo>
                      <a:pt x="0" y="132345"/>
                    </a:lnTo>
                    <a:close/>
                  </a:path>
                </a:pathLst>
              </a:custGeom>
              <a:solidFill>
                <a:srgbClr val="606469"/>
              </a:solidFill>
              <a:ln w="6141"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A6262489-B5E4-3974-E50B-057570D9FC99}"/>
                  </a:ext>
                </a:extLst>
              </p:cNvPr>
              <p:cNvSpPr/>
              <p:nvPr/>
            </p:nvSpPr>
            <p:spPr>
              <a:xfrm>
                <a:off x="5713498" y="2624320"/>
                <a:ext cx="93741" cy="96395"/>
              </a:xfrm>
              <a:custGeom>
                <a:avLst/>
                <a:gdLst>
                  <a:gd name="connsiteX0" fmla="*/ 13212 w 93741"/>
                  <a:gd name="connsiteY0" fmla="*/ 13780 h 96395"/>
                  <a:gd name="connsiteX1" fmla="*/ 80529 w 93741"/>
                  <a:gd name="connsiteY1" fmla="*/ 13780 h 96395"/>
                  <a:gd name="connsiteX2" fmla="*/ 93721 w 93741"/>
                  <a:gd name="connsiteY2" fmla="*/ 48198 h 96395"/>
                  <a:gd name="connsiteX3" fmla="*/ 80529 w 93741"/>
                  <a:gd name="connsiteY3" fmla="*/ 82616 h 96395"/>
                  <a:gd name="connsiteX4" fmla="*/ 13212 w 93741"/>
                  <a:gd name="connsiteY4" fmla="*/ 82616 h 96395"/>
                  <a:gd name="connsiteX5" fmla="*/ 20 w 93741"/>
                  <a:gd name="connsiteY5" fmla="*/ 48198 h 96395"/>
                  <a:gd name="connsiteX6" fmla="*/ 13212 w 93741"/>
                  <a:gd name="connsiteY6" fmla="*/ 13780 h 96395"/>
                  <a:gd name="connsiteX7" fmla="*/ 13212 w 93741"/>
                  <a:gd name="connsiteY7" fmla="*/ 13780 h 96395"/>
                  <a:gd name="connsiteX8" fmla="*/ 25911 w 93741"/>
                  <a:gd name="connsiteY8" fmla="*/ 71960 h 96395"/>
                  <a:gd name="connsiteX9" fmla="*/ 67707 w 93741"/>
                  <a:gd name="connsiteY9" fmla="*/ 71960 h 96395"/>
                  <a:gd name="connsiteX10" fmla="*/ 76584 w 93741"/>
                  <a:gd name="connsiteY10" fmla="*/ 48198 h 96395"/>
                  <a:gd name="connsiteX11" fmla="*/ 67707 w 93741"/>
                  <a:gd name="connsiteY11" fmla="*/ 24436 h 96395"/>
                  <a:gd name="connsiteX12" fmla="*/ 25911 w 93741"/>
                  <a:gd name="connsiteY12" fmla="*/ 24436 h 96395"/>
                  <a:gd name="connsiteX13" fmla="*/ 17096 w 93741"/>
                  <a:gd name="connsiteY13" fmla="*/ 48198 h 96395"/>
                  <a:gd name="connsiteX14" fmla="*/ 25973 w 93741"/>
                  <a:gd name="connsiteY14" fmla="*/ 71899 h 96395"/>
                  <a:gd name="connsiteX15" fmla="*/ 25911 w 93741"/>
                  <a:gd name="connsiteY15" fmla="*/ 71899 h 9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3741" h="96395">
                    <a:moveTo>
                      <a:pt x="13212" y="13780"/>
                    </a:moveTo>
                    <a:cubicBezTo>
                      <a:pt x="31829" y="-4593"/>
                      <a:pt x="61912" y="-4593"/>
                      <a:pt x="80529" y="13780"/>
                    </a:cubicBezTo>
                    <a:cubicBezTo>
                      <a:pt x="89406" y="23027"/>
                      <a:pt x="94091" y="35398"/>
                      <a:pt x="93721" y="48198"/>
                    </a:cubicBezTo>
                    <a:cubicBezTo>
                      <a:pt x="94091" y="60936"/>
                      <a:pt x="89406" y="73307"/>
                      <a:pt x="80529" y="82616"/>
                    </a:cubicBezTo>
                    <a:cubicBezTo>
                      <a:pt x="61912" y="100989"/>
                      <a:pt x="31829" y="100989"/>
                      <a:pt x="13212" y="82616"/>
                    </a:cubicBezTo>
                    <a:cubicBezTo>
                      <a:pt x="4397" y="73368"/>
                      <a:pt x="-350" y="60997"/>
                      <a:pt x="20" y="48198"/>
                    </a:cubicBezTo>
                    <a:cubicBezTo>
                      <a:pt x="-350" y="35459"/>
                      <a:pt x="4397" y="23088"/>
                      <a:pt x="13212" y="13780"/>
                    </a:cubicBezTo>
                    <a:lnTo>
                      <a:pt x="13212" y="13780"/>
                    </a:lnTo>
                    <a:close/>
                    <a:moveTo>
                      <a:pt x="25911" y="71960"/>
                    </a:moveTo>
                    <a:cubicBezTo>
                      <a:pt x="37254" y="83841"/>
                      <a:pt x="56364" y="83841"/>
                      <a:pt x="67707" y="71960"/>
                    </a:cubicBezTo>
                    <a:cubicBezTo>
                      <a:pt x="73748" y="65529"/>
                      <a:pt x="76953" y="56955"/>
                      <a:pt x="76584" y="48198"/>
                    </a:cubicBezTo>
                    <a:cubicBezTo>
                      <a:pt x="76953" y="39379"/>
                      <a:pt x="73810" y="30866"/>
                      <a:pt x="67707" y="24436"/>
                    </a:cubicBezTo>
                    <a:cubicBezTo>
                      <a:pt x="56364" y="12555"/>
                      <a:pt x="37254" y="12555"/>
                      <a:pt x="25911" y="24436"/>
                    </a:cubicBezTo>
                    <a:cubicBezTo>
                      <a:pt x="19870" y="30866"/>
                      <a:pt x="16726" y="39440"/>
                      <a:pt x="17096" y="48198"/>
                    </a:cubicBezTo>
                    <a:cubicBezTo>
                      <a:pt x="16726" y="56955"/>
                      <a:pt x="19932" y="65468"/>
                      <a:pt x="25973" y="71899"/>
                    </a:cubicBezTo>
                    <a:lnTo>
                      <a:pt x="25911" y="71899"/>
                    </a:lnTo>
                    <a:close/>
                  </a:path>
                </a:pathLst>
              </a:custGeom>
              <a:solidFill>
                <a:srgbClr val="606469"/>
              </a:solidFill>
              <a:ln w="6141"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8FD0D1F6-A8F1-FA18-267B-0B02E12FC46D}"/>
                  </a:ext>
                </a:extLst>
              </p:cNvPr>
              <p:cNvSpPr/>
              <p:nvPr/>
            </p:nvSpPr>
            <p:spPr>
              <a:xfrm>
                <a:off x="5821088" y="2627260"/>
                <a:ext cx="80756" cy="93898"/>
              </a:xfrm>
              <a:custGeom>
                <a:avLst/>
                <a:gdLst>
                  <a:gd name="connsiteX0" fmla="*/ 80756 w 80756"/>
                  <a:gd name="connsiteY0" fmla="*/ 90516 h 93898"/>
                  <a:gd name="connsiteX1" fmla="*/ 64235 w 80756"/>
                  <a:gd name="connsiteY1" fmla="*/ 90516 h 93898"/>
                  <a:gd name="connsiteX2" fmla="*/ 64235 w 80756"/>
                  <a:gd name="connsiteY2" fmla="*/ 77962 h 93898"/>
                  <a:gd name="connsiteX3" fmla="*/ 63742 w 80756"/>
                  <a:gd name="connsiteY3" fmla="*/ 77962 h 93898"/>
                  <a:gd name="connsiteX4" fmla="*/ 51721 w 80756"/>
                  <a:gd name="connsiteY4" fmla="*/ 89291 h 93898"/>
                  <a:gd name="connsiteX5" fmla="*/ 34769 w 80756"/>
                  <a:gd name="connsiteY5" fmla="*/ 93823 h 93898"/>
                  <a:gd name="connsiteX6" fmla="*/ 8878 w 80756"/>
                  <a:gd name="connsiteY6" fmla="*/ 83473 h 93898"/>
                  <a:gd name="connsiteX7" fmla="*/ 63 w 80756"/>
                  <a:gd name="connsiteY7" fmla="*/ 55792 h 93898"/>
                  <a:gd name="connsiteX8" fmla="*/ 63 w 80756"/>
                  <a:gd name="connsiteY8" fmla="*/ 61 h 93898"/>
                  <a:gd name="connsiteX9" fmla="*/ 17139 w 80756"/>
                  <a:gd name="connsiteY9" fmla="*/ 61 h 93898"/>
                  <a:gd name="connsiteX10" fmla="*/ 17139 w 80756"/>
                  <a:gd name="connsiteY10" fmla="*/ 52668 h 93898"/>
                  <a:gd name="connsiteX11" fmla="*/ 39639 w 80756"/>
                  <a:gd name="connsiteY11" fmla="*/ 77962 h 93898"/>
                  <a:gd name="connsiteX12" fmla="*/ 57023 w 80756"/>
                  <a:gd name="connsiteY12" fmla="*/ 69755 h 93898"/>
                  <a:gd name="connsiteX13" fmla="*/ 63681 w 80756"/>
                  <a:gd name="connsiteY13" fmla="*/ 50157 h 93898"/>
                  <a:gd name="connsiteX14" fmla="*/ 63681 w 80756"/>
                  <a:gd name="connsiteY14" fmla="*/ 0 h 93898"/>
                  <a:gd name="connsiteX15" fmla="*/ 80756 w 80756"/>
                  <a:gd name="connsiteY15" fmla="*/ 0 h 93898"/>
                  <a:gd name="connsiteX16" fmla="*/ 80756 w 80756"/>
                  <a:gd name="connsiteY16" fmla="*/ 90455 h 93898"/>
                  <a:gd name="connsiteX17" fmla="*/ 80756 w 80756"/>
                  <a:gd name="connsiteY17" fmla="*/ 90455 h 9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756" h="93898">
                    <a:moveTo>
                      <a:pt x="80756" y="90516"/>
                    </a:moveTo>
                    <a:lnTo>
                      <a:pt x="64235" y="90516"/>
                    </a:lnTo>
                    <a:lnTo>
                      <a:pt x="64235" y="77962"/>
                    </a:lnTo>
                    <a:lnTo>
                      <a:pt x="63742" y="77962"/>
                    </a:lnTo>
                    <a:cubicBezTo>
                      <a:pt x="60783" y="82738"/>
                      <a:pt x="56653" y="86597"/>
                      <a:pt x="51721" y="89291"/>
                    </a:cubicBezTo>
                    <a:cubicBezTo>
                      <a:pt x="46605" y="92231"/>
                      <a:pt x="40749" y="93823"/>
                      <a:pt x="34769" y="93823"/>
                    </a:cubicBezTo>
                    <a:cubicBezTo>
                      <a:pt x="25029" y="94497"/>
                      <a:pt x="15474" y="90639"/>
                      <a:pt x="8878" y="83473"/>
                    </a:cubicBezTo>
                    <a:cubicBezTo>
                      <a:pt x="2652" y="75634"/>
                      <a:pt x="-492" y="65774"/>
                      <a:pt x="63" y="55792"/>
                    </a:cubicBezTo>
                    <a:lnTo>
                      <a:pt x="63" y="61"/>
                    </a:lnTo>
                    <a:lnTo>
                      <a:pt x="17139" y="61"/>
                    </a:lnTo>
                    <a:lnTo>
                      <a:pt x="17139" y="52668"/>
                    </a:lnTo>
                    <a:cubicBezTo>
                      <a:pt x="17139" y="69510"/>
                      <a:pt x="24659" y="77962"/>
                      <a:pt x="39639" y="77962"/>
                    </a:cubicBezTo>
                    <a:cubicBezTo>
                      <a:pt x="46420" y="78145"/>
                      <a:pt x="52893" y="75083"/>
                      <a:pt x="57023" y="69755"/>
                    </a:cubicBezTo>
                    <a:cubicBezTo>
                      <a:pt x="61462" y="64182"/>
                      <a:pt x="63742" y="57262"/>
                      <a:pt x="63681" y="50157"/>
                    </a:cubicBezTo>
                    <a:lnTo>
                      <a:pt x="63681" y="0"/>
                    </a:lnTo>
                    <a:lnTo>
                      <a:pt x="80756" y="0"/>
                    </a:lnTo>
                    <a:lnTo>
                      <a:pt x="80756" y="90455"/>
                    </a:lnTo>
                    <a:lnTo>
                      <a:pt x="80756" y="90455"/>
                    </a:lnTo>
                    <a:close/>
                  </a:path>
                </a:pathLst>
              </a:custGeom>
              <a:solidFill>
                <a:srgbClr val="606469"/>
              </a:solidFill>
              <a:ln w="6141"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487AC87E-A0E9-0EFC-3E40-1BE6468FD3B8}"/>
                  </a:ext>
                </a:extLst>
              </p:cNvPr>
              <p:cNvSpPr/>
              <p:nvPr/>
            </p:nvSpPr>
            <p:spPr>
              <a:xfrm>
                <a:off x="5916433" y="2585370"/>
                <a:ext cx="91502" cy="135345"/>
              </a:xfrm>
              <a:custGeom>
                <a:avLst/>
                <a:gdLst>
                  <a:gd name="connsiteX0" fmla="*/ 43357 w 91502"/>
                  <a:gd name="connsiteY0" fmla="*/ 135346 h 135345"/>
                  <a:gd name="connsiteX1" fmla="*/ 12843 w 91502"/>
                  <a:gd name="connsiteY1" fmla="*/ 121444 h 135345"/>
                  <a:gd name="connsiteX2" fmla="*/ 21 w 91502"/>
                  <a:gd name="connsiteY2" fmla="*/ 87148 h 135345"/>
                  <a:gd name="connsiteX3" fmla="*/ 12843 w 91502"/>
                  <a:gd name="connsiteY3" fmla="*/ 52791 h 135345"/>
                  <a:gd name="connsiteX4" fmla="*/ 43357 w 91502"/>
                  <a:gd name="connsiteY4" fmla="*/ 38950 h 135345"/>
                  <a:gd name="connsiteX5" fmla="*/ 62036 w 91502"/>
                  <a:gd name="connsiteY5" fmla="*/ 43421 h 135345"/>
                  <a:gd name="connsiteX6" fmla="*/ 74426 w 91502"/>
                  <a:gd name="connsiteY6" fmla="*/ 54444 h 135345"/>
                  <a:gd name="connsiteX7" fmla="*/ 75166 w 91502"/>
                  <a:gd name="connsiteY7" fmla="*/ 54444 h 135345"/>
                  <a:gd name="connsiteX8" fmla="*/ 74426 w 91502"/>
                  <a:gd name="connsiteY8" fmla="*/ 41890 h 135345"/>
                  <a:gd name="connsiteX9" fmla="*/ 74426 w 91502"/>
                  <a:gd name="connsiteY9" fmla="*/ 0 h 135345"/>
                  <a:gd name="connsiteX10" fmla="*/ 91502 w 91502"/>
                  <a:gd name="connsiteY10" fmla="*/ 0 h 135345"/>
                  <a:gd name="connsiteX11" fmla="*/ 91502 w 91502"/>
                  <a:gd name="connsiteY11" fmla="*/ 132345 h 135345"/>
                  <a:gd name="connsiteX12" fmla="*/ 74981 w 91502"/>
                  <a:gd name="connsiteY12" fmla="*/ 132345 h 135345"/>
                  <a:gd name="connsiteX13" fmla="*/ 74981 w 91502"/>
                  <a:gd name="connsiteY13" fmla="*/ 119790 h 135345"/>
                  <a:gd name="connsiteX14" fmla="*/ 74241 w 91502"/>
                  <a:gd name="connsiteY14" fmla="*/ 119790 h 135345"/>
                  <a:gd name="connsiteX15" fmla="*/ 61851 w 91502"/>
                  <a:gd name="connsiteY15" fmla="*/ 130875 h 135345"/>
                  <a:gd name="connsiteX16" fmla="*/ 43357 w 91502"/>
                  <a:gd name="connsiteY16" fmla="*/ 135284 h 135345"/>
                  <a:gd name="connsiteX17" fmla="*/ 43357 w 91502"/>
                  <a:gd name="connsiteY17" fmla="*/ 135284 h 135345"/>
                  <a:gd name="connsiteX18" fmla="*/ 46193 w 91502"/>
                  <a:gd name="connsiteY18" fmla="*/ 119851 h 135345"/>
                  <a:gd name="connsiteX19" fmla="*/ 66721 w 91502"/>
                  <a:gd name="connsiteY19" fmla="*/ 111032 h 135345"/>
                  <a:gd name="connsiteX20" fmla="*/ 74981 w 91502"/>
                  <a:gd name="connsiteY20" fmla="*/ 87209 h 135345"/>
                  <a:gd name="connsiteX21" fmla="*/ 66721 w 91502"/>
                  <a:gd name="connsiteY21" fmla="*/ 63325 h 135345"/>
                  <a:gd name="connsiteX22" fmla="*/ 25480 w 91502"/>
                  <a:gd name="connsiteY22" fmla="*/ 63325 h 135345"/>
                  <a:gd name="connsiteX23" fmla="*/ 17220 w 91502"/>
                  <a:gd name="connsiteY23" fmla="*/ 87087 h 135345"/>
                  <a:gd name="connsiteX24" fmla="*/ 25480 w 91502"/>
                  <a:gd name="connsiteY24" fmla="*/ 110849 h 135345"/>
                  <a:gd name="connsiteX25" fmla="*/ 46193 w 91502"/>
                  <a:gd name="connsiteY25" fmla="*/ 119851 h 135345"/>
                  <a:gd name="connsiteX26" fmla="*/ 46193 w 91502"/>
                  <a:gd name="connsiteY26" fmla="*/ 119851 h 13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502" h="135345">
                    <a:moveTo>
                      <a:pt x="43357" y="135346"/>
                    </a:moveTo>
                    <a:cubicBezTo>
                      <a:pt x="31644" y="135346"/>
                      <a:pt x="20487" y="130324"/>
                      <a:pt x="12843" y="121444"/>
                    </a:cubicBezTo>
                    <a:cubicBezTo>
                      <a:pt x="4274" y="112074"/>
                      <a:pt x="-288" y="99764"/>
                      <a:pt x="21" y="87148"/>
                    </a:cubicBezTo>
                    <a:cubicBezTo>
                      <a:pt x="-349" y="74471"/>
                      <a:pt x="4274" y="62161"/>
                      <a:pt x="12843" y="52791"/>
                    </a:cubicBezTo>
                    <a:cubicBezTo>
                      <a:pt x="20487" y="43972"/>
                      <a:pt x="31644" y="38950"/>
                      <a:pt x="43357" y="38950"/>
                    </a:cubicBezTo>
                    <a:cubicBezTo>
                      <a:pt x="49830" y="38889"/>
                      <a:pt x="56303" y="40359"/>
                      <a:pt x="62036" y="43421"/>
                    </a:cubicBezTo>
                    <a:cubicBezTo>
                      <a:pt x="67091" y="45932"/>
                      <a:pt x="71344" y="49729"/>
                      <a:pt x="74426" y="54444"/>
                    </a:cubicBezTo>
                    <a:lnTo>
                      <a:pt x="75166" y="54444"/>
                    </a:lnTo>
                    <a:lnTo>
                      <a:pt x="74426" y="41890"/>
                    </a:lnTo>
                    <a:lnTo>
                      <a:pt x="74426" y="0"/>
                    </a:lnTo>
                    <a:lnTo>
                      <a:pt x="91502" y="0"/>
                    </a:lnTo>
                    <a:lnTo>
                      <a:pt x="91502" y="132345"/>
                    </a:lnTo>
                    <a:lnTo>
                      <a:pt x="74981" y="132345"/>
                    </a:lnTo>
                    <a:lnTo>
                      <a:pt x="74981" y="119790"/>
                    </a:lnTo>
                    <a:lnTo>
                      <a:pt x="74241" y="119790"/>
                    </a:lnTo>
                    <a:cubicBezTo>
                      <a:pt x="71221" y="124506"/>
                      <a:pt x="66967" y="128303"/>
                      <a:pt x="61851" y="130875"/>
                    </a:cubicBezTo>
                    <a:cubicBezTo>
                      <a:pt x="56179" y="133876"/>
                      <a:pt x="49830" y="135407"/>
                      <a:pt x="43357" y="135284"/>
                    </a:cubicBezTo>
                    <a:lnTo>
                      <a:pt x="43357" y="135284"/>
                    </a:lnTo>
                    <a:close/>
                    <a:moveTo>
                      <a:pt x="46193" y="119851"/>
                    </a:moveTo>
                    <a:cubicBezTo>
                      <a:pt x="53960" y="119974"/>
                      <a:pt x="61419" y="116728"/>
                      <a:pt x="66721" y="111032"/>
                    </a:cubicBezTo>
                    <a:cubicBezTo>
                      <a:pt x="72515" y="104479"/>
                      <a:pt x="75474" y="95906"/>
                      <a:pt x="74981" y="87209"/>
                    </a:cubicBezTo>
                    <a:cubicBezTo>
                      <a:pt x="75474" y="78513"/>
                      <a:pt x="72515" y="69939"/>
                      <a:pt x="66721" y="63325"/>
                    </a:cubicBezTo>
                    <a:cubicBezTo>
                      <a:pt x="55625" y="51260"/>
                      <a:pt x="36515" y="51260"/>
                      <a:pt x="25480" y="63325"/>
                    </a:cubicBezTo>
                    <a:cubicBezTo>
                      <a:pt x="19624" y="69878"/>
                      <a:pt x="16665" y="78390"/>
                      <a:pt x="17220" y="87087"/>
                    </a:cubicBezTo>
                    <a:cubicBezTo>
                      <a:pt x="16665" y="95783"/>
                      <a:pt x="19624" y="104357"/>
                      <a:pt x="25480" y="110849"/>
                    </a:cubicBezTo>
                    <a:cubicBezTo>
                      <a:pt x="30720" y="116667"/>
                      <a:pt x="38302" y="119974"/>
                      <a:pt x="46193" y="119851"/>
                    </a:cubicBezTo>
                    <a:lnTo>
                      <a:pt x="46193" y="119851"/>
                    </a:lnTo>
                    <a:close/>
                  </a:path>
                </a:pathLst>
              </a:custGeom>
              <a:solidFill>
                <a:srgbClr val="606469"/>
              </a:solidFill>
              <a:ln w="6141" cap="flat">
                <a:noFill/>
                <a:prstDash val="solid"/>
                <a:miter/>
              </a:ln>
            </p:spPr>
            <p:txBody>
              <a:bodyPr rtlCol="0" anchor="ctr"/>
              <a:lstStyle/>
              <a:p>
                <a:endParaRPr lang="en-US"/>
              </a:p>
            </p:txBody>
          </p:sp>
        </p:grpSp>
        <p:grpSp>
          <p:nvGrpSpPr>
            <p:cNvPr id="118" name="Graphic 113">
              <a:extLst>
                <a:ext uri="{FF2B5EF4-FFF2-40B4-BE49-F238E27FC236}">
                  <a16:creationId xmlns:a16="http://schemas.microsoft.com/office/drawing/2014/main" id="{38CB0708-7ED1-2F7E-9AAB-1082443CFE41}"/>
                </a:ext>
              </a:extLst>
            </p:cNvPr>
            <p:cNvGrpSpPr/>
            <p:nvPr/>
          </p:nvGrpSpPr>
          <p:grpSpPr>
            <a:xfrm>
              <a:off x="4898135" y="2568590"/>
              <a:ext cx="602028" cy="196036"/>
              <a:chOff x="4898135" y="2568590"/>
              <a:chExt cx="602028" cy="196036"/>
            </a:xfrm>
          </p:grpSpPr>
          <p:sp>
            <p:nvSpPr>
              <p:cNvPr id="119" name="Freeform: Shape 118">
                <a:extLst>
                  <a:ext uri="{FF2B5EF4-FFF2-40B4-BE49-F238E27FC236}">
                    <a16:creationId xmlns:a16="http://schemas.microsoft.com/office/drawing/2014/main" id="{D2F010F6-6D90-835B-6E2B-82BC130AB5E5}"/>
                  </a:ext>
                </a:extLst>
              </p:cNvPr>
              <p:cNvSpPr/>
              <p:nvPr/>
            </p:nvSpPr>
            <p:spPr>
              <a:xfrm>
                <a:off x="4898135" y="2568590"/>
                <a:ext cx="149304" cy="152125"/>
              </a:xfrm>
              <a:custGeom>
                <a:avLst/>
                <a:gdLst>
                  <a:gd name="connsiteX0" fmla="*/ 148010 w 149304"/>
                  <a:gd name="connsiteY0" fmla="*/ 69265 h 152125"/>
                  <a:gd name="connsiteX1" fmla="*/ 77796 w 149304"/>
                  <a:gd name="connsiteY1" fmla="*/ 69265 h 152125"/>
                  <a:gd name="connsiteX2" fmla="*/ 77796 w 149304"/>
                  <a:gd name="connsiteY2" fmla="*/ 89965 h 152125"/>
                  <a:gd name="connsiteX3" fmla="*/ 127606 w 149304"/>
                  <a:gd name="connsiteY3" fmla="*/ 89965 h 152125"/>
                  <a:gd name="connsiteX4" fmla="*/ 77858 w 149304"/>
                  <a:gd name="connsiteY4" fmla="*/ 131365 h 152125"/>
                  <a:gd name="connsiteX5" fmla="*/ 22870 w 149304"/>
                  <a:gd name="connsiteY5" fmla="*/ 76247 h 152125"/>
                  <a:gd name="connsiteX6" fmla="*/ 77920 w 149304"/>
                  <a:gd name="connsiteY6" fmla="*/ 20761 h 152125"/>
                  <a:gd name="connsiteX7" fmla="*/ 115462 w 149304"/>
                  <a:gd name="connsiteY7" fmla="*/ 35704 h 152125"/>
                  <a:gd name="connsiteX8" fmla="*/ 130072 w 149304"/>
                  <a:gd name="connsiteY8" fmla="*/ 20700 h 152125"/>
                  <a:gd name="connsiteX9" fmla="*/ 77180 w 149304"/>
                  <a:gd name="connsiteY9" fmla="*/ 0 h 152125"/>
                  <a:gd name="connsiteX10" fmla="*/ 0 w 149304"/>
                  <a:gd name="connsiteY10" fmla="*/ 75879 h 152125"/>
                  <a:gd name="connsiteX11" fmla="*/ 78290 w 149304"/>
                  <a:gd name="connsiteY11" fmla="*/ 152126 h 152125"/>
                  <a:gd name="connsiteX12" fmla="*/ 149305 w 149304"/>
                  <a:gd name="connsiteY12" fmla="*/ 82983 h 152125"/>
                  <a:gd name="connsiteX13" fmla="*/ 148010 w 149304"/>
                  <a:gd name="connsiteY13" fmla="*/ 69265 h 152125"/>
                  <a:gd name="connsiteX14" fmla="*/ 148010 w 149304"/>
                  <a:gd name="connsiteY14" fmla="*/ 69265 h 15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9304" h="152125">
                    <a:moveTo>
                      <a:pt x="148010" y="69265"/>
                    </a:moveTo>
                    <a:lnTo>
                      <a:pt x="77796" y="69265"/>
                    </a:lnTo>
                    <a:lnTo>
                      <a:pt x="77796" y="89965"/>
                    </a:lnTo>
                    <a:lnTo>
                      <a:pt x="127606" y="89965"/>
                    </a:lnTo>
                    <a:cubicBezTo>
                      <a:pt x="125140" y="118994"/>
                      <a:pt x="100852" y="131365"/>
                      <a:pt x="77858" y="131365"/>
                    </a:cubicBezTo>
                    <a:cubicBezTo>
                      <a:pt x="48515" y="131365"/>
                      <a:pt x="22870" y="108399"/>
                      <a:pt x="22870" y="76247"/>
                    </a:cubicBezTo>
                    <a:cubicBezTo>
                      <a:pt x="22870" y="44094"/>
                      <a:pt x="47282" y="20761"/>
                      <a:pt x="77920" y="20761"/>
                    </a:cubicBezTo>
                    <a:cubicBezTo>
                      <a:pt x="101530" y="20761"/>
                      <a:pt x="115462" y="35704"/>
                      <a:pt x="115462" y="35704"/>
                    </a:cubicBezTo>
                    <a:lnTo>
                      <a:pt x="130072" y="20700"/>
                    </a:lnTo>
                    <a:cubicBezTo>
                      <a:pt x="130072" y="20700"/>
                      <a:pt x="111331" y="0"/>
                      <a:pt x="77180" y="0"/>
                    </a:cubicBezTo>
                    <a:cubicBezTo>
                      <a:pt x="33658" y="0"/>
                      <a:pt x="0" y="36500"/>
                      <a:pt x="0" y="75879"/>
                    </a:cubicBezTo>
                    <a:cubicBezTo>
                      <a:pt x="0" y="115258"/>
                      <a:pt x="31686" y="152126"/>
                      <a:pt x="78290" y="152126"/>
                    </a:cubicBezTo>
                    <a:cubicBezTo>
                      <a:pt x="119284" y="152126"/>
                      <a:pt x="149305" y="124200"/>
                      <a:pt x="149305" y="82983"/>
                    </a:cubicBezTo>
                    <a:cubicBezTo>
                      <a:pt x="149305" y="74287"/>
                      <a:pt x="148010" y="69265"/>
                      <a:pt x="148010" y="69265"/>
                    </a:cubicBezTo>
                    <a:lnTo>
                      <a:pt x="148010" y="69265"/>
                    </a:lnTo>
                    <a:close/>
                  </a:path>
                </a:pathLst>
              </a:custGeom>
              <a:solidFill>
                <a:srgbClr val="4285F4"/>
              </a:solidFill>
              <a:ln w="6141"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97C0688D-4603-E9E9-F574-99818B95A085}"/>
                  </a:ext>
                </a:extLst>
              </p:cNvPr>
              <p:cNvSpPr/>
              <p:nvPr/>
            </p:nvSpPr>
            <p:spPr>
              <a:xfrm>
                <a:off x="5054221" y="2622850"/>
                <a:ext cx="98879" cy="97804"/>
              </a:xfrm>
              <a:custGeom>
                <a:avLst/>
                <a:gdLst>
                  <a:gd name="connsiteX0" fmla="*/ 49501 w 98879"/>
                  <a:gd name="connsiteY0" fmla="*/ 0 h 97804"/>
                  <a:gd name="connsiteX1" fmla="*/ 0 w 98879"/>
                  <a:gd name="connsiteY1" fmla="*/ 48504 h 97804"/>
                  <a:gd name="connsiteX2" fmla="*/ 49809 w 98879"/>
                  <a:gd name="connsiteY2" fmla="*/ 97804 h 97804"/>
                  <a:gd name="connsiteX3" fmla="*/ 98879 w 98879"/>
                  <a:gd name="connsiteY3" fmla="*/ 49055 h 97804"/>
                  <a:gd name="connsiteX4" fmla="*/ 49501 w 98879"/>
                  <a:gd name="connsiteY4" fmla="*/ 0 h 97804"/>
                  <a:gd name="connsiteX5" fmla="*/ 49501 w 98879"/>
                  <a:gd name="connsiteY5" fmla="*/ 0 h 97804"/>
                  <a:gd name="connsiteX6" fmla="*/ 49809 w 98879"/>
                  <a:gd name="connsiteY6" fmla="*/ 19230 h 97804"/>
                  <a:gd name="connsiteX7" fmla="*/ 77426 w 98879"/>
                  <a:gd name="connsiteY7" fmla="*/ 48933 h 97804"/>
                  <a:gd name="connsiteX8" fmla="*/ 49748 w 98879"/>
                  <a:gd name="connsiteY8" fmla="*/ 78574 h 97804"/>
                  <a:gd name="connsiteX9" fmla="*/ 21637 w 98879"/>
                  <a:gd name="connsiteY9" fmla="*/ 48749 h 97804"/>
                  <a:gd name="connsiteX10" fmla="*/ 49809 w 98879"/>
                  <a:gd name="connsiteY10" fmla="*/ 19169 h 97804"/>
                  <a:gd name="connsiteX11" fmla="*/ 49809 w 98879"/>
                  <a:gd name="connsiteY11" fmla="*/ 19169 h 9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8879" h="97804">
                    <a:moveTo>
                      <a:pt x="49501" y="0"/>
                    </a:moveTo>
                    <a:cubicBezTo>
                      <a:pt x="20651" y="0"/>
                      <a:pt x="0" y="22415"/>
                      <a:pt x="0" y="48504"/>
                    </a:cubicBezTo>
                    <a:cubicBezTo>
                      <a:pt x="0" y="74593"/>
                      <a:pt x="20035" y="97804"/>
                      <a:pt x="49809" y="97804"/>
                    </a:cubicBezTo>
                    <a:cubicBezTo>
                      <a:pt x="76748" y="97804"/>
                      <a:pt x="98879" y="77349"/>
                      <a:pt x="98879" y="49055"/>
                    </a:cubicBezTo>
                    <a:cubicBezTo>
                      <a:pt x="98879" y="16658"/>
                      <a:pt x="73173" y="0"/>
                      <a:pt x="49501" y="0"/>
                    </a:cubicBezTo>
                    <a:lnTo>
                      <a:pt x="49501" y="0"/>
                    </a:lnTo>
                    <a:close/>
                    <a:moveTo>
                      <a:pt x="49809" y="19230"/>
                    </a:moveTo>
                    <a:cubicBezTo>
                      <a:pt x="63988" y="19230"/>
                      <a:pt x="77426" y="30621"/>
                      <a:pt x="77426" y="48933"/>
                    </a:cubicBezTo>
                    <a:cubicBezTo>
                      <a:pt x="77426" y="67244"/>
                      <a:pt x="64049" y="78574"/>
                      <a:pt x="49748" y="78574"/>
                    </a:cubicBezTo>
                    <a:cubicBezTo>
                      <a:pt x="34028" y="78574"/>
                      <a:pt x="21637" y="66081"/>
                      <a:pt x="21637" y="48749"/>
                    </a:cubicBezTo>
                    <a:cubicBezTo>
                      <a:pt x="21637" y="31417"/>
                      <a:pt x="33905" y="19169"/>
                      <a:pt x="49809" y="19169"/>
                    </a:cubicBezTo>
                    <a:lnTo>
                      <a:pt x="49809" y="19169"/>
                    </a:lnTo>
                    <a:close/>
                  </a:path>
                </a:pathLst>
              </a:custGeom>
              <a:solidFill>
                <a:srgbClr val="EA4335"/>
              </a:solidFill>
              <a:ln w="6141"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3907FB9B-41AB-AA66-9E00-3375EE62D038}"/>
                  </a:ext>
                </a:extLst>
              </p:cNvPr>
              <p:cNvSpPr/>
              <p:nvPr/>
            </p:nvSpPr>
            <p:spPr>
              <a:xfrm>
                <a:off x="5161792" y="2622850"/>
                <a:ext cx="98879" cy="97804"/>
              </a:xfrm>
              <a:custGeom>
                <a:avLst/>
                <a:gdLst>
                  <a:gd name="connsiteX0" fmla="*/ 49501 w 98879"/>
                  <a:gd name="connsiteY0" fmla="*/ 0 h 97804"/>
                  <a:gd name="connsiteX1" fmla="*/ 0 w 98879"/>
                  <a:gd name="connsiteY1" fmla="*/ 48504 h 97804"/>
                  <a:gd name="connsiteX2" fmla="*/ 49809 w 98879"/>
                  <a:gd name="connsiteY2" fmla="*/ 97804 h 97804"/>
                  <a:gd name="connsiteX3" fmla="*/ 98879 w 98879"/>
                  <a:gd name="connsiteY3" fmla="*/ 49055 h 97804"/>
                  <a:gd name="connsiteX4" fmla="*/ 49501 w 98879"/>
                  <a:gd name="connsiteY4" fmla="*/ 0 h 97804"/>
                  <a:gd name="connsiteX5" fmla="*/ 49501 w 98879"/>
                  <a:gd name="connsiteY5" fmla="*/ 0 h 97804"/>
                  <a:gd name="connsiteX6" fmla="*/ 49809 w 98879"/>
                  <a:gd name="connsiteY6" fmla="*/ 19230 h 97804"/>
                  <a:gd name="connsiteX7" fmla="*/ 77426 w 98879"/>
                  <a:gd name="connsiteY7" fmla="*/ 48933 h 97804"/>
                  <a:gd name="connsiteX8" fmla="*/ 49748 w 98879"/>
                  <a:gd name="connsiteY8" fmla="*/ 78574 h 97804"/>
                  <a:gd name="connsiteX9" fmla="*/ 21637 w 98879"/>
                  <a:gd name="connsiteY9" fmla="*/ 48749 h 97804"/>
                  <a:gd name="connsiteX10" fmla="*/ 49809 w 98879"/>
                  <a:gd name="connsiteY10" fmla="*/ 19169 h 97804"/>
                  <a:gd name="connsiteX11" fmla="*/ 49809 w 98879"/>
                  <a:gd name="connsiteY11" fmla="*/ 19169 h 9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8879" h="97804">
                    <a:moveTo>
                      <a:pt x="49501" y="0"/>
                    </a:moveTo>
                    <a:cubicBezTo>
                      <a:pt x="20651" y="0"/>
                      <a:pt x="0" y="22415"/>
                      <a:pt x="0" y="48504"/>
                    </a:cubicBezTo>
                    <a:cubicBezTo>
                      <a:pt x="0" y="74593"/>
                      <a:pt x="20035" y="97804"/>
                      <a:pt x="49809" y="97804"/>
                    </a:cubicBezTo>
                    <a:cubicBezTo>
                      <a:pt x="76748" y="97804"/>
                      <a:pt x="98879" y="77349"/>
                      <a:pt x="98879" y="49055"/>
                    </a:cubicBezTo>
                    <a:cubicBezTo>
                      <a:pt x="98879" y="16658"/>
                      <a:pt x="73173" y="0"/>
                      <a:pt x="49501" y="0"/>
                    </a:cubicBezTo>
                    <a:lnTo>
                      <a:pt x="49501" y="0"/>
                    </a:lnTo>
                    <a:close/>
                    <a:moveTo>
                      <a:pt x="49809" y="19230"/>
                    </a:moveTo>
                    <a:cubicBezTo>
                      <a:pt x="63988" y="19230"/>
                      <a:pt x="77426" y="30621"/>
                      <a:pt x="77426" y="48933"/>
                    </a:cubicBezTo>
                    <a:cubicBezTo>
                      <a:pt x="77426" y="67244"/>
                      <a:pt x="64049" y="78574"/>
                      <a:pt x="49748" y="78574"/>
                    </a:cubicBezTo>
                    <a:cubicBezTo>
                      <a:pt x="34028" y="78574"/>
                      <a:pt x="21637" y="66081"/>
                      <a:pt x="21637" y="48749"/>
                    </a:cubicBezTo>
                    <a:cubicBezTo>
                      <a:pt x="21637" y="31417"/>
                      <a:pt x="33905" y="19169"/>
                      <a:pt x="49809" y="19169"/>
                    </a:cubicBezTo>
                    <a:lnTo>
                      <a:pt x="49809" y="19169"/>
                    </a:lnTo>
                    <a:close/>
                  </a:path>
                </a:pathLst>
              </a:custGeom>
              <a:solidFill>
                <a:srgbClr val="FBBC05"/>
              </a:solidFill>
              <a:ln w="6141"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F9AADD6-ABF4-D02D-5277-C0097DFBF15E}"/>
                  </a:ext>
                </a:extLst>
              </p:cNvPr>
              <p:cNvSpPr/>
              <p:nvPr/>
            </p:nvSpPr>
            <p:spPr>
              <a:xfrm>
                <a:off x="5269610" y="2622850"/>
                <a:ext cx="94378" cy="141776"/>
              </a:xfrm>
              <a:custGeom>
                <a:avLst/>
                <a:gdLst>
                  <a:gd name="connsiteX0" fmla="*/ 47282 w 94378"/>
                  <a:gd name="connsiteY0" fmla="*/ 61 h 141776"/>
                  <a:gd name="connsiteX1" fmla="*/ 0 w 94378"/>
                  <a:gd name="connsiteY1" fmla="*/ 48933 h 141776"/>
                  <a:gd name="connsiteX2" fmla="*/ 46789 w 94378"/>
                  <a:gd name="connsiteY2" fmla="*/ 97865 h 141776"/>
                  <a:gd name="connsiteX3" fmla="*/ 73789 w 94378"/>
                  <a:gd name="connsiteY3" fmla="*/ 85984 h 141776"/>
                  <a:gd name="connsiteX4" fmla="*/ 73789 w 94378"/>
                  <a:gd name="connsiteY4" fmla="*/ 95599 h 141776"/>
                  <a:gd name="connsiteX5" fmla="*/ 47899 w 94378"/>
                  <a:gd name="connsiteY5" fmla="*/ 122546 h 141776"/>
                  <a:gd name="connsiteX6" fmla="*/ 22686 w 94378"/>
                  <a:gd name="connsiteY6" fmla="*/ 105153 h 141776"/>
                  <a:gd name="connsiteX7" fmla="*/ 3760 w 94378"/>
                  <a:gd name="connsiteY7" fmla="*/ 112992 h 141776"/>
                  <a:gd name="connsiteX8" fmla="*/ 48022 w 94378"/>
                  <a:gd name="connsiteY8" fmla="*/ 141776 h 141776"/>
                  <a:gd name="connsiteX9" fmla="*/ 94379 w 94378"/>
                  <a:gd name="connsiteY9" fmla="*/ 90822 h 141776"/>
                  <a:gd name="connsiteX10" fmla="*/ 94379 w 94378"/>
                  <a:gd name="connsiteY10" fmla="*/ 2940 h 141776"/>
                  <a:gd name="connsiteX11" fmla="*/ 73728 w 94378"/>
                  <a:gd name="connsiteY11" fmla="*/ 2940 h 141776"/>
                  <a:gd name="connsiteX12" fmla="*/ 73728 w 94378"/>
                  <a:gd name="connsiteY12" fmla="*/ 11207 h 141776"/>
                  <a:gd name="connsiteX13" fmla="*/ 47220 w 94378"/>
                  <a:gd name="connsiteY13" fmla="*/ 0 h 141776"/>
                  <a:gd name="connsiteX14" fmla="*/ 47220 w 94378"/>
                  <a:gd name="connsiteY14" fmla="*/ 0 h 141776"/>
                  <a:gd name="connsiteX15" fmla="*/ 49193 w 94378"/>
                  <a:gd name="connsiteY15" fmla="*/ 19230 h 141776"/>
                  <a:gd name="connsiteX16" fmla="*/ 75454 w 94378"/>
                  <a:gd name="connsiteY16" fmla="*/ 48994 h 141776"/>
                  <a:gd name="connsiteX17" fmla="*/ 48885 w 94378"/>
                  <a:gd name="connsiteY17" fmla="*/ 78635 h 141776"/>
                  <a:gd name="connsiteX18" fmla="*/ 21638 w 94378"/>
                  <a:gd name="connsiteY18" fmla="*/ 49178 h 141776"/>
                  <a:gd name="connsiteX19" fmla="*/ 49131 w 94378"/>
                  <a:gd name="connsiteY19" fmla="*/ 19230 h 141776"/>
                  <a:gd name="connsiteX20" fmla="*/ 49131 w 94378"/>
                  <a:gd name="connsiteY20" fmla="*/ 19230 h 141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78" h="141776">
                    <a:moveTo>
                      <a:pt x="47282" y="61"/>
                    </a:moveTo>
                    <a:cubicBezTo>
                      <a:pt x="20836" y="61"/>
                      <a:pt x="0" y="23088"/>
                      <a:pt x="0" y="48933"/>
                    </a:cubicBezTo>
                    <a:cubicBezTo>
                      <a:pt x="0" y="78390"/>
                      <a:pt x="24103" y="97865"/>
                      <a:pt x="46789" y="97865"/>
                    </a:cubicBezTo>
                    <a:cubicBezTo>
                      <a:pt x="60844" y="97865"/>
                      <a:pt x="68303" y="92353"/>
                      <a:pt x="73789" y="85984"/>
                    </a:cubicBezTo>
                    <a:lnTo>
                      <a:pt x="73789" y="95599"/>
                    </a:lnTo>
                    <a:cubicBezTo>
                      <a:pt x="73789" y="112441"/>
                      <a:pt x="63495" y="122546"/>
                      <a:pt x="47899" y="122546"/>
                    </a:cubicBezTo>
                    <a:cubicBezTo>
                      <a:pt x="32302" y="122546"/>
                      <a:pt x="25336" y="111461"/>
                      <a:pt x="22686" y="105153"/>
                    </a:cubicBezTo>
                    <a:lnTo>
                      <a:pt x="3760" y="112992"/>
                    </a:lnTo>
                    <a:cubicBezTo>
                      <a:pt x="10480" y="127078"/>
                      <a:pt x="23980" y="141776"/>
                      <a:pt x="48022" y="141776"/>
                    </a:cubicBezTo>
                    <a:cubicBezTo>
                      <a:pt x="74344" y="141776"/>
                      <a:pt x="94379" y="125302"/>
                      <a:pt x="94379" y="90822"/>
                    </a:cubicBezTo>
                    <a:lnTo>
                      <a:pt x="94379" y="2940"/>
                    </a:lnTo>
                    <a:lnTo>
                      <a:pt x="73728" y="2940"/>
                    </a:lnTo>
                    <a:lnTo>
                      <a:pt x="73728" y="11207"/>
                    </a:lnTo>
                    <a:cubicBezTo>
                      <a:pt x="67378" y="4409"/>
                      <a:pt x="58686" y="0"/>
                      <a:pt x="47220" y="0"/>
                    </a:cubicBezTo>
                    <a:lnTo>
                      <a:pt x="47220" y="0"/>
                    </a:lnTo>
                    <a:close/>
                    <a:moveTo>
                      <a:pt x="49193" y="19230"/>
                    </a:moveTo>
                    <a:cubicBezTo>
                      <a:pt x="62139" y="19230"/>
                      <a:pt x="75454" y="30254"/>
                      <a:pt x="75454" y="48994"/>
                    </a:cubicBezTo>
                    <a:cubicBezTo>
                      <a:pt x="75454" y="67734"/>
                      <a:pt x="62139" y="78635"/>
                      <a:pt x="48885" y="78635"/>
                    </a:cubicBezTo>
                    <a:cubicBezTo>
                      <a:pt x="34768" y="78635"/>
                      <a:pt x="21638" y="67244"/>
                      <a:pt x="21638" y="49178"/>
                    </a:cubicBezTo>
                    <a:cubicBezTo>
                      <a:pt x="21638" y="31111"/>
                      <a:pt x="35261" y="19230"/>
                      <a:pt x="49131" y="19230"/>
                    </a:cubicBezTo>
                    <a:lnTo>
                      <a:pt x="49131" y="19230"/>
                    </a:lnTo>
                    <a:close/>
                  </a:path>
                </a:pathLst>
              </a:custGeom>
              <a:solidFill>
                <a:srgbClr val="4285F4"/>
              </a:solidFill>
              <a:ln w="6141"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3A0CF8C0-1CDF-C56A-55F6-A9F70A78469D}"/>
                  </a:ext>
                </a:extLst>
              </p:cNvPr>
              <p:cNvSpPr/>
              <p:nvPr/>
            </p:nvSpPr>
            <p:spPr>
              <a:xfrm>
                <a:off x="5409853" y="2622789"/>
                <a:ext cx="90310" cy="97865"/>
              </a:xfrm>
              <a:custGeom>
                <a:avLst/>
                <a:gdLst>
                  <a:gd name="connsiteX0" fmla="*/ 45926 w 90310"/>
                  <a:gd name="connsiteY0" fmla="*/ 0 h 97865"/>
                  <a:gd name="connsiteX1" fmla="*/ 0 w 90310"/>
                  <a:gd name="connsiteY1" fmla="*/ 48810 h 97865"/>
                  <a:gd name="connsiteX2" fmla="*/ 48330 w 90310"/>
                  <a:gd name="connsiteY2" fmla="*/ 97865 h 97865"/>
                  <a:gd name="connsiteX3" fmla="*/ 89571 w 90310"/>
                  <a:gd name="connsiteY3" fmla="*/ 76430 h 97865"/>
                  <a:gd name="connsiteX4" fmla="*/ 72557 w 90310"/>
                  <a:gd name="connsiteY4" fmla="*/ 65162 h 97865"/>
                  <a:gd name="connsiteX5" fmla="*/ 48453 w 90310"/>
                  <a:gd name="connsiteY5" fmla="*/ 78635 h 97865"/>
                  <a:gd name="connsiteX6" fmla="*/ 24288 w 90310"/>
                  <a:gd name="connsiteY6" fmla="*/ 63815 h 97865"/>
                  <a:gd name="connsiteX7" fmla="*/ 90311 w 90310"/>
                  <a:gd name="connsiteY7" fmla="*/ 36623 h 97865"/>
                  <a:gd name="connsiteX8" fmla="*/ 86858 w 90310"/>
                  <a:gd name="connsiteY8" fmla="*/ 28661 h 97865"/>
                  <a:gd name="connsiteX9" fmla="*/ 45926 w 90310"/>
                  <a:gd name="connsiteY9" fmla="*/ 0 h 97865"/>
                  <a:gd name="connsiteX10" fmla="*/ 45926 w 90310"/>
                  <a:gd name="connsiteY10" fmla="*/ 0 h 97865"/>
                  <a:gd name="connsiteX11" fmla="*/ 46789 w 90310"/>
                  <a:gd name="connsiteY11" fmla="*/ 18801 h 97865"/>
                  <a:gd name="connsiteX12" fmla="*/ 64974 w 90310"/>
                  <a:gd name="connsiteY12" fmla="*/ 29274 h 97865"/>
                  <a:gd name="connsiteX13" fmla="*/ 20898 w 90310"/>
                  <a:gd name="connsiteY13" fmla="*/ 47585 h 97865"/>
                  <a:gd name="connsiteX14" fmla="*/ 46727 w 90310"/>
                  <a:gd name="connsiteY14" fmla="*/ 18863 h 97865"/>
                  <a:gd name="connsiteX15" fmla="*/ 46727 w 90310"/>
                  <a:gd name="connsiteY15" fmla="*/ 18863 h 9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310" h="97865">
                    <a:moveTo>
                      <a:pt x="45926" y="0"/>
                    </a:moveTo>
                    <a:cubicBezTo>
                      <a:pt x="20960" y="0"/>
                      <a:pt x="0" y="19720"/>
                      <a:pt x="0" y="48810"/>
                    </a:cubicBezTo>
                    <a:cubicBezTo>
                      <a:pt x="0" y="79615"/>
                      <a:pt x="23364" y="97865"/>
                      <a:pt x="48330" y="97865"/>
                    </a:cubicBezTo>
                    <a:cubicBezTo>
                      <a:pt x="69166" y="97865"/>
                      <a:pt x="81927" y="86535"/>
                      <a:pt x="89571" y="76430"/>
                    </a:cubicBezTo>
                    <a:lnTo>
                      <a:pt x="72557" y="65162"/>
                    </a:lnTo>
                    <a:cubicBezTo>
                      <a:pt x="68118" y="71960"/>
                      <a:pt x="60782" y="78635"/>
                      <a:pt x="48453" y="78635"/>
                    </a:cubicBezTo>
                    <a:cubicBezTo>
                      <a:pt x="34645" y="78635"/>
                      <a:pt x="28234" y="71102"/>
                      <a:pt x="24288" y="63815"/>
                    </a:cubicBezTo>
                    <a:lnTo>
                      <a:pt x="90311" y="36623"/>
                    </a:lnTo>
                    <a:lnTo>
                      <a:pt x="86858" y="28661"/>
                    </a:lnTo>
                    <a:cubicBezTo>
                      <a:pt x="80509" y="13045"/>
                      <a:pt x="65591" y="0"/>
                      <a:pt x="45926" y="0"/>
                    </a:cubicBezTo>
                    <a:lnTo>
                      <a:pt x="45926" y="0"/>
                    </a:lnTo>
                    <a:close/>
                    <a:moveTo>
                      <a:pt x="46789" y="18801"/>
                    </a:moveTo>
                    <a:cubicBezTo>
                      <a:pt x="55789" y="18801"/>
                      <a:pt x="62262" y="23578"/>
                      <a:pt x="64974" y="29274"/>
                    </a:cubicBezTo>
                    <a:lnTo>
                      <a:pt x="20898" y="47585"/>
                    </a:lnTo>
                    <a:cubicBezTo>
                      <a:pt x="18987" y="33438"/>
                      <a:pt x="32487" y="18863"/>
                      <a:pt x="46727" y="18863"/>
                    </a:cubicBezTo>
                    <a:lnTo>
                      <a:pt x="46727" y="18863"/>
                    </a:lnTo>
                    <a:close/>
                  </a:path>
                </a:pathLst>
              </a:custGeom>
              <a:solidFill>
                <a:srgbClr val="EA4335"/>
              </a:solidFill>
              <a:ln w="6141"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9D403460-3DC6-029E-79E1-DAF8E27B2D5A}"/>
                  </a:ext>
                </a:extLst>
              </p:cNvPr>
              <p:cNvSpPr/>
              <p:nvPr/>
            </p:nvSpPr>
            <p:spPr>
              <a:xfrm>
                <a:off x="5378414" y="2573673"/>
                <a:ext cx="21699" cy="144103"/>
              </a:xfrm>
              <a:custGeom>
                <a:avLst/>
                <a:gdLst>
                  <a:gd name="connsiteX0" fmla="*/ 0 w 21699"/>
                  <a:gd name="connsiteY0" fmla="*/ 144103 h 144103"/>
                  <a:gd name="connsiteX1" fmla="*/ 21699 w 21699"/>
                  <a:gd name="connsiteY1" fmla="*/ 144103 h 144103"/>
                  <a:gd name="connsiteX2" fmla="*/ 21699 w 21699"/>
                  <a:gd name="connsiteY2" fmla="*/ 0 h 144103"/>
                  <a:gd name="connsiteX3" fmla="*/ 0 w 21699"/>
                  <a:gd name="connsiteY3" fmla="*/ 0 h 144103"/>
                  <a:gd name="connsiteX4" fmla="*/ 0 w 21699"/>
                  <a:gd name="connsiteY4" fmla="*/ 144103 h 144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99" h="144103">
                    <a:moveTo>
                      <a:pt x="0" y="144103"/>
                    </a:moveTo>
                    <a:lnTo>
                      <a:pt x="21699" y="144103"/>
                    </a:lnTo>
                    <a:lnTo>
                      <a:pt x="21699" y="0"/>
                    </a:lnTo>
                    <a:lnTo>
                      <a:pt x="0" y="0"/>
                    </a:lnTo>
                    <a:lnTo>
                      <a:pt x="0" y="144103"/>
                    </a:lnTo>
                    <a:close/>
                  </a:path>
                </a:pathLst>
              </a:custGeom>
              <a:solidFill>
                <a:srgbClr val="34A853"/>
              </a:solidFill>
              <a:ln w="6141" cap="flat">
                <a:noFill/>
                <a:prstDash val="solid"/>
                <a:miter/>
              </a:ln>
            </p:spPr>
            <p:txBody>
              <a:bodyPr rtlCol="0" anchor="ctr"/>
              <a:lstStyle/>
              <a:p>
                <a:endParaRPr lang="en-US"/>
              </a:p>
            </p:txBody>
          </p:sp>
        </p:grpSp>
      </p:grpSp>
      <p:sp>
        <p:nvSpPr>
          <p:cNvPr id="16" name="object 14">
            <a:extLst>
              <a:ext uri="{FF2B5EF4-FFF2-40B4-BE49-F238E27FC236}">
                <a16:creationId xmlns:a16="http://schemas.microsoft.com/office/drawing/2014/main" id="{C11122D8-F315-CD30-322E-2394567710B7}"/>
              </a:ext>
            </a:extLst>
          </p:cNvPr>
          <p:cNvSpPr txBox="1">
            <a:spLocks/>
          </p:cNvSpPr>
          <p:nvPr/>
        </p:nvSpPr>
        <p:spPr>
          <a:xfrm>
            <a:off x="4332452" y="3481052"/>
            <a:ext cx="1208469" cy="635632"/>
          </a:xfrm>
          <a:prstGeom prst="rect">
            <a:avLst/>
          </a:prstGeom>
        </p:spPr>
        <p:txBody>
          <a:bodyPr vert="horz" wrap="square" lIns="0" tIns="0" rIns="0" bIns="0" rtlCol="0">
            <a:noAutofit/>
          </a:bodyPr>
          <a:lstStyle/>
          <a:p>
            <a:pPr marL="7700"/>
            <a:r>
              <a:rPr lang="en-US" sz="1400" b="1" dirty="0">
                <a:ea typeface="+mj-ea"/>
                <a:cs typeface="+mj-cs"/>
              </a:rPr>
              <a:t>480+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engagements</a:t>
            </a:r>
            <a:endParaRPr sz="1400" b="1" dirty="0">
              <a:ea typeface="+mj-ea"/>
              <a:cs typeface="+mj-cs"/>
            </a:endParaRPr>
          </a:p>
        </p:txBody>
      </p:sp>
      <p:sp>
        <p:nvSpPr>
          <p:cNvPr id="18" name="object 16">
            <a:extLst>
              <a:ext uri="{FF2B5EF4-FFF2-40B4-BE49-F238E27FC236}">
                <a16:creationId xmlns:a16="http://schemas.microsoft.com/office/drawing/2014/main" id="{A078EA0A-7D67-05E8-AC3C-A8C270995D0A}"/>
              </a:ext>
            </a:extLst>
          </p:cNvPr>
          <p:cNvSpPr txBox="1">
            <a:spLocks/>
          </p:cNvSpPr>
          <p:nvPr/>
        </p:nvSpPr>
        <p:spPr>
          <a:xfrm>
            <a:off x="5660184" y="3481052"/>
            <a:ext cx="1036607" cy="635632"/>
          </a:xfrm>
          <a:prstGeom prst="rect">
            <a:avLst/>
          </a:prstGeom>
        </p:spPr>
        <p:txBody>
          <a:bodyPr vert="horz" wrap="square" lIns="0" tIns="0" rIns="0" bIns="0" rtlCol="0">
            <a:noAutofit/>
          </a:bodyPr>
          <a:lstStyle/>
          <a:p>
            <a:pPr marL="7700"/>
            <a:r>
              <a:rPr lang="en-US" sz="1400" b="1" dirty="0">
                <a:ea typeface="+mj-ea"/>
                <a:cs typeface="+mj-cs"/>
              </a:rPr>
              <a:t>6x</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Partner of </a:t>
            </a:r>
            <a:br>
              <a:rPr kumimoji="0" lang="en-US" sz="1400" b="0" i="0" u="none" strike="noStrike" kern="1200" cap="none" normalizeH="0" baseline="0" noProof="0" dirty="0">
                <a:ln>
                  <a:noFill/>
                </a:ln>
                <a:effectLst/>
                <a:uLnTx/>
                <a:uFillTx/>
                <a:latin typeface="Avenir Next LT Pro"/>
                <a:ea typeface="+mn-ea"/>
                <a:cs typeface="+mn-cs"/>
              </a:rPr>
            </a:br>
            <a:r>
              <a:rPr kumimoji="0" lang="en-US" sz="1400" b="0" i="0" u="none" strike="noStrike" kern="1200" cap="none" normalizeH="0" baseline="0" noProof="0" dirty="0">
                <a:ln>
                  <a:noFill/>
                </a:ln>
                <a:effectLst/>
                <a:uLnTx/>
                <a:uFillTx/>
                <a:latin typeface="Avenir Next LT Pro"/>
                <a:ea typeface="+mn-ea"/>
                <a:cs typeface="+mn-cs"/>
              </a:rPr>
              <a:t>the Year</a:t>
            </a:r>
            <a:endParaRPr sz="1400" b="1" dirty="0">
              <a:ea typeface="+mj-ea"/>
              <a:cs typeface="+mj-cs"/>
            </a:endParaRPr>
          </a:p>
        </p:txBody>
      </p:sp>
      <p:sp>
        <p:nvSpPr>
          <p:cNvPr id="17" name="object 15">
            <a:extLst>
              <a:ext uri="{FF2B5EF4-FFF2-40B4-BE49-F238E27FC236}">
                <a16:creationId xmlns:a16="http://schemas.microsoft.com/office/drawing/2014/main" id="{383B0D02-85CB-BDF6-783D-EFA818A4FD79}"/>
              </a:ext>
            </a:extLst>
          </p:cNvPr>
          <p:cNvSpPr txBox="1">
            <a:spLocks/>
          </p:cNvSpPr>
          <p:nvPr/>
        </p:nvSpPr>
        <p:spPr>
          <a:xfrm>
            <a:off x="6714159" y="3481052"/>
            <a:ext cx="1036607" cy="635632"/>
          </a:xfrm>
          <a:prstGeom prst="rect">
            <a:avLst/>
          </a:prstGeom>
        </p:spPr>
        <p:txBody>
          <a:bodyPr vert="horz" wrap="square" lIns="0" tIns="0" rIns="0" bIns="0" rtlCol="0">
            <a:noAutofit/>
          </a:bodyPr>
          <a:lstStyle/>
          <a:p>
            <a:pPr marL="7700"/>
            <a:r>
              <a:rPr lang="en-US" sz="1400" b="1" dirty="0">
                <a:ea typeface="+mj-ea"/>
                <a:cs typeface="+mj-cs"/>
              </a:rPr>
              <a:t>700+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certifications</a:t>
            </a:r>
            <a:endParaRPr sz="1400" b="1" dirty="0">
              <a:ea typeface="+mj-ea"/>
              <a:cs typeface="+mj-cs"/>
            </a:endParaRPr>
          </a:p>
        </p:txBody>
      </p:sp>
      <p:sp>
        <p:nvSpPr>
          <p:cNvPr id="138" name="Freeform 127" descr="Snowflake logo">
            <a:extLst>
              <a:ext uri="{FF2B5EF4-FFF2-40B4-BE49-F238E27FC236}">
                <a16:creationId xmlns:a16="http://schemas.microsoft.com/office/drawing/2014/main" id="{7155E8EC-C114-E040-7DB9-5B24D40096DA}"/>
              </a:ext>
            </a:extLst>
          </p:cNvPr>
          <p:cNvSpPr>
            <a:spLocks noChangeArrowheads="1"/>
          </p:cNvSpPr>
          <p:nvPr/>
        </p:nvSpPr>
        <p:spPr bwMode="auto">
          <a:xfrm>
            <a:off x="8104115" y="2828353"/>
            <a:ext cx="1293699" cy="295913"/>
          </a:xfrm>
          <a:custGeom>
            <a:avLst/>
            <a:gdLst>
              <a:gd name="T0" fmla="*/ 2288 w 2334"/>
              <a:gd name="T1" fmla="*/ 151 h 534"/>
              <a:gd name="T2" fmla="*/ 2302 w 2334"/>
              <a:gd name="T3" fmla="*/ 171 h 534"/>
              <a:gd name="T4" fmla="*/ 2275 w 2334"/>
              <a:gd name="T5" fmla="*/ 166 h 534"/>
              <a:gd name="T6" fmla="*/ 2333 w 2334"/>
              <a:gd name="T7" fmla="*/ 166 h 534"/>
              <a:gd name="T8" fmla="*/ 355 w 2334"/>
              <a:gd name="T9" fmla="*/ 276 h 534"/>
              <a:gd name="T10" fmla="*/ 457 w 2334"/>
              <a:gd name="T11" fmla="*/ 405 h 534"/>
              <a:gd name="T12" fmla="*/ 360 w 2334"/>
              <a:gd name="T13" fmla="*/ 427 h 534"/>
              <a:gd name="T14" fmla="*/ 272 w 2334"/>
              <a:gd name="T15" fmla="*/ 327 h 534"/>
              <a:gd name="T16" fmla="*/ 209 w 2334"/>
              <a:gd name="T17" fmla="*/ 264 h 534"/>
              <a:gd name="T18" fmla="*/ 275 w 2334"/>
              <a:gd name="T19" fmla="*/ 207 h 534"/>
              <a:gd name="T20" fmla="*/ 327 w 2334"/>
              <a:gd name="T21" fmla="*/ 279 h 534"/>
              <a:gd name="T22" fmla="*/ 249 w 2334"/>
              <a:gd name="T23" fmla="*/ 260 h 534"/>
              <a:gd name="T24" fmla="*/ 274 w 2334"/>
              <a:gd name="T25" fmla="*/ 285 h 534"/>
              <a:gd name="T26" fmla="*/ 243 w 2334"/>
              <a:gd name="T27" fmla="*/ 33 h 534"/>
              <a:gd name="T28" fmla="*/ 325 w 2334"/>
              <a:gd name="T29" fmla="*/ 196 h 534"/>
              <a:gd name="T30" fmla="*/ 327 w 2334"/>
              <a:gd name="T31" fmla="*/ 1 h 534"/>
              <a:gd name="T32" fmla="*/ 68 w 2334"/>
              <a:gd name="T33" fmla="*/ 450 h 534"/>
              <a:gd name="T34" fmla="*/ 212 w 2334"/>
              <a:gd name="T35" fmla="*/ 337 h 534"/>
              <a:gd name="T36" fmla="*/ 21 w 2334"/>
              <a:gd name="T37" fmla="*/ 231 h 534"/>
              <a:gd name="T38" fmla="*/ 1570 w 2334"/>
              <a:gd name="T39" fmla="*/ 82 h 534"/>
              <a:gd name="T40" fmla="*/ 1523 w 2334"/>
              <a:gd name="T41" fmla="*/ 97 h 534"/>
              <a:gd name="T42" fmla="*/ 1478 w 2334"/>
              <a:gd name="T43" fmla="*/ 188 h 534"/>
              <a:gd name="T44" fmla="*/ 1537 w 2334"/>
              <a:gd name="T45" fmla="*/ 353 h 534"/>
              <a:gd name="T46" fmla="*/ 1537 w 2334"/>
              <a:gd name="T47" fmla="*/ 164 h 534"/>
              <a:gd name="T48" fmla="*/ 1566 w 2334"/>
              <a:gd name="T49" fmla="*/ 109 h 534"/>
              <a:gd name="T50" fmla="*/ 2058 w 2334"/>
              <a:gd name="T51" fmla="*/ 177 h 534"/>
              <a:gd name="T52" fmla="*/ 2034 w 2334"/>
              <a:gd name="T53" fmla="*/ 168 h 534"/>
              <a:gd name="T54" fmla="*/ 1903 w 2334"/>
              <a:gd name="T55" fmla="*/ 365 h 534"/>
              <a:gd name="T56" fmla="*/ 2044 w 2334"/>
              <a:gd name="T57" fmla="*/ 369 h 534"/>
              <a:gd name="T58" fmla="*/ 1981 w 2334"/>
              <a:gd name="T59" fmla="*/ 257 h 534"/>
              <a:gd name="T60" fmla="*/ 1840 w 2334"/>
              <a:gd name="T61" fmla="*/ 364 h 534"/>
              <a:gd name="T62" fmla="*/ 1767 w 2334"/>
              <a:gd name="T63" fmla="*/ 164 h 534"/>
              <a:gd name="T64" fmla="*/ 1815 w 2334"/>
              <a:gd name="T65" fmla="*/ 215 h 534"/>
              <a:gd name="T66" fmla="*/ 1835 w 2334"/>
              <a:gd name="T67" fmla="*/ 267 h 534"/>
              <a:gd name="T68" fmla="*/ 664 w 2334"/>
              <a:gd name="T69" fmla="*/ 194 h 534"/>
              <a:gd name="T70" fmla="*/ 744 w 2334"/>
              <a:gd name="T71" fmla="*/ 209 h 534"/>
              <a:gd name="T72" fmla="*/ 635 w 2334"/>
              <a:gd name="T73" fmla="*/ 177 h 534"/>
              <a:gd name="T74" fmla="*/ 715 w 2334"/>
              <a:gd name="T75" fmla="*/ 288 h 534"/>
              <a:gd name="T76" fmla="*/ 645 w 2334"/>
              <a:gd name="T77" fmla="*/ 329 h 534"/>
              <a:gd name="T78" fmla="*/ 614 w 2334"/>
              <a:gd name="T79" fmla="*/ 331 h 534"/>
              <a:gd name="T80" fmla="*/ 735 w 2334"/>
              <a:gd name="T81" fmla="*/ 351 h 534"/>
              <a:gd name="T82" fmla="*/ 1613 w 2334"/>
              <a:gd name="T83" fmla="*/ 96 h 534"/>
              <a:gd name="T84" fmla="*/ 2262 w 2334"/>
              <a:gd name="T85" fmla="*/ 260 h 534"/>
              <a:gd name="T86" fmla="*/ 2208 w 2334"/>
              <a:gd name="T87" fmla="*/ 329 h 534"/>
              <a:gd name="T88" fmla="*/ 2259 w 2334"/>
              <a:gd name="T89" fmla="*/ 309 h 534"/>
              <a:gd name="T90" fmla="*/ 2095 w 2334"/>
              <a:gd name="T91" fmla="*/ 337 h 534"/>
              <a:gd name="T92" fmla="*/ 2165 w 2334"/>
              <a:gd name="T93" fmla="*/ 192 h 534"/>
              <a:gd name="T94" fmla="*/ 802 w 2334"/>
              <a:gd name="T95" fmla="*/ 164 h 534"/>
              <a:gd name="T96" fmla="*/ 799 w 2334"/>
              <a:gd name="T97" fmla="*/ 367 h 534"/>
              <a:gd name="T98" fmla="*/ 814 w 2334"/>
              <a:gd name="T99" fmla="*/ 363 h 534"/>
              <a:gd name="T100" fmla="*/ 914 w 2334"/>
              <a:gd name="T101" fmla="*/ 209 h 534"/>
              <a:gd name="T102" fmla="*/ 958 w 2334"/>
              <a:gd name="T103" fmla="*/ 249 h 534"/>
              <a:gd name="T104" fmla="*/ 981 w 2334"/>
              <a:gd name="T105" fmla="*/ 267 h 534"/>
              <a:gd name="T106" fmla="*/ 1030 w 2334"/>
              <a:gd name="T107" fmla="*/ 215 h 534"/>
              <a:gd name="T108" fmla="*/ 1445 w 2334"/>
              <a:gd name="T109" fmla="*/ 167 h 534"/>
              <a:gd name="T110" fmla="*/ 1333 w 2334"/>
              <a:gd name="T111" fmla="*/ 222 h 534"/>
              <a:gd name="T112" fmla="*/ 1267 w 2334"/>
              <a:gd name="T113" fmla="*/ 319 h 534"/>
              <a:gd name="T114" fmla="*/ 1195 w 2334"/>
              <a:gd name="T115" fmla="*/ 167 h 534"/>
              <a:gd name="T116" fmla="*/ 1259 w 2334"/>
              <a:gd name="T117" fmla="*/ 367 h 534"/>
              <a:gd name="T118" fmla="*/ 1322 w 2334"/>
              <a:gd name="T119" fmla="*/ 263 h 534"/>
              <a:gd name="T120" fmla="*/ 1384 w 2334"/>
              <a:gd name="T121" fmla="*/ 368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34" h="534">
                <a:moveTo>
                  <a:pt x="2302" y="157"/>
                </a:moveTo>
                <a:lnTo>
                  <a:pt x="2296" y="157"/>
                </a:lnTo>
                <a:lnTo>
                  <a:pt x="2296" y="164"/>
                </a:lnTo>
                <a:lnTo>
                  <a:pt x="2302" y="164"/>
                </a:lnTo>
                <a:cubicBezTo>
                  <a:pt x="2305" y="164"/>
                  <a:pt x="2306" y="163"/>
                  <a:pt x="2306" y="161"/>
                </a:cubicBezTo>
                <a:cubicBezTo>
                  <a:pt x="2306" y="159"/>
                  <a:pt x="2304" y="157"/>
                  <a:pt x="2302" y="157"/>
                </a:cubicBezTo>
                <a:close/>
                <a:moveTo>
                  <a:pt x="2288" y="151"/>
                </a:moveTo>
                <a:lnTo>
                  <a:pt x="2302" y="151"/>
                </a:lnTo>
                <a:cubicBezTo>
                  <a:pt x="2309" y="151"/>
                  <a:pt x="2315" y="155"/>
                  <a:pt x="2315" y="161"/>
                </a:cubicBezTo>
                <a:cubicBezTo>
                  <a:pt x="2315" y="166"/>
                  <a:pt x="2313" y="169"/>
                  <a:pt x="2309" y="170"/>
                </a:cubicBezTo>
                <a:lnTo>
                  <a:pt x="2315" y="177"/>
                </a:lnTo>
                <a:lnTo>
                  <a:pt x="2315" y="178"/>
                </a:lnTo>
                <a:lnTo>
                  <a:pt x="2307" y="178"/>
                </a:lnTo>
                <a:lnTo>
                  <a:pt x="2302" y="171"/>
                </a:lnTo>
                <a:lnTo>
                  <a:pt x="2296" y="171"/>
                </a:lnTo>
                <a:lnTo>
                  <a:pt x="2296" y="178"/>
                </a:lnTo>
                <a:lnTo>
                  <a:pt x="2288" y="178"/>
                </a:lnTo>
                <a:lnTo>
                  <a:pt x="2288" y="151"/>
                </a:lnTo>
                <a:close/>
                <a:moveTo>
                  <a:pt x="2327" y="166"/>
                </a:moveTo>
                <a:cubicBezTo>
                  <a:pt x="2327" y="151"/>
                  <a:pt x="2316" y="139"/>
                  <a:pt x="2301" y="139"/>
                </a:cubicBezTo>
                <a:cubicBezTo>
                  <a:pt x="2286" y="139"/>
                  <a:pt x="2275" y="150"/>
                  <a:pt x="2275" y="166"/>
                </a:cubicBezTo>
                <a:cubicBezTo>
                  <a:pt x="2275" y="181"/>
                  <a:pt x="2286" y="192"/>
                  <a:pt x="2301" y="192"/>
                </a:cubicBezTo>
                <a:cubicBezTo>
                  <a:pt x="2316" y="192"/>
                  <a:pt x="2327" y="181"/>
                  <a:pt x="2327" y="166"/>
                </a:cubicBezTo>
                <a:close/>
                <a:moveTo>
                  <a:pt x="2333" y="166"/>
                </a:moveTo>
                <a:cubicBezTo>
                  <a:pt x="2333" y="184"/>
                  <a:pt x="2321" y="199"/>
                  <a:pt x="2301" y="199"/>
                </a:cubicBezTo>
                <a:cubicBezTo>
                  <a:pt x="2281" y="199"/>
                  <a:pt x="2269" y="184"/>
                  <a:pt x="2269" y="166"/>
                </a:cubicBezTo>
                <a:cubicBezTo>
                  <a:pt x="2269" y="147"/>
                  <a:pt x="2281" y="132"/>
                  <a:pt x="2301" y="132"/>
                </a:cubicBezTo>
                <a:cubicBezTo>
                  <a:pt x="2321" y="132"/>
                  <a:pt x="2333" y="147"/>
                  <a:pt x="2333" y="166"/>
                </a:cubicBezTo>
                <a:close/>
                <a:moveTo>
                  <a:pt x="516" y="230"/>
                </a:moveTo>
                <a:lnTo>
                  <a:pt x="454" y="266"/>
                </a:lnTo>
                <a:lnTo>
                  <a:pt x="516" y="303"/>
                </a:lnTo>
                <a:cubicBezTo>
                  <a:pt x="532" y="312"/>
                  <a:pt x="537" y="332"/>
                  <a:pt x="527" y="348"/>
                </a:cubicBezTo>
                <a:cubicBezTo>
                  <a:pt x="518" y="365"/>
                  <a:pt x="499" y="369"/>
                  <a:pt x="482" y="359"/>
                </a:cubicBezTo>
                <a:lnTo>
                  <a:pt x="370" y="295"/>
                </a:lnTo>
                <a:cubicBezTo>
                  <a:pt x="363" y="291"/>
                  <a:pt x="357" y="284"/>
                  <a:pt x="355" y="276"/>
                </a:cubicBezTo>
                <a:cubicBezTo>
                  <a:pt x="354" y="273"/>
                  <a:pt x="354" y="268"/>
                  <a:pt x="354" y="265"/>
                </a:cubicBezTo>
                <a:cubicBezTo>
                  <a:pt x="354" y="263"/>
                  <a:pt x="354" y="260"/>
                  <a:pt x="355" y="258"/>
                </a:cubicBezTo>
                <a:cubicBezTo>
                  <a:pt x="357" y="249"/>
                  <a:pt x="363" y="243"/>
                  <a:pt x="370" y="238"/>
                </a:cubicBezTo>
                <a:lnTo>
                  <a:pt x="482" y="174"/>
                </a:lnTo>
                <a:cubicBezTo>
                  <a:pt x="499" y="166"/>
                  <a:pt x="519" y="171"/>
                  <a:pt x="527" y="186"/>
                </a:cubicBezTo>
                <a:cubicBezTo>
                  <a:pt x="537" y="201"/>
                  <a:pt x="532" y="221"/>
                  <a:pt x="516" y="230"/>
                </a:cubicBezTo>
                <a:close/>
                <a:moveTo>
                  <a:pt x="457" y="405"/>
                </a:moveTo>
                <a:lnTo>
                  <a:pt x="344" y="341"/>
                </a:lnTo>
                <a:cubicBezTo>
                  <a:pt x="338" y="338"/>
                  <a:pt x="332" y="336"/>
                  <a:pt x="325" y="337"/>
                </a:cubicBezTo>
                <a:cubicBezTo>
                  <a:pt x="308" y="338"/>
                  <a:pt x="294" y="352"/>
                  <a:pt x="294" y="370"/>
                </a:cubicBezTo>
                <a:lnTo>
                  <a:pt x="294" y="500"/>
                </a:lnTo>
                <a:cubicBezTo>
                  <a:pt x="294" y="518"/>
                  <a:pt x="309" y="533"/>
                  <a:pt x="327" y="533"/>
                </a:cubicBezTo>
                <a:cubicBezTo>
                  <a:pt x="345" y="533"/>
                  <a:pt x="360" y="518"/>
                  <a:pt x="360" y="500"/>
                </a:cubicBezTo>
                <a:lnTo>
                  <a:pt x="360" y="427"/>
                </a:lnTo>
                <a:lnTo>
                  <a:pt x="424" y="463"/>
                </a:lnTo>
                <a:cubicBezTo>
                  <a:pt x="440" y="473"/>
                  <a:pt x="460" y="466"/>
                  <a:pt x="469" y="451"/>
                </a:cubicBezTo>
                <a:cubicBezTo>
                  <a:pt x="478" y="435"/>
                  <a:pt x="473" y="415"/>
                  <a:pt x="457" y="405"/>
                </a:cubicBezTo>
                <a:close/>
                <a:moveTo>
                  <a:pt x="327" y="279"/>
                </a:moveTo>
                <a:lnTo>
                  <a:pt x="280" y="325"/>
                </a:lnTo>
                <a:cubicBezTo>
                  <a:pt x="279" y="326"/>
                  <a:pt x="276" y="327"/>
                  <a:pt x="275" y="327"/>
                </a:cubicBezTo>
                <a:lnTo>
                  <a:pt x="272" y="327"/>
                </a:lnTo>
                <a:lnTo>
                  <a:pt x="265" y="327"/>
                </a:lnTo>
                <a:lnTo>
                  <a:pt x="262" y="327"/>
                </a:lnTo>
                <a:cubicBezTo>
                  <a:pt x="260" y="327"/>
                  <a:pt x="258" y="326"/>
                  <a:pt x="257" y="325"/>
                </a:cubicBezTo>
                <a:lnTo>
                  <a:pt x="212" y="279"/>
                </a:lnTo>
                <a:cubicBezTo>
                  <a:pt x="211" y="278"/>
                  <a:pt x="209" y="275"/>
                  <a:pt x="209" y="274"/>
                </a:cubicBezTo>
                <a:lnTo>
                  <a:pt x="209" y="270"/>
                </a:lnTo>
                <a:lnTo>
                  <a:pt x="209" y="264"/>
                </a:lnTo>
                <a:lnTo>
                  <a:pt x="209" y="261"/>
                </a:lnTo>
                <a:cubicBezTo>
                  <a:pt x="209" y="259"/>
                  <a:pt x="211" y="257"/>
                  <a:pt x="212" y="255"/>
                </a:cubicBezTo>
                <a:lnTo>
                  <a:pt x="257" y="209"/>
                </a:lnTo>
                <a:cubicBezTo>
                  <a:pt x="258" y="208"/>
                  <a:pt x="261" y="207"/>
                  <a:pt x="262" y="207"/>
                </a:cubicBezTo>
                <a:lnTo>
                  <a:pt x="265" y="207"/>
                </a:lnTo>
                <a:lnTo>
                  <a:pt x="272" y="207"/>
                </a:lnTo>
                <a:lnTo>
                  <a:pt x="275" y="207"/>
                </a:lnTo>
                <a:cubicBezTo>
                  <a:pt x="277" y="207"/>
                  <a:pt x="279" y="208"/>
                  <a:pt x="280" y="209"/>
                </a:cubicBezTo>
                <a:lnTo>
                  <a:pt x="327" y="255"/>
                </a:lnTo>
                <a:cubicBezTo>
                  <a:pt x="328" y="257"/>
                  <a:pt x="329" y="260"/>
                  <a:pt x="329" y="261"/>
                </a:cubicBezTo>
                <a:lnTo>
                  <a:pt x="329" y="264"/>
                </a:lnTo>
                <a:lnTo>
                  <a:pt x="329" y="270"/>
                </a:lnTo>
                <a:lnTo>
                  <a:pt x="329" y="274"/>
                </a:lnTo>
                <a:cubicBezTo>
                  <a:pt x="329" y="275"/>
                  <a:pt x="328" y="278"/>
                  <a:pt x="327" y="279"/>
                </a:cubicBezTo>
                <a:close/>
                <a:moveTo>
                  <a:pt x="290" y="266"/>
                </a:moveTo>
                <a:cubicBezTo>
                  <a:pt x="290" y="264"/>
                  <a:pt x="289" y="262"/>
                  <a:pt x="288" y="260"/>
                </a:cubicBezTo>
                <a:lnTo>
                  <a:pt x="274" y="246"/>
                </a:lnTo>
                <a:cubicBezTo>
                  <a:pt x="273" y="245"/>
                  <a:pt x="269" y="244"/>
                  <a:pt x="268" y="244"/>
                </a:cubicBezTo>
                <a:lnTo>
                  <a:pt x="268" y="244"/>
                </a:lnTo>
                <a:cubicBezTo>
                  <a:pt x="266" y="244"/>
                  <a:pt x="264" y="245"/>
                  <a:pt x="263" y="246"/>
                </a:cubicBezTo>
                <a:lnTo>
                  <a:pt x="249" y="260"/>
                </a:lnTo>
                <a:cubicBezTo>
                  <a:pt x="248" y="261"/>
                  <a:pt x="247" y="264"/>
                  <a:pt x="247" y="266"/>
                </a:cubicBezTo>
                <a:lnTo>
                  <a:pt x="247" y="266"/>
                </a:lnTo>
                <a:cubicBezTo>
                  <a:pt x="247" y="268"/>
                  <a:pt x="248" y="270"/>
                  <a:pt x="249" y="272"/>
                </a:cubicBezTo>
                <a:lnTo>
                  <a:pt x="263" y="285"/>
                </a:lnTo>
                <a:cubicBezTo>
                  <a:pt x="264" y="287"/>
                  <a:pt x="267" y="288"/>
                  <a:pt x="268" y="288"/>
                </a:cubicBezTo>
                <a:lnTo>
                  <a:pt x="268" y="288"/>
                </a:lnTo>
                <a:cubicBezTo>
                  <a:pt x="271" y="288"/>
                  <a:pt x="273" y="287"/>
                  <a:pt x="274" y="285"/>
                </a:cubicBezTo>
                <a:lnTo>
                  <a:pt x="288" y="272"/>
                </a:lnTo>
                <a:cubicBezTo>
                  <a:pt x="289" y="270"/>
                  <a:pt x="290" y="268"/>
                  <a:pt x="290" y="266"/>
                </a:cubicBezTo>
                <a:close/>
                <a:moveTo>
                  <a:pt x="81" y="127"/>
                </a:moveTo>
                <a:lnTo>
                  <a:pt x="193" y="191"/>
                </a:lnTo>
                <a:cubicBezTo>
                  <a:pt x="200" y="194"/>
                  <a:pt x="206" y="197"/>
                  <a:pt x="213" y="196"/>
                </a:cubicBezTo>
                <a:cubicBezTo>
                  <a:pt x="230" y="194"/>
                  <a:pt x="243" y="179"/>
                  <a:pt x="243" y="162"/>
                </a:cubicBezTo>
                <a:lnTo>
                  <a:pt x="243" y="33"/>
                </a:lnTo>
                <a:cubicBezTo>
                  <a:pt x="243" y="15"/>
                  <a:pt x="229" y="0"/>
                  <a:pt x="211" y="0"/>
                </a:cubicBezTo>
                <a:cubicBezTo>
                  <a:pt x="192" y="0"/>
                  <a:pt x="177" y="15"/>
                  <a:pt x="177" y="33"/>
                </a:cubicBezTo>
                <a:lnTo>
                  <a:pt x="177" y="106"/>
                </a:lnTo>
                <a:lnTo>
                  <a:pt x="114" y="69"/>
                </a:lnTo>
                <a:cubicBezTo>
                  <a:pt x="98" y="60"/>
                  <a:pt x="78" y="66"/>
                  <a:pt x="69" y="81"/>
                </a:cubicBezTo>
                <a:cubicBezTo>
                  <a:pt x="60" y="98"/>
                  <a:pt x="65" y="117"/>
                  <a:pt x="81" y="127"/>
                </a:cubicBezTo>
                <a:close/>
                <a:moveTo>
                  <a:pt x="325" y="196"/>
                </a:moveTo>
                <a:cubicBezTo>
                  <a:pt x="332" y="196"/>
                  <a:pt x="338" y="194"/>
                  <a:pt x="344" y="191"/>
                </a:cubicBezTo>
                <a:lnTo>
                  <a:pt x="457" y="127"/>
                </a:lnTo>
                <a:cubicBezTo>
                  <a:pt x="473" y="117"/>
                  <a:pt x="478" y="98"/>
                  <a:pt x="469" y="82"/>
                </a:cubicBezTo>
                <a:cubicBezTo>
                  <a:pt x="460" y="66"/>
                  <a:pt x="440" y="61"/>
                  <a:pt x="424" y="70"/>
                </a:cubicBezTo>
                <a:lnTo>
                  <a:pt x="360" y="107"/>
                </a:lnTo>
                <a:lnTo>
                  <a:pt x="360" y="34"/>
                </a:lnTo>
                <a:cubicBezTo>
                  <a:pt x="360" y="16"/>
                  <a:pt x="345" y="1"/>
                  <a:pt x="327" y="1"/>
                </a:cubicBezTo>
                <a:cubicBezTo>
                  <a:pt x="309" y="1"/>
                  <a:pt x="294" y="16"/>
                  <a:pt x="294" y="34"/>
                </a:cubicBezTo>
                <a:lnTo>
                  <a:pt x="294" y="163"/>
                </a:lnTo>
                <a:cubicBezTo>
                  <a:pt x="295" y="181"/>
                  <a:pt x="308" y="194"/>
                  <a:pt x="325" y="196"/>
                </a:cubicBezTo>
                <a:close/>
                <a:moveTo>
                  <a:pt x="212" y="337"/>
                </a:moveTo>
                <a:cubicBezTo>
                  <a:pt x="205" y="336"/>
                  <a:pt x="199" y="338"/>
                  <a:pt x="192" y="341"/>
                </a:cubicBezTo>
                <a:lnTo>
                  <a:pt x="80" y="405"/>
                </a:lnTo>
                <a:cubicBezTo>
                  <a:pt x="64" y="415"/>
                  <a:pt x="58" y="434"/>
                  <a:pt x="68" y="450"/>
                </a:cubicBezTo>
                <a:cubicBezTo>
                  <a:pt x="77" y="466"/>
                  <a:pt x="97" y="472"/>
                  <a:pt x="113" y="462"/>
                </a:cubicBezTo>
                <a:lnTo>
                  <a:pt x="176" y="426"/>
                </a:lnTo>
                <a:lnTo>
                  <a:pt x="176" y="498"/>
                </a:lnTo>
                <a:cubicBezTo>
                  <a:pt x="176" y="517"/>
                  <a:pt x="191" y="532"/>
                  <a:pt x="209" y="532"/>
                </a:cubicBezTo>
                <a:cubicBezTo>
                  <a:pt x="228" y="532"/>
                  <a:pt x="242" y="517"/>
                  <a:pt x="242" y="498"/>
                </a:cubicBezTo>
                <a:lnTo>
                  <a:pt x="242" y="369"/>
                </a:lnTo>
                <a:cubicBezTo>
                  <a:pt x="242" y="352"/>
                  <a:pt x="229" y="338"/>
                  <a:pt x="212" y="337"/>
                </a:cubicBezTo>
                <a:close/>
                <a:moveTo>
                  <a:pt x="182" y="276"/>
                </a:moveTo>
                <a:cubicBezTo>
                  <a:pt x="183" y="273"/>
                  <a:pt x="183" y="268"/>
                  <a:pt x="183" y="265"/>
                </a:cubicBezTo>
                <a:cubicBezTo>
                  <a:pt x="183" y="263"/>
                  <a:pt x="183" y="260"/>
                  <a:pt x="182" y="258"/>
                </a:cubicBezTo>
                <a:cubicBezTo>
                  <a:pt x="179" y="249"/>
                  <a:pt x="174" y="243"/>
                  <a:pt x="167" y="238"/>
                </a:cubicBezTo>
                <a:lnTo>
                  <a:pt x="54" y="174"/>
                </a:lnTo>
                <a:cubicBezTo>
                  <a:pt x="38" y="166"/>
                  <a:pt x="18" y="171"/>
                  <a:pt x="9" y="186"/>
                </a:cubicBezTo>
                <a:cubicBezTo>
                  <a:pt x="0" y="202"/>
                  <a:pt x="5" y="222"/>
                  <a:pt x="21" y="231"/>
                </a:cubicBezTo>
                <a:lnTo>
                  <a:pt x="83" y="267"/>
                </a:lnTo>
                <a:lnTo>
                  <a:pt x="21" y="304"/>
                </a:lnTo>
                <a:cubicBezTo>
                  <a:pt x="5" y="313"/>
                  <a:pt x="0" y="333"/>
                  <a:pt x="9" y="349"/>
                </a:cubicBezTo>
                <a:cubicBezTo>
                  <a:pt x="18" y="365"/>
                  <a:pt x="38" y="370"/>
                  <a:pt x="54" y="360"/>
                </a:cubicBezTo>
                <a:lnTo>
                  <a:pt x="167" y="296"/>
                </a:lnTo>
                <a:cubicBezTo>
                  <a:pt x="174" y="291"/>
                  <a:pt x="179" y="283"/>
                  <a:pt x="182" y="276"/>
                </a:cubicBezTo>
                <a:close/>
                <a:moveTo>
                  <a:pt x="1570" y="82"/>
                </a:moveTo>
                <a:lnTo>
                  <a:pt x="1567" y="82"/>
                </a:lnTo>
                <a:lnTo>
                  <a:pt x="1566" y="82"/>
                </a:lnTo>
                <a:lnTo>
                  <a:pt x="1565" y="82"/>
                </a:lnTo>
                <a:cubicBezTo>
                  <a:pt x="1557" y="82"/>
                  <a:pt x="1548" y="83"/>
                  <a:pt x="1542" y="85"/>
                </a:cubicBezTo>
                <a:cubicBezTo>
                  <a:pt x="1535" y="87"/>
                  <a:pt x="1528" y="92"/>
                  <a:pt x="1523" y="97"/>
                </a:cubicBezTo>
                <a:lnTo>
                  <a:pt x="1523" y="97"/>
                </a:lnTo>
                <a:lnTo>
                  <a:pt x="1523" y="97"/>
                </a:lnTo>
                <a:lnTo>
                  <a:pt x="1523" y="97"/>
                </a:lnTo>
                <a:cubicBezTo>
                  <a:pt x="1517" y="102"/>
                  <a:pt x="1514" y="110"/>
                  <a:pt x="1512" y="117"/>
                </a:cubicBezTo>
                <a:cubicBezTo>
                  <a:pt x="1510" y="125"/>
                  <a:pt x="1509" y="135"/>
                  <a:pt x="1509" y="144"/>
                </a:cubicBezTo>
                <a:lnTo>
                  <a:pt x="1509" y="163"/>
                </a:lnTo>
                <a:lnTo>
                  <a:pt x="1487" y="163"/>
                </a:lnTo>
                <a:cubicBezTo>
                  <a:pt x="1480" y="163"/>
                  <a:pt x="1474" y="170"/>
                  <a:pt x="1474" y="177"/>
                </a:cubicBezTo>
                <a:cubicBezTo>
                  <a:pt x="1474" y="182"/>
                  <a:pt x="1475" y="185"/>
                  <a:pt x="1478" y="188"/>
                </a:cubicBezTo>
                <a:cubicBezTo>
                  <a:pt x="1480" y="190"/>
                  <a:pt x="1484" y="192"/>
                  <a:pt x="1487" y="192"/>
                </a:cubicBezTo>
                <a:lnTo>
                  <a:pt x="1509" y="192"/>
                </a:lnTo>
                <a:lnTo>
                  <a:pt x="1509" y="353"/>
                </a:lnTo>
                <a:lnTo>
                  <a:pt x="1509" y="353"/>
                </a:lnTo>
                <a:cubicBezTo>
                  <a:pt x="1509" y="357"/>
                  <a:pt x="1510" y="360"/>
                  <a:pt x="1513" y="363"/>
                </a:cubicBezTo>
                <a:cubicBezTo>
                  <a:pt x="1515" y="365"/>
                  <a:pt x="1520" y="367"/>
                  <a:pt x="1523" y="367"/>
                </a:cubicBezTo>
                <a:cubicBezTo>
                  <a:pt x="1530" y="367"/>
                  <a:pt x="1536" y="360"/>
                  <a:pt x="1537" y="353"/>
                </a:cubicBezTo>
                <a:lnTo>
                  <a:pt x="1537" y="191"/>
                </a:lnTo>
                <a:lnTo>
                  <a:pt x="1560" y="191"/>
                </a:lnTo>
                <a:cubicBezTo>
                  <a:pt x="1565" y="191"/>
                  <a:pt x="1568" y="189"/>
                  <a:pt x="1570" y="187"/>
                </a:cubicBezTo>
                <a:cubicBezTo>
                  <a:pt x="1572" y="185"/>
                  <a:pt x="1574" y="181"/>
                  <a:pt x="1574" y="177"/>
                </a:cubicBezTo>
                <a:lnTo>
                  <a:pt x="1574" y="177"/>
                </a:lnTo>
                <a:cubicBezTo>
                  <a:pt x="1574" y="170"/>
                  <a:pt x="1568" y="164"/>
                  <a:pt x="1560" y="164"/>
                </a:cubicBezTo>
                <a:lnTo>
                  <a:pt x="1537" y="164"/>
                </a:lnTo>
                <a:lnTo>
                  <a:pt x="1537" y="145"/>
                </a:lnTo>
                <a:cubicBezTo>
                  <a:pt x="1537" y="137"/>
                  <a:pt x="1538" y="130"/>
                  <a:pt x="1539" y="125"/>
                </a:cubicBezTo>
                <a:cubicBezTo>
                  <a:pt x="1540" y="121"/>
                  <a:pt x="1542" y="117"/>
                  <a:pt x="1543" y="115"/>
                </a:cubicBezTo>
                <a:cubicBezTo>
                  <a:pt x="1544" y="113"/>
                  <a:pt x="1546" y="112"/>
                  <a:pt x="1550" y="111"/>
                </a:cubicBezTo>
                <a:cubicBezTo>
                  <a:pt x="1553" y="110"/>
                  <a:pt x="1557" y="109"/>
                  <a:pt x="1563" y="109"/>
                </a:cubicBezTo>
                <a:lnTo>
                  <a:pt x="1565" y="109"/>
                </a:lnTo>
                <a:lnTo>
                  <a:pt x="1566" y="109"/>
                </a:lnTo>
                <a:lnTo>
                  <a:pt x="1567" y="109"/>
                </a:lnTo>
                <a:lnTo>
                  <a:pt x="1569" y="109"/>
                </a:lnTo>
                <a:lnTo>
                  <a:pt x="1570" y="109"/>
                </a:lnTo>
                <a:cubicBezTo>
                  <a:pt x="1577" y="109"/>
                  <a:pt x="1584" y="102"/>
                  <a:pt x="1584" y="95"/>
                </a:cubicBezTo>
                <a:cubicBezTo>
                  <a:pt x="1584" y="88"/>
                  <a:pt x="1578" y="82"/>
                  <a:pt x="1570" y="82"/>
                </a:cubicBezTo>
                <a:close/>
                <a:moveTo>
                  <a:pt x="2054" y="187"/>
                </a:moveTo>
                <a:cubicBezTo>
                  <a:pt x="2057" y="184"/>
                  <a:pt x="2058" y="181"/>
                  <a:pt x="2058" y="177"/>
                </a:cubicBezTo>
                <a:cubicBezTo>
                  <a:pt x="2058" y="174"/>
                  <a:pt x="2057" y="170"/>
                  <a:pt x="2054" y="168"/>
                </a:cubicBezTo>
                <a:lnTo>
                  <a:pt x="2054" y="168"/>
                </a:lnTo>
                <a:lnTo>
                  <a:pt x="2054" y="168"/>
                </a:lnTo>
                <a:lnTo>
                  <a:pt x="2054" y="168"/>
                </a:lnTo>
                <a:lnTo>
                  <a:pt x="2054" y="168"/>
                </a:lnTo>
                <a:cubicBezTo>
                  <a:pt x="2051" y="166"/>
                  <a:pt x="2047" y="163"/>
                  <a:pt x="2044" y="163"/>
                </a:cubicBezTo>
                <a:cubicBezTo>
                  <a:pt x="2041" y="163"/>
                  <a:pt x="2037" y="164"/>
                  <a:pt x="2034" y="168"/>
                </a:cubicBezTo>
                <a:lnTo>
                  <a:pt x="1926" y="273"/>
                </a:lnTo>
                <a:lnTo>
                  <a:pt x="1926" y="96"/>
                </a:lnTo>
                <a:cubicBezTo>
                  <a:pt x="1926" y="88"/>
                  <a:pt x="1920" y="82"/>
                  <a:pt x="1912" y="82"/>
                </a:cubicBezTo>
                <a:cubicBezTo>
                  <a:pt x="1908" y="82"/>
                  <a:pt x="1905" y="83"/>
                  <a:pt x="1903" y="86"/>
                </a:cubicBezTo>
                <a:cubicBezTo>
                  <a:pt x="1901" y="88"/>
                  <a:pt x="1898" y="93"/>
                  <a:pt x="1898" y="96"/>
                </a:cubicBezTo>
                <a:lnTo>
                  <a:pt x="1898" y="355"/>
                </a:lnTo>
                <a:cubicBezTo>
                  <a:pt x="1898" y="359"/>
                  <a:pt x="1901" y="363"/>
                  <a:pt x="1903" y="365"/>
                </a:cubicBezTo>
                <a:cubicBezTo>
                  <a:pt x="1905" y="367"/>
                  <a:pt x="1909" y="369"/>
                  <a:pt x="1912" y="369"/>
                </a:cubicBezTo>
                <a:cubicBezTo>
                  <a:pt x="1920" y="369"/>
                  <a:pt x="1926" y="363"/>
                  <a:pt x="1926" y="355"/>
                </a:cubicBezTo>
                <a:lnTo>
                  <a:pt x="1926" y="312"/>
                </a:lnTo>
                <a:lnTo>
                  <a:pt x="1962" y="277"/>
                </a:lnTo>
                <a:lnTo>
                  <a:pt x="2033" y="364"/>
                </a:lnTo>
                <a:cubicBezTo>
                  <a:pt x="2034" y="366"/>
                  <a:pt x="2037" y="367"/>
                  <a:pt x="2039" y="368"/>
                </a:cubicBezTo>
                <a:cubicBezTo>
                  <a:pt x="2041" y="369"/>
                  <a:pt x="2043" y="369"/>
                  <a:pt x="2044" y="369"/>
                </a:cubicBezTo>
                <a:cubicBezTo>
                  <a:pt x="2046" y="369"/>
                  <a:pt x="2050" y="369"/>
                  <a:pt x="2053" y="366"/>
                </a:cubicBezTo>
                <a:lnTo>
                  <a:pt x="2053" y="366"/>
                </a:lnTo>
                <a:lnTo>
                  <a:pt x="2053" y="366"/>
                </a:lnTo>
                <a:cubicBezTo>
                  <a:pt x="2056" y="363"/>
                  <a:pt x="2057" y="359"/>
                  <a:pt x="2057" y="355"/>
                </a:cubicBezTo>
                <a:cubicBezTo>
                  <a:pt x="2057" y="352"/>
                  <a:pt x="2056" y="349"/>
                  <a:pt x="2054" y="345"/>
                </a:cubicBezTo>
                <a:lnTo>
                  <a:pt x="2054" y="345"/>
                </a:lnTo>
                <a:lnTo>
                  <a:pt x="1981" y="257"/>
                </a:lnTo>
                <a:lnTo>
                  <a:pt x="2054" y="187"/>
                </a:lnTo>
                <a:close/>
                <a:moveTo>
                  <a:pt x="1859" y="169"/>
                </a:moveTo>
                <a:cubicBezTo>
                  <a:pt x="1861" y="171"/>
                  <a:pt x="1863" y="175"/>
                  <a:pt x="1863" y="178"/>
                </a:cubicBezTo>
                <a:lnTo>
                  <a:pt x="1863" y="354"/>
                </a:lnTo>
                <a:cubicBezTo>
                  <a:pt x="1863" y="358"/>
                  <a:pt x="1861" y="361"/>
                  <a:pt x="1859" y="364"/>
                </a:cubicBezTo>
                <a:cubicBezTo>
                  <a:pt x="1857" y="366"/>
                  <a:pt x="1852" y="368"/>
                  <a:pt x="1849" y="368"/>
                </a:cubicBezTo>
                <a:cubicBezTo>
                  <a:pt x="1845" y="368"/>
                  <a:pt x="1842" y="366"/>
                  <a:pt x="1840" y="364"/>
                </a:cubicBezTo>
                <a:cubicBezTo>
                  <a:pt x="1837" y="361"/>
                  <a:pt x="1835" y="357"/>
                  <a:pt x="1835" y="354"/>
                </a:cubicBezTo>
                <a:lnTo>
                  <a:pt x="1835" y="337"/>
                </a:lnTo>
                <a:cubicBezTo>
                  <a:pt x="1818" y="356"/>
                  <a:pt x="1794" y="368"/>
                  <a:pt x="1767" y="368"/>
                </a:cubicBezTo>
                <a:cubicBezTo>
                  <a:pt x="1740" y="368"/>
                  <a:pt x="1715" y="356"/>
                  <a:pt x="1698" y="338"/>
                </a:cubicBezTo>
                <a:cubicBezTo>
                  <a:pt x="1681" y="320"/>
                  <a:pt x="1670" y="294"/>
                  <a:pt x="1670" y="266"/>
                </a:cubicBezTo>
                <a:cubicBezTo>
                  <a:pt x="1670" y="238"/>
                  <a:pt x="1681" y="213"/>
                  <a:pt x="1698" y="194"/>
                </a:cubicBezTo>
                <a:cubicBezTo>
                  <a:pt x="1715" y="176"/>
                  <a:pt x="1740" y="164"/>
                  <a:pt x="1767" y="164"/>
                </a:cubicBezTo>
                <a:cubicBezTo>
                  <a:pt x="1794" y="164"/>
                  <a:pt x="1818" y="176"/>
                  <a:pt x="1835" y="194"/>
                </a:cubicBezTo>
                <a:lnTo>
                  <a:pt x="1835" y="177"/>
                </a:lnTo>
                <a:cubicBezTo>
                  <a:pt x="1835" y="173"/>
                  <a:pt x="1836" y="170"/>
                  <a:pt x="1840" y="168"/>
                </a:cubicBezTo>
                <a:cubicBezTo>
                  <a:pt x="1842" y="166"/>
                  <a:pt x="1846" y="163"/>
                  <a:pt x="1849" y="163"/>
                </a:cubicBezTo>
                <a:cubicBezTo>
                  <a:pt x="1852" y="166"/>
                  <a:pt x="1856" y="167"/>
                  <a:pt x="1859" y="169"/>
                </a:cubicBezTo>
                <a:close/>
                <a:moveTo>
                  <a:pt x="1835" y="267"/>
                </a:moveTo>
                <a:cubicBezTo>
                  <a:pt x="1835" y="247"/>
                  <a:pt x="1828" y="228"/>
                  <a:pt x="1815" y="215"/>
                </a:cubicBezTo>
                <a:cubicBezTo>
                  <a:pt x="1802" y="202"/>
                  <a:pt x="1785" y="193"/>
                  <a:pt x="1767" y="193"/>
                </a:cubicBezTo>
                <a:cubicBezTo>
                  <a:pt x="1749" y="193"/>
                  <a:pt x="1731" y="202"/>
                  <a:pt x="1719" y="215"/>
                </a:cubicBezTo>
                <a:cubicBezTo>
                  <a:pt x="1706" y="229"/>
                  <a:pt x="1698" y="247"/>
                  <a:pt x="1698" y="267"/>
                </a:cubicBezTo>
                <a:cubicBezTo>
                  <a:pt x="1698" y="288"/>
                  <a:pt x="1706" y="307"/>
                  <a:pt x="1719" y="320"/>
                </a:cubicBezTo>
                <a:cubicBezTo>
                  <a:pt x="1731" y="333"/>
                  <a:pt x="1749" y="341"/>
                  <a:pt x="1767" y="341"/>
                </a:cubicBezTo>
                <a:cubicBezTo>
                  <a:pt x="1786" y="341"/>
                  <a:pt x="1803" y="334"/>
                  <a:pt x="1815" y="320"/>
                </a:cubicBezTo>
                <a:cubicBezTo>
                  <a:pt x="1828" y="306"/>
                  <a:pt x="1835" y="288"/>
                  <a:pt x="1835" y="267"/>
                </a:cubicBezTo>
                <a:close/>
                <a:moveTo>
                  <a:pt x="724" y="262"/>
                </a:moveTo>
                <a:cubicBezTo>
                  <a:pt x="714" y="257"/>
                  <a:pt x="701" y="252"/>
                  <a:pt x="688" y="249"/>
                </a:cubicBezTo>
                <a:cubicBezTo>
                  <a:pt x="676" y="245"/>
                  <a:pt x="664" y="242"/>
                  <a:pt x="656" y="237"/>
                </a:cubicBezTo>
                <a:cubicBezTo>
                  <a:pt x="652" y="235"/>
                  <a:pt x="648" y="233"/>
                  <a:pt x="646" y="230"/>
                </a:cubicBezTo>
                <a:cubicBezTo>
                  <a:pt x="644" y="227"/>
                  <a:pt x="643" y="224"/>
                  <a:pt x="643" y="220"/>
                </a:cubicBezTo>
                <a:cubicBezTo>
                  <a:pt x="643" y="215"/>
                  <a:pt x="644" y="211"/>
                  <a:pt x="647" y="207"/>
                </a:cubicBezTo>
                <a:cubicBezTo>
                  <a:pt x="652" y="202"/>
                  <a:pt x="657" y="198"/>
                  <a:pt x="664" y="194"/>
                </a:cubicBezTo>
                <a:cubicBezTo>
                  <a:pt x="671" y="191"/>
                  <a:pt x="678" y="190"/>
                  <a:pt x="684" y="190"/>
                </a:cubicBezTo>
                <a:cubicBezTo>
                  <a:pt x="700" y="190"/>
                  <a:pt x="709" y="196"/>
                  <a:pt x="717" y="201"/>
                </a:cubicBezTo>
                <a:cubicBezTo>
                  <a:pt x="721" y="204"/>
                  <a:pt x="723" y="206"/>
                  <a:pt x="726" y="208"/>
                </a:cubicBezTo>
                <a:cubicBezTo>
                  <a:pt x="728" y="209"/>
                  <a:pt x="730" y="211"/>
                  <a:pt x="731" y="212"/>
                </a:cubicBezTo>
                <a:cubicBezTo>
                  <a:pt x="732" y="213"/>
                  <a:pt x="734" y="213"/>
                  <a:pt x="736" y="213"/>
                </a:cubicBezTo>
                <a:cubicBezTo>
                  <a:pt x="737" y="213"/>
                  <a:pt x="738" y="213"/>
                  <a:pt x="740" y="212"/>
                </a:cubicBezTo>
                <a:cubicBezTo>
                  <a:pt x="741" y="212"/>
                  <a:pt x="743" y="211"/>
                  <a:pt x="744" y="209"/>
                </a:cubicBezTo>
                <a:cubicBezTo>
                  <a:pt x="745" y="208"/>
                  <a:pt x="746" y="207"/>
                  <a:pt x="746" y="206"/>
                </a:cubicBezTo>
                <a:cubicBezTo>
                  <a:pt x="747" y="205"/>
                  <a:pt x="747" y="204"/>
                  <a:pt x="747" y="202"/>
                </a:cubicBezTo>
                <a:cubicBezTo>
                  <a:pt x="747" y="200"/>
                  <a:pt x="746" y="198"/>
                  <a:pt x="745" y="196"/>
                </a:cubicBezTo>
                <a:cubicBezTo>
                  <a:pt x="743" y="191"/>
                  <a:pt x="739" y="188"/>
                  <a:pt x="735" y="185"/>
                </a:cubicBezTo>
                <a:cubicBezTo>
                  <a:pt x="729" y="179"/>
                  <a:pt x="721" y="174"/>
                  <a:pt x="713" y="171"/>
                </a:cubicBezTo>
                <a:cubicBezTo>
                  <a:pt x="704" y="167"/>
                  <a:pt x="694" y="164"/>
                  <a:pt x="686" y="164"/>
                </a:cubicBezTo>
                <a:cubicBezTo>
                  <a:pt x="665" y="164"/>
                  <a:pt x="648" y="169"/>
                  <a:pt x="635" y="177"/>
                </a:cubicBezTo>
                <a:cubicBezTo>
                  <a:pt x="629" y="182"/>
                  <a:pt x="624" y="187"/>
                  <a:pt x="619" y="193"/>
                </a:cubicBezTo>
                <a:cubicBezTo>
                  <a:pt x="615" y="200"/>
                  <a:pt x="613" y="208"/>
                  <a:pt x="613" y="219"/>
                </a:cubicBezTo>
                <a:lnTo>
                  <a:pt x="613" y="220"/>
                </a:lnTo>
                <a:cubicBezTo>
                  <a:pt x="613" y="231"/>
                  <a:pt x="616" y="239"/>
                  <a:pt x="622" y="246"/>
                </a:cubicBezTo>
                <a:cubicBezTo>
                  <a:pt x="630" y="257"/>
                  <a:pt x="643" y="262"/>
                  <a:pt x="654" y="266"/>
                </a:cubicBezTo>
                <a:cubicBezTo>
                  <a:pt x="666" y="270"/>
                  <a:pt x="677" y="273"/>
                  <a:pt x="685" y="276"/>
                </a:cubicBezTo>
                <a:cubicBezTo>
                  <a:pt x="695" y="279"/>
                  <a:pt x="706" y="283"/>
                  <a:pt x="715" y="288"/>
                </a:cubicBezTo>
                <a:cubicBezTo>
                  <a:pt x="719" y="290"/>
                  <a:pt x="722" y="293"/>
                  <a:pt x="724" y="296"/>
                </a:cubicBezTo>
                <a:cubicBezTo>
                  <a:pt x="726" y="299"/>
                  <a:pt x="728" y="303"/>
                  <a:pt x="728" y="307"/>
                </a:cubicBezTo>
                <a:lnTo>
                  <a:pt x="728" y="307"/>
                </a:lnTo>
                <a:cubicBezTo>
                  <a:pt x="728" y="312"/>
                  <a:pt x="725" y="318"/>
                  <a:pt x="723" y="321"/>
                </a:cubicBezTo>
                <a:cubicBezTo>
                  <a:pt x="719" y="326"/>
                  <a:pt x="711" y="332"/>
                  <a:pt x="704" y="334"/>
                </a:cubicBezTo>
                <a:cubicBezTo>
                  <a:pt x="697" y="337"/>
                  <a:pt x="689" y="338"/>
                  <a:pt x="684" y="338"/>
                </a:cubicBezTo>
                <a:cubicBezTo>
                  <a:pt x="665" y="338"/>
                  <a:pt x="654" y="334"/>
                  <a:pt x="645" y="329"/>
                </a:cubicBezTo>
                <a:cubicBezTo>
                  <a:pt x="641" y="327"/>
                  <a:pt x="638" y="325"/>
                  <a:pt x="634" y="323"/>
                </a:cubicBezTo>
                <a:cubicBezTo>
                  <a:pt x="633" y="322"/>
                  <a:pt x="631" y="321"/>
                  <a:pt x="630" y="321"/>
                </a:cubicBezTo>
                <a:cubicBezTo>
                  <a:pt x="629" y="320"/>
                  <a:pt x="627" y="320"/>
                  <a:pt x="625" y="320"/>
                </a:cubicBezTo>
                <a:cubicBezTo>
                  <a:pt x="624" y="320"/>
                  <a:pt x="623" y="320"/>
                  <a:pt x="622" y="321"/>
                </a:cubicBezTo>
                <a:cubicBezTo>
                  <a:pt x="621" y="321"/>
                  <a:pt x="619" y="322"/>
                  <a:pt x="618" y="323"/>
                </a:cubicBezTo>
                <a:cubicBezTo>
                  <a:pt x="617" y="324"/>
                  <a:pt x="616" y="325"/>
                  <a:pt x="615" y="327"/>
                </a:cubicBezTo>
                <a:cubicBezTo>
                  <a:pt x="614" y="328"/>
                  <a:pt x="614" y="330"/>
                  <a:pt x="614" y="331"/>
                </a:cubicBezTo>
                <a:cubicBezTo>
                  <a:pt x="614" y="335"/>
                  <a:pt x="615" y="337"/>
                  <a:pt x="616" y="339"/>
                </a:cubicBezTo>
                <a:cubicBezTo>
                  <a:pt x="618" y="342"/>
                  <a:pt x="622" y="345"/>
                  <a:pt x="626" y="348"/>
                </a:cubicBezTo>
                <a:cubicBezTo>
                  <a:pt x="630" y="351"/>
                  <a:pt x="635" y="353"/>
                  <a:pt x="641" y="356"/>
                </a:cubicBezTo>
                <a:cubicBezTo>
                  <a:pt x="654" y="363"/>
                  <a:pt x="671" y="366"/>
                  <a:pt x="684" y="366"/>
                </a:cubicBezTo>
                <a:lnTo>
                  <a:pt x="684" y="366"/>
                </a:lnTo>
                <a:cubicBezTo>
                  <a:pt x="703" y="366"/>
                  <a:pt x="720" y="361"/>
                  <a:pt x="735" y="351"/>
                </a:cubicBezTo>
                <a:lnTo>
                  <a:pt x="735" y="351"/>
                </a:lnTo>
                <a:lnTo>
                  <a:pt x="735" y="351"/>
                </a:lnTo>
                <a:cubicBezTo>
                  <a:pt x="749" y="340"/>
                  <a:pt x="758" y="324"/>
                  <a:pt x="758" y="307"/>
                </a:cubicBezTo>
                <a:cubicBezTo>
                  <a:pt x="758" y="297"/>
                  <a:pt x="755" y="289"/>
                  <a:pt x="751" y="282"/>
                </a:cubicBezTo>
                <a:cubicBezTo>
                  <a:pt x="746" y="274"/>
                  <a:pt x="736" y="267"/>
                  <a:pt x="724" y="262"/>
                </a:cubicBezTo>
                <a:close/>
                <a:moveTo>
                  <a:pt x="1627" y="82"/>
                </a:moveTo>
                <a:cubicBezTo>
                  <a:pt x="1622" y="82"/>
                  <a:pt x="1619" y="83"/>
                  <a:pt x="1617" y="86"/>
                </a:cubicBezTo>
                <a:cubicBezTo>
                  <a:pt x="1615" y="88"/>
                  <a:pt x="1613" y="93"/>
                  <a:pt x="1613" y="96"/>
                </a:cubicBezTo>
                <a:lnTo>
                  <a:pt x="1613" y="355"/>
                </a:lnTo>
                <a:cubicBezTo>
                  <a:pt x="1613" y="359"/>
                  <a:pt x="1614" y="363"/>
                  <a:pt x="1617" y="365"/>
                </a:cubicBezTo>
                <a:cubicBezTo>
                  <a:pt x="1619" y="367"/>
                  <a:pt x="1623" y="369"/>
                  <a:pt x="1627" y="369"/>
                </a:cubicBezTo>
                <a:cubicBezTo>
                  <a:pt x="1634" y="369"/>
                  <a:pt x="1640" y="363"/>
                  <a:pt x="1640" y="355"/>
                </a:cubicBezTo>
                <a:lnTo>
                  <a:pt x="1640" y="96"/>
                </a:lnTo>
                <a:cubicBezTo>
                  <a:pt x="1642" y="88"/>
                  <a:pt x="1635" y="82"/>
                  <a:pt x="1627" y="82"/>
                </a:cubicBezTo>
                <a:close/>
                <a:moveTo>
                  <a:pt x="2262" y="260"/>
                </a:moveTo>
                <a:lnTo>
                  <a:pt x="2262" y="261"/>
                </a:lnTo>
                <a:cubicBezTo>
                  <a:pt x="2262" y="265"/>
                  <a:pt x="2260" y="268"/>
                  <a:pt x="2258" y="270"/>
                </a:cubicBezTo>
                <a:cubicBezTo>
                  <a:pt x="2256" y="273"/>
                  <a:pt x="2252" y="274"/>
                  <a:pt x="2248" y="274"/>
                </a:cubicBezTo>
                <a:lnTo>
                  <a:pt x="2093" y="274"/>
                </a:lnTo>
                <a:cubicBezTo>
                  <a:pt x="2098" y="311"/>
                  <a:pt x="2127" y="339"/>
                  <a:pt x="2164" y="340"/>
                </a:cubicBezTo>
                <a:lnTo>
                  <a:pt x="2173" y="340"/>
                </a:lnTo>
                <a:cubicBezTo>
                  <a:pt x="2185" y="340"/>
                  <a:pt x="2198" y="336"/>
                  <a:pt x="2208" y="329"/>
                </a:cubicBezTo>
                <a:cubicBezTo>
                  <a:pt x="2219" y="323"/>
                  <a:pt x="2227" y="313"/>
                  <a:pt x="2233" y="303"/>
                </a:cubicBezTo>
                <a:cubicBezTo>
                  <a:pt x="2235" y="300"/>
                  <a:pt x="2237" y="298"/>
                  <a:pt x="2239" y="297"/>
                </a:cubicBezTo>
                <a:cubicBezTo>
                  <a:pt x="2241" y="296"/>
                  <a:pt x="2243" y="295"/>
                  <a:pt x="2245" y="295"/>
                </a:cubicBezTo>
                <a:cubicBezTo>
                  <a:pt x="2247" y="295"/>
                  <a:pt x="2251" y="296"/>
                  <a:pt x="2253" y="297"/>
                </a:cubicBezTo>
                <a:lnTo>
                  <a:pt x="2253" y="297"/>
                </a:lnTo>
                <a:lnTo>
                  <a:pt x="2253" y="297"/>
                </a:lnTo>
                <a:cubicBezTo>
                  <a:pt x="2257" y="300"/>
                  <a:pt x="2259" y="305"/>
                  <a:pt x="2259" y="309"/>
                </a:cubicBezTo>
                <a:cubicBezTo>
                  <a:pt x="2259" y="311"/>
                  <a:pt x="2258" y="314"/>
                  <a:pt x="2257" y="316"/>
                </a:cubicBezTo>
                <a:lnTo>
                  <a:pt x="2257" y="316"/>
                </a:lnTo>
                <a:lnTo>
                  <a:pt x="2257" y="316"/>
                </a:lnTo>
                <a:cubicBezTo>
                  <a:pt x="2248" y="330"/>
                  <a:pt x="2237" y="343"/>
                  <a:pt x="2223" y="352"/>
                </a:cubicBezTo>
                <a:cubicBezTo>
                  <a:pt x="2209" y="361"/>
                  <a:pt x="2193" y="367"/>
                  <a:pt x="2175" y="367"/>
                </a:cubicBezTo>
                <a:lnTo>
                  <a:pt x="2165" y="367"/>
                </a:lnTo>
                <a:cubicBezTo>
                  <a:pt x="2138" y="367"/>
                  <a:pt x="2114" y="355"/>
                  <a:pt x="2095" y="337"/>
                </a:cubicBezTo>
                <a:cubicBezTo>
                  <a:pt x="2077" y="319"/>
                  <a:pt x="2066" y="293"/>
                  <a:pt x="2066" y="266"/>
                </a:cubicBezTo>
                <a:cubicBezTo>
                  <a:pt x="2066" y="238"/>
                  <a:pt x="2077" y="213"/>
                  <a:pt x="2095" y="194"/>
                </a:cubicBezTo>
                <a:cubicBezTo>
                  <a:pt x="2114" y="176"/>
                  <a:pt x="2138" y="164"/>
                  <a:pt x="2165" y="164"/>
                </a:cubicBezTo>
                <a:cubicBezTo>
                  <a:pt x="2191" y="164"/>
                  <a:pt x="2214" y="175"/>
                  <a:pt x="2232" y="192"/>
                </a:cubicBezTo>
                <a:cubicBezTo>
                  <a:pt x="2248" y="209"/>
                  <a:pt x="2260" y="233"/>
                  <a:pt x="2262" y="260"/>
                </a:cubicBezTo>
                <a:close/>
                <a:moveTo>
                  <a:pt x="2232" y="247"/>
                </a:moveTo>
                <a:cubicBezTo>
                  <a:pt x="2225" y="215"/>
                  <a:pt x="2197" y="192"/>
                  <a:pt x="2165" y="192"/>
                </a:cubicBezTo>
                <a:cubicBezTo>
                  <a:pt x="2132" y="192"/>
                  <a:pt x="2105" y="215"/>
                  <a:pt x="2096" y="247"/>
                </a:cubicBezTo>
                <a:lnTo>
                  <a:pt x="2232" y="247"/>
                </a:lnTo>
                <a:close/>
                <a:moveTo>
                  <a:pt x="872" y="166"/>
                </a:moveTo>
                <a:cubicBezTo>
                  <a:pt x="851" y="166"/>
                  <a:pt x="830" y="174"/>
                  <a:pt x="816" y="187"/>
                </a:cubicBezTo>
                <a:lnTo>
                  <a:pt x="816" y="178"/>
                </a:lnTo>
                <a:cubicBezTo>
                  <a:pt x="816" y="175"/>
                  <a:pt x="815" y="171"/>
                  <a:pt x="812" y="169"/>
                </a:cubicBezTo>
                <a:cubicBezTo>
                  <a:pt x="810" y="167"/>
                  <a:pt x="807" y="164"/>
                  <a:pt x="802" y="164"/>
                </a:cubicBezTo>
                <a:cubicBezTo>
                  <a:pt x="798" y="164"/>
                  <a:pt x="795" y="166"/>
                  <a:pt x="793" y="169"/>
                </a:cubicBezTo>
                <a:cubicBezTo>
                  <a:pt x="791" y="171"/>
                  <a:pt x="789" y="175"/>
                  <a:pt x="789" y="178"/>
                </a:cubicBezTo>
                <a:lnTo>
                  <a:pt x="789" y="357"/>
                </a:lnTo>
                <a:lnTo>
                  <a:pt x="790" y="358"/>
                </a:lnTo>
                <a:lnTo>
                  <a:pt x="790" y="358"/>
                </a:lnTo>
                <a:cubicBezTo>
                  <a:pt x="790" y="359"/>
                  <a:pt x="790" y="359"/>
                  <a:pt x="791" y="360"/>
                </a:cubicBezTo>
                <a:cubicBezTo>
                  <a:pt x="793" y="364"/>
                  <a:pt x="796" y="366"/>
                  <a:pt x="799" y="367"/>
                </a:cubicBezTo>
                <a:lnTo>
                  <a:pt x="800" y="367"/>
                </a:lnTo>
                <a:lnTo>
                  <a:pt x="804" y="367"/>
                </a:lnTo>
                <a:cubicBezTo>
                  <a:pt x="806" y="367"/>
                  <a:pt x="808" y="367"/>
                  <a:pt x="810" y="366"/>
                </a:cubicBezTo>
                <a:cubicBezTo>
                  <a:pt x="811" y="365"/>
                  <a:pt x="813" y="364"/>
                  <a:pt x="814" y="363"/>
                </a:cubicBezTo>
                <a:lnTo>
                  <a:pt x="814" y="363"/>
                </a:lnTo>
                <a:lnTo>
                  <a:pt x="814" y="363"/>
                </a:lnTo>
                <a:lnTo>
                  <a:pt x="814" y="363"/>
                </a:lnTo>
                <a:cubicBezTo>
                  <a:pt x="815" y="361"/>
                  <a:pt x="815" y="360"/>
                  <a:pt x="816" y="359"/>
                </a:cubicBezTo>
                <a:cubicBezTo>
                  <a:pt x="816" y="358"/>
                  <a:pt x="817" y="357"/>
                  <a:pt x="817" y="356"/>
                </a:cubicBezTo>
                <a:lnTo>
                  <a:pt x="817" y="356"/>
                </a:lnTo>
                <a:lnTo>
                  <a:pt x="817" y="249"/>
                </a:lnTo>
                <a:cubicBezTo>
                  <a:pt x="817" y="234"/>
                  <a:pt x="824" y="220"/>
                  <a:pt x="835" y="209"/>
                </a:cubicBezTo>
                <a:cubicBezTo>
                  <a:pt x="844" y="200"/>
                  <a:pt x="858" y="193"/>
                  <a:pt x="874" y="193"/>
                </a:cubicBezTo>
                <a:cubicBezTo>
                  <a:pt x="890" y="193"/>
                  <a:pt x="903" y="200"/>
                  <a:pt x="914" y="209"/>
                </a:cubicBezTo>
                <a:cubicBezTo>
                  <a:pt x="923" y="219"/>
                  <a:pt x="930" y="233"/>
                  <a:pt x="930" y="249"/>
                </a:cubicBezTo>
                <a:lnTo>
                  <a:pt x="930" y="355"/>
                </a:lnTo>
                <a:cubicBezTo>
                  <a:pt x="930" y="359"/>
                  <a:pt x="932" y="363"/>
                  <a:pt x="934" y="365"/>
                </a:cubicBezTo>
                <a:cubicBezTo>
                  <a:pt x="936" y="367"/>
                  <a:pt x="941" y="369"/>
                  <a:pt x="944" y="369"/>
                </a:cubicBezTo>
                <a:cubicBezTo>
                  <a:pt x="947" y="369"/>
                  <a:pt x="951" y="368"/>
                  <a:pt x="953" y="365"/>
                </a:cubicBezTo>
                <a:cubicBezTo>
                  <a:pt x="956" y="363"/>
                  <a:pt x="958" y="358"/>
                  <a:pt x="958" y="355"/>
                </a:cubicBezTo>
                <a:lnTo>
                  <a:pt x="958" y="249"/>
                </a:lnTo>
                <a:cubicBezTo>
                  <a:pt x="956" y="203"/>
                  <a:pt x="918" y="166"/>
                  <a:pt x="872" y="166"/>
                </a:cubicBezTo>
                <a:close/>
                <a:moveTo>
                  <a:pt x="1146" y="196"/>
                </a:moveTo>
                <a:cubicBezTo>
                  <a:pt x="1163" y="214"/>
                  <a:pt x="1174" y="239"/>
                  <a:pt x="1174" y="267"/>
                </a:cubicBezTo>
                <a:cubicBezTo>
                  <a:pt x="1174" y="295"/>
                  <a:pt x="1163" y="320"/>
                  <a:pt x="1146" y="339"/>
                </a:cubicBezTo>
                <a:cubicBezTo>
                  <a:pt x="1129" y="357"/>
                  <a:pt x="1105" y="369"/>
                  <a:pt x="1078" y="369"/>
                </a:cubicBezTo>
                <a:cubicBezTo>
                  <a:pt x="1052" y="369"/>
                  <a:pt x="1026" y="357"/>
                  <a:pt x="1009" y="339"/>
                </a:cubicBezTo>
                <a:cubicBezTo>
                  <a:pt x="992" y="321"/>
                  <a:pt x="981" y="295"/>
                  <a:pt x="981" y="267"/>
                </a:cubicBezTo>
                <a:cubicBezTo>
                  <a:pt x="981" y="239"/>
                  <a:pt x="992" y="215"/>
                  <a:pt x="1009" y="196"/>
                </a:cubicBezTo>
                <a:cubicBezTo>
                  <a:pt x="1026" y="177"/>
                  <a:pt x="1051" y="166"/>
                  <a:pt x="1078" y="166"/>
                </a:cubicBezTo>
                <a:cubicBezTo>
                  <a:pt x="1104" y="166"/>
                  <a:pt x="1129" y="177"/>
                  <a:pt x="1146" y="196"/>
                </a:cubicBezTo>
                <a:close/>
                <a:moveTo>
                  <a:pt x="1147" y="267"/>
                </a:moveTo>
                <a:cubicBezTo>
                  <a:pt x="1147" y="247"/>
                  <a:pt x="1140" y="228"/>
                  <a:pt x="1127" y="215"/>
                </a:cubicBezTo>
                <a:cubicBezTo>
                  <a:pt x="1114" y="201"/>
                  <a:pt x="1098" y="193"/>
                  <a:pt x="1079" y="193"/>
                </a:cubicBezTo>
                <a:cubicBezTo>
                  <a:pt x="1061" y="193"/>
                  <a:pt x="1043" y="202"/>
                  <a:pt x="1030" y="215"/>
                </a:cubicBezTo>
                <a:cubicBezTo>
                  <a:pt x="1018" y="229"/>
                  <a:pt x="1010" y="247"/>
                  <a:pt x="1010" y="267"/>
                </a:cubicBezTo>
                <a:cubicBezTo>
                  <a:pt x="1010" y="288"/>
                  <a:pt x="1018" y="306"/>
                  <a:pt x="1030" y="320"/>
                </a:cubicBezTo>
                <a:cubicBezTo>
                  <a:pt x="1043" y="334"/>
                  <a:pt x="1061" y="341"/>
                  <a:pt x="1079" y="341"/>
                </a:cubicBezTo>
                <a:cubicBezTo>
                  <a:pt x="1098" y="341"/>
                  <a:pt x="1114" y="333"/>
                  <a:pt x="1127" y="320"/>
                </a:cubicBezTo>
                <a:cubicBezTo>
                  <a:pt x="1139" y="306"/>
                  <a:pt x="1147" y="288"/>
                  <a:pt x="1147" y="267"/>
                </a:cubicBezTo>
                <a:close/>
                <a:moveTo>
                  <a:pt x="1445" y="167"/>
                </a:moveTo>
                <a:lnTo>
                  <a:pt x="1445" y="167"/>
                </a:lnTo>
                <a:lnTo>
                  <a:pt x="1445" y="167"/>
                </a:lnTo>
                <a:cubicBezTo>
                  <a:pt x="1442" y="166"/>
                  <a:pt x="1441" y="166"/>
                  <a:pt x="1439" y="166"/>
                </a:cubicBezTo>
                <a:cubicBezTo>
                  <a:pt x="1436" y="166"/>
                  <a:pt x="1434" y="167"/>
                  <a:pt x="1432" y="168"/>
                </a:cubicBezTo>
                <a:cubicBezTo>
                  <a:pt x="1430" y="169"/>
                  <a:pt x="1428" y="171"/>
                  <a:pt x="1426" y="174"/>
                </a:cubicBezTo>
                <a:lnTo>
                  <a:pt x="1426" y="174"/>
                </a:lnTo>
                <a:lnTo>
                  <a:pt x="1374" y="319"/>
                </a:lnTo>
                <a:lnTo>
                  <a:pt x="1333" y="222"/>
                </a:lnTo>
                <a:lnTo>
                  <a:pt x="1333" y="222"/>
                </a:lnTo>
                <a:cubicBezTo>
                  <a:pt x="1332" y="219"/>
                  <a:pt x="1330" y="218"/>
                  <a:pt x="1328" y="216"/>
                </a:cubicBezTo>
                <a:cubicBezTo>
                  <a:pt x="1326" y="215"/>
                  <a:pt x="1323" y="214"/>
                  <a:pt x="1320" y="214"/>
                </a:cubicBezTo>
                <a:cubicBezTo>
                  <a:pt x="1317" y="214"/>
                  <a:pt x="1315" y="215"/>
                  <a:pt x="1313" y="216"/>
                </a:cubicBezTo>
                <a:cubicBezTo>
                  <a:pt x="1311" y="217"/>
                  <a:pt x="1309" y="219"/>
                  <a:pt x="1308" y="222"/>
                </a:cubicBezTo>
                <a:lnTo>
                  <a:pt x="1308" y="222"/>
                </a:lnTo>
                <a:lnTo>
                  <a:pt x="1267" y="319"/>
                </a:lnTo>
                <a:lnTo>
                  <a:pt x="1213" y="174"/>
                </a:lnTo>
                <a:lnTo>
                  <a:pt x="1213" y="174"/>
                </a:lnTo>
                <a:cubicBezTo>
                  <a:pt x="1212" y="171"/>
                  <a:pt x="1210" y="169"/>
                  <a:pt x="1208" y="168"/>
                </a:cubicBezTo>
                <a:cubicBezTo>
                  <a:pt x="1206" y="167"/>
                  <a:pt x="1204" y="166"/>
                  <a:pt x="1201" y="166"/>
                </a:cubicBezTo>
                <a:cubicBezTo>
                  <a:pt x="1199" y="166"/>
                  <a:pt x="1197" y="166"/>
                  <a:pt x="1195" y="167"/>
                </a:cubicBezTo>
                <a:lnTo>
                  <a:pt x="1195" y="167"/>
                </a:lnTo>
                <a:lnTo>
                  <a:pt x="1195" y="167"/>
                </a:lnTo>
                <a:cubicBezTo>
                  <a:pt x="1190" y="169"/>
                  <a:pt x="1188" y="174"/>
                  <a:pt x="1188" y="179"/>
                </a:cubicBezTo>
                <a:cubicBezTo>
                  <a:pt x="1188" y="182"/>
                  <a:pt x="1188" y="183"/>
                  <a:pt x="1189" y="185"/>
                </a:cubicBezTo>
                <a:lnTo>
                  <a:pt x="1189" y="185"/>
                </a:lnTo>
                <a:lnTo>
                  <a:pt x="1254" y="360"/>
                </a:lnTo>
                <a:lnTo>
                  <a:pt x="1254" y="360"/>
                </a:lnTo>
                <a:cubicBezTo>
                  <a:pt x="1254" y="361"/>
                  <a:pt x="1255" y="363"/>
                  <a:pt x="1256" y="365"/>
                </a:cubicBezTo>
                <a:cubicBezTo>
                  <a:pt x="1257" y="366"/>
                  <a:pt x="1258" y="367"/>
                  <a:pt x="1259" y="367"/>
                </a:cubicBezTo>
                <a:cubicBezTo>
                  <a:pt x="1259" y="367"/>
                  <a:pt x="1261" y="367"/>
                  <a:pt x="1261" y="368"/>
                </a:cubicBezTo>
                <a:cubicBezTo>
                  <a:pt x="1262" y="368"/>
                  <a:pt x="1262" y="369"/>
                  <a:pt x="1263" y="369"/>
                </a:cubicBezTo>
                <a:cubicBezTo>
                  <a:pt x="1264" y="369"/>
                  <a:pt x="1266" y="370"/>
                  <a:pt x="1267" y="370"/>
                </a:cubicBezTo>
                <a:cubicBezTo>
                  <a:pt x="1269" y="370"/>
                  <a:pt x="1272" y="369"/>
                  <a:pt x="1274" y="368"/>
                </a:cubicBezTo>
                <a:cubicBezTo>
                  <a:pt x="1277" y="367"/>
                  <a:pt x="1279" y="365"/>
                  <a:pt x="1280" y="361"/>
                </a:cubicBezTo>
                <a:lnTo>
                  <a:pt x="1280" y="361"/>
                </a:lnTo>
                <a:lnTo>
                  <a:pt x="1322" y="263"/>
                </a:lnTo>
                <a:lnTo>
                  <a:pt x="1363" y="361"/>
                </a:lnTo>
                <a:lnTo>
                  <a:pt x="1363" y="361"/>
                </a:lnTo>
                <a:cubicBezTo>
                  <a:pt x="1364" y="364"/>
                  <a:pt x="1365" y="366"/>
                  <a:pt x="1368" y="368"/>
                </a:cubicBezTo>
                <a:cubicBezTo>
                  <a:pt x="1370" y="369"/>
                  <a:pt x="1372" y="370"/>
                  <a:pt x="1374" y="371"/>
                </a:cubicBezTo>
                <a:lnTo>
                  <a:pt x="1376" y="371"/>
                </a:lnTo>
                <a:cubicBezTo>
                  <a:pt x="1378" y="371"/>
                  <a:pt x="1379" y="371"/>
                  <a:pt x="1380" y="370"/>
                </a:cubicBezTo>
                <a:cubicBezTo>
                  <a:pt x="1381" y="369"/>
                  <a:pt x="1383" y="369"/>
                  <a:pt x="1384" y="368"/>
                </a:cubicBezTo>
                <a:cubicBezTo>
                  <a:pt x="1386" y="366"/>
                  <a:pt x="1388" y="364"/>
                  <a:pt x="1389" y="361"/>
                </a:cubicBezTo>
                <a:lnTo>
                  <a:pt x="1389" y="361"/>
                </a:lnTo>
                <a:lnTo>
                  <a:pt x="1454" y="187"/>
                </a:lnTo>
                <a:cubicBezTo>
                  <a:pt x="1455" y="185"/>
                  <a:pt x="1455" y="184"/>
                  <a:pt x="1455" y="182"/>
                </a:cubicBezTo>
                <a:cubicBezTo>
                  <a:pt x="1453" y="174"/>
                  <a:pt x="1450" y="169"/>
                  <a:pt x="1445" y="167"/>
                </a:cubicBezTo>
                <a:close/>
              </a:path>
            </a:pathLst>
          </a:custGeom>
          <a:solidFill>
            <a:srgbClr val="2BB5E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object 8">
            <a:extLst>
              <a:ext uri="{FF2B5EF4-FFF2-40B4-BE49-F238E27FC236}">
                <a16:creationId xmlns:a16="http://schemas.microsoft.com/office/drawing/2014/main" id="{1509A092-BC26-4062-7E4A-6987D981F7DC}"/>
              </a:ext>
            </a:extLst>
          </p:cNvPr>
          <p:cNvSpPr txBox="1">
            <a:spLocks/>
          </p:cNvSpPr>
          <p:nvPr/>
        </p:nvSpPr>
        <p:spPr>
          <a:xfrm>
            <a:off x="8102919" y="3481052"/>
            <a:ext cx="1198954" cy="635632"/>
          </a:xfrm>
          <a:prstGeom prst="rect">
            <a:avLst/>
          </a:prstGeom>
        </p:spPr>
        <p:txBody>
          <a:bodyPr vert="horz" wrap="square" lIns="0" tIns="0" rIns="0" bIns="0" rtlCol="0">
            <a:noAutofit/>
          </a:bodyPr>
          <a:lstStyle/>
          <a:p>
            <a:pPr marL="7700"/>
            <a:r>
              <a:rPr lang="en-US" sz="1400" b="1" dirty="0">
                <a:ea typeface="+mj-ea"/>
                <a:cs typeface="+mj-cs"/>
              </a:rPr>
              <a:t>460+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engagements</a:t>
            </a:r>
            <a:endParaRPr sz="1400" b="1" dirty="0">
              <a:ea typeface="+mj-ea"/>
              <a:cs typeface="+mj-cs"/>
            </a:endParaRPr>
          </a:p>
        </p:txBody>
      </p:sp>
      <p:sp>
        <p:nvSpPr>
          <p:cNvPr id="11" name="object 9">
            <a:extLst>
              <a:ext uri="{FF2B5EF4-FFF2-40B4-BE49-F238E27FC236}">
                <a16:creationId xmlns:a16="http://schemas.microsoft.com/office/drawing/2014/main" id="{7506B0AD-B0BA-19DE-7061-AA0B68A5B803}"/>
              </a:ext>
            </a:extLst>
          </p:cNvPr>
          <p:cNvSpPr txBox="1">
            <a:spLocks/>
          </p:cNvSpPr>
          <p:nvPr/>
        </p:nvSpPr>
        <p:spPr>
          <a:xfrm>
            <a:off x="9421388" y="3481052"/>
            <a:ext cx="1036607" cy="635632"/>
          </a:xfrm>
          <a:prstGeom prst="rect">
            <a:avLst/>
          </a:prstGeom>
        </p:spPr>
        <p:txBody>
          <a:bodyPr vert="horz" wrap="square" lIns="0" tIns="0" rIns="0" bIns="0" rtlCol="0">
            <a:noAutofit/>
          </a:bodyPr>
          <a:lstStyle/>
          <a:p>
            <a:pPr marL="7700"/>
            <a:r>
              <a:rPr lang="en-US" sz="1400" b="1">
                <a:ea typeface="+mj-ea"/>
                <a:cs typeface="+mj-cs"/>
              </a:rPr>
              <a:t>5x</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a:ln>
                  <a:noFill/>
                </a:ln>
                <a:effectLst/>
                <a:uLnTx/>
                <a:uFillTx/>
                <a:latin typeface="Avenir Next LT Pro"/>
                <a:ea typeface="+mn-ea"/>
                <a:cs typeface="+mn-cs"/>
              </a:rPr>
              <a:t>Partner of </a:t>
            </a:r>
            <a:br>
              <a:rPr kumimoji="0" lang="en-US" sz="1400" b="0" i="0" u="none" strike="noStrike" kern="1200" cap="none" normalizeH="0" baseline="0" noProof="0">
                <a:ln>
                  <a:noFill/>
                </a:ln>
                <a:effectLst/>
                <a:uLnTx/>
                <a:uFillTx/>
                <a:latin typeface="Avenir Next LT Pro"/>
                <a:ea typeface="+mn-ea"/>
                <a:cs typeface="+mn-cs"/>
              </a:rPr>
            </a:br>
            <a:r>
              <a:rPr kumimoji="0" lang="en-US" sz="1400" b="0" i="0" u="none" strike="noStrike" kern="1200" cap="none" normalizeH="0" baseline="0" noProof="0">
                <a:ln>
                  <a:noFill/>
                </a:ln>
                <a:effectLst/>
                <a:uLnTx/>
                <a:uFillTx/>
                <a:latin typeface="Avenir Next LT Pro"/>
                <a:ea typeface="+mn-ea"/>
                <a:cs typeface="+mn-cs"/>
              </a:rPr>
              <a:t>the Year</a:t>
            </a:r>
            <a:endParaRPr sz="1400" b="1">
              <a:ea typeface="+mj-ea"/>
              <a:cs typeface="+mj-cs"/>
            </a:endParaRPr>
          </a:p>
        </p:txBody>
      </p:sp>
      <p:sp>
        <p:nvSpPr>
          <p:cNvPr id="12" name="object 10">
            <a:extLst>
              <a:ext uri="{FF2B5EF4-FFF2-40B4-BE49-F238E27FC236}">
                <a16:creationId xmlns:a16="http://schemas.microsoft.com/office/drawing/2014/main" id="{43FCF1A2-5FDA-7A4C-1386-7A1BC59F0DA5}"/>
              </a:ext>
            </a:extLst>
          </p:cNvPr>
          <p:cNvSpPr txBox="1">
            <a:spLocks/>
          </p:cNvSpPr>
          <p:nvPr/>
        </p:nvSpPr>
        <p:spPr>
          <a:xfrm>
            <a:off x="10466100" y="3481052"/>
            <a:ext cx="1036607" cy="635632"/>
          </a:xfrm>
          <a:prstGeom prst="rect">
            <a:avLst/>
          </a:prstGeom>
        </p:spPr>
        <p:txBody>
          <a:bodyPr vert="horz" wrap="square" lIns="0" tIns="0" rIns="0" bIns="0" rtlCol="0">
            <a:noAutofit/>
          </a:bodyPr>
          <a:lstStyle/>
          <a:p>
            <a:pPr marL="7700"/>
            <a:r>
              <a:rPr lang="en-US" sz="1400" b="1">
                <a:ea typeface="+mj-ea"/>
                <a:cs typeface="+mj-cs"/>
              </a:rPr>
              <a:t>250+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a:ln>
                  <a:noFill/>
                </a:ln>
                <a:effectLst/>
                <a:uLnTx/>
                <a:uFillTx/>
                <a:latin typeface="Avenir Next LT Pro"/>
                <a:ea typeface="+mn-ea"/>
                <a:cs typeface="+mn-cs"/>
              </a:rPr>
              <a:t>certified consultants</a:t>
            </a:r>
            <a:endParaRPr sz="1400" b="1">
              <a:ea typeface="+mj-ea"/>
              <a:cs typeface="+mj-cs"/>
            </a:endParaRPr>
          </a:p>
        </p:txBody>
      </p:sp>
      <p:grpSp>
        <p:nvGrpSpPr>
          <p:cNvPr id="184" name="Group 183" descr="Microsoft logo">
            <a:extLst>
              <a:ext uri="{FF2B5EF4-FFF2-40B4-BE49-F238E27FC236}">
                <a16:creationId xmlns:a16="http://schemas.microsoft.com/office/drawing/2014/main" id="{4E478CD2-8887-7A32-BAE6-893A30B960AB}"/>
              </a:ext>
            </a:extLst>
          </p:cNvPr>
          <p:cNvGrpSpPr/>
          <p:nvPr/>
        </p:nvGrpSpPr>
        <p:grpSpPr>
          <a:xfrm>
            <a:off x="4340152" y="4684759"/>
            <a:ext cx="1200769" cy="259230"/>
            <a:chOff x="5003800" y="3960813"/>
            <a:chExt cx="779463" cy="168275"/>
          </a:xfrm>
        </p:grpSpPr>
        <p:sp>
          <p:nvSpPr>
            <p:cNvPr id="185" name="Freeform 89">
              <a:extLst>
                <a:ext uri="{FF2B5EF4-FFF2-40B4-BE49-F238E27FC236}">
                  <a16:creationId xmlns:a16="http://schemas.microsoft.com/office/drawing/2014/main" id="{640E566B-2313-8377-1DC5-1BFAFBB5F83A}"/>
                </a:ext>
              </a:extLst>
            </p:cNvPr>
            <p:cNvSpPr>
              <a:spLocks noChangeArrowheads="1"/>
            </p:cNvSpPr>
            <p:nvPr/>
          </p:nvSpPr>
          <p:spPr bwMode="auto">
            <a:xfrm>
              <a:off x="5219700" y="3994150"/>
              <a:ext cx="107950" cy="100013"/>
            </a:xfrm>
            <a:custGeom>
              <a:avLst/>
              <a:gdLst>
                <a:gd name="T0" fmla="*/ 150 w 300"/>
                <a:gd name="T1" fmla="*/ 211 h 279"/>
                <a:gd name="T2" fmla="*/ 149 w 300"/>
                <a:gd name="T3" fmla="*/ 211 h 279"/>
                <a:gd name="T4" fmla="*/ 137 w 300"/>
                <a:gd name="T5" fmla="*/ 174 h 279"/>
                <a:gd name="T6" fmla="*/ 67 w 300"/>
                <a:gd name="T7" fmla="*/ 0 h 279"/>
                <a:gd name="T8" fmla="*/ 0 w 300"/>
                <a:gd name="T9" fmla="*/ 0 h 279"/>
                <a:gd name="T10" fmla="*/ 0 w 300"/>
                <a:gd name="T11" fmla="*/ 277 h 279"/>
                <a:gd name="T12" fmla="*/ 45 w 300"/>
                <a:gd name="T13" fmla="*/ 277 h 279"/>
                <a:gd name="T14" fmla="*/ 45 w 300"/>
                <a:gd name="T15" fmla="*/ 107 h 279"/>
                <a:gd name="T16" fmla="*/ 44 w 300"/>
                <a:gd name="T17" fmla="*/ 69 h 279"/>
                <a:gd name="T18" fmla="*/ 43 w 300"/>
                <a:gd name="T19" fmla="*/ 51 h 279"/>
                <a:gd name="T20" fmla="*/ 44 w 300"/>
                <a:gd name="T21" fmla="*/ 51 h 279"/>
                <a:gd name="T22" fmla="*/ 50 w 300"/>
                <a:gd name="T23" fmla="*/ 75 h 279"/>
                <a:gd name="T24" fmla="*/ 134 w 300"/>
                <a:gd name="T25" fmla="*/ 277 h 279"/>
                <a:gd name="T26" fmla="*/ 165 w 300"/>
                <a:gd name="T27" fmla="*/ 277 h 279"/>
                <a:gd name="T28" fmla="*/ 247 w 300"/>
                <a:gd name="T29" fmla="*/ 73 h 279"/>
                <a:gd name="T30" fmla="*/ 252 w 300"/>
                <a:gd name="T31" fmla="*/ 51 h 279"/>
                <a:gd name="T32" fmla="*/ 253 w 300"/>
                <a:gd name="T33" fmla="*/ 51 h 279"/>
                <a:gd name="T34" fmla="*/ 251 w 300"/>
                <a:gd name="T35" fmla="*/ 102 h 279"/>
                <a:gd name="T36" fmla="*/ 251 w 300"/>
                <a:gd name="T37" fmla="*/ 278 h 279"/>
                <a:gd name="T38" fmla="*/ 299 w 300"/>
                <a:gd name="T39" fmla="*/ 278 h 279"/>
                <a:gd name="T40" fmla="*/ 299 w 300"/>
                <a:gd name="T41" fmla="*/ 1 h 279"/>
                <a:gd name="T42" fmla="*/ 234 w 300"/>
                <a:gd name="T43" fmla="*/ 1 h 279"/>
                <a:gd name="T44" fmla="*/ 162 w 300"/>
                <a:gd name="T45" fmla="*/ 174 h 279"/>
                <a:gd name="T46" fmla="*/ 150 w 300"/>
                <a:gd name="T47" fmla="*/ 21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0" h="279">
                  <a:moveTo>
                    <a:pt x="150" y="211"/>
                  </a:moveTo>
                  <a:lnTo>
                    <a:pt x="149" y="211"/>
                  </a:lnTo>
                  <a:cubicBezTo>
                    <a:pt x="146" y="202"/>
                    <a:pt x="142" y="190"/>
                    <a:pt x="137" y="174"/>
                  </a:cubicBezTo>
                  <a:lnTo>
                    <a:pt x="67" y="0"/>
                  </a:lnTo>
                  <a:lnTo>
                    <a:pt x="0" y="0"/>
                  </a:lnTo>
                  <a:lnTo>
                    <a:pt x="0" y="277"/>
                  </a:lnTo>
                  <a:lnTo>
                    <a:pt x="45" y="277"/>
                  </a:lnTo>
                  <a:lnTo>
                    <a:pt x="45" y="107"/>
                  </a:lnTo>
                  <a:cubicBezTo>
                    <a:pt x="45" y="96"/>
                    <a:pt x="45" y="83"/>
                    <a:pt x="44" y="69"/>
                  </a:cubicBezTo>
                  <a:cubicBezTo>
                    <a:pt x="44" y="62"/>
                    <a:pt x="43" y="57"/>
                    <a:pt x="43" y="51"/>
                  </a:cubicBezTo>
                  <a:lnTo>
                    <a:pt x="44" y="51"/>
                  </a:lnTo>
                  <a:cubicBezTo>
                    <a:pt x="46" y="62"/>
                    <a:pt x="48" y="69"/>
                    <a:pt x="50" y="75"/>
                  </a:cubicBezTo>
                  <a:lnTo>
                    <a:pt x="134" y="277"/>
                  </a:lnTo>
                  <a:lnTo>
                    <a:pt x="165" y="277"/>
                  </a:lnTo>
                  <a:lnTo>
                    <a:pt x="247" y="73"/>
                  </a:lnTo>
                  <a:cubicBezTo>
                    <a:pt x="249" y="68"/>
                    <a:pt x="251" y="59"/>
                    <a:pt x="252" y="51"/>
                  </a:cubicBezTo>
                  <a:lnTo>
                    <a:pt x="253" y="51"/>
                  </a:lnTo>
                  <a:cubicBezTo>
                    <a:pt x="252" y="72"/>
                    <a:pt x="251" y="90"/>
                    <a:pt x="251" y="102"/>
                  </a:cubicBezTo>
                  <a:lnTo>
                    <a:pt x="251" y="278"/>
                  </a:lnTo>
                  <a:lnTo>
                    <a:pt x="299" y="278"/>
                  </a:lnTo>
                  <a:lnTo>
                    <a:pt x="299" y="1"/>
                  </a:lnTo>
                  <a:lnTo>
                    <a:pt x="234" y="1"/>
                  </a:lnTo>
                  <a:lnTo>
                    <a:pt x="162" y="174"/>
                  </a:lnTo>
                  <a:lnTo>
                    <a:pt x="150" y="211"/>
                  </a:ln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6" name="Freeform 90">
              <a:extLst>
                <a:ext uri="{FF2B5EF4-FFF2-40B4-BE49-F238E27FC236}">
                  <a16:creationId xmlns:a16="http://schemas.microsoft.com/office/drawing/2014/main" id="{51C59194-B46A-D124-357F-9F9534182770}"/>
                </a:ext>
              </a:extLst>
            </p:cNvPr>
            <p:cNvSpPr>
              <a:spLocks noChangeArrowheads="1"/>
            </p:cNvSpPr>
            <p:nvPr/>
          </p:nvSpPr>
          <p:spPr bwMode="auto">
            <a:xfrm>
              <a:off x="5343525" y="4022725"/>
              <a:ext cx="17463" cy="71438"/>
            </a:xfrm>
            <a:custGeom>
              <a:avLst/>
              <a:gdLst>
                <a:gd name="T0" fmla="*/ 46 w 47"/>
                <a:gd name="T1" fmla="*/ 199 h 200"/>
                <a:gd name="T2" fmla="*/ 46 w 47"/>
                <a:gd name="T3" fmla="*/ 49 h 200"/>
                <a:gd name="T4" fmla="*/ 46 w 47"/>
                <a:gd name="T5" fmla="*/ 0 h 200"/>
                <a:gd name="T6" fmla="*/ 0 w 47"/>
                <a:gd name="T7" fmla="*/ 0 h 200"/>
                <a:gd name="T8" fmla="*/ 0 w 47"/>
                <a:gd name="T9" fmla="*/ 99 h 200"/>
                <a:gd name="T10" fmla="*/ 0 w 47"/>
                <a:gd name="T11" fmla="*/ 199 h 200"/>
                <a:gd name="T12" fmla="*/ 46 w 47"/>
                <a:gd name="T13" fmla="*/ 199 h 200"/>
              </a:gdLst>
              <a:ahLst/>
              <a:cxnLst>
                <a:cxn ang="0">
                  <a:pos x="T0" y="T1"/>
                </a:cxn>
                <a:cxn ang="0">
                  <a:pos x="T2" y="T3"/>
                </a:cxn>
                <a:cxn ang="0">
                  <a:pos x="T4" y="T5"/>
                </a:cxn>
                <a:cxn ang="0">
                  <a:pos x="T6" y="T7"/>
                </a:cxn>
                <a:cxn ang="0">
                  <a:pos x="T8" y="T9"/>
                </a:cxn>
                <a:cxn ang="0">
                  <a:pos x="T10" y="T11"/>
                </a:cxn>
                <a:cxn ang="0">
                  <a:pos x="T12" y="T13"/>
                </a:cxn>
              </a:cxnLst>
              <a:rect l="0" t="0" r="r" b="b"/>
              <a:pathLst>
                <a:path w="47" h="200">
                  <a:moveTo>
                    <a:pt x="46" y="199"/>
                  </a:moveTo>
                  <a:lnTo>
                    <a:pt x="46" y="49"/>
                  </a:lnTo>
                  <a:lnTo>
                    <a:pt x="46" y="0"/>
                  </a:lnTo>
                  <a:lnTo>
                    <a:pt x="0" y="0"/>
                  </a:lnTo>
                  <a:lnTo>
                    <a:pt x="0" y="99"/>
                  </a:lnTo>
                  <a:lnTo>
                    <a:pt x="0" y="199"/>
                  </a:lnTo>
                  <a:lnTo>
                    <a:pt x="46" y="199"/>
                  </a:ln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7" name="Freeform 91">
              <a:extLst>
                <a:ext uri="{FF2B5EF4-FFF2-40B4-BE49-F238E27FC236}">
                  <a16:creationId xmlns:a16="http://schemas.microsoft.com/office/drawing/2014/main" id="{A0B5C1E1-3CC3-4E35-6742-DA1D84C8035C}"/>
                </a:ext>
              </a:extLst>
            </p:cNvPr>
            <p:cNvSpPr>
              <a:spLocks noChangeArrowheads="1"/>
            </p:cNvSpPr>
            <p:nvPr/>
          </p:nvSpPr>
          <p:spPr bwMode="auto">
            <a:xfrm>
              <a:off x="5341938" y="3992563"/>
              <a:ext cx="20637" cy="19050"/>
            </a:xfrm>
            <a:custGeom>
              <a:avLst/>
              <a:gdLst>
                <a:gd name="T0" fmla="*/ 9 w 59"/>
                <a:gd name="T1" fmla="*/ 8 h 55"/>
                <a:gd name="T2" fmla="*/ 0 w 59"/>
                <a:gd name="T3" fmla="*/ 27 h 55"/>
                <a:gd name="T4" fmla="*/ 9 w 59"/>
                <a:gd name="T5" fmla="*/ 47 h 55"/>
                <a:gd name="T6" fmla="*/ 29 w 59"/>
                <a:gd name="T7" fmla="*/ 54 h 55"/>
                <a:gd name="T8" fmla="*/ 49 w 59"/>
                <a:gd name="T9" fmla="*/ 47 h 55"/>
                <a:gd name="T10" fmla="*/ 58 w 59"/>
                <a:gd name="T11" fmla="*/ 27 h 55"/>
                <a:gd name="T12" fmla="*/ 49 w 59"/>
                <a:gd name="T13" fmla="*/ 8 h 55"/>
                <a:gd name="T14" fmla="*/ 29 w 59"/>
                <a:gd name="T15" fmla="*/ 0 h 55"/>
                <a:gd name="T16" fmla="*/ 9 w 59"/>
                <a:gd name="T17" fmla="*/ 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5">
                  <a:moveTo>
                    <a:pt x="9" y="8"/>
                  </a:moveTo>
                  <a:cubicBezTo>
                    <a:pt x="3" y="13"/>
                    <a:pt x="0" y="20"/>
                    <a:pt x="0" y="27"/>
                  </a:cubicBezTo>
                  <a:cubicBezTo>
                    <a:pt x="0" y="35"/>
                    <a:pt x="4" y="42"/>
                    <a:pt x="9" y="47"/>
                  </a:cubicBezTo>
                  <a:cubicBezTo>
                    <a:pt x="15" y="53"/>
                    <a:pt x="20" y="54"/>
                    <a:pt x="29" y="54"/>
                  </a:cubicBezTo>
                  <a:cubicBezTo>
                    <a:pt x="38" y="54"/>
                    <a:pt x="44" y="53"/>
                    <a:pt x="49" y="47"/>
                  </a:cubicBezTo>
                  <a:cubicBezTo>
                    <a:pt x="55" y="42"/>
                    <a:pt x="58" y="35"/>
                    <a:pt x="58" y="27"/>
                  </a:cubicBezTo>
                  <a:cubicBezTo>
                    <a:pt x="58" y="20"/>
                    <a:pt x="55" y="13"/>
                    <a:pt x="49" y="8"/>
                  </a:cubicBezTo>
                  <a:cubicBezTo>
                    <a:pt x="44" y="4"/>
                    <a:pt x="36" y="0"/>
                    <a:pt x="29" y="0"/>
                  </a:cubicBezTo>
                  <a:cubicBezTo>
                    <a:pt x="21" y="0"/>
                    <a:pt x="15" y="3"/>
                    <a:pt x="9" y="8"/>
                  </a:cubicBez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8" name="Freeform 92">
              <a:extLst>
                <a:ext uri="{FF2B5EF4-FFF2-40B4-BE49-F238E27FC236}">
                  <a16:creationId xmlns:a16="http://schemas.microsoft.com/office/drawing/2014/main" id="{A3D22B62-5576-7AF3-FBF7-50C19F3FB9EC}"/>
                </a:ext>
              </a:extLst>
            </p:cNvPr>
            <p:cNvSpPr>
              <a:spLocks noChangeArrowheads="1"/>
            </p:cNvSpPr>
            <p:nvPr/>
          </p:nvSpPr>
          <p:spPr bwMode="auto">
            <a:xfrm>
              <a:off x="5372100" y="4021138"/>
              <a:ext cx="57150" cy="74612"/>
            </a:xfrm>
            <a:custGeom>
              <a:avLst/>
              <a:gdLst>
                <a:gd name="T0" fmla="*/ 107 w 159"/>
                <a:gd name="T1" fmla="*/ 0 h 209"/>
                <a:gd name="T2" fmla="*/ 50 w 159"/>
                <a:gd name="T3" fmla="*/ 14 h 209"/>
                <a:gd name="T4" fmla="*/ 12 w 159"/>
                <a:gd name="T5" fmla="*/ 52 h 209"/>
                <a:gd name="T6" fmla="*/ 0 w 159"/>
                <a:gd name="T7" fmla="*/ 109 h 209"/>
                <a:gd name="T8" fmla="*/ 12 w 159"/>
                <a:gd name="T9" fmla="*/ 160 h 209"/>
                <a:gd name="T10" fmla="*/ 48 w 159"/>
                <a:gd name="T11" fmla="*/ 196 h 209"/>
                <a:gd name="T12" fmla="*/ 99 w 159"/>
                <a:gd name="T13" fmla="*/ 208 h 209"/>
                <a:gd name="T14" fmla="*/ 156 w 159"/>
                <a:gd name="T15" fmla="*/ 196 h 209"/>
                <a:gd name="T16" fmla="*/ 157 w 159"/>
                <a:gd name="T17" fmla="*/ 196 h 209"/>
                <a:gd name="T18" fmla="*/ 157 w 159"/>
                <a:gd name="T19" fmla="*/ 153 h 209"/>
                <a:gd name="T20" fmla="*/ 155 w 159"/>
                <a:gd name="T21" fmla="*/ 154 h 209"/>
                <a:gd name="T22" fmla="*/ 132 w 159"/>
                <a:gd name="T23" fmla="*/ 166 h 209"/>
                <a:gd name="T24" fmla="*/ 110 w 159"/>
                <a:gd name="T25" fmla="*/ 170 h 209"/>
                <a:gd name="T26" fmla="*/ 66 w 159"/>
                <a:gd name="T27" fmla="*/ 153 h 209"/>
                <a:gd name="T28" fmla="*/ 50 w 159"/>
                <a:gd name="T29" fmla="*/ 106 h 209"/>
                <a:gd name="T30" fmla="*/ 67 w 159"/>
                <a:gd name="T31" fmla="*/ 58 h 209"/>
                <a:gd name="T32" fmla="*/ 111 w 159"/>
                <a:gd name="T33" fmla="*/ 39 h 209"/>
                <a:gd name="T34" fmla="*/ 156 w 159"/>
                <a:gd name="T35" fmla="*/ 54 h 209"/>
                <a:gd name="T36" fmla="*/ 158 w 159"/>
                <a:gd name="T37" fmla="*/ 55 h 209"/>
                <a:gd name="T38" fmla="*/ 158 w 159"/>
                <a:gd name="T39" fmla="*/ 10 h 209"/>
                <a:gd name="T40" fmla="*/ 157 w 159"/>
                <a:gd name="T41" fmla="*/ 10 h 209"/>
                <a:gd name="T42" fmla="*/ 132 w 159"/>
                <a:gd name="T43" fmla="*/ 3 h 209"/>
                <a:gd name="T44" fmla="*/ 107 w 159"/>
                <a:gd name="T45"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9" h="209">
                  <a:moveTo>
                    <a:pt x="107" y="0"/>
                  </a:moveTo>
                  <a:cubicBezTo>
                    <a:pt x="85" y="0"/>
                    <a:pt x="66" y="4"/>
                    <a:pt x="50" y="14"/>
                  </a:cubicBezTo>
                  <a:cubicBezTo>
                    <a:pt x="34" y="22"/>
                    <a:pt x="21" y="36"/>
                    <a:pt x="12" y="52"/>
                  </a:cubicBezTo>
                  <a:cubicBezTo>
                    <a:pt x="4" y="68"/>
                    <a:pt x="0" y="87"/>
                    <a:pt x="0" y="109"/>
                  </a:cubicBezTo>
                  <a:cubicBezTo>
                    <a:pt x="0" y="128"/>
                    <a:pt x="4" y="145"/>
                    <a:pt x="12" y="160"/>
                  </a:cubicBezTo>
                  <a:cubicBezTo>
                    <a:pt x="21" y="175"/>
                    <a:pt x="33" y="188"/>
                    <a:pt x="48" y="196"/>
                  </a:cubicBezTo>
                  <a:cubicBezTo>
                    <a:pt x="63" y="205"/>
                    <a:pt x="80" y="208"/>
                    <a:pt x="99" y="208"/>
                  </a:cubicBezTo>
                  <a:cubicBezTo>
                    <a:pt x="122" y="208"/>
                    <a:pt x="140" y="204"/>
                    <a:pt x="156" y="196"/>
                  </a:cubicBezTo>
                  <a:lnTo>
                    <a:pt x="157" y="196"/>
                  </a:lnTo>
                  <a:lnTo>
                    <a:pt x="157" y="153"/>
                  </a:lnTo>
                  <a:lnTo>
                    <a:pt x="155" y="154"/>
                  </a:lnTo>
                  <a:cubicBezTo>
                    <a:pt x="148" y="159"/>
                    <a:pt x="140" y="162"/>
                    <a:pt x="132" y="166"/>
                  </a:cubicBezTo>
                  <a:cubicBezTo>
                    <a:pt x="124" y="169"/>
                    <a:pt x="116" y="170"/>
                    <a:pt x="110" y="170"/>
                  </a:cubicBezTo>
                  <a:cubicBezTo>
                    <a:pt x="92" y="170"/>
                    <a:pt x="77" y="165"/>
                    <a:pt x="66" y="153"/>
                  </a:cubicBezTo>
                  <a:cubicBezTo>
                    <a:pt x="55" y="141"/>
                    <a:pt x="50" y="127"/>
                    <a:pt x="50" y="106"/>
                  </a:cubicBezTo>
                  <a:cubicBezTo>
                    <a:pt x="50" y="86"/>
                    <a:pt x="55" y="69"/>
                    <a:pt x="67" y="58"/>
                  </a:cubicBezTo>
                  <a:cubicBezTo>
                    <a:pt x="78" y="46"/>
                    <a:pt x="93" y="39"/>
                    <a:pt x="111" y="39"/>
                  </a:cubicBezTo>
                  <a:cubicBezTo>
                    <a:pt x="126" y="39"/>
                    <a:pt x="141" y="45"/>
                    <a:pt x="156" y="54"/>
                  </a:cubicBezTo>
                  <a:lnTo>
                    <a:pt x="158" y="55"/>
                  </a:lnTo>
                  <a:lnTo>
                    <a:pt x="158" y="10"/>
                  </a:lnTo>
                  <a:lnTo>
                    <a:pt x="157" y="10"/>
                  </a:lnTo>
                  <a:cubicBezTo>
                    <a:pt x="148" y="7"/>
                    <a:pt x="141" y="5"/>
                    <a:pt x="132" y="3"/>
                  </a:cubicBezTo>
                  <a:cubicBezTo>
                    <a:pt x="124" y="1"/>
                    <a:pt x="114" y="0"/>
                    <a:pt x="107" y="0"/>
                  </a:cubicBez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9" name="Freeform 93">
              <a:extLst>
                <a:ext uri="{FF2B5EF4-FFF2-40B4-BE49-F238E27FC236}">
                  <a16:creationId xmlns:a16="http://schemas.microsoft.com/office/drawing/2014/main" id="{55380CB2-22DC-E189-6B93-A1933DC7A787}"/>
                </a:ext>
              </a:extLst>
            </p:cNvPr>
            <p:cNvSpPr>
              <a:spLocks noChangeArrowheads="1"/>
            </p:cNvSpPr>
            <p:nvPr/>
          </p:nvSpPr>
          <p:spPr bwMode="auto">
            <a:xfrm>
              <a:off x="5440363" y="4021138"/>
              <a:ext cx="42862" cy="73025"/>
            </a:xfrm>
            <a:custGeom>
              <a:avLst/>
              <a:gdLst>
                <a:gd name="T0" fmla="*/ 65 w 117"/>
                <a:gd name="T1" fmla="*/ 11 h 203"/>
                <a:gd name="T2" fmla="*/ 47 w 117"/>
                <a:gd name="T3" fmla="*/ 37 h 203"/>
                <a:gd name="T4" fmla="*/ 47 w 117"/>
                <a:gd name="T5" fmla="*/ 3 h 203"/>
                <a:gd name="T6" fmla="*/ 0 w 117"/>
                <a:gd name="T7" fmla="*/ 3 h 203"/>
                <a:gd name="T8" fmla="*/ 0 w 117"/>
                <a:gd name="T9" fmla="*/ 202 h 203"/>
                <a:gd name="T10" fmla="*/ 47 w 117"/>
                <a:gd name="T11" fmla="*/ 202 h 203"/>
                <a:gd name="T12" fmla="*/ 47 w 117"/>
                <a:gd name="T13" fmla="*/ 100 h 203"/>
                <a:gd name="T14" fmla="*/ 59 w 117"/>
                <a:gd name="T15" fmla="*/ 59 h 203"/>
                <a:gd name="T16" fmla="*/ 89 w 117"/>
                <a:gd name="T17" fmla="*/ 43 h 203"/>
                <a:gd name="T18" fmla="*/ 103 w 117"/>
                <a:gd name="T19" fmla="*/ 45 h 203"/>
                <a:gd name="T20" fmla="*/ 114 w 117"/>
                <a:gd name="T21" fmla="*/ 49 h 203"/>
                <a:gd name="T22" fmla="*/ 116 w 117"/>
                <a:gd name="T23" fmla="*/ 50 h 203"/>
                <a:gd name="T24" fmla="*/ 116 w 117"/>
                <a:gd name="T25" fmla="*/ 3 h 203"/>
                <a:gd name="T26" fmla="*/ 115 w 117"/>
                <a:gd name="T27" fmla="*/ 3 h 203"/>
                <a:gd name="T28" fmla="*/ 96 w 117"/>
                <a:gd name="T29" fmla="*/ 0 h 203"/>
                <a:gd name="T30" fmla="*/ 65 w 117"/>
                <a:gd name="T31" fmla="*/ 11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203">
                  <a:moveTo>
                    <a:pt x="65" y="11"/>
                  </a:moveTo>
                  <a:cubicBezTo>
                    <a:pt x="58" y="17"/>
                    <a:pt x="51" y="26"/>
                    <a:pt x="47" y="37"/>
                  </a:cubicBezTo>
                  <a:lnTo>
                    <a:pt x="47" y="3"/>
                  </a:lnTo>
                  <a:lnTo>
                    <a:pt x="0" y="3"/>
                  </a:lnTo>
                  <a:lnTo>
                    <a:pt x="0" y="202"/>
                  </a:lnTo>
                  <a:lnTo>
                    <a:pt x="47" y="202"/>
                  </a:lnTo>
                  <a:lnTo>
                    <a:pt x="47" y="100"/>
                  </a:lnTo>
                  <a:cubicBezTo>
                    <a:pt x="47" y="83"/>
                    <a:pt x="52" y="70"/>
                    <a:pt x="59" y="59"/>
                  </a:cubicBezTo>
                  <a:cubicBezTo>
                    <a:pt x="67" y="49"/>
                    <a:pt x="77" y="43"/>
                    <a:pt x="89" y="43"/>
                  </a:cubicBezTo>
                  <a:cubicBezTo>
                    <a:pt x="93" y="43"/>
                    <a:pt x="97" y="44"/>
                    <a:pt x="103" y="45"/>
                  </a:cubicBezTo>
                  <a:cubicBezTo>
                    <a:pt x="108" y="46"/>
                    <a:pt x="111" y="48"/>
                    <a:pt x="114" y="49"/>
                  </a:cubicBezTo>
                  <a:lnTo>
                    <a:pt x="116" y="50"/>
                  </a:lnTo>
                  <a:lnTo>
                    <a:pt x="116" y="3"/>
                  </a:lnTo>
                  <a:lnTo>
                    <a:pt x="115" y="3"/>
                  </a:lnTo>
                  <a:cubicBezTo>
                    <a:pt x="110" y="1"/>
                    <a:pt x="104" y="0"/>
                    <a:pt x="96" y="0"/>
                  </a:cubicBezTo>
                  <a:cubicBezTo>
                    <a:pt x="85" y="0"/>
                    <a:pt x="74" y="4"/>
                    <a:pt x="65" y="11"/>
                  </a:cubicBez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0" name="Freeform 94">
              <a:extLst>
                <a:ext uri="{FF2B5EF4-FFF2-40B4-BE49-F238E27FC236}">
                  <a16:creationId xmlns:a16="http://schemas.microsoft.com/office/drawing/2014/main" id="{6A5C3B24-3259-37A9-D439-9BF5480E0366}"/>
                </a:ext>
              </a:extLst>
            </p:cNvPr>
            <p:cNvSpPr>
              <a:spLocks noChangeArrowheads="1"/>
            </p:cNvSpPr>
            <p:nvPr/>
          </p:nvSpPr>
          <p:spPr bwMode="auto">
            <a:xfrm>
              <a:off x="5483225" y="4021138"/>
              <a:ext cx="73025" cy="76200"/>
            </a:xfrm>
            <a:custGeom>
              <a:avLst/>
              <a:gdLst>
                <a:gd name="T0" fmla="*/ 102 w 204"/>
                <a:gd name="T1" fmla="*/ 170 h 211"/>
                <a:gd name="T2" fmla="*/ 61 w 204"/>
                <a:gd name="T3" fmla="*/ 153 h 211"/>
                <a:gd name="T4" fmla="*/ 47 w 204"/>
                <a:gd name="T5" fmla="*/ 105 h 211"/>
                <a:gd name="T6" fmla="*/ 61 w 204"/>
                <a:gd name="T7" fmla="*/ 55 h 211"/>
                <a:gd name="T8" fmla="*/ 100 w 204"/>
                <a:gd name="T9" fmla="*/ 38 h 211"/>
                <a:gd name="T10" fmla="*/ 139 w 204"/>
                <a:gd name="T11" fmla="*/ 54 h 211"/>
                <a:gd name="T12" fmla="*/ 153 w 204"/>
                <a:gd name="T13" fmla="*/ 103 h 211"/>
                <a:gd name="T14" fmla="*/ 141 w 204"/>
                <a:gd name="T15" fmla="*/ 153 h 211"/>
                <a:gd name="T16" fmla="*/ 102 w 204"/>
                <a:gd name="T17" fmla="*/ 170 h 211"/>
                <a:gd name="T18" fmla="*/ 28 w 204"/>
                <a:gd name="T19" fmla="*/ 29 h 211"/>
                <a:gd name="T20" fmla="*/ 0 w 204"/>
                <a:gd name="T21" fmla="*/ 107 h 211"/>
                <a:gd name="T22" fmla="*/ 27 w 204"/>
                <a:gd name="T23" fmla="*/ 182 h 211"/>
                <a:gd name="T24" fmla="*/ 99 w 204"/>
                <a:gd name="T25" fmla="*/ 210 h 211"/>
                <a:gd name="T26" fmla="*/ 175 w 204"/>
                <a:gd name="T27" fmla="*/ 181 h 211"/>
                <a:gd name="T28" fmla="*/ 203 w 204"/>
                <a:gd name="T29" fmla="*/ 104 h 211"/>
                <a:gd name="T30" fmla="*/ 178 w 204"/>
                <a:gd name="T31" fmla="*/ 29 h 211"/>
                <a:gd name="T32" fmla="*/ 105 w 204"/>
                <a:gd name="T33" fmla="*/ 0 h 211"/>
                <a:gd name="T34" fmla="*/ 28 w 204"/>
                <a:gd name="T35"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 h="211">
                  <a:moveTo>
                    <a:pt x="102" y="170"/>
                  </a:moveTo>
                  <a:cubicBezTo>
                    <a:pt x="85" y="170"/>
                    <a:pt x="71" y="165"/>
                    <a:pt x="61" y="153"/>
                  </a:cubicBezTo>
                  <a:cubicBezTo>
                    <a:pt x="51" y="141"/>
                    <a:pt x="47" y="125"/>
                    <a:pt x="47" y="105"/>
                  </a:cubicBezTo>
                  <a:cubicBezTo>
                    <a:pt x="47" y="83"/>
                    <a:pt x="52" y="67"/>
                    <a:pt x="61" y="55"/>
                  </a:cubicBezTo>
                  <a:cubicBezTo>
                    <a:pt x="71" y="44"/>
                    <a:pt x="83" y="38"/>
                    <a:pt x="100" y="38"/>
                  </a:cubicBezTo>
                  <a:cubicBezTo>
                    <a:pt x="117" y="38"/>
                    <a:pt x="129" y="44"/>
                    <a:pt x="139" y="54"/>
                  </a:cubicBezTo>
                  <a:cubicBezTo>
                    <a:pt x="149" y="65"/>
                    <a:pt x="153" y="82"/>
                    <a:pt x="153" y="103"/>
                  </a:cubicBezTo>
                  <a:cubicBezTo>
                    <a:pt x="155" y="125"/>
                    <a:pt x="151" y="142"/>
                    <a:pt x="141" y="153"/>
                  </a:cubicBezTo>
                  <a:cubicBezTo>
                    <a:pt x="133" y="164"/>
                    <a:pt x="120" y="170"/>
                    <a:pt x="102" y="170"/>
                  </a:cubicBezTo>
                  <a:close/>
                  <a:moveTo>
                    <a:pt x="28" y="29"/>
                  </a:moveTo>
                  <a:cubicBezTo>
                    <a:pt x="10" y="49"/>
                    <a:pt x="0" y="74"/>
                    <a:pt x="0" y="107"/>
                  </a:cubicBezTo>
                  <a:cubicBezTo>
                    <a:pt x="0" y="138"/>
                    <a:pt x="10" y="164"/>
                    <a:pt x="27" y="182"/>
                  </a:cubicBezTo>
                  <a:cubicBezTo>
                    <a:pt x="45" y="200"/>
                    <a:pt x="69" y="210"/>
                    <a:pt x="99" y="210"/>
                  </a:cubicBezTo>
                  <a:cubicBezTo>
                    <a:pt x="132" y="210"/>
                    <a:pt x="156" y="200"/>
                    <a:pt x="175" y="181"/>
                  </a:cubicBezTo>
                  <a:cubicBezTo>
                    <a:pt x="194" y="161"/>
                    <a:pt x="203" y="136"/>
                    <a:pt x="203" y="104"/>
                  </a:cubicBezTo>
                  <a:cubicBezTo>
                    <a:pt x="203" y="72"/>
                    <a:pt x="195" y="47"/>
                    <a:pt x="178" y="29"/>
                  </a:cubicBezTo>
                  <a:cubicBezTo>
                    <a:pt x="159" y="8"/>
                    <a:pt x="135" y="0"/>
                    <a:pt x="105" y="0"/>
                  </a:cubicBezTo>
                  <a:cubicBezTo>
                    <a:pt x="72" y="0"/>
                    <a:pt x="46" y="10"/>
                    <a:pt x="28" y="29"/>
                  </a:cubicBezTo>
                  <a:close/>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1" name="Freeform 95">
              <a:extLst>
                <a:ext uri="{FF2B5EF4-FFF2-40B4-BE49-F238E27FC236}">
                  <a16:creationId xmlns:a16="http://schemas.microsoft.com/office/drawing/2014/main" id="{A3284F78-3AD5-FF5F-6E88-D3DC020136E8}"/>
                </a:ext>
              </a:extLst>
            </p:cNvPr>
            <p:cNvSpPr>
              <a:spLocks noChangeArrowheads="1"/>
            </p:cNvSpPr>
            <p:nvPr/>
          </p:nvSpPr>
          <p:spPr bwMode="auto">
            <a:xfrm>
              <a:off x="5564188" y="4021138"/>
              <a:ext cx="47625" cy="76200"/>
            </a:xfrm>
            <a:custGeom>
              <a:avLst/>
              <a:gdLst>
                <a:gd name="T0" fmla="*/ 53 w 132"/>
                <a:gd name="T1" fmla="*/ 72 h 210"/>
                <a:gd name="T2" fmla="*/ 48 w 132"/>
                <a:gd name="T3" fmla="*/ 57 h 210"/>
                <a:gd name="T4" fmla="*/ 55 w 132"/>
                <a:gd name="T5" fmla="*/ 43 h 210"/>
                <a:gd name="T6" fmla="*/ 76 w 132"/>
                <a:gd name="T7" fmla="*/ 37 h 210"/>
                <a:gd name="T8" fmla="*/ 99 w 132"/>
                <a:gd name="T9" fmla="*/ 40 h 210"/>
                <a:gd name="T10" fmla="*/ 121 w 132"/>
                <a:gd name="T11" fmla="*/ 50 h 210"/>
                <a:gd name="T12" fmla="*/ 123 w 132"/>
                <a:gd name="T13" fmla="*/ 51 h 210"/>
                <a:gd name="T14" fmla="*/ 123 w 132"/>
                <a:gd name="T15" fmla="*/ 8 h 210"/>
                <a:gd name="T16" fmla="*/ 122 w 132"/>
                <a:gd name="T17" fmla="*/ 8 h 210"/>
                <a:gd name="T18" fmla="*/ 100 w 132"/>
                <a:gd name="T19" fmla="*/ 2 h 210"/>
                <a:gd name="T20" fmla="*/ 77 w 132"/>
                <a:gd name="T21" fmla="*/ 0 h 210"/>
                <a:gd name="T22" fmla="*/ 22 w 132"/>
                <a:gd name="T23" fmla="*/ 17 h 210"/>
                <a:gd name="T24" fmla="*/ 1 w 132"/>
                <a:gd name="T25" fmla="*/ 61 h 210"/>
                <a:gd name="T26" fmla="*/ 5 w 132"/>
                <a:gd name="T27" fmla="*/ 85 h 210"/>
                <a:gd name="T28" fmla="*/ 19 w 132"/>
                <a:gd name="T29" fmla="*/ 104 h 210"/>
                <a:gd name="T30" fmla="*/ 48 w 132"/>
                <a:gd name="T31" fmla="*/ 120 h 210"/>
                <a:gd name="T32" fmla="*/ 71 w 132"/>
                <a:gd name="T33" fmla="*/ 130 h 210"/>
                <a:gd name="T34" fmla="*/ 82 w 132"/>
                <a:gd name="T35" fmla="*/ 139 h 210"/>
                <a:gd name="T36" fmla="*/ 85 w 132"/>
                <a:gd name="T37" fmla="*/ 151 h 210"/>
                <a:gd name="T38" fmla="*/ 54 w 132"/>
                <a:gd name="T39" fmla="*/ 171 h 210"/>
                <a:gd name="T40" fmla="*/ 29 w 132"/>
                <a:gd name="T41" fmla="*/ 167 h 210"/>
                <a:gd name="T42" fmla="*/ 2 w 132"/>
                <a:gd name="T43" fmla="*/ 153 h 210"/>
                <a:gd name="T44" fmla="*/ 0 w 132"/>
                <a:gd name="T45" fmla="*/ 152 h 210"/>
                <a:gd name="T46" fmla="*/ 0 w 132"/>
                <a:gd name="T47" fmla="*/ 198 h 210"/>
                <a:gd name="T48" fmla="*/ 1 w 132"/>
                <a:gd name="T49" fmla="*/ 198 h 210"/>
                <a:gd name="T50" fmla="*/ 25 w 132"/>
                <a:gd name="T51" fmla="*/ 205 h 210"/>
                <a:gd name="T52" fmla="*/ 52 w 132"/>
                <a:gd name="T53" fmla="*/ 209 h 210"/>
                <a:gd name="T54" fmla="*/ 110 w 132"/>
                <a:gd name="T55" fmla="*/ 191 h 210"/>
                <a:gd name="T56" fmla="*/ 131 w 132"/>
                <a:gd name="T57" fmla="*/ 146 h 210"/>
                <a:gd name="T58" fmla="*/ 120 w 132"/>
                <a:gd name="T59" fmla="*/ 112 h 210"/>
                <a:gd name="T60" fmla="*/ 81 w 132"/>
                <a:gd name="T61" fmla="*/ 86 h 210"/>
                <a:gd name="T62" fmla="*/ 53 w 132"/>
                <a:gd name="T63" fmla="*/ 72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210">
                  <a:moveTo>
                    <a:pt x="53" y="72"/>
                  </a:moveTo>
                  <a:cubicBezTo>
                    <a:pt x="50" y="68"/>
                    <a:pt x="48" y="63"/>
                    <a:pt x="48" y="57"/>
                  </a:cubicBezTo>
                  <a:cubicBezTo>
                    <a:pt x="48" y="51"/>
                    <a:pt x="50" y="46"/>
                    <a:pt x="55" y="43"/>
                  </a:cubicBezTo>
                  <a:cubicBezTo>
                    <a:pt x="61" y="38"/>
                    <a:pt x="67" y="37"/>
                    <a:pt x="76" y="37"/>
                  </a:cubicBezTo>
                  <a:cubicBezTo>
                    <a:pt x="83" y="37"/>
                    <a:pt x="92" y="38"/>
                    <a:pt x="99" y="40"/>
                  </a:cubicBezTo>
                  <a:cubicBezTo>
                    <a:pt x="107" y="43"/>
                    <a:pt x="114" y="46"/>
                    <a:pt x="121" y="50"/>
                  </a:cubicBezTo>
                  <a:lnTo>
                    <a:pt x="123" y="51"/>
                  </a:lnTo>
                  <a:lnTo>
                    <a:pt x="123" y="8"/>
                  </a:lnTo>
                  <a:lnTo>
                    <a:pt x="122" y="8"/>
                  </a:lnTo>
                  <a:cubicBezTo>
                    <a:pt x="116" y="6"/>
                    <a:pt x="109" y="4"/>
                    <a:pt x="100" y="2"/>
                  </a:cubicBezTo>
                  <a:cubicBezTo>
                    <a:pt x="92" y="1"/>
                    <a:pt x="84" y="0"/>
                    <a:pt x="77" y="0"/>
                  </a:cubicBezTo>
                  <a:cubicBezTo>
                    <a:pt x="54" y="0"/>
                    <a:pt x="36" y="5"/>
                    <a:pt x="22" y="17"/>
                  </a:cubicBezTo>
                  <a:cubicBezTo>
                    <a:pt x="8" y="29"/>
                    <a:pt x="1" y="43"/>
                    <a:pt x="1" y="61"/>
                  </a:cubicBezTo>
                  <a:cubicBezTo>
                    <a:pt x="1" y="70"/>
                    <a:pt x="2" y="78"/>
                    <a:pt x="5" y="85"/>
                  </a:cubicBezTo>
                  <a:cubicBezTo>
                    <a:pt x="8" y="93"/>
                    <a:pt x="13" y="98"/>
                    <a:pt x="19" y="104"/>
                  </a:cubicBezTo>
                  <a:cubicBezTo>
                    <a:pt x="25" y="109"/>
                    <a:pt x="35" y="114"/>
                    <a:pt x="48" y="120"/>
                  </a:cubicBezTo>
                  <a:cubicBezTo>
                    <a:pt x="59" y="124"/>
                    <a:pt x="67" y="128"/>
                    <a:pt x="71" y="130"/>
                  </a:cubicBezTo>
                  <a:cubicBezTo>
                    <a:pt x="77" y="134"/>
                    <a:pt x="80" y="136"/>
                    <a:pt x="82" y="139"/>
                  </a:cubicBezTo>
                  <a:cubicBezTo>
                    <a:pt x="84" y="142"/>
                    <a:pt x="85" y="145"/>
                    <a:pt x="85" y="151"/>
                  </a:cubicBezTo>
                  <a:cubicBezTo>
                    <a:pt x="85" y="165"/>
                    <a:pt x="76" y="171"/>
                    <a:pt x="54" y="171"/>
                  </a:cubicBezTo>
                  <a:cubicBezTo>
                    <a:pt x="47" y="171"/>
                    <a:pt x="38" y="170"/>
                    <a:pt x="29" y="167"/>
                  </a:cubicBezTo>
                  <a:cubicBezTo>
                    <a:pt x="19" y="164"/>
                    <a:pt x="10" y="159"/>
                    <a:pt x="2" y="153"/>
                  </a:cubicBezTo>
                  <a:lnTo>
                    <a:pt x="0" y="152"/>
                  </a:lnTo>
                  <a:lnTo>
                    <a:pt x="0" y="198"/>
                  </a:lnTo>
                  <a:lnTo>
                    <a:pt x="1" y="198"/>
                  </a:lnTo>
                  <a:cubicBezTo>
                    <a:pt x="7" y="201"/>
                    <a:pt x="16" y="203"/>
                    <a:pt x="25" y="205"/>
                  </a:cubicBezTo>
                  <a:cubicBezTo>
                    <a:pt x="35" y="207"/>
                    <a:pt x="45" y="209"/>
                    <a:pt x="52" y="209"/>
                  </a:cubicBezTo>
                  <a:cubicBezTo>
                    <a:pt x="77" y="209"/>
                    <a:pt x="96" y="203"/>
                    <a:pt x="110" y="191"/>
                  </a:cubicBezTo>
                  <a:cubicBezTo>
                    <a:pt x="124" y="180"/>
                    <a:pt x="131" y="165"/>
                    <a:pt x="131" y="146"/>
                  </a:cubicBezTo>
                  <a:cubicBezTo>
                    <a:pt x="131" y="133"/>
                    <a:pt x="127" y="122"/>
                    <a:pt x="120" y="112"/>
                  </a:cubicBezTo>
                  <a:cubicBezTo>
                    <a:pt x="112" y="103"/>
                    <a:pt x="99" y="94"/>
                    <a:pt x="81" y="86"/>
                  </a:cubicBezTo>
                  <a:cubicBezTo>
                    <a:pt x="66" y="80"/>
                    <a:pt x="56" y="76"/>
                    <a:pt x="53" y="72"/>
                  </a:cubicBez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2" name="Freeform 96">
              <a:extLst>
                <a:ext uri="{FF2B5EF4-FFF2-40B4-BE49-F238E27FC236}">
                  <a16:creationId xmlns:a16="http://schemas.microsoft.com/office/drawing/2014/main" id="{B0619507-5ED3-686B-A240-E5143D82B0F8}"/>
                </a:ext>
              </a:extLst>
            </p:cNvPr>
            <p:cNvSpPr>
              <a:spLocks noChangeArrowheads="1"/>
            </p:cNvSpPr>
            <p:nvPr/>
          </p:nvSpPr>
          <p:spPr bwMode="auto">
            <a:xfrm>
              <a:off x="5619750" y="4021138"/>
              <a:ext cx="73025" cy="76200"/>
            </a:xfrm>
            <a:custGeom>
              <a:avLst/>
              <a:gdLst>
                <a:gd name="T0" fmla="*/ 102 w 204"/>
                <a:gd name="T1" fmla="*/ 170 h 211"/>
                <a:gd name="T2" fmla="*/ 62 w 204"/>
                <a:gd name="T3" fmla="*/ 153 h 211"/>
                <a:gd name="T4" fmla="*/ 48 w 204"/>
                <a:gd name="T5" fmla="*/ 105 h 211"/>
                <a:gd name="T6" fmla="*/ 62 w 204"/>
                <a:gd name="T7" fmla="*/ 55 h 211"/>
                <a:gd name="T8" fmla="*/ 101 w 204"/>
                <a:gd name="T9" fmla="*/ 38 h 211"/>
                <a:gd name="T10" fmla="*/ 140 w 204"/>
                <a:gd name="T11" fmla="*/ 54 h 211"/>
                <a:gd name="T12" fmla="*/ 154 w 204"/>
                <a:gd name="T13" fmla="*/ 103 h 211"/>
                <a:gd name="T14" fmla="*/ 142 w 204"/>
                <a:gd name="T15" fmla="*/ 153 h 211"/>
                <a:gd name="T16" fmla="*/ 102 w 204"/>
                <a:gd name="T17" fmla="*/ 170 h 211"/>
                <a:gd name="T18" fmla="*/ 28 w 204"/>
                <a:gd name="T19" fmla="*/ 29 h 211"/>
                <a:gd name="T20" fmla="*/ 0 w 204"/>
                <a:gd name="T21" fmla="*/ 107 h 211"/>
                <a:gd name="T22" fmla="*/ 26 w 204"/>
                <a:gd name="T23" fmla="*/ 182 h 211"/>
                <a:gd name="T24" fmla="*/ 99 w 204"/>
                <a:gd name="T25" fmla="*/ 210 h 211"/>
                <a:gd name="T26" fmla="*/ 175 w 204"/>
                <a:gd name="T27" fmla="*/ 181 h 211"/>
                <a:gd name="T28" fmla="*/ 203 w 204"/>
                <a:gd name="T29" fmla="*/ 104 h 211"/>
                <a:gd name="T30" fmla="*/ 177 w 204"/>
                <a:gd name="T31" fmla="*/ 29 h 211"/>
                <a:gd name="T32" fmla="*/ 105 w 204"/>
                <a:gd name="T33" fmla="*/ 0 h 211"/>
                <a:gd name="T34" fmla="*/ 28 w 204"/>
                <a:gd name="T35"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 h="211">
                  <a:moveTo>
                    <a:pt x="102" y="170"/>
                  </a:moveTo>
                  <a:cubicBezTo>
                    <a:pt x="85" y="170"/>
                    <a:pt x="72" y="165"/>
                    <a:pt x="62" y="153"/>
                  </a:cubicBezTo>
                  <a:cubicBezTo>
                    <a:pt x="53" y="141"/>
                    <a:pt x="48" y="125"/>
                    <a:pt x="48" y="105"/>
                  </a:cubicBezTo>
                  <a:cubicBezTo>
                    <a:pt x="48" y="83"/>
                    <a:pt x="53" y="67"/>
                    <a:pt x="62" y="55"/>
                  </a:cubicBezTo>
                  <a:cubicBezTo>
                    <a:pt x="71" y="44"/>
                    <a:pt x="84" y="38"/>
                    <a:pt x="101" y="38"/>
                  </a:cubicBezTo>
                  <a:cubicBezTo>
                    <a:pt x="117" y="38"/>
                    <a:pt x="130" y="44"/>
                    <a:pt x="140" y="54"/>
                  </a:cubicBezTo>
                  <a:cubicBezTo>
                    <a:pt x="150" y="65"/>
                    <a:pt x="154" y="82"/>
                    <a:pt x="154" y="103"/>
                  </a:cubicBezTo>
                  <a:cubicBezTo>
                    <a:pt x="155" y="125"/>
                    <a:pt x="151" y="142"/>
                    <a:pt x="142" y="153"/>
                  </a:cubicBezTo>
                  <a:cubicBezTo>
                    <a:pt x="133" y="164"/>
                    <a:pt x="120" y="170"/>
                    <a:pt x="102" y="170"/>
                  </a:cubicBezTo>
                  <a:close/>
                  <a:moveTo>
                    <a:pt x="28" y="29"/>
                  </a:moveTo>
                  <a:cubicBezTo>
                    <a:pt x="10" y="49"/>
                    <a:pt x="0" y="74"/>
                    <a:pt x="0" y="107"/>
                  </a:cubicBezTo>
                  <a:cubicBezTo>
                    <a:pt x="0" y="138"/>
                    <a:pt x="9" y="164"/>
                    <a:pt x="26" y="182"/>
                  </a:cubicBezTo>
                  <a:cubicBezTo>
                    <a:pt x="45" y="200"/>
                    <a:pt x="69" y="210"/>
                    <a:pt x="99" y="210"/>
                  </a:cubicBezTo>
                  <a:cubicBezTo>
                    <a:pt x="131" y="210"/>
                    <a:pt x="156" y="200"/>
                    <a:pt x="175" y="181"/>
                  </a:cubicBezTo>
                  <a:cubicBezTo>
                    <a:pt x="193" y="161"/>
                    <a:pt x="203" y="136"/>
                    <a:pt x="203" y="104"/>
                  </a:cubicBezTo>
                  <a:cubicBezTo>
                    <a:pt x="203" y="72"/>
                    <a:pt x="194" y="47"/>
                    <a:pt x="177" y="29"/>
                  </a:cubicBezTo>
                  <a:cubicBezTo>
                    <a:pt x="160" y="8"/>
                    <a:pt x="136" y="0"/>
                    <a:pt x="105" y="0"/>
                  </a:cubicBezTo>
                  <a:cubicBezTo>
                    <a:pt x="71" y="0"/>
                    <a:pt x="47" y="10"/>
                    <a:pt x="28" y="29"/>
                  </a:cubicBezTo>
                  <a:close/>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3" name="Freeform 97">
              <a:extLst>
                <a:ext uri="{FF2B5EF4-FFF2-40B4-BE49-F238E27FC236}">
                  <a16:creationId xmlns:a16="http://schemas.microsoft.com/office/drawing/2014/main" id="{A214C2F3-E111-CE43-9742-B946081428F3}"/>
                </a:ext>
              </a:extLst>
            </p:cNvPr>
            <p:cNvSpPr>
              <a:spLocks noChangeArrowheads="1"/>
            </p:cNvSpPr>
            <p:nvPr/>
          </p:nvSpPr>
          <p:spPr bwMode="auto">
            <a:xfrm>
              <a:off x="5694363" y="3987800"/>
              <a:ext cx="88900" cy="109538"/>
            </a:xfrm>
            <a:custGeom>
              <a:avLst/>
              <a:gdLst>
                <a:gd name="T0" fmla="*/ 244 w 246"/>
                <a:gd name="T1" fmla="*/ 98 h 304"/>
                <a:gd name="T2" fmla="*/ 197 w 246"/>
                <a:gd name="T3" fmla="*/ 98 h 304"/>
                <a:gd name="T4" fmla="*/ 197 w 246"/>
                <a:gd name="T5" fmla="*/ 39 h 304"/>
                <a:gd name="T6" fmla="*/ 196 w 246"/>
                <a:gd name="T7" fmla="*/ 39 h 304"/>
                <a:gd name="T8" fmla="*/ 152 w 246"/>
                <a:gd name="T9" fmla="*/ 53 h 304"/>
                <a:gd name="T10" fmla="*/ 151 w 246"/>
                <a:gd name="T11" fmla="*/ 53 h 304"/>
                <a:gd name="T12" fmla="*/ 151 w 246"/>
                <a:gd name="T13" fmla="*/ 98 h 304"/>
                <a:gd name="T14" fmla="*/ 82 w 246"/>
                <a:gd name="T15" fmla="*/ 98 h 304"/>
                <a:gd name="T16" fmla="*/ 82 w 246"/>
                <a:gd name="T17" fmla="*/ 73 h 304"/>
                <a:gd name="T18" fmla="*/ 89 w 246"/>
                <a:gd name="T19" fmla="*/ 47 h 304"/>
                <a:gd name="T20" fmla="*/ 111 w 246"/>
                <a:gd name="T21" fmla="*/ 38 h 304"/>
                <a:gd name="T22" fmla="*/ 131 w 246"/>
                <a:gd name="T23" fmla="*/ 42 h 304"/>
                <a:gd name="T24" fmla="*/ 133 w 246"/>
                <a:gd name="T25" fmla="*/ 43 h 304"/>
                <a:gd name="T26" fmla="*/ 133 w 246"/>
                <a:gd name="T27" fmla="*/ 3 h 304"/>
                <a:gd name="T28" fmla="*/ 132 w 246"/>
                <a:gd name="T29" fmla="*/ 3 h 304"/>
                <a:gd name="T30" fmla="*/ 105 w 246"/>
                <a:gd name="T31" fmla="*/ 0 h 304"/>
                <a:gd name="T32" fmla="*/ 68 w 246"/>
                <a:gd name="T33" fmla="*/ 8 h 304"/>
                <a:gd name="T34" fmla="*/ 42 w 246"/>
                <a:gd name="T35" fmla="*/ 34 h 304"/>
                <a:gd name="T36" fmla="*/ 34 w 246"/>
                <a:gd name="T37" fmla="*/ 71 h 304"/>
                <a:gd name="T38" fmla="*/ 34 w 246"/>
                <a:gd name="T39" fmla="*/ 99 h 304"/>
                <a:gd name="T40" fmla="*/ 0 w 246"/>
                <a:gd name="T41" fmla="*/ 99 h 304"/>
                <a:gd name="T42" fmla="*/ 0 w 246"/>
                <a:gd name="T43" fmla="*/ 138 h 304"/>
                <a:gd name="T44" fmla="*/ 34 w 246"/>
                <a:gd name="T45" fmla="*/ 138 h 304"/>
                <a:gd name="T46" fmla="*/ 34 w 246"/>
                <a:gd name="T47" fmla="*/ 298 h 304"/>
                <a:gd name="T48" fmla="*/ 81 w 246"/>
                <a:gd name="T49" fmla="*/ 298 h 304"/>
                <a:gd name="T50" fmla="*/ 81 w 246"/>
                <a:gd name="T51" fmla="*/ 138 h 304"/>
                <a:gd name="T52" fmla="*/ 150 w 246"/>
                <a:gd name="T53" fmla="*/ 138 h 304"/>
                <a:gd name="T54" fmla="*/ 150 w 246"/>
                <a:gd name="T55" fmla="*/ 239 h 304"/>
                <a:gd name="T56" fmla="*/ 209 w 246"/>
                <a:gd name="T57" fmla="*/ 303 h 304"/>
                <a:gd name="T58" fmla="*/ 229 w 246"/>
                <a:gd name="T59" fmla="*/ 300 h 304"/>
                <a:gd name="T60" fmla="*/ 244 w 246"/>
                <a:gd name="T61" fmla="*/ 296 h 304"/>
                <a:gd name="T62" fmla="*/ 245 w 246"/>
                <a:gd name="T63" fmla="*/ 296 h 304"/>
                <a:gd name="T64" fmla="*/ 245 w 246"/>
                <a:gd name="T65" fmla="*/ 258 h 304"/>
                <a:gd name="T66" fmla="*/ 243 w 246"/>
                <a:gd name="T67" fmla="*/ 259 h 304"/>
                <a:gd name="T68" fmla="*/ 234 w 246"/>
                <a:gd name="T69" fmla="*/ 263 h 304"/>
                <a:gd name="T70" fmla="*/ 224 w 246"/>
                <a:gd name="T71" fmla="*/ 264 h 304"/>
                <a:gd name="T72" fmla="*/ 204 w 246"/>
                <a:gd name="T73" fmla="*/ 256 h 304"/>
                <a:gd name="T74" fmla="*/ 197 w 246"/>
                <a:gd name="T75" fmla="*/ 231 h 304"/>
                <a:gd name="T76" fmla="*/ 197 w 246"/>
                <a:gd name="T77" fmla="*/ 137 h 304"/>
                <a:gd name="T78" fmla="*/ 244 w 246"/>
                <a:gd name="T79" fmla="*/ 137 h 304"/>
                <a:gd name="T80" fmla="*/ 244 w 246"/>
                <a:gd name="T81" fmla="*/ 98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6" h="304">
                  <a:moveTo>
                    <a:pt x="244" y="98"/>
                  </a:moveTo>
                  <a:lnTo>
                    <a:pt x="197" y="98"/>
                  </a:lnTo>
                  <a:lnTo>
                    <a:pt x="197" y="39"/>
                  </a:lnTo>
                  <a:lnTo>
                    <a:pt x="196" y="39"/>
                  </a:lnTo>
                  <a:lnTo>
                    <a:pt x="152" y="53"/>
                  </a:lnTo>
                  <a:lnTo>
                    <a:pt x="151" y="53"/>
                  </a:lnTo>
                  <a:lnTo>
                    <a:pt x="151" y="98"/>
                  </a:lnTo>
                  <a:lnTo>
                    <a:pt x="82" y="98"/>
                  </a:lnTo>
                  <a:lnTo>
                    <a:pt x="82" y="73"/>
                  </a:lnTo>
                  <a:cubicBezTo>
                    <a:pt x="82" y="62"/>
                    <a:pt x="84" y="53"/>
                    <a:pt x="89" y="47"/>
                  </a:cubicBezTo>
                  <a:cubicBezTo>
                    <a:pt x="95" y="40"/>
                    <a:pt x="102" y="38"/>
                    <a:pt x="111" y="38"/>
                  </a:cubicBezTo>
                  <a:cubicBezTo>
                    <a:pt x="117" y="38"/>
                    <a:pt x="125" y="39"/>
                    <a:pt x="131" y="42"/>
                  </a:cubicBezTo>
                  <a:lnTo>
                    <a:pt x="133" y="43"/>
                  </a:lnTo>
                  <a:lnTo>
                    <a:pt x="133" y="3"/>
                  </a:lnTo>
                  <a:lnTo>
                    <a:pt x="132" y="3"/>
                  </a:lnTo>
                  <a:cubicBezTo>
                    <a:pt x="126" y="1"/>
                    <a:pt x="117" y="0"/>
                    <a:pt x="105" y="0"/>
                  </a:cubicBezTo>
                  <a:cubicBezTo>
                    <a:pt x="91" y="0"/>
                    <a:pt x="79" y="3"/>
                    <a:pt x="68" y="8"/>
                  </a:cubicBezTo>
                  <a:cubicBezTo>
                    <a:pt x="57" y="15"/>
                    <a:pt x="49" y="23"/>
                    <a:pt x="42" y="34"/>
                  </a:cubicBezTo>
                  <a:cubicBezTo>
                    <a:pt x="36" y="45"/>
                    <a:pt x="34" y="57"/>
                    <a:pt x="34" y="71"/>
                  </a:cubicBezTo>
                  <a:lnTo>
                    <a:pt x="34" y="99"/>
                  </a:lnTo>
                  <a:lnTo>
                    <a:pt x="0" y="99"/>
                  </a:lnTo>
                  <a:lnTo>
                    <a:pt x="0" y="138"/>
                  </a:lnTo>
                  <a:lnTo>
                    <a:pt x="34" y="138"/>
                  </a:lnTo>
                  <a:lnTo>
                    <a:pt x="34" y="298"/>
                  </a:lnTo>
                  <a:lnTo>
                    <a:pt x="81" y="298"/>
                  </a:lnTo>
                  <a:lnTo>
                    <a:pt x="81" y="138"/>
                  </a:lnTo>
                  <a:lnTo>
                    <a:pt x="150" y="138"/>
                  </a:lnTo>
                  <a:lnTo>
                    <a:pt x="150" y="239"/>
                  </a:lnTo>
                  <a:cubicBezTo>
                    <a:pt x="150" y="281"/>
                    <a:pt x="171" y="303"/>
                    <a:pt x="209" y="303"/>
                  </a:cubicBezTo>
                  <a:cubicBezTo>
                    <a:pt x="216" y="303"/>
                    <a:pt x="222" y="301"/>
                    <a:pt x="229" y="300"/>
                  </a:cubicBezTo>
                  <a:cubicBezTo>
                    <a:pt x="237" y="299"/>
                    <a:pt x="241" y="297"/>
                    <a:pt x="244" y="296"/>
                  </a:cubicBezTo>
                  <a:lnTo>
                    <a:pt x="245" y="296"/>
                  </a:lnTo>
                  <a:lnTo>
                    <a:pt x="245" y="258"/>
                  </a:lnTo>
                  <a:lnTo>
                    <a:pt x="243" y="259"/>
                  </a:lnTo>
                  <a:cubicBezTo>
                    <a:pt x="241" y="261"/>
                    <a:pt x="238" y="262"/>
                    <a:pt x="234" y="263"/>
                  </a:cubicBezTo>
                  <a:cubicBezTo>
                    <a:pt x="229" y="264"/>
                    <a:pt x="227" y="264"/>
                    <a:pt x="224" y="264"/>
                  </a:cubicBezTo>
                  <a:cubicBezTo>
                    <a:pt x="214" y="264"/>
                    <a:pt x="209" y="262"/>
                    <a:pt x="204" y="256"/>
                  </a:cubicBezTo>
                  <a:cubicBezTo>
                    <a:pt x="200" y="251"/>
                    <a:pt x="197" y="243"/>
                    <a:pt x="197" y="231"/>
                  </a:cubicBezTo>
                  <a:lnTo>
                    <a:pt x="197" y="137"/>
                  </a:lnTo>
                  <a:lnTo>
                    <a:pt x="244" y="137"/>
                  </a:lnTo>
                  <a:lnTo>
                    <a:pt x="244" y="98"/>
                  </a:ln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4" name="Freeform 98">
              <a:extLst>
                <a:ext uri="{FF2B5EF4-FFF2-40B4-BE49-F238E27FC236}">
                  <a16:creationId xmlns:a16="http://schemas.microsoft.com/office/drawing/2014/main" id="{69A84F7B-8F50-AC82-4688-D63BD504E0CC}"/>
                </a:ext>
              </a:extLst>
            </p:cNvPr>
            <p:cNvSpPr>
              <a:spLocks noChangeArrowheads="1"/>
            </p:cNvSpPr>
            <p:nvPr/>
          </p:nvSpPr>
          <p:spPr bwMode="auto">
            <a:xfrm>
              <a:off x="5003800" y="3960813"/>
              <a:ext cx="79375" cy="79375"/>
            </a:xfrm>
            <a:custGeom>
              <a:avLst/>
              <a:gdLst>
                <a:gd name="T0" fmla="*/ 0 w 221"/>
                <a:gd name="T1" fmla="*/ 220 h 221"/>
                <a:gd name="T2" fmla="*/ 0 w 221"/>
                <a:gd name="T3" fmla="*/ 0 h 221"/>
                <a:gd name="T4" fmla="*/ 220 w 221"/>
                <a:gd name="T5" fmla="*/ 0 h 221"/>
                <a:gd name="T6" fmla="*/ 220 w 221"/>
                <a:gd name="T7" fmla="*/ 220 h 221"/>
                <a:gd name="T8" fmla="*/ 0 w 221"/>
                <a:gd name="T9" fmla="*/ 220 h 221"/>
              </a:gdLst>
              <a:ahLst/>
              <a:cxnLst>
                <a:cxn ang="0">
                  <a:pos x="T0" y="T1"/>
                </a:cxn>
                <a:cxn ang="0">
                  <a:pos x="T2" y="T3"/>
                </a:cxn>
                <a:cxn ang="0">
                  <a:pos x="T4" y="T5"/>
                </a:cxn>
                <a:cxn ang="0">
                  <a:pos x="T6" y="T7"/>
                </a:cxn>
                <a:cxn ang="0">
                  <a:pos x="T8" y="T9"/>
                </a:cxn>
              </a:cxnLst>
              <a:rect l="0" t="0" r="r" b="b"/>
              <a:pathLst>
                <a:path w="221" h="221">
                  <a:moveTo>
                    <a:pt x="0" y="220"/>
                  </a:moveTo>
                  <a:lnTo>
                    <a:pt x="0" y="0"/>
                  </a:lnTo>
                  <a:lnTo>
                    <a:pt x="220" y="0"/>
                  </a:lnTo>
                  <a:lnTo>
                    <a:pt x="220" y="220"/>
                  </a:lnTo>
                  <a:lnTo>
                    <a:pt x="0" y="220"/>
                  </a:lnTo>
                </a:path>
              </a:pathLst>
            </a:custGeom>
            <a:solidFill>
              <a:srgbClr val="EE522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5" name="Freeform 99">
              <a:extLst>
                <a:ext uri="{FF2B5EF4-FFF2-40B4-BE49-F238E27FC236}">
                  <a16:creationId xmlns:a16="http://schemas.microsoft.com/office/drawing/2014/main" id="{046F7533-936C-797C-1E40-AA2143A6385C}"/>
                </a:ext>
              </a:extLst>
            </p:cNvPr>
            <p:cNvSpPr>
              <a:spLocks noChangeArrowheads="1"/>
            </p:cNvSpPr>
            <p:nvPr/>
          </p:nvSpPr>
          <p:spPr bwMode="auto">
            <a:xfrm>
              <a:off x="5091113" y="3960813"/>
              <a:ext cx="79375" cy="79375"/>
            </a:xfrm>
            <a:custGeom>
              <a:avLst/>
              <a:gdLst>
                <a:gd name="T0" fmla="*/ 0 w 221"/>
                <a:gd name="T1" fmla="*/ 220 h 221"/>
                <a:gd name="T2" fmla="*/ 0 w 221"/>
                <a:gd name="T3" fmla="*/ 0 h 221"/>
                <a:gd name="T4" fmla="*/ 220 w 221"/>
                <a:gd name="T5" fmla="*/ 0 h 221"/>
                <a:gd name="T6" fmla="*/ 220 w 221"/>
                <a:gd name="T7" fmla="*/ 220 h 221"/>
                <a:gd name="T8" fmla="*/ 0 w 221"/>
                <a:gd name="T9" fmla="*/ 220 h 221"/>
              </a:gdLst>
              <a:ahLst/>
              <a:cxnLst>
                <a:cxn ang="0">
                  <a:pos x="T0" y="T1"/>
                </a:cxn>
                <a:cxn ang="0">
                  <a:pos x="T2" y="T3"/>
                </a:cxn>
                <a:cxn ang="0">
                  <a:pos x="T4" y="T5"/>
                </a:cxn>
                <a:cxn ang="0">
                  <a:pos x="T6" y="T7"/>
                </a:cxn>
                <a:cxn ang="0">
                  <a:pos x="T8" y="T9"/>
                </a:cxn>
              </a:cxnLst>
              <a:rect l="0" t="0" r="r" b="b"/>
              <a:pathLst>
                <a:path w="221" h="221">
                  <a:moveTo>
                    <a:pt x="0" y="220"/>
                  </a:moveTo>
                  <a:lnTo>
                    <a:pt x="0" y="0"/>
                  </a:lnTo>
                  <a:lnTo>
                    <a:pt x="220" y="0"/>
                  </a:lnTo>
                  <a:lnTo>
                    <a:pt x="220" y="220"/>
                  </a:lnTo>
                  <a:lnTo>
                    <a:pt x="0" y="220"/>
                  </a:lnTo>
                </a:path>
              </a:pathLst>
            </a:custGeom>
            <a:solidFill>
              <a:srgbClr val="80BA4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6" name="Freeform 100">
              <a:extLst>
                <a:ext uri="{FF2B5EF4-FFF2-40B4-BE49-F238E27FC236}">
                  <a16:creationId xmlns:a16="http://schemas.microsoft.com/office/drawing/2014/main" id="{CA376438-F52A-59E2-AEF0-683606996670}"/>
                </a:ext>
              </a:extLst>
            </p:cNvPr>
            <p:cNvSpPr>
              <a:spLocks noChangeArrowheads="1"/>
            </p:cNvSpPr>
            <p:nvPr/>
          </p:nvSpPr>
          <p:spPr bwMode="auto">
            <a:xfrm>
              <a:off x="5003800" y="4049713"/>
              <a:ext cx="79375" cy="79375"/>
            </a:xfrm>
            <a:custGeom>
              <a:avLst/>
              <a:gdLst>
                <a:gd name="T0" fmla="*/ 0 w 221"/>
                <a:gd name="T1" fmla="*/ 220 h 221"/>
                <a:gd name="T2" fmla="*/ 0 w 221"/>
                <a:gd name="T3" fmla="*/ 0 h 221"/>
                <a:gd name="T4" fmla="*/ 220 w 221"/>
                <a:gd name="T5" fmla="*/ 0 h 221"/>
                <a:gd name="T6" fmla="*/ 220 w 221"/>
                <a:gd name="T7" fmla="*/ 220 h 221"/>
                <a:gd name="T8" fmla="*/ 0 w 221"/>
                <a:gd name="T9" fmla="*/ 220 h 221"/>
              </a:gdLst>
              <a:ahLst/>
              <a:cxnLst>
                <a:cxn ang="0">
                  <a:pos x="T0" y="T1"/>
                </a:cxn>
                <a:cxn ang="0">
                  <a:pos x="T2" y="T3"/>
                </a:cxn>
                <a:cxn ang="0">
                  <a:pos x="T4" y="T5"/>
                </a:cxn>
                <a:cxn ang="0">
                  <a:pos x="T6" y="T7"/>
                </a:cxn>
                <a:cxn ang="0">
                  <a:pos x="T8" y="T9"/>
                </a:cxn>
              </a:cxnLst>
              <a:rect l="0" t="0" r="r" b="b"/>
              <a:pathLst>
                <a:path w="221" h="221">
                  <a:moveTo>
                    <a:pt x="0" y="220"/>
                  </a:moveTo>
                  <a:lnTo>
                    <a:pt x="0" y="0"/>
                  </a:lnTo>
                  <a:lnTo>
                    <a:pt x="220" y="0"/>
                  </a:lnTo>
                  <a:lnTo>
                    <a:pt x="220" y="220"/>
                  </a:lnTo>
                  <a:lnTo>
                    <a:pt x="0" y="220"/>
                  </a:lnTo>
                </a:path>
              </a:pathLst>
            </a:custGeom>
            <a:solidFill>
              <a:srgbClr val="319ED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7" name="Freeform 101">
              <a:extLst>
                <a:ext uri="{FF2B5EF4-FFF2-40B4-BE49-F238E27FC236}">
                  <a16:creationId xmlns:a16="http://schemas.microsoft.com/office/drawing/2014/main" id="{466AE530-D3F6-FAB7-E06B-FFCB1D8BE25B}"/>
                </a:ext>
              </a:extLst>
            </p:cNvPr>
            <p:cNvSpPr>
              <a:spLocks noChangeArrowheads="1"/>
            </p:cNvSpPr>
            <p:nvPr/>
          </p:nvSpPr>
          <p:spPr bwMode="auto">
            <a:xfrm>
              <a:off x="5091113" y="4049713"/>
              <a:ext cx="79375" cy="79375"/>
            </a:xfrm>
            <a:custGeom>
              <a:avLst/>
              <a:gdLst>
                <a:gd name="T0" fmla="*/ 0 w 221"/>
                <a:gd name="T1" fmla="*/ 220 h 221"/>
                <a:gd name="T2" fmla="*/ 0 w 221"/>
                <a:gd name="T3" fmla="*/ 0 h 221"/>
                <a:gd name="T4" fmla="*/ 220 w 221"/>
                <a:gd name="T5" fmla="*/ 0 h 221"/>
                <a:gd name="T6" fmla="*/ 220 w 221"/>
                <a:gd name="T7" fmla="*/ 220 h 221"/>
                <a:gd name="T8" fmla="*/ 0 w 221"/>
                <a:gd name="T9" fmla="*/ 220 h 221"/>
              </a:gdLst>
              <a:ahLst/>
              <a:cxnLst>
                <a:cxn ang="0">
                  <a:pos x="T0" y="T1"/>
                </a:cxn>
                <a:cxn ang="0">
                  <a:pos x="T2" y="T3"/>
                </a:cxn>
                <a:cxn ang="0">
                  <a:pos x="T4" y="T5"/>
                </a:cxn>
                <a:cxn ang="0">
                  <a:pos x="T6" y="T7"/>
                </a:cxn>
                <a:cxn ang="0">
                  <a:pos x="T8" y="T9"/>
                </a:cxn>
              </a:cxnLst>
              <a:rect l="0" t="0" r="r" b="b"/>
              <a:pathLst>
                <a:path w="221" h="221">
                  <a:moveTo>
                    <a:pt x="0" y="220"/>
                  </a:moveTo>
                  <a:lnTo>
                    <a:pt x="0" y="0"/>
                  </a:lnTo>
                  <a:lnTo>
                    <a:pt x="220" y="0"/>
                  </a:lnTo>
                  <a:lnTo>
                    <a:pt x="220" y="220"/>
                  </a:lnTo>
                  <a:lnTo>
                    <a:pt x="0" y="220"/>
                  </a:lnTo>
                </a:path>
              </a:pathLst>
            </a:custGeom>
            <a:solidFill>
              <a:srgbClr val="FBB61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9" name="object 17">
            <a:extLst>
              <a:ext uri="{FF2B5EF4-FFF2-40B4-BE49-F238E27FC236}">
                <a16:creationId xmlns:a16="http://schemas.microsoft.com/office/drawing/2014/main" id="{17A355A8-6452-7C55-606D-5E6945E54F19}"/>
              </a:ext>
            </a:extLst>
          </p:cNvPr>
          <p:cNvSpPr txBox="1">
            <a:spLocks/>
          </p:cNvSpPr>
          <p:nvPr/>
        </p:nvSpPr>
        <p:spPr>
          <a:xfrm>
            <a:off x="4332452" y="5313287"/>
            <a:ext cx="1208469" cy="647485"/>
          </a:xfrm>
          <a:prstGeom prst="rect">
            <a:avLst/>
          </a:prstGeom>
        </p:spPr>
        <p:txBody>
          <a:bodyPr vert="horz" wrap="square" lIns="0" tIns="0" rIns="0" bIns="0" rtlCol="0">
            <a:noAutofit/>
          </a:bodyPr>
          <a:lstStyle/>
          <a:p>
            <a:pPr marL="7700"/>
            <a:r>
              <a:rPr lang="en-US" sz="1400" b="1" dirty="0">
                <a:ea typeface="+mj-ea"/>
                <a:cs typeface="+mj-cs"/>
              </a:rPr>
              <a:t>2,500+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engagements</a:t>
            </a:r>
            <a:endParaRPr sz="1400" b="1" dirty="0">
              <a:ea typeface="+mj-ea"/>
              <a:cs typeface="+mj-cs"/>
            </a:endParaRPr>
          </a:p>
        </p:txBody>
      </p:sp>
      <p:sp>
        <p:nvSpPr>
          <p:cNvPr id="20" name="object 18">
            <a:extLst>
              <a:ext uri="{FF2B5EF4-FFF2-40B4-BE49-F238E27FC236}">
                <a16:creationId xmlns:a16="http://schemas.microsoft.com/office/drawing/2014/main" id="{C6C6A670-C09D-1699-540A-FAE2D6B2BC4F}"/>
              </a:ext>
            </a:extLst>
          </p:cNvPr>
          <p:cNvSpPr txBox="1">
            <a:spLocks/>
          </p:cNvSpPr>
          <p:nvPr/>
        </p:nvSpPr>
        <p:spPr>
          <a:xfrm>
            <a:off x="5660184" y="5313286"/>
            <a:ext cx="1036607" cy="647485"/>
          </a:xfrm>
          <a:prstGeom prst="rect">
            <a:avLst/>
          </a:prstGeom>
        </p:spPr>
        <p:txBody>
          <a:bodyPr vert="horz" wrap="square" lIns="0" tIns="0" rIns="0" bIns="0" rtlCol="0">
            <a:noAutofit/>
          </a:bodyPr>
          <a:lstStyle/>
          <a:p>
            <a:pPr marL="7700"/>
            <a:r>
              <a:rPr lang="en-US" sz="1400" b="1" dirty="0">
                <a:ea typeface="+mj-ea"/>
                <a:cs typeface="+mj-cs"/>
              </a:rPr>
              <a:t>8x</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Partner of the Year</a:t>
            </a:r>
            <a:endParaRPr sz="1400" b="1" dirty="0">
              <a:ea typeface="+mj-ea"/>
              <a:cs typeface="+mj-cs"/>
            </a:endParaRPr>
          </a:p>
        </p:txBody>
      </p:sp>
      <p:sp>
        <p:nvSpPr>
          <p:cNvPr id="21" name="object 19">
            <a:extLst>
              <a:ext uri="{FF2B5EF4-FFF2-40B4-BE49-F238E27FC236}">
                <a16:creationId xmlns:a16="http://schemas.microsoft.com/office/drawing/2014/main" id="{E83012B0-F6AA-410E-0EF6-C94B4523BB88}"/>
              </a:ext>
            </a:extLst>
          </p:cNvPr>
          <p:cNvSpPr txBox="1">
            <a:spLocks/>
          </p:cNvSpPr>
          <p:nvPr/>
        </p:nvSpPr>
        <p:spPr>
          <a:xfrm>
            <a:off x="6714159" y="5313287"/>
            <a:ext cx="1036607" cy="647485"/>
          </a:xfrm>
          <a:prstGeom prst="rect">
            <a:avLst/>
          </a:prstGeom>
        </p:spPr>
        <p:txBody>
          <a:bodyPr vert="horz" wrap="square" lIns="0" tIns="0" rIns="0" bIns="0" rtlCol="0">
            <a:noAutofit/>
          </a:bodyPr>
          <a:lstStyle/>
          <a:p>
            <a:pPr marL="7700"/>
            <a:r>
              <a:rPr lang="en-US" sz="1400" b="1" dirty="0">
                <a:ea typeface="+mj-ea"/>
                <a:cs typeface="+mj-cs"/>
              </a:rPr>
              <a:t>2,200+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certifications</a:t>
            </a:r>
            <a:endParaRPr sz="1400" b="1" dirty="0">
              <a:ea typeface="+mj-ea"/>
              <a:cs typeface="+mj-cs"/>
            </a:endParaRPr>
          </a:p>
        </p:txBody>
      </p:sp>
      <p:grpSp>
        <p:nvGrpSpPr>
          <p:cNvPr id="207" name="Group 206" descr="Tableau logo">
            <a:extLst>
              <a:ext uri="{FF2B5EF4-FFF2-40B4-BE49-F238E27FC236}">
                <a16:creationId xmlns:a16="http://schemas.microsoft.com/office/drawing/2014/main" id="{A5E5E7D7-768A-379D-28FA-9861896236F3}"/>
              </a:ext>
            </a:extLst>
          </p:cNvPr>
          <p:cNvGrpSpPr/>
          <p:nvPr/>
        </p:nvGrpSpPr>
        <p:grpSpPr>
          <a:xfrm>
            <a:off x="8104115" y="4667641"/>
            <a:ext cx="1428204" cy="293466"/>
            <a:chOff x="5002213" y="5762625"/>
            <a:chExt cx="927100" cy="190500"/>
          </a:xfrm>
        </p:grpSpPr>
        <p:sp>
          <p:nvSpPr>
            <p:cNvPr id="208" name="Freeform 135">
              <a:extLst>
                <a:ext uri="{FF2B5EF4-FFF2-40B4-BE49-F238E27FC236}">
                  <a16:creationId xmlns:a16="http://schemas.microsoft.com/office/drawing/2014/main" id="{E7AB6A1D-54D1-E730-D3B5-7B39B88F4D0F}"/>
                </a:ext>
              </a:extLst>
            </p:cNvPr>
            <p:cNvSpPr>
              <a:spLocks noChangeArrowheads="1"/>
            </p:cNvSpPr>
            <p:nvPr/>
          </p:nvSpPr>
          <p:spPr bwMode="auto">
            <a:xfrm>
              <a:off x="5067300" y="5822950"/>
              <a:ext cx="63500" cy="68263"/>
            </a:xfrm>
            <a:custGeom>
              <a:avLst/>
              <a:gdLst>
                <a:gd name="T0" fmla="*/ 177 w 178"/>
                <a:gd name="T1" fmla="*/ 80 h 191"/>
                <a:gd name="T2" fmla="*/ 103 w 178"/>
                <a:gd name="T3" fmla="*/ 80 h 191"/>
                <a:gd name="T4" fmla="*/ 103 w 178"/>
                <a:gd name="T5" fmla="*/ 0 h 191"/>
                <a:gd name="T6" fmla="*/ 74 w 178"/>
                <a:gd name="T7" fmla="*/ 0 h 191"/>
                <a:gd name="T8" fmla="*/ 74 w 178"/>
                <a:gd name="T9" fmla="*/ 80 h 191"/>
                <a:gd name="T10" fmla="*/ 0 w 178"/>
                <a:gd name="T11" fmla="*/ 80 h 191"/>
                <a:gd name="T12" fmla="*/ 0 w 178"/>
                <a:gd name="T13" fmla="*/ 109 h 191"/>
                <a:gd name="T14" fmla="*/ 74 w 178"/>
                <a:gd name="T15" fmla="*/ 109 h 191"/>
                <a:gd name="T16" fmla="*/ 74 w 178"/>
                <a:gd name="T17" fmla="*/ 190 h 191"/>
                <a:gd name="T18" fmla="*/ 103 w 178"/>
                <a:gd name="T19" fmla="*/ 190 h 191"/>
                <a:gd name="T20" fmla="*/ 103 w 178"/>
                <a:gd name="T21" fmla="*/ 109 h 191"/>
                <a:gd name="T22" fmla="*/ 177 w 178"/>
                <a:gd name="T23" fmla="*/ 109 h 191"/>
                <a:gd name="T24" fmla="*/ 177 w 178"/>
                <a:gd name="T25" fmla="*/ 8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8" h="191">
                  <a:moveTo>
                    <a:pt x="177" y="80"/>
                  </a:moveTo>
                  <a:lnTo>
                    <a:pt x="103" y="80"/>
                  </a:lnTo>
                  <a:lnTo>
                    <a:pt x="103" y="0"/>
                  </a:lnTo>
                  <a:lnTo>
                    <a:pt x="74" y="0"/>
                  </a:lnTo>
                  <a:lnTo>
                    <a:pt x="74" y="80"/>
                  </a:lnTo>
                  <a:lnTo>
                    <a:pt x="0" y="80"/>
                  </a:lnTo>
                  <a:lnTo>
                    <a:pt x="0" y="109"/>
                  </a:lnTo>
                  <a:lnTo>
                    <a:pt x="74" y="109"/>
                  </a:lnTo>
                  <a:lnTo>
                    <a:pt x="74" y="190"/>
                  </a:lnTo>
                  <a:lnTo>
                    <a:pt x="103" y="190"/>
                  </a:lnTo>
                  <a:lnTo>
                    <a:pt x="103" y="109"/>
                  </a:lnTo>
                  <a:lnTo>
                    <a:pt x="177" y="109"/>
                  </a:lnTo>
                  <a:lnTo>
                    <a:pt x="177" y="80"/>
                  </a:lnTo>
                </a:path>
              </a:pathLst>
            </a:custGeom>
            <a:solidFill>
              <a:srgbClr val="E8762C"/>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9" name="Freeform 136">
              <a:extLst>
                <a:ext uri="{FF2B5EF4-FFF2-40B4-BE49-F238E27FC236}">
                  <a16:creationId xmlns:a16="http://schemas.microsoft.com/office/drawing/2014/main" id="{F6E2DB16-C302-0769-B4E5-99D60775214D}"/>
                </a:ext>
              </a:extLst>
            </p:cNvPr>
            <p:cNvSpPr>
              <a:spLocks noChangeArrowheads="1"/>
            </p:cNvSpPr>
            <p:nvPr/>
          </p:nvSpPr>
          <p:spPr bwMode="auto">
            <a:xfrm>
              <a:off x="5021263" y="5873750"/>
              <a:ext cx="57150" cy="60325"/>
            </a:xfrm>
            <a:custGeom>
              <a:avLst/>
              <a:gdLst>
                <a:gd name="T0" fmla="*/ 159 w 160"/>
                <a:gd name="T1" fmla="*/ 72 h 167"/>
                <a:gd name="T2" fmla="*/ 93 w 160"/>
                <a:gd name="T3" fmla="*/ 72 h 167"/>
                <a:gd name="T4" fmla="*/ 93 w 160"/>
                <a:gd name="T5" fmla="*/ 0 h 167"/>
                <a:gd name="T6" fmla="*/ 67 w 160"/>
                <a:gd name="T7" fmla="*/ 0 h 167"/>
                <a:gd name="T8" fmla="*/ 67 w 160"/>
                <a:gd name="T9" fmla="*/ 72 h 167"/>
                <a:gd name="T10" fmla="*/ 0 w 160"/>
                <a:gd name="T11" fmla="*/ 72 h 167"/>
                <a:gd name="T12" fmla="*/ 0 w 160"/>
                <a:gd name="T13" fmla="*/ 95 h 167"/>
                <a:gd name="T14" fmla="*/ 67 w 160"/>
                <a:gd name="T15" fmla="*/ 95 h 167"/>
                <a:gd name="T16" fmla="*/ 67 w 160"/>
                <a:gd name="T17" fmla="*/ 166 h 167"/>
                <a:gd name="T18" fmla="*/ 93 w 160"/>
                <a:gd name="T19" fmla="*/ 166 h 167"/>
                <a:gd name="T20" fmla="*/ 93 w 160"/>
                <a:gd name="T21" fmla="*/ 95 h 167"/>
                <a:gd name="T22" fmla="*/ 159 w 160"/>
                <a:gd name="T23" fmla="*/ 95 h 167"/>
                <a:gd name="T24" fmla="*/ 159 w 160"/>
                <a:gd name="T25" fmla="*/ 7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7">
                  <a:moveTo>
                    <a:pt x="159" y="72"/>
                  </a:moveTo>
                  <a:lnTo>
                    <a:pt x="93" y="72"/>
                  </a:lnTo>
                  <a:lnTo>
                    <a:pt x="93" y="0"/>
                  </a:lnTo>
                  <a:lnTo>
                    <a:pt x="67" y="0"/>
                  </a:lnTo>
                  <a:lnTo>
                    <a:pt x="67" y="72"/>
                  </a:lnTo>
                  <a:lnTo>
                    <a:pt x="0" y="72"/>
                  </a:lnTo>
                  <a:lnTo>
                    <a:pt x="0" y="95"/>
                  </a:lnTo>
                  <a:lnTo>
                    <a:pt x="67" y="95"/>
                  </a:lnTo>
                  <a:lnTo>
                    <a:pt x="67" y="166"/>
                  </a:lnTo>
                  <a:lnTo>
                    <a:pt x="93" y="166"/>
                  </a:lnTo>
                  <a:lnTo>
                    <a:pt x="93" y="95"/>
                  </a:lnTo>
                  <a:lnTo>
                    <a:pt x="159" y="95"/>
                  </a:lnTo>
                  <a:lnTo>
                    <a:pt x="159" y="72"/>
                  </a:lnTo>
                </a:path>
              </a:pathLst>
            </a:custGeom>
            <a:solidFill>
              <a:srgbClr val="C6203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0" name="Freeform 137">
              <a:extLst>
                <a:ext uri="{FF2B5EF4-FFF2-40B4-BE49-F238E27FC236}">
                  <a16:creationId xmlns:a16="http://schemas.microsoft.com/office/drawing/2014/main" id="{22FED08A-36FD-9D2A-898A-8742CAF9F262}"/>
                </a:ext>
              </a:extLst>
            </p:cNvPr>
            <p:cNvSpPr>
              <a:spLocks noChangeArrowheads="1"/>
            </p:cNvSpPr>
            <p:nvPr/>
          </p:nvSpPr>
          <p:spPr bwMode="auto">
            <a:xfrm>
              <a:off x="5121275" y="5780088"/>
              <a:ext cx="57150" cy="60325"/>
            </a:xfrm>
            <a:custGeom>
              <a:avLst/>
              <a:gdLst>
                <a:gd name="T0" fmla="*/ 157 w 158"/>
                <a:gd name="T1" fmla="*/ 73 h 168"/>
                <a:gd name="T2" fmla="*/ 91 w 158"/>
                <a:gd name="T3" fmla="*/ 73 h 168"/>
                <a:gd name="T4" fmla="*/ 91 w 158"/>
                <a:gd name="T5" fmla="*/ 0 h 168"/>
                <a:gd name="T6" fmla="*/ 66 w 158"/>
                <a:gd name="T7" fmla="*/ 0 h 168"/>
                <a:gd name="T8" fmla="*/ 66 w 158"/>
                <a:gd name="T9" fmla="*/ 73 h 168"/>
                <a:gd name="T10" fmla="*/ 0 w 158"/>
                <a:gd name="T11" fmla="*/ 73 h 168"/>
                <a:gd name="T12" fmla="*/ 0 w 158"/>
                <a:gd name="T13" fmla="*/ 95 h 168"/>
                <a:gd name="T14" fmla="*/ 66 w 158"/>
                <a:gd name="T15" fmla="*/ 95 h 168"/>
                <a:gd name="T16" fmla="*/ 66 w 158"/>
                <a:gd name="T17" fmla="*/ 167 h 168"/>
                <a:gd name="T18" fmla="*/ 91 w 158"/>
                <a:gd name="T19" fmla="*/ 167 h 168"/>
                <a:gd name="T20" fmla="*/ 91 w 158"/>
                <a:gd name="T21" fmla="*/ 95 h 168"/>
                <a:gd name="T22" fmla="*/ 157 w 158"/>
                <a:gd name="T23" fmla="*/ 95 h 168"/>
                <a:gd name="T24" fmla="*/ 157 w 158"/>
                <a:gd name="T2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68">
                  <a:moveTo>
                    <a:pt x="157" y="73"/>
                  </a:moveTo>
                  <a:lnTo>
                    <a:pt x="91" y="73"/>
                  </a:lnTo>
                  <a:lnTo>
                    <a:pt x="91" y="0"/>
                  </a:lnTo>
                  <a:lnTo>
                    <a:pt x="66" y="0"/>
                  </a:lnTo>
                  <a:lnTo>
                    <a:pt x="66" y="73"/>
                  </a:lnTo>
                  <a:lnTo>
                    <a:pt x="0" y="73"/>
                  </a:lnTo>
                  <a:lnTo>
                    <a:pt x="0" y="95"/>
                  </a:lnTo>
                  <a:lnTo>
                    <a:pt x="66" y="95"/>
                  </a:lnTo>
                  <a:lnTo>
                    <a:pt x="66" y="167"/>
                  </a:lnTo>
                  <a:lnTo>
                    <a:pt x="91" y="167"/>
                  </a:lnTo>
                  <a:lnTo>
                    <a:pt x="91" y="95"/>
                  </a:lnTo>
                  <a:lnTo>
                    <a:pt x="157" y="95"/>
                  </a:lnTo>
                  <a:lnTo>
                    <a:pt x="157" y="73"/>
                  </a:lnTo>
                </a:path>
              </a:pathLst>
            </a:custGeom>
            <a:solidFill>
              <a:srgbClr val="5A869A"/>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1" name="Freeform 138">
              <a:extLst>
                <a:ext uri="{FF2B5EF4-FFF2-40B4-BE49-F238E27FC236}">
                  <a16:creationId xmlns:a16="http://schemas.microsoft.com/office/drawing/2014/main" id="{DD0E5A52-B510-75B7-0453-CE26789D7AC2}"/>
                </a:ext>
              </a:extLst>
            </p:cNvPr>
            <p:cNvSpPr>
              <a:spLocks noChangeArrowheads="1"/>
            </p:cNvSpPr>
            <p:nvPr/>
          </p:nvSpPr>
          <p:spPr bwMode="auto">
            <a:xfrm>
              <a:off x="5080000" y="5910263"/>
              <a:ext cx="41275" cy="42862"/>
            </a:xfrm>
            <a:custGeom>
              <a:avLst/>
              <a:gdLst>
                <a:gd name="T0" fmla="*/ 112 w 113"/>
                <a:gd name="T1" fmla="*/ 50 h 121"/>
                <a:gd name="T2" fmla="*/ 67 w 113"/>
                <a:gd name="T3" fmla="*/ 50 h 121"/>
                <a:gd name="T4" fmla="*/ 67 w 113"/>
                <a:gd name="T5" fmla="*/ 0 h 121"/>
                <a:gd name="T6" fmla="*/ 45 w 113"/>
                <a:gd name="T7" fmla="*/ 0 h 121"/>
                <a:gd name="T8" fmla="*/ 45 w 113"/>
                <a:gd name="T9" fmla="*/ 50 h 121"/>
                <a:gd name="T10" fmla="*/ 0 w 113"/>
                <a:gd name="T11" fmla="*/ 50 h 121"/>
                <a:gd name="T12" fmla="*/ 0 w 113"/>
                <a:gd name="T13" fmla="*/ 70 h 121"/>
                <a:gd name="T14" fmla="*/ 45 w 113"/>
                <a:gd name="T15" fmla="*/ 70 h 121"/>
                <a:gd name="T16" fmla="*/ 45 w 113"/>
                <a:gd name="T17" fmla="*/ 120 h 121"/>
                <a:gd name="T18" fmla="*/ 67 w 113"/>
                <a:gd name="T19" fmla="*/ 120 h 121"/>
                <a:gd name="T20" fmla="*/ 67 w 113"/>
                <a:gd name="T21" fmla="*/ 70 h 121"/>
                <a:gd name="T22" fmla="*/ 112 w 113"/>
                <a:gd name="T23" fmla="*/ 70 h 121"/>
                <a:gd name="T24" fmla="*/ 112 w 113"/>
                <a:gd name="T25" fmla="*/ 5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21">
                  <a:moveTo>
                    <a:pt x="112" y="50"/>
                  </a:moveTo>
                  <a:lnTo>
                    <a:pt x="67" y="50"/>
                  </a:lnTo>
                  <a:lnTo>
                    <a:pt x="67" y="0"/>
                  </a:lnTo>
                  <a:lnTo>
                    <a:pt x="45" y="0"/>
                  </a:lnTo>
                  <a:lnTo>
                    <a:pt x="45" y="50"/>
                  </a:lnTo>
                  <a:lnTo>
                    <a:pt x="0" y="50"/>
                  </a:lnTo>
                  <a:lnTo>
                    <a:pt x="0" y="70"/>
                  </a:lnTo>
                  <a:lnTo>
                    <a:pt x="45" y="70"/>
                  </a:lnTo>
                  <a:lnTo>
                    <a:pt x="45" y="120"/>
                  </a:lnTo>
                  <a:lnTo>
                    <a:pt x="67" y="120"/>
                  </a:lnTo>
                  <a:lnTo>
                    <a:pt x="67" y="70"/>
                  </a:lnTo>
                  <a:lnTo>
                    <a:pt x="112" y="70"/>
                  </a:lnTo>
                  <a:lnTo>
                    <a:pt x="112" y="50"/>
                  </a:lnTo>
                </a:path>
              </a:pathLst>
            </a:custGeom>
            <a:solidFill>
              <a:srgbClr val="5C669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2" name="Freeform 139">
              <a:extLst>
                <a:ext uri="{FF2B5EF4-FFF2-40B4-BE49-F238E27FC236}">
                  <a16:creationId xmlns:a16="http://schemas.microsoft.com/office/drawing/2014/main" id="{575186A4-73B6-87F5-C568-B85CD978BAD9}"/>
                </a:ext>
              </a:extLst>
            </p:cNvPr>
            <p:cNvSpPr>
              <a:spLocks noChangeArrowheads="1"/>
            </p:cNvSpPr>
            <p:nvPr/>
          </p:nvSpPr>
          <p:spPr bwMode="auto">
            <a:xfrm>
              <a:off x="5021263" y="5780088"/>
              <a:ext cx="57150" cy="60325"/>
            </a:xfrm>
            <a:custGeom>
              <a:avLst/>
              <a:gdLst>
                <a:gd name="T0" fmla="*/ 159 w 160"/>
                <a:gd name="T1" fmla="*/ 73 h 168"/>
                <a:gd name="T2" fmla="*/ 91 w 160"/>
                <a:gd name="T3" fmla="*/ 73 h 168"/>
                <a:gd name="T4" fmla="*/ 91 w 160"/>
                <a:gd name="T5" fmla="*/ 0 h 168"/>
                <a:gd name="T6" fmla="*/ 68 w 160"/>
                <a:gd name="T7" fmla="*/ 0 h 168"/>
                <a:gd name="T8" fmla="*/ 68 w 160"/>
                <a:gd name="T9" fmla="*/ 73 h 168"/>
                <a:gd name="T10" fmla="*/ 0 w 160"/>
                <a:gd name="T11" fmla="*/ 73 h 168"/>
                <a:gd name="T12" fmla="*/ 0 w 160"/>
                <a:gd name="T13" fmla="*/ 95 h 168"/>
                <a:gd name="T14" fmla="*/ 68 w 160"/>
                <a:gd name="T15" fmla="*/ 95 h 168"/>
                <a:gd name="T16" fmla="*/ 68 w 160"/>
                <a:gd name="T17" fmla="*/ 167 h 168"/>
                <a:gd name="T18" fmla="*/ 91 w 160"/>
                <a:gd name="T19" fmla="*/ 167 h 168"/>
                <a:gd name="T20" fmla="*/ 91 w 160"/>
                <a:gd name="T21" fmla="*/ 95 h 168"/>
                <a:gd name="T22" fmla="*/ 159 w 160"/>
                <a:gd name="T23" fmla="*/ 95 h 168"/>
                <a:gd name="T24" fmla="*/ 159 w 160"/>
                <a:gd name="T2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8">
                  <a:moveTo>
                    <a:pt x="159" y="73"/>
                  </a:moveTo>
                  <a:lnTo>
                    <a:pt x="91" y="73"/>
                  </a:lnTo>
                  <a:lnTo>
                    <a:pt x="91" y="0"/>
                  </a:lnTo>
                  <a:lnTo>
                    <a:pt x="68" y="0"/>
                  </a:lnTo>
                  <a:lnTo>
                    <a:pt x="68" y="73"/>
                  </a:lnTo>
                  <a:lnTo>
                    <a:pt x="0" y="73"/>
                  </a:lnTo>
                  <a:lnTo>
                    <a:pt x="0" y="95"/>
                  </a:lnTo>
                  <a:lnTo>
                    <a:pt x="68" y="95"/>
                  </a:lnTo>
                  <a:lnTo>
                    <a:pt x="68" y="167"/>
                  </a:lnTo>
                  <a:lnTo>
                    <a:pt x="91" y="167"/>
                  </a:lnTo>
                  <a:lnTo>
                    <a:pt x="91" y="95"/>
                  </a:lnTo>
                  <a:lnTo>
                    <a:pt x="159" y="95"/>
                  </a:lnTo>
                  <a:lnTo>
                    <a:pt x="159" y="73"/>
                  </a:lnTo>
                </a:path>
              </a:pathLst>
            </a:custGeom>
            <a:solidFill>
              <a:srgbClr val="EB902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3" name="Freeform 140">
              <a:extLst>
                <a:ext uri="{FF2B5EF4-FFF2-40B4-BE49-F238E27FC236}">
                  <a16:creationId xmlns:a16="http://schemas.microsoft.com/office/drawing/2014/main" id="{DC73260C-006A-0A9E-06C5-1EE34D04963E}"/>
                </a:ext>
              </a:extLst>
            </p:cNvPr>
            <p:cNvSpPr>
              <a:spLocks noChangeArrowheads="1"/>
            </p:cNvSpPr>
            <p:nvPr/>
          </p:nvSpPr>
          <p:spPr bwMode="auto">
            <a:xfrm>
              <a:off x="5156200" y="5835650"/>
              <a:ext cx="41275" cy="44450"/>
            </a:xfrm>
            <a:custGeom>
              <a:avLst/>
              <a:gdLst>
                <a:gd name="T0" fmla="*/ 112 w 113"/>
                <a:gd name="T1" fmla="*/ 51 h 122"/>
                <a:gd name="T2" fmla="*/ 67 w 113"/>
                <a:gd name="T3" fmla="*/ 51 h 122"/>
                <a:gd name="T4" fmla="*/ 67 w 113"/>
                <a:gd name="T5" fmla="*/ 0 h 122"/>
                <a:gd name="T6" fmla="*/ 45 w 113"/>
                <a:gd name="T7" fmla="*/ 0 h 122"/>
                <a:gd name="T8" fmla="*/ 45 w 113"/>
                <a:gd name="T9" fmla="*/ 51 h 122"/>
                <a:gd name="T10" fmla="*/ 0 w 113"/>
                <a:gd name="T11" fmla="*/ 51 h 122"/>
                <a:gd name="T12" fmla="*/ 0 w 113"/>
                <a:gd name="T13" fmla="*/ 71 h 122"/>
                <a:gd name="T14" fmla="*/ 45 w 113"/>
                <a:gd name="T15" fmla="*/ 71 h 122"/>
                <a:gd name="T16" fmla="*/ 45 w 113"/>
                <a:gd name="T17" fmla="*/ 121 h 122"/>
                <a:gd name="T18" fmla="*/ 67 w 113"/>
                <a:gd name="T19" fmla="*/ 121 h 122"/>
                <a:gd name="T20" fmla="*/ 67 w 113"/>
                <a:gd name="T21" fmla="*/ 71 h 122"/>
                <a:gd name="T22" fmla="*/ 112 w 113"/>
                <a:gd name="T23" fmla="*/ 71 h 122"/>
                <a:gd name="T24" fmla="*/ 112 w 113"/>
                <a:gd name="T25" fmla="*/ 5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22">
                  <a:moveTo>
                    <a:pt x="112" y="51"/>
                  </a:moveTo>
                  <a:lnTo>
                    <a:pt x="67" y="51"/>
                  </a:lnTo>
                  <a:lnTo>
                    <a:pt x="67" y="0"/>
                  </a:lnTo>
                  <a:lnTo>
                    <a:pt x="45" y="0"/>
                  </a:lnTo>
                  <a:lnTo>
                    <a:pt x="45" y="51"/>
                  </a:lnTo>
                  <a:lnTo>
                    <a:pt x="0" y="51"/>
                  </a:lnTo>
                  <a:lnTo>
                    <a:pt x="0" y="71"/>
                  </a:lnTo>
                  <a:lnTo>
                    <a:pt x="45" y="71"/>
                  </a:lnTo>
                  <a:lnTo>
                    <a:pt x="45" y="121"/>
                  </a:lnTo>
                  <a:lnTo>
                    <a:pt x="67" y="121"/>
                  </a:lnTo>
                  <a:lnTo>
                    <a:pt x="67" y="71"/>
                  </a:lnTo>
                  <a:lnTo>
                    <a:pt x="112" y="71"/>
                  </a:lnTo>
                  <a:lnTo>
                    <a:pt x="112" y="51"/>
                  </a:lnTo>
                </a:path>
              </a:pathLst>
            </a:custGeom>
            <a:solidFill>
              <a:srgbClr val="5C669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4" name="Freeform 141">
              <a:extLst>
                <a:ext uri="{FF2B5EF4-FFF2-40B4-BE49-F238E27FC236}">
                  <a16:creationId xmlns:a16="http://schemas.microsoft.com/office/drawing/2014/main" id="{95716440-2B0D-E115-76F4-930F2CD4EFAC}"/>
                </a:ext>
              </a:extLst>
            </p:cNvPr>
            <p:cNvSpPr>
              <a:spLocks noChangeArrowheads="1"/>
            </p:cNvSpPr>
            <p:nvPr/>
          </p:nvSpPr>
          <p:spPr bwMode="auto">
            <a:xfrm>
              <a:off x="5121275" y="5873750"/>
              <a:ext cx="57150" cy="60325"/>
            </a:xfrm>
            <a:custGeom>
              <a:avLst/>
              <a:gdLst>
                <a:gd name="T0" fmla="*/ 157 w 158"/>
                <a:gd name="T1" fmla="*/ 72 h 167"/>
                <a:gd name="T2" fmla="*/ 91 w 158"/>
                <a:gd name="T3" fmla="*/ 72 h 167"/>
                <a:gd name="T4" fmla="*/ 91 w 158"/>
                <a:gd name="T5" fmla="*/ 0 h 167"/>
                <a:gd name="T6" fmla="*/ 66 w 158"/>
                <a:gd name="T7" fmla="*/ 0 h 167"/>
                <a:gd name="T8" fmla="*/ 66 w 158"/>
                <a:gd name="T9" fmla="*/ 72 h 167"/>
                <a:gd name="T10" fmla="*/ 0 w 158"/>
                <a:gd name="T11" fmla="*/ 72 h 167"/>
                <a:gd name="T12" fmla="*/ 0 w 158"/>
                <a:gd name="T13" fmla="*/ 95 h 167"/>
                <a:gd name="T14" fmla="*/ 66 w 158"/>
                <a:gd name="T15" fmla="*/ 95 h 167"/>
                <a:gd name="T16" fmla="*/ 66 w 158"/>
                <a:gd name="T17" fmla="*/ 166 h 167"/>
                <a:gd name="T18" fmla="*/ 91 w 158"/>
                <a:gd name="T19" fmla="*/ 166 h 167"/>
                <a:gd name="T20" fmla="*/ 91 w 158"/>
                <a:gd name="T21" fmla="*/ 95 h 167"/>
                <a:gd name="T22" fmla="*/ 157 w 158"/>
                <a:gd name="T23" fmla="*/ 95 h 167"/>
                <a:gd name="T24" fmla="*/ 157 w 158"/>
                <a:gd name="T25" fmla="*/ 7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67">
                  <a:moveTo>
                    <a:pt x="157" y="72"/>
                  </a:moveTo>
                  <a:lnTo>
                    <a:pt x="91" y="72"/>
                  </a:lnTo>
                  <a:lnTo>
                    <a:pt x="91" y="0"/>
                  </a:lnTo>
                  <a:lnTo>
                    <a:pt x="66" y="0"/>
                  </a:lnTo>
                  <a:lnTo>
                    <a:pt x="66" y="72"/>
                  </a:lnTo>
                  <a:lnTo>
                    <a:pt x="0" y="72"/>
                  </a:lnTo>
                  <a:lnTo>
                    <a:pt x="0" y="95"/>
                  </a:lnTo>
                  <a:lnTo>
                    <a:pt x="66" y="95"/>
                  </a:lnTo>
                  <a:lnTo>
                    <a:pt x="66" y="166"/>
                  </a:lnTo>
                  <a:lnTo>
                    <a:pt x="91" y="166"/>
                  </a:lnTo>
                  <a:lnTo>
                    <a:pt x="91" y="95"/>
                  </a:lnTo>
                  <a:lnTo>
                    <a:pt x="157" y="95"/>
                  </a:lnTo>
                  <a:lnTo>
                    <a:pt x="157" y="72"/>
                  </a:lnTo>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5" name="Freeform 142">
              <a:extLst>
                <a:ext uri="{FF2B5EF4-FFF2-40B4-BE49-F238E27FC236}">
                  <a16:creationId xmlns:a16="http://schemas.microsoft.com/office/drawing/2014/main" id="{80A6149F-7A4B-327E-200A-BA38366904B0}"/>
                </a:ext>
              </a:extLst>
            </p:cNvPr>
            <p:cNvSpPr>
              <a:spLocks noChangeArrowheads="1"/>
            </p:cNvSpPr>
            <p:nvPr/>
          </p:nvSpPr>
          <p:spPr bwMode="auto">
            <a:xfrm>
              <a:off x="5080000" y="5762625"/>
              <a:ext cx="38100" cy="41275"/>
            </a:xfrm>
            <a:custGeom>
              <a:avLst/>
              <a:gdLst>
                <a:gd name="T0" fmla="*/ 105 w 106"/>
                <a:gd name="T1" fmla="*/ 49 h 114"/>
                <a:gd name="T2" fmla="*/ 60 w 106"/>
                <a:gd name="T3" fmla="*/ 49 h 114"/>
                <a:gd name="T4" fmla="*/ 60 w 106"/>
                <a:gd name="T5" fmla="*/ 0 h 114"/>
                <a:gd name="T6" fmla="*/ 44 w 106"/>
                <a:gd name="T7" fmla="*/ 0 h 114"/>
                <a:gd name="T8" fmla="*/ 44 w 106"/>
                <a:gd name="T9" fmla="*/ 49 h 114"/>
                <a:gd name="T10" fmla="*/ 0 w 106"/>
                <a:gd name="T11" fmla="*/ 49 h 114"/>
                <a:gd name="T12" fmla="*/ 0 w 106"/>
                <a:gd name="T13" fmla="*/ 64 h 114"/>
                <a:gd name="T14" fmla="*/ 44 w 106"/>
                <a:gd name="T15" fmla="*/ 64 h 114"/>
                <a:gd name="T16" fmla="*/ 44 w 106"/>
                <a:gd name="T17" fmla="*/ 113 h 114"/>
                <a:gd name="T18" fmla="*/ 60 w 106"/>
                <a:gd name="T19" fmla="*/ 113 h 114"/>
                <a:gd name="T20" fmla="*/ 60 w 106"/>
                <a:gd name="T21" fmla="*/ 64 h 114"/>
                <a:gd name="T22" fmla="*/ 105 w 106"/>
                <a:gd name="T23" fmla="*/ 64 h 114"/>
                <a:gd name="T24" fmla="*/ 105 w 106"/>
                <a:gd name="T25" fmla="*/ 4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4">
                  <a:moveTo>
                    <a:pt x="105" y="49"/>
                  </a:moveTo>
                  <a:lnTo>
                    <a:pt x="60" y="49"/>
                  </a:lnTo>
                  <a:lnTo>
                    <a:pt x="60" y="0"/>
                  </a:lnTo>
                  <a:lnTo>
                    <a:pt x="44" y="0"/>
                  </a:lnTo>
                  <a:lnTo>
                    <a:pt x="44" y="49"/>
                  </a:lnTo>
                  <a:lnTo>
                    <a:pt x="0" y="49"/>
                  </a:lnTo>
                  <a:lnTo>
                    <a:pt x="0" y="64"/>
                  </a:lnTo>
                  <a:lnTo>
                    <a:pt x="44" y="64"/>
                  </a:lnTo>
                  <a:lnTo>
                    <a:pt x="44" y="113"/>
                  </a:lnTo>
                  <a:lnTo>
                    <a:pt x="60" y="113"/>
                  </a:lnTo>
                  <a:lnTo>
                    <a:pt x="60" y="64"/>
                  </a:lnTo>
                  <a:lnTo>
                    <a:pt x="105" y="64"/>
                  </a:lnTo>
                  <a:lnTo>
                    <a:pt x="105" y="49"/>
                  </a:lnTo>
                </a:path>
              </a:pathLst>
            </a:custGeom>
            <a:solidFill>
              <a:srgbClr val="7098A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6" name="Freeform 143">
              <a:extLst>
                <a:ext uri="{FF2B5EF4-FFF2-40B4-BE49-F238E27FC236}">
                  <a16:creationId xmlns:a16="http://schemas.microsoft.com/office/drawing/2014/main" id="{A44C9938-7F62-CA84-12CE-254D636E38CA}"/>
                </a:ext>
              </a:extLst>
            </p:cNvPr>
            <p:cNvSpPr>
              <a:spLocks noChangeArrowheads="1"/>
            </p:cNvSpPr>
            <p:nvPr/>
          </p:nvSpPr>
          <p:spPr bwMode="auto">
            <a:xfrm>
              <a:off x="5002213" y="5837238"/>
              <a:ext cx="38100" cy="41275"/>
            </a:xfrm>
            <a:custGeom>
              <a:avLst/>
              <a:gdLst>
                <a:gd name="T0" fmla="*/ 105 w 106"/>
                <a:gd name="T1" fmla="*/ 48 h 113"/>
                <a:gd name="T2" fmla="*/ 60 w 106"/>
                <a:gd name="T3" fmla="*/ 48 h 113"/>
                <a:gd name="T4" fmla="*/ 60 w 106"/>
                <a:gd name="T5" fmla="*/ 0 h 113"/>
                <a:gd name="T6" fmla="*/ 45 w 106"/>
                <a:gd name="T7" fmla="*/ 0 h 113"/>
                <a:gd name="T8" fmla="*/ 45 w 106"/>
                <a:gd name="T9" fmla="*/ 48 h 113"/>
                <a:gd name="T10" fmla="*/ 0 w 106"/>
                <a:gd name="T11" fmla="*/ 48 h 113"/>
                <a:gd name="T12" fmla="*/ 0 w 106"/>
                <a:gd name="T13" fmla="*/ 64 h 113"/>
                <a:gd name="T14" fmla="*/ 45 w 106"/>
                <a:gd name="T15" fmla="*/ 64 h 113"/>
                <a:gd name="T16" fmla="*/ 45 w 106"/>
                <a:gd name="T17" fmla="*/ 112 h 113"/>
                <a:gd name="T18" fmla="*/ 60 w 106"/>
                <a:gd name="T19" fmla="*/ 112 h 113"/>
                <a:gd name="T20" fmla="*/ 60 w 106"/>
                <a:gd name="T21" fmla="*/ 63 h 113"/>
                <a:gd name="T22" fmla="*/ 105 w 106"/>
                <a:gd name="T23" fmla="*/ 63 h 113"/>
                <a:gd name="T24" fmla="*/ 105 w 106"/>
                <a:gd name="T25" fmla="*/ 4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3">
                  <a:moveTo>
                    <a:pt x="105" y="48"/>
                  </a:moveTo>
                  <a:lnTo>
                    <a:pt x="60" y="48"/>
                  </a:lnTo>
                  <a:lnTo>
                    <a:pt x="60" y="0"/>
                  </a:lnTo>
                  <a:lnTo>
                    <a:pt x="45" y="0"/>
                  </a:lnTo>
                  <a:lnTo>
                    <a:pt x="45" y="48"/>
                  </a:lnTo>
                  <a:lnTo>
                    <a:pt x="0" y="48"/>
                  </a:lnTo>
                  <a:lnTo>
                    <a:pt x="0" y="64"/>
                  </a:lnTo>
                  <a:lnTo>
                    <a:pt x="45" y="64"/>
                  </a:lnTo>
                  <a:lnTo>
                    <a:pt x="45" y="112"/>
                  </a:lnTo>
                  <a:lnTo>
                    <a:pt x="60" y="112"/>
                  </a:lnTo>
                  <a:lnTo>
                    <a:pt x="60" y="63"/>
                  </a:lnTo>
                  <a:lnTo>
                    <a:pt x="105" y="63"/>
                  </a:lnTo>
                  <a:lnTo>
                    <a:pt x="105" y="48"/>
                  </a:lnTo>
                </a:path>
              </a:pathLst>
            </a:custGeom>
            <a:solidFill>
              <a:srgbClr val="7098A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7" name="Freeform 144">
              <a:extLst>
                <a:ext uri="{FF2B5EF4-FFF2-40B4-BE49-F238E27FC236}">
                  <a16:creationId xmlns:a16="http://schemas.microsoft.com/office/drawing/2014/main" id="{C5BD6696-1E66-E581-F991-8BA8E4E32319}"/>
                </a:ext>
              </a:extLst>
            </p:cNvPr>
            <p:cNvSpPr>
              <a:spLocks noChangeArrowheads="1"/>
            </p:cNvSpPr>
            <p:nvPr/>
          </p:nvSpPr>
          <p:spPr bwMode="auto">
            <a:xfrm>
              <a:off x="5480050" y="5811838"/>
              <a:ext cx="53975" cy="87312"/>
            </a:xfrm>
            <a:custGeom>
              <a:avLst/>
              <a:gdLst>
                <a:gd name="T0" fmla="*/ 34 w 152"/>
                <a:gd name="T1" fmla="*/ 85 h 244"/>
                <a:gd name="T2" fmla="*/ 74 w 152"/>
                <a:gd name="T3" fmla="*/ 76 h 244"/>
                <a:gd name="T4" fmla="*/ 151 w 152"/>
                <a:gd name="T5" fmla="*/ 160 h 244"/>
                <a:gd name="T6" fmla="*/ 61 w 152"/>
                <a:gd name="T7" fmla="*/ 243 h 244"/>
                <a:gd name="T8" fmla="*/ 1 w 152"/>
                <a:gd name="T9" fmla="*/ 233 h 244"/>
                <a:gd name="T10" fmla="*/ 0 w 152"/>
                <a:gd name="T11" fmla="*/ 0 h 244"/>
                <a:gd name="T12" fmla="*/ 34 w 152"/>
                <a:gd name="T13" fmla="*/ 0 h 244"/>
                <a:gd name="T14" fmla="*/ 34 w 152"/>
                <a:gd name="T15" fmla="*/ 85 h 244"/>
                <a:gd name="T16" fmla="*/ 64 w 152"/>
                <a:gd name="T17" fmla="*/ 211 h 244"/>
                <a:gd name="T18" fmla="*/ 115 w 152"/>
                <a:gd name="T19" fmla="*/ 160 h 244"/>
                <a:gd name="T20" fmla="*/ 68 w 152"/>
                <a:gd name="T21" fmla="*/ 108 h 244"/>
                <a:gd name="T22" fmla="*/ 34 w 152"/>
                <a:gd name="T23" fmla="*/ 117 h 244"/>
                <a:gd name="T24" fmla="*/ 34 w 152"/>
                <a:gd name="T25" fmla="*/ 206 h 244"/>
                <a:gd name="T26" fmla="*/ 64 w 152"/>
                <a:gd name="T27" fmla="*/ 2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244">
                  <a:moveTo>
                    <a:pt x="34" y="85"/>
                  </a:moveTo>
                  <a:cubicBezTo>
                    <a:pt x="50" y="78"/>
                    <a:pt x="65" y="76"/>
                    <a:pt x="74" y="76"/>
                  </a:cubicBezTo>
                  <a:cubicBezTo>
                    <a:pt x="120" y="76"/>
                    <a:pt x="151" y="108"/>
                    <a:pt x="151" y="160"/>
                  </a:cubicBezTo>
                  <a:cubicBezTo>
                    <a:pt x="151" y="212"/>
                    <a:pt x="118" y="243"/>
                    <a:pt x="61" y="243"/>
                  </a:cubicBezTo>
                  <a:cubicBezTo>
                    <a:pt x="41" y="243"/>
                    <a:pt x="22" y="239"/>
                    <a:pt x="1" y="233"/>
                  </a:cubicBezTo>
                  <a:lnTo>
                    <a:pt x="0" y="0"/>
                  </a:lnTo>
                  <a:lnTo>
                    <a:pt x="34" y="0"/>
                  </a:lnTo>
                  <a:lnTo>
                    <a:pt x="34" y="85"/>
                  </a:lnTo>
                  <a:close/>
                  <a:moveTo>
                    <a:pt x="64" y="211"/>
                  </a:moveTo>
                  <a:cubicBezTo>
                    <a:pt x="97" y="211"/>
                    <a:pt x="115" y="193"/>
                    <a:pt x="115" y="160"/>
                  </a:cubicBezTo>
                  <a:cubicBezTo>
                    <a:pt x="115" y="128"/>
                    <a:pt x="97" y="108"/>
                    <a:pt x="68" y="108"/>
                  </a:cubicBezTo>
                  <a:cubicBezTo>
                    <a:pt x="55" y="108"/>
                    <a:pt x="43" y="113"/>
                    <a:pt x="34" y="117"/>
                  </a:cubicBezTo>
                  <a:lnTo>
                    <a:pt x="34" y="206"/>
                  </a:lnTo>
                  <a:cubicBezTo>
                    <a:pt x="45" y="209"/>
                    <a:pt x="55" y="211"/>
                    <a:pt x="64" y="211"/>
                  </a:cubicBez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8" name="Freeform 145">
              <a:extLst>
                <a:ext uri="{FF2B5EF4-FFF2-40B4-BE49-F238E27FC236}">
                  <a16:creationId xmlns:a16="http://schemas.microsoft.com/office/drawing/2014/main" id="{BAC6DAC1-1C92-3DBB-DE1F-06A5CA305716}"/>
                </a:ext>
              </a:extLst>
            </p:cNvPr>
            <p:cNvSpPr>
              <a:spLocks noChangeArrowheads="1"/>
            </p:cNvSpPr>
            <p:nvPr/>
          </p:nvSpPr>
          <p:spPr bwMode="auto">
            <a:xfrm>
              <a:off x="5581650" y="5800725"/>
              <a:ext cx="12700" cy="109538"/>
            </a:xfrm>
            <a:custGeom>
              <a:avLst/>
              <a:gdLst>
                <a:gd name="T0" fmla="*/ 17 w 35"/>
                <a:gd name="T1" fmla="*/ 305 h 306"/>
                <a:gd name="T2" fmla="*/ 0 w 35"/>
                <a:gd name="T3" fmla="*/ 305 h 306"/>
                <a:gd name="T4" fmla="*/ 0 w 35"/>
                <a:gd name="T5" fmla="*/ 0 h 306"/>
                <a:gd name="T6" fmla="*/ 34 w 35"/>
                <a:gd name="T7" fmla="*/ 0 h 306"/>
                <a:gd name="T8" fmla="*/ 34 w 35"/>
                <a:gd name="T9" fmla="*/ 305 h 306"/>
                <a:gd name="T10" fmla="*/ 17 w 35"/>
                <a:gd name="T11" fmla="*/ 305 h 306"/>
              </a:gdLst>
              <a:ahLst/>
              <a:cxnLst>
                <a:cxn ang="0">
                  <a:pos x="T0" y="T1"/>
                </a:cxn>
                <a:cxn ang="0">
                  <a:pos x="T2" y="T3"/>
                </a:cxn>
                <a:cxn ang="0">
                  <a:pos x="T4" y="T5"/>
                </a:cxn>
                <a:cxn ang="0">
                  <a:pos x="T6" y="T7"/>
                </a:cxn>
                <a:cxn ang="0">
                  <a:pos x="T8" y="T9"/>
                </a:cxn>
                <a:cxn ang="0">
                  <a:pos x="T10" y="T11"/>
                </a:cxn>
              </a:cxnLst>
              <a:rect l="0" t="0" r="r" b="b"/>
              <a:pathLst>
                <a:path w="35" h="306">
                  <a:moveTo>
                    <a:pt x="17" y="305"/>
                  </a:moveTo>
                  <a:lnTo>
                    <a:pt x="0" y="305"/>
                  </a:lnTo>
                  <a:lnTo>
                    <a:pt x="0" y="0"/>
                  </a:lnTo>
                  <a:lnTo>
                    <a:pt x="34" y="0"/>
                  </a:lnTo>
                  <a:lnTo>
                    <a:pt x="34" y="305"/>
                  </a:lnTo>
                  <a:lnTo>
                    <a:pt x="17" y="305"/>
                  </a:lnTo>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9" name="Freeform 146">
              <a:extLst>
                <a:ext uri="{FF2B5EF4-FFF2-40B4-BE49-F238E27FC236}">
                  <a16:creationId xmlns:a16="http://schemas.microsoft.com/office/drawing/2014/main" id="{7A6A2BE0-5B92-BFAB-8147-3EC93E699C34}"/>
                </a:ext>
              </a:extLst>
            </p:cNvPr>
            <p:cNvSpPr>
              <a:spLocks noChangeArrowheads="1"/>
            </p:cNvSpPr>
            <p:nvPr/>
          </p:nvSpPr>
          <p:spPr bwMode="auto">
            <a:xfrm>
              <a:off x="5643563" y="5840413"/>
              <a:ext cx="57150" cy="61912"/>
            </a:xfrm>
            <a:custGeom>
              <a:avLst/>
              <a:gdLst>
                <a:gd name="T0" fmla="*/ 40 w 158"/>
                <a:gd name="T1" fmla="*/ 65 h 170"/>
                <a:gd name="T2" fmla="*/ 118 w 158"/>
                <a:gd name="T3" fmla="*/ 65 h 170"/>
                <a:gd name="T4" fmla="*/ 86 w 158"/>
                <a:gd name="T5" fmla="*/ 31 h 170"/>
                <a:gd name="T6" fmla="*/ 40 w 158"/>
                <a:gd name="T7" fmla="*/ 65 h 170"/>
                <a:gd name="T8" fmla="*/ 78 w 158"/>
                <a:gd name="T9" fmla="*/ 166 h 170"/>
                <a:gd name="T10" fmla="*/ 1 w 158"/>
                <a:gd name="T11" fmla="*/ 81 h 170"/>
                <a:gd name="T12" fmla="*/ 80 w 158"/>
                <a:gd name="T13" fmla="*/ 0 h 170"/>
                <a:gd name="T14" fmla="*/ 155 w 158"/>
                <a:gd name="T15" fmla="*/ 90 h 170"/>
                <a:gd name="T16" fmla="*/ 38 w 158"/>
                <a:gd name="T17" fmla="*/ 90 h 170"/>
                <a:gd name="T18" fmla="*/ 82 w 158"/>
                <a:gd name="T19" fmla="*/ 135 h 170"/>
                <a:gd name="T20" fmla="*/ 147 w 158"/>
                <a:gd name="T21" fmla="*/ 122 h 170"/>
                <a:gd name="T22" fmla="*/ 147 w 158"/>
                <a:gd name="T23" fmla="*/ 154 h 170"/>
                <a:gd name="T24" fmla="*/ 78 w 158"/>
                <a:gd name="T25" fmla="*/ 16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70">
                  <a:moveTo>
                    <a:pt x="40" y="65"/>
                  </a:moveTo>
                  <a:lnTo>
                    <a:pt x="118" y="65"/>
                  </a:lnTo>
                  <a:cubicBezTo>
                    <a:pt x="117" y="44"/>
                    <a:pt x="106" y="32"/>
                    <a:pt x="86" y="31"/>
                  </a:cubicBezTo>
                  <a:cubicBezTo>
                    <a:pt x="65" y="30"/>
                    <a:pt x="46" y="43"/>
                    <a:pt x="40" y="65"/>
                  </a:cubicBezTo>
                  <a:close/>
                  <a:moveTo>
                    <a:pt x="78" y="166"/>
                  </a:moveTo>
                  <a:cubicBezTo>
                    <a:pt x="26" y="161"/>
                    <a:pt x="0" y="124"/>
                    <a:pt x="1" y="81"/>
                  </a:cubicBezTo>
                  <a:cubicBezTo>
                    <a:pt x="2" y="33"/>
                    <a:pt x="33" y="0"/>
                    <a:pt x="80" y="0"/>
                  </a:cubicBezTo>
                  <a:cubicBezTo>
                    <a:pt x="130" y="0"/>
                    <a:pt x="157" y="37"/>
                    <a:pt x="155" y="90"/>
                  </a:cubicBezTo>
                  <a:lnTo>
                    <a:pt x="38" y="90"/>
                  </a:lnTo>
                  <a:cubicBezTo>
                    <a:pt x="41" y="120"/>
                    <a:pt x="58" y="134"/>
                    <a:pt x="82" y="135"/>
                  </a:cubicBezTo>
                  <a:cubicBezTo>
                    <a:pt x="103" y="136"/>
                    <a:pt x="132" y="132"/>
                    <a:pt x="147" y="122"/>
                  </a:cubicBezTo>
                  <a:lnTo>
                    <a:pt x="147" y="154"/>
                  </a:lnTo>
                  <a:cubicBezTo>
                    <a:pt x="126" y="165"/>
                    <a:pt x="105" y="169"/>
                    <a:pt x="78" y="166"/>
                  </a:cubicBez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0" name="Freeform 147">
              <a:extLst>
                <a:ext uri="{FF2B5EF4-FFF2-40B4-BE49-F238E27FC236}">
                  <a16:creationId xmlns:a16="http://schemas.microsoft.com/office/drawing/2014/main" id="{FC67DE7F-632F-4455-1896-852137DE9190}"/>
                </a:ext>
              </a:extLst>
            </p:cNvPr>
            <p:cNvSpPr>
              <a:spLocks noChangeArrowheads="1"/>
            </p:cNvSpPr>
            <p:nvPr/>
          </p:nvSpPr>
          <p:spPr bwMode="auto">
            <a:xfrm>
              <a:off x="5849938" y="5842000"/>
              <a:ext cx="50800" cy="58738"/>
            </a:xfrm>
            <a:custGeom>
              <a:avLst/>
              <a:gdLst>
                <a:gd name="T0" fmla="*/ 70 w 142"/>
                <a:gd name="T1" fmla="*/ 135 h 162"/>
                <a:gd name="T2" fmla="*/ 107 w 142"/>
                <a:gd name="T3" fmla="*/ 100 h 162"/>
                <a:gd name="T4" fmla="*/ 107 w 142"/>
                <a:gd name="T5" fmla="*/ 0 h 162"/>
                <a:gd name="T6" fmla="*/ 141 w 142"/>
                <a:gd name="T7" fmla="*/ 0 h 162"/>
                <a:gd name="T8" fmla="*/ 141 w 142"/>
                <a:gd name="T9" fmla="*/ 104 h 162"/>
                <a:gd name="T10" fmla="*/ 70 w 142"/>
                <a:gd name="T11" fmla="*/ 161 h 162"/>
                <a:gd name="T12" fmla="*/ 0 w 142"/>
                <a:gd name="T13" fmla="*/ 104 h 162"/>
                <a:gd name="T14" fmla="*/ 0 w 142"/>
                <a:gd name="T15" fmla="*/ 0 h 162"/>
                <a:gd name="T16" fmla="*/ 34 w 142"/>
                <a:gd name="T17" fmla="*/ 0 h 162"/>
                <a:gd name="T18" fmla="*/ 34 w 142"/>
                <a:gd name="T19" fmla="*/ 100 h 162"/>
                <a:gd name="T20" fmla="*/ 70 w 142"/>
                <a:gd name="T21" fmla="*/ 135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 h="162">
                  <a:moveTo>
                    <a:pt x="70" y="135"/>
                  </a:moveTo>
                  <a:cubicBezTo>
                    <a:pt x="92" y="135"/>
                    <a:pt x="107" y="125"/>
                    <a:pt x="107" y="100"/>
                  </a:cubicBezTo>
                  <a:lnTo>
                    <a:pt x="107" y="0"/>
                  </a:lnTo>
                  <a:lnTo>
                    <a:pt x="141" y="0"/>
                  </a:lnTo>
                  <a:lnTo>
                    <a:pt x="141" y="104"/>
                  </a:lnTo>
                  <a:cubicBezTo>
                    <a:pt x="141" y="140"/>
                    <a:pt x="114" y="161"/>
                    <a:pt x="70" y="161"/>
                  </a:cubicBezTo>
                  <a:cubicBezTo>
                    <a:pt x="27" y="161"/>
                    <a:pt x="0" y="140"/>
                    <a:pt x="0" y="104"/>
                  </a:cubicBezTo>
                  <a:lnTo>
                    <a:pt x="0" y="0"/>
                  </a:lnTo>
                  <a:lnTo>
                    <a:pt x="34" y="0"/>
                  </a:lnTo>
                  <a:lnTo>
                    <a:pt x="34" y="100"/>
                  </a:lnTo>
                  <a:cubicBezTo>
                    <a:pt x="34" y="125"/>
                    <a:pt x="49" y="135"/>
                    <a:pt x="70" y="135"/>
                  </a:cubicBezTo>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1" name="Freeform 148">
              <a:extLst>
                <a:ext uri="{FF2B5EF4-FFF2-40B4-BE49-F238E27FC236}">
                  <a16:creationId xmlns:a16="http://schemas.microsoft.com/office/drawing/2014/main" id="{44D1CE1C-8A6F-2D9C-B4CE-E5037ED4430E}"/>
                </a:ext>
              </a:extLst>
            </p:cNvPr>
            <p:cNvSpPr>
              <a:spLocks noChangeArrowheads="1"/>
            </p:cNvSpPr>
            <p:nvPr/>
          </p:nvSpPr>
          <p:spPr bwMode="auto">
            <a:xfrm>
              <a:off x="5365750" y="5838825"/>
              <a:ext cx="53975" cy="60325"/>
            </a:xfrm>
            <a:custGeom>
              <a:avLst/>
              <a:gdLst>
                <a:gd name="T0" fmla="*/ 90 w 152"/>
                <a:gd name="T1" fmla="*/ 168 h 169"/>
                <a:gd name="T2" fmla="*/ 0 w 152"/>
                <a:gd name="T3" fmla="*/ 85 h 169"/>
                <a:gd name="T4" fmla="*/ 77 w 152"/>
                <a:gd name="T5" fmla="*/ 1 h 169"/>
                <a:gd name="T6" fmla="*/ 117 w 152"/>
                <a:gd name="T7" fmla="*/ 12 h 169"/>
                <a:gd name="T8" fmla="*/ 117 w 152"/>
                <a:gd name="T9" fmla="*/ 0 h 169"/>
                <a:gd name="T10" fmla="*/ 151 w 152"/>
                <a:gd name="T11" fmla="*/ 0 h 169"/>
                <a:gd name="T12" fmla="*/ 150 w 152"/>
                <a:gd name="T13" fmla="*/ 156 h 169"/>
                <a:gd name="T14" fmla="*/ 90 w 152"/>
                <a:gd name="T15" fmla="*/ 168 h 169"/>
                <a:gd name="T16" fmla="*/ 87 w 152"/>
                <a:gd name="T17" fmla="*/ 136 h 169"/>
                <a:gd name="T18" fmla="*/ 117 w 152"/>
                <a:gd name="T19" fmla="*/ 132 h 169"/>
                <a:gd name="T20" fmla="*/ 118 w 152"/>
                <a:gd name="T21" fmla="*/ 44 h 169"/>
                <a:gd name="T22" fmla="*/ 85 w 152"/>
                <a:gd name="T23" fmla="*/ 33 h 169"/>
                <a:gd name="T24" fmla="*/ 38 w 152"/>
                <a:gd name="T25" fmla="*/ 85 h 169"/>
                <a:gd name="T26" fmla="*/ 87 w 152"/>
                <a:gd name="T27" fmla="*/ 13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69">
                  <a:moveTo>
                    <a:pt x="90" y="168"/>
                  </a:moveTo>
                  <a:cubicBezTo>
                    <a:pt x="32" y="168"/>
                    <a:pt x="0" y="137"/>
                    <a:pt x="0" y="85"/>
                  </a:cubicBezTo>
                  <a:cubicBezTo>
                    <a:pt x="0" y="34"/>
                    <a:pt x="31" y="1"/>
                    <a:pt x="77" y="1"/>
                  </a:cubicBezTo>
                  <a:cubicBezTo>
                    <a:pt x="92" y="1"/>
                    <a:pt x="105" y="4"/>
                    <a:pt x="117" y="12"/>
                  </a:cubicBezTo>
                  <a:lnTo>
                    <a:pt x="117" y="0"/>
                  </a:lnTo>
                  <a:lnTo>
                    <a:pt x="151" y="0"/>
                  </a:lnTo>
                  <a:lnTo>
                    <a:pt x="150" y="156"/>
                  </a:lnTo>
                  <a:cubicBezTo>
                    <a:pt x="136" y="163"/>
                    <a:pt x="113" y="168"/>
                    <a:pt x="90" y="168"/>
                  </a:cubicBezTo>
                  <a:close/>
                  <a:moveTo>
                    <a:pt x="87" y="136"/>
                  </a:moveTo>
                  <a:cubicBezTo>
                    <a:pt x="95" y="136"/>
                    <a:pt x="104" y="135"/>
                    <a:pt x="117" y="132"/>
                  </a:cubicBezTo>
                  <a:lnTo>
                    <a:pt x="118" y="44"/>
                  </a:lnTo>
                  <a:cubicBezTo>
                    <a:pt x="107" y="37"/>
                    <a:pt x="97" y="33"/>
                    <a:pt x="85" y="33"/>
                  </a:cubicBezTo>
                  <a:cubicBezTo>
                    <a:pt x="56" y="33"/>
                    <a:pt x="38" y="53"/>
                    <a:pt x="38" y="85"/>
                  </a:cubicBezTo>
                  <a:cubicBezTo>
                    <a:pt x="37" y="118"/>
                    <a:pt x="55" y="137"/>
                    <a:pt x="87" y="136"/>
                  </a:cubicBez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2" name="Freeform 149">
              <a:extLst>
                <a:ext uri="{FF2B5EF4-FFF2-40B4-BE49-F238E27FC236}">
                  <a16:creationId xmlns:a16="http://schemas.microsoft.com/office/drawing/2014/main" id="{C27910E4-6A3E-2E71-0EA7-4E4B8D05C3B6}"/>
                </a:ext>
              </a:extLst>
            </p:cNvPr>
            <p:cNvSpPr>
              <a:spLocks noChangeArrowheads="1"/>
            </p:cNvSpPr>
            <p:nvPr/>
          </p:nvSpPr>
          <p:spPr bwMode="auto">
            <a:xfrm>
              <a:off x="5746750" y="5838825"/>
              <a:ext cx="53975" cy="60325"/>
            </a:xfrm>
            <a:custGeom>
              <a:avLst/>
              <a:gdLst>
                <a:gd name="T0" fmla="*/ 90 w 152"/>
                <a:gd name="T1" fmla="*/ 168 h 169"/>
                <a:gd name="T2" fmla="*/ 0 w 152"/>
                <a:gd name="T3" fmla="*/ 85 h 169"/>
                <a:gd name="T4" fmla="*/ 77 w 152"/>
                <a:gd name="T5" fmla="*/ 1 h 169"/>
                <a:gd name="T6" fmla="*/ 117 w 152"/>
                <a:gd name="T7" fmla="*/ 12 h 169"/>
                <a:gd name="T8" fmla="*/ 117 w 152"/>
                <a:gd name="T9" fmla="*/ 0 h 169"/>
                <a:gd name="T10" fmla="*/ 151 w 152"/>
                <a:gd name="T11" fmla="*/ 0 h 169"/>
                <a:gd name="T12" fmla="*/ 150 w 152"/>
                <a:gd name="T13" fmla="*/ 156 h 169"/>
                <a:gd name="T14" fmla="*/ 90 w 152"/>
                <a:gd name="T15" fmla="*/ 168 h 169"/>
                <a:gd name="T16" fmla="*/ 87 w 152"/>
                <a:gd name="T17" fmla="*/ 136 h 169"/>
                <a:gd name="T18" fmla="*/ 117 w 152"/>
                <a:gd name="T19" fmla="*/ 132 h 169"/>
                <a:gd name="T20" fmla="*/ 118 w 152"/>
                <a:gd name="T21" fmla="*/ 44 h 169"/>
                <a:gd name="T22" fmla="*/ 85 w 152"/>
                <a:gd name="T23" fmla="*/ 33 h 169"/>
                <a:gd name="T24" fmla="*/ 37 w 152"/>
                <a:gd name="T25" fmla="*/ 85 h 169"/>
                <a:gd name="T26" fmla="*/ 87 w 152"/>
                <a:gd name="T27" fmla="*/ 13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69">
                  <a:moveTo>
                    <a:pt x="90" y="168"/>
                  </a:moveTo>
                  <a:cubicBezTo>
                    <a:pt x="32" y="168"/>
                    <a:pt x="0" y="137"/>
                    <a:pt x="0" y="85"/>
                  </a:cubicBezTo>
                  <a:cubicBezTo>
                    <a:pt x="0" y="34"/>
                    <a:pt x="31" y="1"/>
                    <a:pt x="77" y="1"/>
                  </a:cubicBezTo>
                  <a:cubicBezTo>
                    <a:pt x="92" y="1"/>
                    <a:pt x="105" y="4"/>
                    <a:pt x="117" y="12"/>
                  </a:cubicBezTo>
                  <a:lnTo>
                    <a:pt x="117" y="0"/>
                  </a:lnTo>
                  <a:lnTo>
                    <a:pt x="151" y="0"/>
                  </a:lnTo>
                  <a:lnTo>
                    <a:pt x="150" y="156"/>
                  </a:lnTo>
                  <a:cubicBezTo>
                    <a:pt x="136" y="163"/>
                    <a:pt x="112" y="168"/>
                    <a:pt x="90" y="168"/>
                  </a:cubicBezTo>
                  <a:close/>
                  <a:moveTo>
                    <a:pt x="87" y="136"/>
                  </a:moveTo>
                  <a:cubicBezTo>
                    <a:pt x="93" y="136"/>
                    <a:pt x="104" y="135"/>
                    <a:pt x="117" y="132"/>
                  </a:cubicBezTo>
                  <a:lnTo>
                    <a:pt x="118" y="44"/>
                  </a:lnTo>
                  <a:cubicBezTo>
                    <a:pt x="107" y="37"/>
                    <a:pt x="96" y="33"/>
                    <a:pt x="85" y="33"/>
                  </a:cubicBezTo>
                  <a:cubicBezTo>
                    <a:pt x="56" y="33"/>
                    <a:pt x="37" y="53"/>
                    <a:pt x="37" y="85"/>
                  </a:cubicBezTo>
                  <a:cubicBezTo>
                    <a:pt x="36" y="118"/>
                    <a:pt x="55" y="136"/>
                    <a:pt x="87" y="136"/>
                  </a:cubicBez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3" name="Freeform 150">
              <a:extLst>
                <a:ext uri="{FF2B5EF4-FFF2-40B4-BE49-F238E27FC236}">
                  <a16:creationId xmlns:a16="http://schemas.microsoft.com/office/drawing/2014/main" id="{4EBF45F8-9587-92C4-363C-173630BE431B}"/>
                </a:ext>
              </a:extLst>
            </p:cNvPr>
            <p:cNvSpPr>
              <a:spLocks noChangeArrowheads="1"/>
            </p:cNvSpPr>
            <p:nvPr/>
          </p:nvSpPr>
          <p:spPr bwMode="auto">
            <a:xfrm>
              <a:off x="5241925" y="5816600"/>
              <a:ext cx="79375" cy="84138"/>
            </a:xfrm>
            <a:custGeom>
              <a:avLst/>
              <a:gdLst>
                <a:gd name="T0" fmla="*/ 92 w 219"/>
                <a:gd name="T1" fmla="*/ 0 h 234"/>
                <a:gd name="T2" fmla="*/ 126 w 219"/>
                <a:gd name="T3" fmla="*/ 0 h 234"/>
                <a:gd name="T4" fmla="*/ 126 w 219"/>
                <a:gd name="T5" fmla="*/ 96 h 234"/>
                <a:gd name="T6" fmla="*/ 218 w 219"/>
                <a:gd name="T7" fmla="*/ 96 h 234"/>
                <a:gd name="T8" fmla="*/ 218 w 219"/>
                <a:gd name="T9" fmla="*/ 128 h 234"/>
                <a:gd name="T10" fmla="*/ 126 w 219"/>
                <a:gd name="T11" fmla="*/ 128 h 234"/>
                <a:gd name="T12" fmla="*/ 126 w 219"/>
                <a:gd name="T13" fmla="*/ 233 h 234"/>
                <a:gd name="T14" fmla="*/ 92 w 219"/>
                <a:gd name="T15" fmla="*/ 233 h 234"/>
                <a:gd name="T16" fmla="*/ 92 w 219"/>
                <a:gd name="T17" fmla="*/ 128 h 234"/>
                <a:gd name="T18" fmla="*/ 0 w 219"/>
                <a:gd name="T19" fmla="*/ 128 h 234"/>
                <a:gd name="T20" fmla="*/ 0 w 219"/>
                <a:gd name="T21" fmla="*/ 96 h 234"/>
                <a:gd name="T22" fmla="*/ 92 w 219"/>
                <a:gd name="T23" fmla="*/ 96 h 234"/>
                <a:gd name="T24" fmla="*/ 92 w 219"/>
                <a:gd name="T25"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4">
                  <a:moveTo>
                    <a:pt x="92" y="0"/>
                  </a:moveTo>
                  <a:lnTo>
                    <a:pt x="126" y="0"/>
                  </a:lnTo>
                  <a:lnTo>
                    <a:pt x="126" y="96"/>
                  </a:lnTo>
                  <a:lnTo>
                    <a:pt x="218" y="96"/>
                  </a:lnTo>
                  <a:lnTo>
                    <a:pt x="218" y="128"/>
                  </a:lnTo>
                  <a:lnTo>
                    <a:pt x="126" y="128"/>
                  </a:lnTo>
                  <a:lnTo>
                    <a:pt x="126" y="233"/>
                  </a:lnTo>
                  <a:lnTo>
                    <a:pt x="92" y="233"/>
                  </a:lnTo>
                  <a:lnTo>
                    <a:pt x="92" y="128"/>
                  </a:lnTo>
                  <a:lnTo>
                    <a:pt x="0" y="128"/>
                  </a:lnTo>
                  <a:lnTo>
                    <a:pt x="0" y="96"/>
                  </a:lnTo>
                  <a:lnTo>
                    <a:pt x="92" y="96"/>
                  </a:lnTo>
                  <a:lnTo>
                    <a:pt x="92" y="0"/>
                  </a:lnTo>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4" name="Freeform 151">
              <a:extLst>
                <a:ext uri="{FF2B5EF4-FFF2-40B4-BE49-F238E27FC236}">
                  <a16:creationId xmlns:a16="http://schemas.microsoft.com/office/drawing/2014/main" id="{10B4B67D-129C-BE06-0349-699A06BFACE8}"/>
                </a:ext>
              </a:extLst>
            </p:cNvPr>
            <p:cNvSpPr>
              <a:spLocks noChangeArrowheads="1"/>
            </p:cNvSpPr>
            <p:nvPr/>
          </p:nvSpPr>
          <p:spPr bwMode="auto">
            <a:xfrm>
              <a:off x="5913438" y="5840413"/>
              <a:ext cx="15875" cy="15875"/>
            </a:xfrm>
            <a:custGeom>
              <a:avLst/>
              <a:gdLst>
                <a:gd name="T0" fmla="*/ 21 w 42"/>
                <a:gd name="T1" fmla="*/ 0 h 42"/>
                <a:gd name="T2" fmla="*/ 41 w 42"/>
                <a:gd name="T3" fmla="*/ 21 h 42"/>
                <a:gd name="T4" fmla="*/ 21 w 42"/>
                <a:gd name="T5" fmla="*/ 41 h 42"/>
                <a:gd name="T6" fmla="*/ 0 w 42"/>
                <a:gd name="T7" fmla="*/ 21 h 42"/>
                <a:gd name="T8" fmla="*/ 21 w 42"/>
                <a:gd name="T9" fmla="*/ 0 h 42"/>
                <a:gd name="T10" fmla="*/ 21 w 42"/>
                <a:gd name="T11" fmla="*/ 4 h 42"/>
                <a:gd name="T12" fmla="*/ 5 w 42"/>
                <a:gd name="T13" fmla="*/ 21 h 42"/>
                <a:gd name="T14" fmla="*/ 21 w 42"/>
                <a:gd name="T15" fmla="*/ 38 h 42"/>
                <a:gd name="T16" fmla="*/ 37 w 42"/>
                <a:gd name="T17" fmla="*/ 21 h 42"/>
                <a:gd name="T18" fmla="*/ 21 w 42"/>
                <a:gd name="T19" fmla="*/ 4 h 42"/>
                <a:gd name="T20" fmla="*/ 17 w 42"/>
                <a:gd name="T21" fmla="*/ 34 h 42"/>
                <a:gd name="T22" fmla="*/ 14 w 42"/>
                <a:gd name="T23" fmla="*/ 34 h 42"/>
                <a:gd name="T24" fmla="*/ 14 w 42"/>
                <a:gd name="T25" fmla="*/ 11 h 42"/>
                <a:gd name="T26" fmla="*/ 21 w 42"/>
                <a:gd name="T27" fmla="*/ 10 h 42"/>
                <a:gd name="T28" fmla="*/ 28 w 42"/>
                <a:gd name="T29" fmla="*/ 12 h 42"/>
                <a:gd name="T30" fmla="*/ 30 w 42"/>
                <a:gd name="T31" fmla="*/ 16 h 42"/>
                <a:gd name="T32" fmla="*/ 26 w 42"/>
                <a:gd name="T33" fmla="*/ 22 h 42"/>
                <a:gd name="T34" fmla="*/ 26 w 42"/>
                <a:gd name="T35" fmla="*/ 22 h 42"/>
                <a:gd name="T36" fmla="*/ 30 w 42"/>
                <a:gd name="T37" fmla="*/ 27 h 42"/>
                <a:gd name="T38" fmla="*/ 31 w 42"/>
                <a:gd name="T39" fmla="*/ 32 h 42"/>
                <a:gd name="T40" fmla="*/ 27 w 42"/>
                <a:gd name="T41" fmla="*/ 32 h 42"/>
                <a:gd name="T42" fmla="*/ 26 w 42"/>
                <a:gd name="T43" fmla="*/ 27 h 42"/>
                <a:gd name="T44" fmla="*/ 21 w 42"/>
                <a:gd name="T45" fmla="*/ 23 h 42"/>
                <a:gd name="T46" fmla="*/ 19 w 42"/>
                <a:gd name="T47" fmla="*/ 23 h 42"/>
                <a:gd name="T48" fmla="*/ 19 w 42"/>
                <a:gd name="T49" fmla="*/ 34 h 42"/>
                <a:gd name="T50" fmla="*/ 17 w 42"/>
                <a:gd name="T51" fmla="*/ 34 h 42"/>
                <a:gd name="T52" fmla="*/ 17 w 42"/>
                <a:gd name="T53" fmla="*/ 21 h 42"/>
                <a:gd name="T54" fmla="*/ 20 w 42"/>
                <a:gd name="T55" fmla="*/ 21 h 42"/>
                <a:gd name="T56" fmla="*/ 25 w 42"/>
                <a:gd name="T57" fmla="*/ 16 h 42"/>
                <a:gd name="T58" fmla="*/ 20 w 42"/>
                <a:gd name="T59" fmla="*/ 12 h 42"/>
                <a:gd name="T60" fmla="*/ 17 w 42"/>
                <a:gd name="T61" fmla="*/ 12 h 42"/>
                <a:gd name="T62" fmla="*/ 17 w 42"/>
                <a:gd name="T6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42">
                  <a:moveTo>
                    <a:pt x="21" y="0"/>
                  </a:moveTo>
                  <a:cubicBezTo>
                    <a:pt x="31" y="0"/>
                    <a:pt x="41" y="9"/>
                    <a:pt x="41" y="21"/>
                  </a:cubicBezTo>
                  <a:cubicBezTo>
                    <a:pt x="41" y="32"/>
                    <a:pt x="32" y="41"/>
                    <a:pt x="21" y="41"/>
                  </a:cubicBezTo>
                  <a:cubicBezTo>
                    <a:pt x="10" y="41"/>
                    <a:pt x="0" y="32"/>
                    <a:pt x="0" y="21"/>
                  </a:cubicBezTo>
                  <a:cubicBezTo>
                    <a:pt x="0" y="10"/>
                    <a:pt x="10" y="0"/>
                    <a:pt x="21" y="0"/>
                  </a:cubicBezTo>
                  <a:close/>
                  <a:moveTo>
                    <a:pt x="21" y="4"/>
                  </a:moveTo>
                  <a:cubicBezTo>
                    <a:pt x="12" y="4"/>
                    <a:pt x="5" y="11"/>
                    <a:pt x="5" y="21"/>
                  </a:cubicBezTo>
                  <a:cubicBezTo>
                    <a:pt x="5" y="30"/>
                    <a:pt x="13" y="38"/>
                    <a:pt x="21" y="38"/>
                  </a:cubicBezTo>
                  <a:cubicBezTo>
                    <a:pt x="30" y="38"/>
                    <a:pt x="37" y="30"/>
                    <a:pt x="37" y="21"/>
                  </a:cubicBezTo>
                  <a:cubicBezTo>
                    <a:pt x="38" y="11"/>
                    <a:pt x="30" y="4"/>
                    <a:pt x="21" y="4"/>
                  </a:cubicBezTo>
                  <a:close/>
                  <a:moveTo>
                    <a:pt x="17" y="34"/>
                  </a:moveTo>
                  <a:lnTo>
                    <a:pt x="14" y="34"/>
                  </a:lnTo>
                  <a:lnTo>
                    <a:pt x="14" y="11"/>
                  </a:lnTo>
                  <a:cubicBezTo>
                    <a:pt x="16" y="11"/>
                    <a:pt x="17" y="10"/>
                    <a:pt x="21" y="10"/>
                  </a:cubicBezTo>
                  <a:cubicBezTo>
                    <a:pt x="24" y="10"/>
                    <a:pt x="26" y="11"/>
                    <a:pt x="28" y="12"/>
                  </a:cubicBezTo>
                  <a:cubicBezTo>
                    <a:pt x="29" y="13"/>
                    <a:pt x="30" y="14"/>
                    <a:pt x="30" y="16"/>
                  </a:cubicBezTo>
                  <a:cubicBezTo>
                    <a:pt x="30" y="20"/>
                    <a:pt x="28" y="21"/>
                    <a:pt x="26" y="22"/>
                  </a:cubicBezTo>
                  <a:lnTo>
                    <a:pt x="26" y="22"/>
                  </a:lnTo>
                  <a:cubicBezTo>
                    <a:pt x="28" y="22"/>
                    <a:pt x="29" y="24"/>
                    <a:pt x="30" y="27"/>
                  </a:cubicBezTo>
                  <a:cubicBezTo>
                    <a:pt x="31" y="30"/>
                    <a:pt x="31" y="32"/>
                    <a:pt x="31" y="32"/>
                  </a:cubicBezTo>
                  <a:lnTo>
                    <a:pt x="27" y="32"/>
                  </a:lnTo>
                  <a:cubicBezTo>
                    <a:pt x="26" y="31"/>
                    <a:pt x="26" y="29"/>
                    <a:pt x="26" y="27"/>
                  </a:cubicBezTo>
                  <a:cubicBezTo>
                    <a:pt x="25" y="24"/>
                    <a:pt x="24" y="23"/>
                    <a:pt x="21" y="23"/>
                  </a:cubicBezTo>
                  <a:lnTo>
                    <a:pt x="19" y="23"/>
                  </a:lnTo>
                  <a:lnTo>
                    <a:pt x="19" y="34"/>
                  </a:lnTo>
                  <a:lnTo>
                    <a:pt x="17" y="34"/>
                  </a:lnTo>
                  <a:close/>
                  <a:moveTo>
                    <a:pt x="17" y="21"/>
                  </a:moveTo>
                  <a:lnTo>
                    <a:pt x="20" y="21"/>
                  </a:lnTo>
                  <a:cubicBezTo>
                    <a:pt x="23" y="21"/>
                    <a:pt x="25" y="20"/>
                    <a:pt x="25" y="16"/>
                  </a:cubicBezTo>
                  <a:cubicBezTo>
                    <a:pt x="25" y="14"/>
                    <a:pt x="24" y="12"/>
                    <a:pt x="20" y="12"/>
                  </a:cubicBezTo>
                  <a:cubicBezTo>
                    <a:pt x="19" y="12"/>
                    <a:pt x="17" y="12"/>
                    <a:pt x="17" y="12"/>
                  </a:cubicBezTo>
                  <a:lnTo>
                    <a:pt x="17" y="21"/>
                  </a:ln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79" name="object 17">
            <a:extLst>
              <a:ext uri="{FF2B5EF4-FFF2-40B4-BE49-F238E27FC236}">
                <a16:creationId xmlns:a16="http://schemas.microsoft.com/office/drawing/2014/main" id="{874A12EB-44DA-9DD3-A096-7583AD6E300C}"/>
              </a:ext>
            </a:extLst>
          </p:cNvPr>
          <p:cNvSpPr txBox="1">
            <a:spLocks/>
          </p:cNvSpPr>
          <p:nvPr/>
        </p:nvSpPr>
        <p:spPr>
          <a:xfrm>
            <a:off x="8102919" y="5313287"/>
            <a:ext cx="1198954" cy="647485"/>
          </a:xfrm>
          <a:prstGeom prst="rect">
            <a:avLst/>
          </a:prstGeom>
        </p:spPr>
        <p:txBody>
          <a:bodyPr vert="horz" wrap="square" lIns="0" tIns="0" rIns="0" bIns="0" rtlCol="0">
            <a:noAutofit/>
          </a:bodyPr>
          <a:lstStyle/>
          <a:p>
            <a:pPr marL="7700"/>
            <a:r>
              <a:rPr lang="en-US" sz="1400" b="1" dirty="0">
                <a:ea typeface="+mj-ea"/>
                <a:cs typeface="+mj-cs"/>
              </a:rPr>
              <a:t>600+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dirty="0">
                <a:ln>
                  <a:noFill/>
                </a:ln>
                <a:effectLst/>
                <a:uLnTx/>
                <a:uFillTx/>
                <a:latin typeface="Avenir Next LT Pro"/>
                <a:ea typeface="+mn-ea"/>
                <a:cs typeface="+mn-cs"/>
              </a:rPr>
              <a:t>engagements</a:t>
            </a:r>
            <a:endParaRPr sz="1400" b="1" dirty="0">
              <a:ea typeface="+mj-ea"/>
              <a:cs typeface="+mj-cs"/>
            </a:endParaRPr>
          </a:p>
        </p:txBody>
      </p:sp>
      <p:sp>
        <p:nvSpPr>
          <p:cNvPr id="80" name="object 18">
            <a:extLst>
              <a:ext uri="{FF2B5EF4-FFF2-40B4-BE49-F238E27FC236}">
                <a16:creationId xmlns:a16="http://schemas.microsoft.com/office/drawing/2014/main" id="{71B437FB-F5CE-D4F6-76A4-387789333C4C}"/>
              </a:ext>
            </a:extLst>
          </p:cNvPr>
          <p:cNvSpPr txBox="1">
            <a:spLocks/>
          </p:cNvSpPr>
          <p:nvPr/>
        </p:nvSpPr>
        <p:spPr>
          <a:xfrm>
            <a:off x="9421388" y="5313287"/>
            <a:ext cx="1036607" cy="647485"/>
          </a:xfrm>
          <a:prstGeom prst="rect">
            <a:avLst/>
          </a:prstGeom>
        </p:spPr>
        <p:txBody>
          <a:bodyPr vert="horz" wrap="square" lIns="0" tIns="0" rIns="0" bIns="0" rtlCol="0">
            <a:noAutofit/>
          </a:bodyPr>
          <a:lstStyle/>
          <a:p>
            <a:pPr marL="7700"/>
            <a:r>
              <a:rPr lang="en-US" sz="1400" b="1">
                <a:ea typeface="+mj-ea"/>
                <a:cs typeface="+mj-cs"/>
              </a:rPr>
              <a:t>8x</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a:ln>
                  <a:noFill/>
                </a:ln>
                <a:effectLst/>
                <a:uLnTx/>
                <a:uFillTx/>
                <a:latin typeface="Avenir Next LT Pro"/>
                <a:ea typeface="+mn-ea"/>
                <a:cs typeface="+mn-cs"/>
              </a:rPr>
              <a:t>Partner of </a:t>
            </a:r>
            <a:br>
              <a:rPr kumimoji="0" lang="en-US" sz="1400" b="0" i="0" u="none" strike="noStrike" kern="1200" cap="none" normalizeH="0" baseline="0" noProof="0">
                <a:ln>
                  <a:noFill/>
                </a:ln>
                <a:effectLst/>
                <a:uLnTx/>
                <a:uFillTx/>
                <a:latin typeface="Avenir Next LT Pro"/>
                <a:ea typeface="+mn-ea"/>
                <a:cs typeface="+mn-cs"/>
              </a:rPr>
            </a:br>
            <a:r>
              <a:rPr kumimoji="0" lang="en-US" sz="1400" b="0" i="0" u="none" strike="noStrike" kern="1200" cap="none" normalizeH="0" baseline="0" noProof="0">
                <a:ln>
                  <a:noFill/>
                </a:ln>
                <a:effectLst/>
                <a:uLnTx/>
                <a:uFillTx/>
                <a:latin typeface="Avenir Next LT Pro"/>
                <a:ea typeface="+mn-ea"/>
                <a:cs typeface="+mn-cs"/>
              </a:rPr>
              <a:t>the Year</a:t>
            </a:r>
            <a:endParaRPr sz="1400" b="1">
              <a:ea typeface="+mj-ea"/>
              <a:cs typeface="+mj-cs"/>
            </a:endParaRPr>
          </a:p>
        </p:txBody>
      </p:sp>
      <p:sp>
        <p:nvSpPr>
          <p:cNvPr id="81" name="object 19">
            <a:extLst>
              <a:ext uri="{FF2B5EF4-FFF2-40B4-BE49-F238E27FC236}">
                <a16:creationId xmlns:a16="http://schemas.microsoft.com/office/drawing/2014/main" id="{6D31A82A-F220-024A-AC4D-A1650230EB64}"/>
              </a:ext>
            </a:extLst>
          </p:cNvPr>
          <p:cNvSpPr txBox="1">
            <a:spLocks/>
          </p:cNvSpPr>
          <p:nvPr/>
        </p:nvSpPr>
        <p:spPr>
          <a:xfrm>
            <a:off x="10466100" y="5313287"/>
            <a:ext cx="1036607" cy="647485"/>
          </a:xfrm>
          <a:prstGeom prst="rect">
            <a:avLst/>
          </a:prstGeom>
        </p:spPr>
        <p:txBody>
          <a:bodyPr vert="horz" wrap="square" lIns="0" tIns="0" rIns="0" bIns="0" rtlCol="0">
            <a:noAutofit/>
          </a:bodyPr>
          <a:lstStyle/>
          <a:p>
            <a:pPr marL="7700"/>
            <a:r>
              <a:rPr lang="en-US" sz="1400" b="1">
                <a:ea typeface="+mj-ea"/>
                <a:cs typeface="+mj-cs"/>
              </a:rPr>
              <a:t>300+</a:t>
            </a:r>
          </a:p>
          <a:p>
            <a:pPr marL="7700" marR="0" lvl="0" indent="0" algn="l" defTabSz="914400" rtl="0" eaLnBrk="1" fontAlgn="auto" latinLnBrk="0" hangingPunct="1">
              <a:buClr>
                <a:srgbClr val="0D62FB"/>
              </a:buClr>
              <a:buSzPct val="200000"/>
              <a:buFontTx/>
              <a:buNone/>
              <a:tabLst/>
              <a:defRPr/>
            </a:pPr>
            <a:r>
              <a:rPr kumimoji="0" lang="en-US" sz="1400" b="0" i="0" u="none" strike="noStrike" kern="1200" cap="none" normalizeH="0" baseline="0" noProof="0">
                <a:ln>
                  <a:noFill/>
                </a:ln>
                <a:effectLst/>
                <a:uLnTx/>
                <a:uFillTx/>
                <a:latin typeface="Avenir Next LT Pro"/>
                <a:ea typeface="+mn-ea"/>
                <a:cs typeface="+mn-cs"/>
              </a:rPr>
              <a:t>certified consultants</a:t>
            </a:r>
            <a:endParaRPr sz="1400" b="1">
              <a:ea typeface="+mj-ea"/>
              <a:cs typeface="+mj-cs"/>
            </a:endParaRPr>
          </a:p>
        </p:txBody>
      </p:sp>
      <p:cxnSp>
        <p:nvCxnSpPr>
          <p:cNvPr id="87" name="Straight Connector 86">
            <a:extLst>
              <a:ext uri="{FF2B5EF4-FFF2-40B4-BE49-F238E27FC236}">
                <a16:creationId xmlns:a16="http://schemas.microsoft.com/office/drawing/2014/main" id="{DC364595-ED87-E9C9-90B4-699239654A5A}"/>
              </a:ext>
              <a:ext uri="{C183D7F6-B498-43B3-948B-1728B52AA6E4}">
                <adec:decorative xmlns:adec="http://schemas.microsoft.com/office/drawing/2017/decorative" val="1"/>
              </a:ext>
            </a:extLst>
          </p:cNvPr>
          <p:cNvCxnSpPr/>
          <p:nvPr/>
        </p:nvCxnSpPr>
        <p:spPr>
          <a:xfrm>
            <a:off x="4340152" y="1568245"/>
            <a:ext cx="330175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31" name="Straight Connector 230">
            <a:extLst>
              <a:ext uri="{FF2B5EF4-FFF2-40B4-BE49-F238E27FC236}">
                <a16:creationId xmlns:a16="http://schemas.microsoft.com/office/drawing/2014/main" id="{F851CD2F-B8D8-6C2F-FD4F-113DC4756855}"/>
              </a:ext>
              <a:ext uri="{C183D7F6-B498-43B3-948B-1728B52AA6E4}">
                <adec:decorative xmlns:adec="http://schemas.microsoft.com/office/drawing/2017/decorative" val="1"/>
              </a:ext>
            </a:extLst>
          </p:cNvPr>
          <p:cNvCxnSpPr/>
          <p:nvPr/>
        </p:nvCxnSpPr>
        <p:spPr>
          <a:xfrm>
            <a:off x="4340152" y="3280963"/>
            <a:ext cx="330175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33" name="Straight Connector 232">
            <a:extLst>
              <a:ext uri="{FF2B5EF4-FFF2-40B4-BE49-F238E27FC236}">
                <a16:creationId xmlns:a16="http://schemas.microsoft.com/office/drawing/2014/main" id="{245D31A7-981D-76EA-2B02-B71D913CF24C}"/>
              </a:ext>
              <a:ext uri="{C183D7F6-B498-43B3-948B-1728B52AA6E4}">
                <adec:decorative xmlns:adec="http://schemas.microsoft.com/office/drawing/2017/decorative" val="1"/>
              </a:ext>
            </a:extLst>
          </p:cNvPr>
          <p:cNvCxnSpPr/>
          <p:nvPr/>
        </p:nvCxnSpPr>
        <p:spPr>
          <a:xfrm>
            <a:off x="4340152" y="5100687"/>
            <a:ext cx="330175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A3A62748-1549-1A99-8282-C2106BD05EC6}"/>
              </a:ext>
              <a:ext uri="{C183D7F6-B498-43B3-948B-1728B52AA6E4}">
                <adec:decorative xmlns:adec="http://schemas.microsoft.com/office/drawing/2017/decorative" val="1"/>
              </a:ext>
            </a:extLst>
          </p:cNvPr>
          <p:cNvCxnSpPr/>
          <p:nvPr/>
        </p:nvCxnSpPr>
        <p:spPr>
          <a:xfrm>
            <a:off x="8104115" y="1568245"/>
            <a:ext cx="330175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32" name="Straight Connector 231">
            <a:extLst>
              <a:ext uri="{FF2B5EF4-FFF2-40B4-BE49-F238E27FC236}">
                <a16:creationId xmlns:a16="http://schemas.microsoft.com/office/drawing/2014/main" id="{96F46C20-3C48-A420-B04A-0B3856CAD731}"/>
              </a:ext>
              <a:ext uri="{C183D7F6-B498-43B3-948B-1728B52AA6E4}">
                <adec:decorative xmlns:adec="http://schemas.microsoft.com/office/drawing/2017/decorative" val="1"/>
              </a:ext>
            </a:extLst>
          </p:cNvPr>
          <p:cNvCxnSpPr/>
          <p:nvPr/>
        </p:nvCxnSpPr>
        <p:spPr>
          <a:xfrm>
            <a:off x="8104115" y="3280963"/>
            <a:ext cx="330175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34" name="Straight Connector 233">
            <a:extLst>
              <a:ext uri="{FF2B5EF4-FFF2-40B4-BE49-F238E27FC236}">
                <a16:creationId xmlns:a16="http://schemas.microsoft.com/office/drawing/2014/main" id="{1BFE2699-2A18-9E3F-492C-61ADB5ED65D5}"/>
              </a:ext>
              <a:ext uri="{C183D7F6-B498-43B3-948B-1728B52AA6E4}">
                <adec:decorative xmlns:adec="http://schemas.microsoft.com/office/drawing/2017/decorative" val="1"/>
              </a:ext>
            </a:extLst>
          </p:cNvPr>
          <p:cNvCxnSpPr/>
          <p:nvPr/>
        </p:nvCxnSpPr>
        <p:spPr>
          <a:xfrm>
            <a:off x="8104115" y="5100687"/>
            <a:ext cx="330175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EDC15FFF-1F01-3512-CC42-731562DC7936}"/>
              </a:ext>
              <a:ext uri="{C183D7F6-B498-43B3-948B-1728B52AA6E4}">
                <adec:decorative xmlns:adec="http://schemas.microsoft.com/office/drawing/2017/decorative" val="1"/>
              </a:ext>
            </a:extLst>
          </p:cNvPr>
          <p:cNvSpPr>
            <a:spLocks noGrp="1"/>
          </p:cNvSpPr>
          <p:nvPr>
            <p:ph type="dt" sz="half" idx="10"/>
          </p:nvPr>
        </p:nvSpPr>
        <p:spPr/>
        <p:txBody>
          <a:bodyPr/>
          <a:lstStyle/>
          <a:p>
            <a:fld id="{E6186942-FBB9-42F2-9111-463448D7A7A6}" type="datetimeyyyy">
              <a:rPr lang="en-US" smtClean="0"/>
              <a:t>2025</a:t>
            </a:fld>
            <a:endParaRPr lang="en-US"/>
          </a:p>
        </p:txBody>
      </p:sp>
      <p:sp>
        <p:nvSpPr>
          <p:cNvPr id="3" name="Footer Placeholder 2">
            <a:extLst>
              <a:ext uri="{FF2B5EF4-FFF2-40B4-BE49-F238E27FC236}">
                <a16:creationId xmlns:a16="http://schemas.microsoft.com/office/drawing/2014/main" id="{D5EE1076-0C0B-70EF-7F91-A25CD5C4DBF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4EEA9365-A12E-30B6-4A1F-CAF5D04CDA5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54</a:t>
            </a:fld>
            <a:endParaRPr lang="en-US"/>
          </a:p>
        </p:txBody>
      </p:sp>
      <p:sp>
        <p:nvSpPr>
          <p:cNvPr id="5" name="object 7">
            <a:extLst>
              <a:ext uri="{FF2B5EF4-FFF2-40B4-BE49-F238E27FC236}">
                <a16:creationId xmlns:a16="http://schemas.microsoft.com/office/drawing/2014/main" id="{F9C0C920-855D-6A6F-6DA7-FA9C9D61E214}"/>
              </a:ext>
            </a:extLst>
          </p:cNvPr>
          <p:cNvSpPr txBox="1"/>
          <p:nvPr/>
        </p:nvSpPr>
        <p:spPr>
          <a:xfrm>
            <a:off x="10168933" y="339734"/>
            <a:ext cx="2002536" cy="550109"/>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900" spc="-3" dirty="0">
                <a:solidFill>
                  <a:srgbClr val="EB4536"/>
                </a:solidFill>
                <a:cs typeface="Slalom Sans"/>
              </a:rPr>
              <a:t>Stats as of January 2024. Visit </a:t>
            </a:r>
            <a:r>
              <a:rPr lang="en-US" sz="900" spc="-3" dirty="0">
                <a:solidFill>
                  <a:srgbClr val="EB4536"/>
                </a:solidFill>
                <a:cs typeface="Slalom Sans"/>
                <a:hlinkClick r:id="rId2"/>
              </a:rPr>
              <a:t>slalom.com/platforms </a:t>
            </a:r>
            <a:r>
              <a:rPr lang="en-US" sz="900" spc="-3" dirty="0">
                <a:solidFill>
                  <a:srgbClr val="EB4536"/>
                </a:solidFill>
                <a:cs typeface="Slalom Sans"/>
              </a:rPr>
              <a:t>for the latest.</a:t>
            </a:r>
            <a:endParaRPr lang="en-US" sz="900" dirty="0">
              <a:solidFill>
                <a:srgbClr val="1E1E1E"/>
              </a:solidFill>
              <a:cs typeface="Slalom Sans"/>
            </a:endParaRPr>
          </a:p>
        </p:txBody>
      </p:sp>
      <p:sp>
        <p:nvSpPr>
          <p:cNvPr id="22" name="object 9">
            <a:extLst>
              <a:ext uri="{FF2B5EF4-FFF2-40B4-BE49-F238E27FC236}">
                <a16:creationId xmlns:a16="http://schemas.microsoft.com/office/drawing/2014/main" id="{7A7E5D05-E6E2-1A30-BBEB-676812CE4E3F}"/>
              </a:ext>
            </a:extLst>
          </p:cNvPr>
          <p:cNvSpPr/>
          <p:nvPr/>
        </p:nvSpPr>
        <p:spPr>
          <a:xfrm>
            <a:off x="10152888" y="-2159"/>
            <a:ext cx="2039112"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a:solidFill>
                  <a:srgbClr val="FFFFFF"/>
                </a:solidFill>
              </a:rPr>
              <a:t>READ ME THEN DELETE ME</a:t>
            </a:r>
          </a:p>
        </p:txBody>
      </p:sp>
    </p:spTree>
    <p:extLst>
      <p:ext uri="{BB962C8B-B14F-4D97-AF65-F5344CB8AC3E}">
        <p14:creationId xmlns:p14="http://schemas.microsoft.com/office/powerpoint/2010/main" val="26370761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3CA473CC-3A59-1C3F-0219-D99219D76F9B}"/>
              </a:ext>
            </a:extLst>
          </p:cNvPr>
          <p:cNvSpPr>
            <a:spLocks noGrp="1"/>
          </p:cNvSpPr>
          <p:nvPr>
            <p:ph type="title"/>
          </p:nvPr>
        </p:nvSpPr>
        <p:spPr/>
        <p:txBody>
          <a:bodyPr/>
          <a:lstStyle/>
          <a:p>
            <a:r>
              <a:rPr lang="en-US">
                <a:solidFill>
                  <a:schemeClr val="accent1"/>
                </a:solidFill>
              </a:rPr>
              <a:t>Industry</a:t>
            </a:r>
            <a:r>
              <a:rPr lang="en-US"/>
              <a:t> at Slalom</a:t>
            </a:r>
          </a:p>
        </p:txBody>
      </p:sp>
      <p:sp>
        <p:nvSpPr>
          <p:cNvPr id="6" name="object 12">
            <a:extLst>
              <a:ext uri="{FF2B5EF4-FFF2-40B4-BE49-F238E27FC236}">
                <a16:creationId xmlns:a16="http://schemas.microsoft.com/office/drawing/2014/main" id="{DAADF072-A646-EBA3-356A-73A4FF7B7BB3}"/>
              </a:ext>
            </a:extLst>
          </p:cNvPr>
          <p:cNvSpPr txBox="1"/>
          <p:nvPr/>
        </p:nvSpPr>
        <p:spPr>
          <a:xfrm>
            <a:off x="571502" y="1761069"/>
            <a:ext cx="3530598" cy="3340473"/>
          </a:xfrm>
          <a:prstGeom prst="rect">
            <a:avLst/>
          </a:prstGeom>
        </p:spPr>
        <p:txBody>
          <a:bodyPr vert="horz" wrap="square" lIns="0" tIns="0" rIns="0" bIns="0" rtlCol="0" anchor="t" anchorCtr="0">
            <a:noAutofit/>
          </a:bodyPr>
          <a:lstStyle/>
          <a:p>
            <a:pPr lvl="0" fontAlgn="ctr">
              <a:lnSpc>
                <a:spcPct val="110000"/>
              </a:lnSpc>
              <a:spcAft>
                <a:spcPts val="1000"/>
              </a:spcAft>
              <a:defRPr/>
            </a:pPr>
            <a:r>
              <a:rPr lang="en-US" sz="1400" dirty="0"/>
              <a:t>We have specialists in your industry, </a:t>
            </a:r>
            <a:br>
              <a:rPr lang="en-US" sz="1400" dirty="0"/>
            </a:br>
            <a:r>
              <a:rPr lang="en-US" sz="1400" dirty="0"/>
              <a:t>but we also share ideas, methodologies, and knowledge across all our industry teams. And we partner with over 700 of </a:t>
            </a:r>
            <a:br>
              <a:rPr lang="en-US" sz="1400" dirty="0"/>
            </a:br>
            <a:r>
              <a:rPr lang="en-US" sz="1400" dirty="0"/>
              <a:t>the world’s leading technology providers.</a:t>
            </a:r>
          </a:p>
          <a:p>
            <a:pPr fontAlgn="ctr">
              <a:lnSpc>
                <a:spcPct val="110000"/>
              </a:lnSpc>
              <a:spcAft>
                <a:spcPts val="1000"/>
              </a:spcAft>
              <a:defRPr/>
            </a:pPr>
            <a:r>
              <a:rPr lang="en-US" sz="1400" dirty="0"/>
              <a:t>By drawing from our collective expertise, we offer a </a:t>
            </a:r>
            <a:r>
              <a:rPr lang="en-US" sz="1400" b="1" dirty="0">
                <a:latin typeface="+mj-lt"/>
              </a:rPr>
              <a:t>wide-angle view on unconventional solutions—</a:t>
            </a:r>
            <a:br>
              <a:rPr lang="en-US" sz="1400" b="1" dirty="0">
                <a:latin typeface="+mj-lt"/>
              </a:rPr>
            </a:br>
            <a:r>
              <a:rPr lang="en-US" sz="1400" b="1" dirty="0">
                <a:latin typeface="+mj-lt"/>
              </a:rPr>
              <a:t>because the best approach is rarely </a:t>
            </a:r>
            <a:br>
              <a:rPr lang="en-US" sz="1400" b="1" dirty="0">
                <a:latin typeface="+mj-lt"/>
              </a:rPr>
            </a:br>
            <a:r>
              <a:rPr lang="en-US" sz="1400" b="1" dirty="0">
                <a:latin typeface="+mj-lt"/>
              </a:rPr>
              <a:t>the most familiar.</a:t>
            </a:r>
          </a:p>
        </p:txBody>
      </p:sp>
      <p:pic>
        <p:nvPicPr>
          <p:cNvPr id="25" name="Graphic 24">
            <a:extLst>
              <a:ext uri="{FF2B5EF4-FFF2-40B4-BE49-F238E27FC236}">
                <a16:creationId xmlns:a16="http://schemas.microsoft.com/office/drawing/2014/main" id="{2E2B33D9-C022-9D13-661B-F8E3D5ED5D95}"/>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334000" y="571500"/>
            <a:ext cx="457200" cy="457200"/>
          </a:xfrm>
          <a:prstGeom prst="rect">
            <a:avLst/>
          </a:prstGeom>
        </p:spPr>
      </p:pic>
      <p:sp>
        <p:nvSpPr>
          <p:cNvPr id="5" name="object 6">
            <a:extLst>
              <a:ext uri="{FF2B5EF4-FFF2-40B4-BE49-F238E27FC236}">
                <a16:creationId xmlns:a16="http://schemas.microsoft.com/office/drawing/2014/main" id="{264F5CAB-0664-1C84-5B4C-CC356347DA69}"/>
              </a:ext>
            </a:extLst>
          </p:cNvPr>
          <p:cNvSpPr txBox="1"/>
          <p:nvPr/>
        </p:nvSpPr>
        <p:spPr>
          <a:xfrm>
            <a:off x="5973030" y="617003"/>
            <a:ext cx="1888270" cy="394783"/>
          </a:xfrm>
          <a:prstGeom prst="rect">
            <a:avLst/>
          </a:prstGeom>
        </p:spPr>
        <p:txBody>
          <a:bodyPr vert="horz" wrap="square" lIns="0" tIns="0" rIns="0" bIns="0" rtlCol="0" anchor="ctr">
            <a:noAutofit/>
          </a:bodyPr>
          <a:lstStyle/>
          <a:p>
            <a:pPr marL="7700" marR="0" lvl="0" indent="0" algn="l" defTabSz="914400" rtl="0" eaLnBrk="1" fontAlgn="auto" latinLnBrk="0" hangingPunct="1">
              <a:lnSpc>
                <a:spcPct val="100000"/>
              </a:lnSpc>
              <a:spcBef>
                <a:spcPts val="76"/>
              </a:spcBef>
              <a:spcAft>
                <a:spcPts val="0"/>
              </a:spcAft>
              <a:buClrTx/>
              <a:buSzTx/>
              <a:buFontTx/>
              <a:buNone/>
              <a:tabLst/>
              <a:defRPr/>
            </a:pPr>
            <a:r>
              <a:rPr kumimoji="0" lang="en-US" sz="1400" b="1" i="0" u="none" strike="noStrike" kern="1200" cap="none" spc="0" normalizeH="0" baseline="0" noProof="0">
                <a:ln>
                  <a:noFill/>
                </a:ln>
                <a:effectLst/>
                <a:uLnTx/>
                <a:uFillTx/>
                <a:ea typeface="+mn-ea"/>
                <a:cs typeface="+mn-cs"/>
              </a:rPr>
              <a:t>Financial Services</a:t>
            </a:r>
            <a:endParaRPr kumimoji="0" lang="en-US" sz="1400" b="0" i="0" u="none" strike="noStrike" kern="1200" cap="none" spc="0" normalizeH="0" baseline="0" noProof="0">
              <a:ln>
                <a:noFill/>
              </a:ln>
              <a:effectLst/>
              <a:uLnTx/>
              <a:uFillTx/>
              <a:ea typeface="+mn-ea"/>
              <a:cs typeface="+mn-cs"/>
            </a:endParaRPr>
          </a:p>
        </p:txBody>
      </p:sp>
      <p:pic>
        <p:nvPicPr>
          <p:cNvPr id="26" name="Graphic 25">
            <a:extLst>
              <a:ext uri="{FF2B5EF4-FFF2-40B4-BE49-F238E27FC236}">
                <a16:creationId xmlns:a16="http://schemas.microsoft.com/office/drawing/2014/main" id="{8E78E628-F8F4-2AFC-F368-C455722A006B}"/>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4000" y="1750285"/>
            <a:ext cx="457200" cy="457200"/>
          </a:xfrm>
          <a:prstGeom prst="rect">
            <a:avLst/>
          </a:prstGeom>
        </p:spPr>
      </p:pic>
      <p:sp>
        <p:nvSpPr>
          <p:cNvPr id="11" name="object 6">
            <a:extLst>
              <a:ext uri="{FF2B5EF4-FFF2-40B4-BE49-F238E27FC236}">
                <a16:creationId xmlns:a16="http://schemas.microsoft.com/office/drawing/2014/main" id="{0D2979CA-1084-9B70-EA96-A39680CC804F}"/>
              </a:ext>
            </a:extLst>
          </p:cNvPr>
          <p:cNvSpPr txBox="1">
            <a:spLocks/>
          </p:cNvSpPr>
          <p:nvPr/>
        </p:nvSpPr>
        <p:spPr>
          <a:xfrm>
            <a:off x="5973029" y="1817049"/>
            <a:ext cx="1888270" cy="394783"/>
          </a:xfrm>
          <a:prstGeom prst="rect">
            <a:avLst/>
          </a:prstGeom>
        </p:spPr>
        <p:txBody>
          <a:bodyPr vert="horz" wrap="square" lIns="0" tIns="0" rIns="0" bIns="0" rtlCol="0" anchor="ctr">
            <a:noAutofit/>
          </a:bodyPr>
          <a:lstStyle/>
          <a:p>
            <a:pPr marL="7700" marR="0" lvl="0" indent="0" algn="l" defTabSz="914400" rtl="0" eaLnBrk="1" fontAlgn="auto" latinLnBrk="0" hangingPunct="1">
              <a:lnSpc>
                <a:spcPct val="100000"/>
              </a:lnSpc>
              <a:spcBef>
                <a:spcPts val="76"/>
              </a:spcBef>
              <a:spcAft>
                <a:spcPts val="0"/>
              </a:spcAft>
              <a:buClrTx/>
              <a:buSzTx/>
              <a:buFontTx/>
              <a:buNone/>
              <a:tabLst/>
              <a:defRPr/>
            </a:pPr>
            <a:r>
              <a:rPr kumimoji="0" lang="en-US" sz="1400" b="1" i="0" u="none" strike="noStrike" kern="1200" cap="none" spc="0" normalizeH="0" baseline="0" noProof="0">
                <a:ln>
                  <a:noFill/>
                </a:ln>
                <a:effectLst/>
                <a:uLnTx/>
                <a:uFillTx/>
                <a:ea typeface="+mn-ea"/>
                <a:cs typeface="+mn-cs"/>
              </a:rPr>
              <a:t>Healthcare</a:t>
            </a:r>
            <a:endParaRPr kumimoji="0" lang="en-US" sz="1400" b="0" i="0" u="none" strike="noStrike" kern="1200" cap="none" spc="0" normalizeH="0" baseline="0" noProof="0">
              <a:ln>
                <a:noFill/>
              </a:ln>
              <a:effectLst/>
              <a:uLnTx/>
              <a:uFillTx/>
              <a:ea typeface="+mn-ea"/>
              <a:cs typeface="+mn-cs"/>
            </a:endParaRPr>
          </a:p>
        </p:txBody>
      </p:sp>
      <p:pic>
        <p:nvPicPr>
          <p:cNvPr id="27" name="Graphic 26">
            <a:extLst>
              <a:ext uri="{FF2B5EF4-FFF2-40B4-BE49-F238E27FC236}">
                <a16:creationId xmlns:a16="http://schemas.microsoft.com/office/drawing/2014/main" id="{4A82BB2D-E5E0-F8C2-AB83-AB02C4774A56}"/>
              </a:ext>
              <a:ext uri="{C183D7F6-B498-43B3-948B-1728B52AA6E4}">
                <adec:decorative xmlns:adec="http://schemas.microsoft.com/office/drawing/2017/decorative" val="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34000" y="2961296"/>
            <a:ext cx="457200" cy="457200"/>
          </a:xfrm>
          <a:prstGeom prst="rect">
            <a:avLst/>
          </a:prstGeom>
        </p:spPr>
      </p:pic>
      <p:sp>
        <p:nvSpPr>
          <p:cNvPr id="13" name="object 6">
            <a:extLst>
              <a:ext uri="{FF2B5EF4-FFF2-40B4-BE49-F238E27FC236}">
                <a16:creationId xmlns:a16="http://schemas.microsoft.com/office/drawing/2014/main" id="{CEC42861-4107-2204-3F2A-F24103F2447A}"/>
              </a:ext>
            </a:extLst>
          </p:cNvPr>
          <p:cNvSpPr txBox="1">
            <a:spLocks/>
          </p:cNvSpPr>
          <p:nvPr/>
        </p:nvSpPr>
        <p:spPr>
          <a:xfrm>
            <a:off x="5973029" y="2998818"/>
            <a:ext cx="1888270" cy="394783"/>
          </a:xfrm>
          <a:prstGeom prst="rect">
            <a:avLst/>
          </a:prstGeom>
        </p:spPr>
        <p:txBody>
          <a:bodyPr vert="horz" wrap="square" lIns="0" tIns="0" rIns="0" bIns="0" rtlCol="0" anchor="ctr">
            <a:noAutofit/>
          </a:bodyPr>
          <a:lstStyle>
            <a:defPPr>
              <a:defRPr lang="en-US"/>
            </a:defPPr>
            <a:lvl1pPr marL="7700" marR="0" lvl="0" indent="0" fontAlgn="auto">
              <a:lnSpc>
                <a:spcPct val="100000"/>
              </a:lnSpc>
              <a:spcBef>
                <a:spcPts val="76"/>
              </a:spcBef>
              <a:spcAft>
                <a:spcPts val="0"/>
              </a:spcAft>
              <a:buClrTx/>
              <a:buSzTx/>
              <a:buFontTx/>
              <a:buNone/>
              <a:tabLst/>
              <a:defRPr kumimoji="0" sz="2000" b="1" i="0" u="none" strike="noStrike" cap="none" spc="0" normalizeH="0" baseline="0">
                <a:ln>
                  <a:noFill/>
                </a:ln>
                <a:solidFill>
                  <a:srgbClr val="1E1E1E"/>
                </a:solidFill>
                <a:effectLst/>
                <a:uLnTx/>
                <a:uFillTx/>
                <a:latin typeface="+mn-lt"/>
              </a:defRPr>
            </a:lvl1pPr>
          </a:lstStyle>
          <a:p>
            <a:r>
              <a:rPr lang="en-US" sz="1400">
                <a:solidFill>
                  <a:schemeClr val="tx1"/>
                </a:solidFill>
                <a:latin typeface="+mn-lt"/>
              </a:rPr>
              <a:t>Life Sciences</a:t>
            </a:r>
          </a:p>
        </p:txBody>
      </p:sp>
      <p:pic>
        <p:nvPicPr>
          <p:cNvPr id="28" name="Graphic 27">
            <a:extLst>
              <a:ext uri="{FF2B5EF4-FFF2-40B4-BE49-F238E27FC236}">
                <a16:creationId xmlns:a16="http://schemas.microsoft.com/office/drawing/2014/main" id="{B9C43FE9-EB55-36AC-88A6-233257C5288B}"/>
              </a:ext>
              <a:ext uri="{C183D7F6-B498-43B3-948B-1728B52AA6E4}">
                <adec:decorative xmlns:adec="http://schemas.microsoft.com/office/drawing/2017/decorative" val="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334000" y="4182454"/>
            <a:ext cx="457200" cy="457200"/>
          </a:xfrm>
          <a:prstGeom prst="rect">
            <a:avLst/>
          </a:prstGeom>
        </p:spPr>
      </p:pic>
      <p:sp>
        <p:nvSpPr>
          <p:cNvPr id="15" name="object 6">
            <a:extLst>
              <a:ext uri="{FF2B5EF4-FFF2-40B4-BE49-F238E27FC236}">
                <a16:creationId xmlns:a16="http://schemas.microsoft.com/office/drawing/2014/main" id="{9D339D93-429C-7517-FF09-650307DDC158}"/>
              </a:ext>
            </a:extLst>
          </p:cNvPr>
          <p:cNvSpPr txBox="1">
            <a:spLocks/>
          </p:cNvSpPr>
          <p:nvPr/>
        </p:nvSpPr>
        <p:spPr>
          <a:xfrm>
            <a:off x="5973030" y="4216056"/>
            <a:ext cx="1888270" cy="394783"/>
          </a:xfrm>
          <a:prstGeom prst="rect">
            <a:avLst/>
          </a:prstGeom>
        </p:spPr>
        <p:txBody>
          <a:bodyPr vert="horz" wrap="square" lIns="0" tIns="0" rIns="0" bIns="0" rtlCol="0" anchor="ctr">
            <a:noAutofit/>
          </a:bodyPr>
          <a:lstStyle/>
          <a:p>
            <a:pPr marL="7700" marR="0" lvl="0" indent="0" algn="l" defTabSz="914400" rtl="0" eaLnBrk="1" fontAlgn="auto" latinLnBrk="0" hangingPunct="1">
              <a:lnSpc>
                <a:spcPct val="100000"/>
              </a:lnSpc>
              <a:spcBef>
                <a:spcPts val="76"/>
              </a:spcBef>
              <a:spcAft>
                <a:spcPts val="0"/>
              </a:spcAft>
              <a:buClrTx/>
              <a:buSzTx/>
              <a:buFontTx/>
              <a:buNone/>
              <a:tabLst/>
              <a:defRPr/>
            </a:pPr>
            <a:r>
              <a:rPr kumimoji="0" lang="en-US" sz="1400" b="1" i="0" u="none" strike="noStrike" kern="1200" cap="none" spc="0" normalizeH="0" baseline="0" noProof="0" dirty="0">
                <a:ln>
                  <a:noFill/>
                </a:ln>
                <a:effectLst/>
                <a:uLnTx/>
                <a:uFillTx/>
                <a:ea typeface="+mn-ea"/>
                <a:cs typeface="+mn-cs"/>
              </a:rPr>
              <a:t>Manufacturing &amp; Mobility </a:t>
            </a:r>
            <a:endParaRPr kumimoji="0" lang="en-US" sz="1400" b="0" i="0" u="none" strike="noStrike" kern="1200" cap="none" spc="0" normalizeH="0" baseline="0" noProof="0" dirty="0">
              <a:ln>
                <a:noFill/>
              </a:ln>
              <a:effectLst/>
              <a:uLnTx/>
              <a:uFillTx/>
              <a:ea typeface="+mn-ea"/>
              <a:cs typeface="+mn-cs"/>
            </a:endParaRPr>
          </a:p>
        </p:txBody>
      </p:sp>
      <p:sp>
        <p:nvSpPr>
          <p:cNvPr id="17" name="object 6">
            <a:extLst>
              <a:ext uri="{FF2B5EF4-FFF2-40B4-BE49-F238E27FC236}">
                <a16:creationId xmlns:a16="http://schemas.microsoft.com/office/drawing/2014/main" id="{4B032CDD-3FBF-8E35-0D29-EF6AF57DC98B}"/>
              </a:ext>
            </a:extLst>
          </p:cNvPr>
          <p:cNvSpPr txBox="1">
            <a:spLocks/>
          </p:cNvSpPr>
          <p:nvPr/>
        </p:nvSpPr>
        <p:spPr>
          <a:xfrm>
            <a:off x="5973030" y="5428923"/>
            <a:ext cx="2696564" cy="394783"/>
          </a:xfrm>
          <a:prstGeom prst="rect">
            <a:avLst/>
          </a:prstGeom>
        </p:spPr>
        <p:txBody>
          <a:bodyPr vert="horz" wrap="square" lIns="0" tIns="0" rIns="0" bIns="0" rtlCol="0" anchor="ctr">
            <a:noAutofit/>
          </a:bodyPr>
          <a:lstStyle/>
          <a:p>
            <a:pPr marL="7700" marR="0" lvl="0" indent="0" algn="l" defTabSz="914400" rtl="0" eaLnBrk="1" fontAlgn="auto" latinLnBrk="0" hangingPunct="1">
              <a:lnSpc>
                <a:spcPct val="100000"/>
              </a:lnSpc>
              <a:spcBef>
                <a:spcPts val="76"/>
              </a:spcBef>
              <a:spcAft>
                <a:spcPts val="0"/>
              </a:spcAft>
              <a:buClrTx/>
              <a:buSzTx/>
              <a:buFontTx/>
              <a:buNone/>
              <a:tabLst/>
              <a:defRPr/>
            </a:pPr>
            <a:r>
              <a:rPr kumimoji="0" lang="en-US" sz="1400" b="1" i="0" u="none" strike="noStrike" kern="1200" cap="none" spc="0" normalizeH="0" baseline="0" noProof="0">
                <a:ln>
                  <a:noFill/>
                </a:ln>
                <a:effectLst/>
                <a:uLnTx/>
                <a:uFillTx/>
                <a:ea typeface="+mn-ea"/>
                <a:cs typeface="+mn-cs"/>
              </a:rPr>
              <a:t>Media &amp; Communications</a:t>
            </a:r>
          </a:p>
        </p:txBody>
      </p:sp>
      <p:pic>
        <p:nvPicPr>
          <p:cNvPr id="40" name="Graphic 39">
            <a:extLst>
              <a:ext uri="{FF2B5EF4-FFF2-40B4-BE49-F238E27FC236}">
                <a16:creationId xmlns:a16="http://schemas.microsoft.com/office/drawing/2014/main" id="{43A60B24-C379-C134-7FD2-55CAD959EC01}"/>
              </a:ext>
              <a:ext uri="{C183D7F6-B498-43B3-948B-1728B52AA6E4}">
                <adec:decorative xmlns:adec="http://schemas.microsoft.com/office/drawing/2017/decorative" val="1"/>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369892" y="571500"/>
            <a:ext cx="457200" cy="457200"/>
          </a:xfrm>
          <a:prstGeom prst="rect">
            <a:avLst/>
          </a:prstGeom>
        </p:spPr>
      </p:pic>
      <p:sp>
        <p:nvSpPr>
          <p:cNvPr id="19" name="object 6">
            <a:extLst>
              <a:ext uri="{FF2B5EF4-FFF2-40B4-BE49-F238E27FC236}">
                <a16:creationId xmlns:a16="http://schemas.microsoft.com/office/drawing/2014/main" id="{E5CDBDFC-7933-5748-05BB-A819D72EA377}"/>
              </a:ext>
            </a:extLst>
          </p:cNvPr>
          <p:cNvSpPr txBox="1">
            <a:spLocks/>
          </p:cNvSpPr>
          <p:nvPr/>
        </p:nvSpPr>
        <p:spPr>
          <a:xfrm>
            <a:off x="9042057" y="617003"/>
            <a:ext cx="2578441" cy="394783"/>
          </a:xfrm>
          <a:prstGeom prst="rect">
            <a:avLst/>
          </a:prstGeom>
        </p:spPr>
        <p:txBody>
          <a:bodyPr vert="horz" wrap="square" lIns="0" tIns="0" rIns="0" bIns="0" rtlCol="0" anchor="ctr">
            <a:noAutofit/>
          </a:bodyPr>
          <a:lstStyle/>
          <a:p>
            <a:pPr marL="7700" marR="0" lvl="0" indent="0" algn="l" defTabSz="914400" rtl="0" eaLnBrk="1" fontAlgn="auto" latinLnBrk="0" hangingPunct="1">
              <a:lnSpc>
                <a:spcPct val="100000"/>
              </a:lnSpc>
              <a:spcBef>
                <a:spcPts val="76"/>
              </a:spcBef>
              <a:spcAft>
                <a:spcPts val="0"/>
              </a:spcAft>
              <a:buClrTx/>
              <a:buSzTx/>
              <a:buFontTx/>
              <a:buNone/>
              <a:tabLst/>
              <a:defRPr/>
            </a:pPr>
            <a:r>
              <a:rPr kumimoji="0" lang="en-US" sz="1400" b="1" i="0" u="none" strike="noStrike" kern="1200" cap="none" spc="0" normalizeH="0" baseline="0" noProof="0">
                <a:ln>
                  <a:noFill/>
                </a:ln>
                <a:effectLst/>
                <a:uLnTx/>
                <a:uFillTx/>
                <a:ea typeface="+mn-ea"/>
                <a:cs typeface="+mn-cs"/>
              </a:rPr>
              <a:t>Public &amp; Social Impact</a:t>
            </a:r>
          </a:p>
        </p:txBody>
      </p:sp>
      <p:pic>
        <p:nvPicPr>
          <p:cNvPr id="43" name="Graphic 42">
            <a:extLst>
              <a:ext uri="{FF2B5EF4-FFF2-40B4-BE49-F238E27FC236}">
                <a16:creationId xmlns:a16="http://schemas.microsoft.com/office/drawing/2014/main" id="{21D546EE-7389-E14E-1AAA-11C96B807E4D}"/>
              </a:ext>
              <a:ext uri="{C183D7F6-B498-43B3-948B-1728B52AA6E4}">
                <adec:decorative xmlns:adec="http://schemas.microsoft.com/office/drawing/2017/decorative" val="1"/>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382000" y="1789806"/>
            <a:ext cx="457200" cy="457200"/>
          </a:xfrm>
          <a:prstGeom prst="rect">
            <a:avLst/>
          </a:prstGeom>
        </p:spPr>
      </p:pic>
      <p:sp>
        <p:nvSpPr>
          <p:cNvPr id="21" name="object 6">
            <a:extLst>
              <a:ext uri="{FF2B5EF4-FFF2-40B4-BE49-F238E27FC236}">
                <a16:creationId xmlns:a16="http://schemas.microsoft.com/office/drawing/2014/main" id="{4D39C345-6EF7-73DC-8B72-FC089F1C464E}"/>
              </a:ext>
            </a:extLst>
          </p:cNvPr>
          <p:cNvSpPr txBox="1">
            <a:spLocks/>
          </p:cNvSpPr>
          <p:nvPr/>
        </p:nvSpPr>
        <p:spPr>
          <a:xfrm>
            <a:off x="9042057" y="1817049"/>
            <a:ext cx="2578441" cy="394783"/>
          </a:xfrm>
          <a:prstGeom prst="rect">
            <a:avLst/>
          </a:prstGeom>
        </p:spPr>
        <p:txBody>
          <a:bodyPr vert="horz" wrap="square" lIns="0" tIns="0" rIns="0" bIns="0" rtlCol="0" anchor="ctr">
            <a:noAutofit/>
          </a:bodyPr>
          <a:lstStyle/>
          <a:p>
            <a:pPr marL="7700" marR="0" lvl="0" indent="0" algn="l" defTabSz="914400" rtl="0" eaLnBrk="1" fontAlgn="auto" latinLnBrk="0" hangingPunct="1">
              <a:lnSpc>
                <a:spcPct val="100000"/>
              </a:lnSpc>
              <a:spcBef>
                <a:spcPts val="76"/>
              </a:spcBef>
              <a:spcAft>
                <a:spcPts val="0"/>
              </a:spcAft>
              <a:buClrTx/>
              <a:buSzTx/>
              <a:buFontTx/>
              <a:buNone/>
              <a:tabLst/>
              <a:defRPr/>
            </a:pPr>
            <a:r>
              <a:rPr kumimoji="0" lang="en-US" sz="1400" b="1" i="0" u="none" strike="noStrike" kern="1200" cap="none" spc="0" normalizeH="0" baseline="0" noProof="0">
                <a:ln>
                  <a:noFill/>
                </a:ln>
                <a:effectLst/>
                <a:uLnTx/>
                <a:uFillTx/>
                <a:ea typeface="+mn-ea"/>
                <a:cs typeface="+mn-cs"/>
              </a:rPr>
              <a:t>Retail &amp; Consumer Goods</a:t>
            </a:r>
            <a:endParaRPr kumimoji="0" lang="en-US" sz="1400" b="0" i="0" u="none" strike="noStrike" kern="1200" cap="none" spc="0" normalizeH="0" baseline="0" noProof="0">
              <a:ln>
                <a:noFill/>
              </a:ln>
              <a:effectLst/>
              <a:uLnTx/>
              <a:uFillTx/>
              <a:ea typeface="+mn-ea"/>
              <a:cs typeface="+mn-cs"/>
            </a:endParaRPr>
          </a:p>
        </p:txBody>
      </p:sp>
      <p:pic>
        <p:nvPicPr>
          <p:cNvPr id="41" name="Graphic 40">
            <a:extLst>
              <a:ext uri="{FF2B5EF4-FFF2-40B4-BE49-F238E27FC236}">
                <a16:creationId xmlns:a16="http://schemas.microsoft.com/office/drawing/2014/main" id="{F02721ED-D61D-1B97-1664-74F0DFC669AE}"/>
              </a:ext>
              <a:ext uri="{C183D7F6-B498-43B3-948B-1728B52AA6E4}">
                <adec:decorative xmlns:adec="http://schemas.microsoft.com/office/drawing/2017/decorative" val="1"/>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369892" y="2950538"/>
            <a:ext cx="457200" cy="457200"/>
          </a:xfrm>
          <a:prstGeom prst="rect">
            <a:avLst/>
          </a:prstGeom>
        </p:spPr>
      </p:pic>
      <p:sp>
        <p:nvSpPr>
          <p:cNvPr id="22" name="object 6">
            <a:extLst>
              <a:ext uri="{FF2B5EF4-FFF2-40B4-BE49-F238E27FC236}">
                <a16:creationId xmlns:a16="http://schemas.microsoft.com/office/drawing/2014/main" id="{DBD5756C-B011-5A36-D37D-97EF5FC1BAC0}"/>
              </a:ext>
            </a:extLst>
          </p:cNvPr>
          <p:cNvSpPr txBox="1">
            <a:spLocks/>
          </p:cNvSpPr>
          <p:nvPr/>
        </p:nvSpPr>
        <p:spPr>
          <a:xfrm>
            <a:off x="9042057" y="2998818"/>
            <a:ext cx="2578441" cy="394783"/>
          </a:xfrm>
          <a:prstGeom prst="rect">
            <a:avLst/>
          </a:prstGeom>
        </p:spPr>
        <p:txBody>
          <a:bodyPr vert="horz" wrap="square" lIns="0" tIns="0" rIns="0" bIns="0" rtlCol="0" anchor="ctr">
            <a:noAutofit/>
          </a:bodyPr>
          <a:lstStyle/>
          <a:p>
            <a:pPr marL="7700" marR="0" lvl="0" indent="0" algn="l" defTabSz="914400" rtl="0" eaLnBrk="1" fontAlgn="auto" latinLnBrk="0" hangingPunct="1">
              <a:lnSpc>
                <a:spcPct val="100000"/>
              </a:lnSpc>
              <a:spcBef>
                <a:spcPts val="76"/>
              </a:spcBef>
              <a:spcAft>
                <a:spcPts val="0"/>
              </a:spcAft>
              <a:buClrTx/>
              <a:buSzTx/>
              <a:buFontTx/>
              <a:buNone/>
              <a:tabLst/>
              <a:defRPr/>
            </a:pPr>
            <a:r>
              <a:rPr kumimoji="0" lang="en-US" sz="1400" b="1" i="0" u="none" strike="noStrike" kern="1200" cap="none" spc="0" normalizeH="0" baseline="0" noProof="0">
                <a:ln>
                  <a:noFill/>
                </a:ln>
                <a:effectLst/>
                <a:uLnTx/>
                <a:uFillTx/>
                <a:ea typeface="+mn-ea"/>
                <a:cs typeface="+mn-cs"/>
              </a:rPr>
              <a:t>Resources </a:t>
            </a:r>
          </a:p>
        </p:txBody>
      </p:sp>
      <p:sp>
        <p:nvSpPr>
          <p:cNvPr id="24" name="object 6">
            <a:extLst>
              <a:ext uri="{FF2B5EF4-FFF2-40B4-BE49-F238E27FC236}">
                <a16:creationId xmlns:a16="http://schemas.microsoft.com/office/drawing/2014/main" id="{A36A1C7C-BC42-5B17-A690-F625B8DA295A}"/>
              </a:ext>
            </a:extLst>
          </p:cNvPr>
          <p:cNvSpPr txBox="1">
            <a:spLocks/>
          </p:cNvSpPr>
          <p:nvPr/>
        </p:nvSpPr>
        <p:spPr>
          <a:xfrm>
            <a:off x="9042057" y="4216056"/>
            <a:ext cx="2578441" cy="394783"/>
          </a:xfrm>
          <a:prstGeom prst="rect">
            <a:avLst/>
          </a:prstGeom>
        </p:spPr>
        <p:txBody>
          <a:bodyPr vert="horz" wrap="square" lIns="0" tIns="0" rIns="0" bIns="0" rtlCol="0" anchor="ctr">
            <a:noAutofit/>
          </a:bodyPr>
          <a:lstStyle/>
          <a:p>
            <a:pPr marL="7700" marR="0" lvl="0" indent="0" algn="l" defTabSz="914400" rtl="0" eaLnBrk="1" fontAlgn="auto" latinLnBrk="0" hangingPunct="1">
              <a:lnSpc>
                <a:spcPct val="100000"/>
              </a:lnSpc>
              <a:spcBef>
                <a:spcPts val="76"/>
              </a:spcBef>
              <a:spcAft>
                <a:spcPts val="0"/>
              </a:spcAft>
              <a:buClrTx/>
              <a:buSzTx/>
              <a:buFontTx/>
              <a:buNone/>
              <a:tabLst/>
              <a:defRPr/>
            </a:pPr>
            <a:r>
              <a:rPr kumimoji="0" lang="en-US" sz="1400" b="1" i="0" u="none" strike="noStrike" kern="1200" cap="none" spc="0" normalizeH="0" baseline="0" noProof="0">
                <a:ln>
                  <a:noFill/>
                </a:ln>
                <a:effectLst/>
                <a:uLnTx/>
                <a:uFillTx/>
                <a:ea typeface="+mn-ea"/>
                <a:cs typeface="+mn-cs"/>
              </a:rPr>
              <a:t>Technology</a:t>
            </a:r>
          </a:p>
        </p:txBody>
      </p:sp>
      <p:sp>
        <p:nvSpPr>
          <p:cNvPr id="2" name="Date Placeholder 1">
            <a:extLst>
              <a:ext uri="{FF2B5EF4-FFF2-40B4-BE49-F238E27FC236}">
                <a16:creationId xmlns:a16="http://schemas.microsoft.com/office/drawing/2014/main" id="{59E027D8-5777-A1DD-4171-720B0C1DB021}"/>
              </a:ext>
              <a:ext uri="{C183D7F6-B498-43B3-948B-1728B52AA6E4}">
                <adec:decorative xmlns:adec="http://schemas.microsoft.com/office/drawing/2017/decorative" val="1"/>
              </a:ext>
            </a:extLst>
          </p:cNvPr>
          <p:cNvSpPr>
            <a:spLocks noGrp="1"/>
          </p:cNvSpPr>
          <p:nvPr>
            <p:ph type="dt" sz="half" idx="10"/>
          </p:nvPr>
        </p:nvSpPr>
        <p:spPr/>
        <p:txBody>
          <a:bodyPr/>
          <a:lstStyle/>
          <a:p>
            <a:fld id="{0096879C-04E1-4E63-AD9B-D0BA8A08231E}" type="datetimeyyyy">
              <a:rPr lang="en-US" smtClean="0"/>
              <a:t>2025</a:t>
            </a:fld>
            <a:endParaRPr lang="en-US"/>
          </a:p>
        </p:txBody>
      </p:sp>
      <p:sp>
        <p:nvSpPr>
          <p:cNvPr id="3" name="Footer Placeholder 2">
            <a:extLst>
              <a:ext uri="{FF2B5EF4-FFF2-40B4-BE49-F238E27FC236}">
                <a16:creationId xmlns:a16="http://schemas.microsoft.com/office/drawing/2014/main" id="{33DAF99D-459A-0BD4-B472-DBFCDE1B80E4}"/>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39F1AEBB-1F5C-ADA4-8196-361158DB585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55</a:t>
            </a:fld>
            <a:endParaRPr lang="en-US"/>
          </a:p>
        </p:txBody>
      </p:sp>
      <p:pic>
        <p:nvPicPr>
          <p:cNvPr id="7" name="Graphic 6" descr="Technology">
            <a:extLst>
              <a:ext uri="{FF2B5EF4-FFF2-40B4-BE49-F238E27FC236}">
                <a16:creationId xmlns:a16="http://schemas.microsoft.com/office/drawing/2014/main" id="{A6B81F2F-2878-40D9-EC99-333DDB622857}"/>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382000" y="4182454"/>
            <a:ext cx="457200" cy="457200"/>
          </a:xfrm>
          <a:prstGeom prst="rect">
            <a:avLst/>
          </a:prstGeom>
        </p:spPr>
      </p:pic>
      <p:pic>
        <p:nvPicPr>
          <p:cNvPr id="9" name="Graphic 8">
            <a:extLst>
              <a:ext uri="{FF2B5EF4-FFF2-40B4-BE49-F238E27FC236}">
                <a16:creationId xmlns:a16="http://schemas.microsoft.com/office/drawing/2014/main" id="{FCB53BB6-F63E-B1C1-1B7B-3FD00559A4A0}"/>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5334000" y="5403612"/>
            <a:ext cx="457200" cy="457200"/>
          </a:xfrm>
          <a:prstGeom prst="rect">
            <a:avLst/>
          </a:prstGeom>
        </p:spPr>
      </p:pic>
    </p:spTree>
    <p:extLst>
      <p:ext uri="{BB962C8B-B14F-4D97-AF65-F5344CB8AC3E}">
        <p14:creationId xmlns:p14="http://schemas.microsoft.com/office/powerpoint/2010/main" val="1975697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285A2-8BF2-8F4D-9260-8E4B07E19DA1}"/>
              </a:ext>
            </a:extLst>
          </p:cNvPr>
          <p:cNvSpPr>
            <a:spLocks noGrp="1"/>
          </p:cNvSpPr>
          <p:nvPr>
            <p:ph type="title"/>
          </p:nvPr>
        </p:nvSpPr>
        <p:spPr/>
        <p:txBody>
          <a:bodyPr/>
          <a:lstStyle/>
          <a:p>
            <a:r>
              <a:rPr lang="en-US"/>
              <a:t>We know </a:t>
            </a:r>
            <a:r>
              <a:rPr lang="en-US">
                <a:solidFill>
                  <a:schemeClr val="accent1"/>
                </a:solidFill>
              </a:rPr>
              <a:t>industry</a:t>
            </a:r>
          </a:p>
        </p:txBody>
      </p:sp>
      <p:sp>
        <p:nvSpPr>
          <p:cNvPr id="27" name="Text Placeholder 26">
            <a:extLst>
              <a:ext uri="{FF2B5EF4-FFF2-40B4-BE49-F238E27FC236}">
                <a16:creationId xmlns:a16="http://schemas.microsoft.com/office/drawing/2014/main" id="{C576B9BE-B5D7-607E-9A98-2566FAC01F90}"/>
              </a:ext>
            </a:extLst>
          </p:cNvPr>
          <p:cNvSpPr>
            <a:spLocks noGrp="1"/>
          </p:cNvSpPr>
          <p:nvPr>
            <p:ph type="body" sz="quarter" idx="16"/>
          </p:nvPr>
        </p:nvSpPr>
        <p:spPr>
          <a:xfrm>
            <a:off x="579966" y="1762225"/>
            <a:ext cx="3530601" cy="3343175"/>
          </a:xfrm>
        </p:spPr>
        <p:txBody>
          <a:bodyPr vert="horz" lIns="0" tIns="0" rIns="0" bIns="0" rtlCol="0" anchor="t">
            <a:noAutofit/>
          </a:bodyPr>
          <a:lstStyle/>
          <a:p>
            <a:pPr marL="0" indent="0">
              <a:buNone/>
            </a:pPr>
            <a:r>
              <a:rPr lang="en-US" b="1">
                <a:solidFill>
                  <a:schemeClr val="accent1"/>
                </a:solidFill>
              </a:rPr>
              <a:t>Tailored to your needs</a:t>
            </a:r>
          </a:p>
          <a:p>
            <a:pPr marL="0" indent="0">
              <a:buNone/>
            </a:pPr>
            <a:r>
              <a:rPr lang="en-US"/>
              <a:t>At Slalom, we deliver innovative </a:t>
            </a:r>
            <a:br>
              <a:rPr lang="en-US"/>
            </a:br>
            <a:r>
              <a:rPr lang="en-US"/>
              <a:t>and tailored solutions for your most complex challenges. </a:t>
            </a:r>
          </a:p>
          <a:p>
            <a:pPr marL="0" indent="0">
              <a:buNone/>
            </a:pPr>
            <a:r>
              <a:rPr lang="en-US"/>
              <a:t>Whether you’re tackling something </a:t>
            </a:r>
            <a:br>
              <a:rPr lang="en-US"/>
            </a:br>
            <a:r>
              <a:rPr lang="en-US"/>
              <a:t>entirely new or looking for guidance </a:t>
            </a:r>
            <a:br>
              <a:rPr lang="en-US"/>
            </a:br>
            <a:r>
              <a:rPr lang="en-US"/>
              <a:t>on the ever-changing demands for transparency and privacy, we </a:t>
            </a:r>
            <a:r>
              <a:rPr lang="en-US" b="1"/>
              <a:t>respond quickly</a:t>
            </a:r>
            <a:r>
              <a:rPr lang="en-US"/>
              <a:t> to help you find solutions.</a:t>
            </a:r>
          </a:p>
          <a:p>
            <a:pPr marL="0" indent="0">
              <a:buNone/>
            </a:pPr>
            <a:r>
              <a:rPr lang="en-US"/>
              <a:t>Our experts across client and service </a:t>
            </a:r>
            <a:br>
              <a:rPr lang="en-US"/>
            </a:br>
            <a:r>
              <a:rPr lang="en-US"/>
              <a:t>delivery know your business and work </a:t>
            </a:r>
            <a:br>
              <a:rPr lang="en-US"/>
            </a:br>
            <a:r>
              <a:rPr lang="en-US"/>
              <a:t>with you to accomplish your goals.</a:t>
            </a:r>
          </a:p>
        </p:txBody>
      </p:sp>
      <p:sp>
        <p:nvSpPr>
          <p:cNvPr id="28" name="Text Placeholder 27">
            <a:extLst>
              <a:ext uri="{FF2B5EF4-FFF2-40B4-BE49-F238E27FC236}">
                <a16:creationId xmlns:a16="http://schemas.microsoft.com/office/drawing/2014/main" id="{F1DF0E8F-811A-EB4E-32E8-E0A09072FACE}"/>
              </a:ext>
            </a:extLst>
          </p:cNvPr>
          <p:cNvSpPr>
            <a:spLocks noGrp="1"/>
          </p:cNvSpPr>
          <p:nvPr>
            <p:ph type="body" sz="quarter" idx="17"/>
          </p:nvPr>
        </p:nvSpPr>
        <p:spPr>
          <a:xfrm>
            <a:off x="4330699" y="1762225"/>
            <a:ext cx="3530601" cy="3343175"/>
          </a:xfrm>
        </p:spPr>
        <p:txBody>
          <a:bodyPr/>
          <a:lstStyle/>
          <a:p>
            <a:pPr marL="0" indent="0">
              <a:buNone/>
            </a:pPr>
            <a:r>
              <a:rPr lang="en-US" b="1">
                <a:solidFill>
                  <a:schemeClr val="accent1"/>
                </a:solidFill>
              </a:rPr>
              <a:t>Tenured industry, R&amp;D, </a:t>
            </a:r>
            <a:br>
              <a:rPr lang="en-US" b="1">
                <a:solidFill>
                  <a:schemeClr val="accent1"/>
                </a:solidFill>
              </a:rPr>
            </a:br>
            <a:r>
              <a:rPr lang="en-US" b="1">
                <a:solidFill>
                  <a:schemeClr val="accent1"/>
                </a:solidFill>
              </a:rPr>
              <a:t>and capability leaders</a:t>
            </a:r>
          </a:p>
          <a:p>
            <a:pPr marL="0" lvl="0" indent="0">
              <a:buNone/>
            </a:pPr>
            <a:r>
              <a:rPr lang="en-US"/>
              <a:t>We bring together specialized leaders, experienced market teams, and </a:t>
            </a:r>
            <a:br>
              <a:rPr lang="en-US"/>
            </a:br>
            <a:r>
              <a:rPr lang="en-US"/>
              <a:t>subject matter experts through a team model that is </a:t>
            </a:r>
            <a:r>
              <a:rPr lang="en-US" b="1"/>
              <a:t>customized to your </a:t>
            </a:r>
            <a:br>
              <a:rPr lang="en-US" b="1"/>
            </a:br>
            <a:r>
              <a:rPr lang="en-US" b="1"/>
              <a:t>unique requirements</a:t>
            </a:r>
            <a:r>
              <a:rPr lang="en-US"/>
              <a:t>.  </a:t>
            </a:r>
          </a:p>
          <a:p>
            <a:pPr marL="0" lvl="0" indent="0">
              <a:buNone/>
            </a:pPr>
            <a:r>
              <a:rPr lang="en-US"/>
              <a:t>We excel at the intersection of people, </a:t>
            </a:r>
            <a:br>
              <a:rPr lang="en-US"/>
            </a:br>
            <a:r>
              <a:rPr lang="en-US"/>
              <a:t>process, and technology. From data analytics to operational effectiveness, </a:t>
            </a:r>
            <a:br>
              <a:rPr lang="en-US"/>
            </a:br>
            <a:r>
              <a:rPr lang="en-US"/>
              <a:t>we help you define what’s next.</a:t>
            </a:r>
          </a:p>
        </p:txBody>
      </p:sp>
      <p:pic>
        <p:nvPicPr>
          <p:cNvPr id="14" name="Picture Placeholder 13" descr="A person sitting smiling with a Slalom branded coffee cup ">
            <a:extLst>
              <a:ext uri="{FF2B5EF4-FFF2-40B4-BE49-F238E27FC236}">
                <a16:creationId xmlns:a16="http://schemas.microsoft.com/office/drawing/2014/main" id="{BAF3AE1C-FBFC-C2E9-DF1C-4E7775F0DB89}"/>
              </a:ext>
            </a:extLst>
          </p:cNvPr>
          <p:cNvPicPr>
            <a:picLocks noGrp="1" noChangeAspect="1" noChangeArrowheads="1"/>
          </p:cNvPicPr>
          <p:nvPr>
            <p:ph type="pic" sz="quarter" idx="24"/>
          </p:nvPr>
        </p:nvPicPr>
        <p:blipFill>
          <a:blip r:embed="rId3" cstate="email">
            <a:extLst>
              <a:ext uri="{28A0092B-C50C-407E-A947-70E740481C1C}">
                <a14:useLocalDpi xmlns:a14="http://schemas.microsoft.com/office/drawing/2010/main"/>
              </a:ext>
            </a:extLst>
          </a:blip>
          <a:srcRect/>
          <a:stretch/>
        </p:blipFill>
        <p:spPr bwMode="auto">
          <a:xfrm>
            <a:off x="9029700" y="0"/>
            <a:ext cx="3162300" cy="6858000"/>
          </a:xfrm>
          <a:custGeom>
            <a:avLst/>
            <a:gdLst>
              <a:gd name="connsiteX0" fmla="*/ 527061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527061 h 6858000"/>
              <a:gd name="connsiteX5" fmla="*/ 527061 w 31623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2300" h="6858000">
                <a:moveTo>
                  <a:pt x="527061" y="0"/>
                </a:moveTo>
                <a:lnTo>
                  <a:pt x="3162300" y="0"/>
                </a:lnTo>
                <a:lnTo>
                  <a:pt x="3162300" y="6858000"/>
                </a:lnTo>
                <a:lnTo>
                  <a:pt x="0" y="6858000"/>
                </a:lnTo>
                <a:lnTo>
                  <a:pt x="0" y="527061"/>
                </a:lnTo>
                <a:cubicBezTo>
                  <a:pt x="0" y="235973"/>
                  <a:pt x="235973" y="0"/>
                  <a:pt x="527061" y="0"/>
                </a:cubicBezTo>
                <a:close/>
              </a:path>
            </a:pathLst>
          </a:cu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DEB8F22B-9810-247E-04DD-F48F999D0A9B}"/>
              </a:ext>
              <a:ext uri="{C183D7F6-B498-43B3-948B-1728B52AA6E4}">
                <adec:decorative xmlns:adec="http://schemas.microsoft.com/office/drawing/2017/decorative" val="1"/>
              </a:ext>
            </a:extLst>
          </p:cNvPr>
          <p:cNvSpPr>
            <a:spLocks noGrp="1"/>
          </p:cNvSpPr>
          <p:nvPr>
            <p:ph type="dt" sz="half" idx="11"/>
          </p:nvPr>
        </p:nvSpPr>
        <p:spPr/>
        <p:txBody>
          <a:bodyPr/>
          <a:lstStyle/>
          <a:p>
            <a:fld id="{121267FA-A819-477D-9225-00995B20E714}" type="datetimeyyyy">
              <a:rPr lang="en-US" smtClean="0"/>
              <a:t>2025</a:t>
            </a:fld>
            <a:endParaRPr lang="en-US"/>
          </a:p>
        </p:txBody>
      </p:sp>
      <p:sp>
        <p:nvSpPr>
          <p:cNvPr id="3" name="Footer Placeholder 2">
            <a:extLst>
              <a:ext uri="{FF2B5EF4-FFF2-40B4-BE49-F238E27FC236}">
                <a16:creationId xmlns:a16="http://schemas.microsoft.com/office/drawing/2014/main" id="{D59DD454-47DD-EB85-1258-C9F909752D3B}"/>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43ED557A-1FF4-F407-AA0C-4692D001FE9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56</a:t>
            </a:fld>
            <a:endParaRPr lang="en-US"/>
          </a:p>
        </p:txBody>
      </p:sp>
      <p:sp>
        <p:nvSpPr>
          <p:cNvPr id="5" name="Slide Number Placeholder 3">
            <a:extLst>
              <a:ext uri="{FF2B5EF4-FFF2-40B4-BE49-F238E27FC236}">
                <a16:creationId xmlns:a16="http://schemas.microsoft.com/office/drawing/2014/main" id="{856ADF92-7062-B2B3-A647-1A2BC3461AEE}"/>
              </a:ext>
              <a:ext uri="{C183D7F6-B498-43B3-948B-1728B52AA6E4}">
                <adec:decorative xmlns:adec="http://schemas.microsoft.com/office/drawing/2017/decorative" val="1"/>
              </a:ext>
            </a:extLst>
          </p:cNvPr>
          <p:cNvSpPr txBox="1">
            <a:spLocks/>
          </p:cNvSpPr>
          <p:nvPr/>
        </p:nvSpPr>
        <p:spPr>
          <a:xfrm>
            <a:off x="8610600" y="6311194"/>
            <a:ext cx="2971800" cy="365125"/>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9D76C3-A5A9-4168-BE2E-6A3D1757D92E}" type="slidenum">
              <a:rPr lang="en-GB" smtClean="0"/>
              <a:pPr/>
              <a:t>56</a:t>
            </a:fld>
            <a:endParaRPr lang="en-GB"/>
          </a:p>
        </p:txBody>
      </p:sp>
    </p:spTree>
    <p:extLst>
      <p:ext uri="{BB962C8B-B14F-4D97-AF65-F5344CB8AC3E}">
        <p14:creationId xmlns:p14="http://schemas.microsoft.com/office/powerpoint/2010/main" val="26628067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A34D-00F6-6F17-A895-4CE339527053}"/>
              </a:ext>
            </a:extLst>
          </p:cNvPr>
          <p:cNvSpPr>
            <a:spLocks noGrp="1"/>
          </p:cNvSpPr>
          <p:nvPr>
            <p:ph type="title"/>
          </p:nvPr>
        </p:nvSpPr>
        <p:spPr/>
        <p:txBody>
          <a:bodyPr/>
          <a:lstStyle/>
          <a:p>
            <a:r>
              <a:rPr lang="en-US"/>
              <a:t>Our clients </a:t>
            </a:r>
            <a:br>
              <a:rPr lang="en-US"/>
            </a:br>
            <a:r>
              <a:rPr lang="en-US"/>
              <a:t>range from </a:t>
            </a:r>
            <a:r>
              <a:rPr lang="en-US">
                <a:solidFill>
                  <a:schemeClr val="accent1"/>
                </a:solidFill>
              </a:rPr>
              <a:t>leading </a:t>
            </a:r>
            <a:br>
              <a:rPr lang="en-US">
                <a:solidFill>
                  <a:schemeClr val="accent1"/>
                </a:solidFill>
              </a:rPr>
            </a:br>
            <a:r>
              <a:rPr lang="en-US">
                <a:solidFill>
                  <a:schemeClr val="accent1"/>
                </a:solidFill>
              </a:rPr>
              <a:t>global brands </a:t>
            </a:r>
            <a:br>
              <a:rPr lang="en-US">
                <a:solidFill>
                  <a:schemeClr val="accent1"/>
                </a:solidFill>
              </a:rPr>
            </a:br>
            <a:r>
              <a:rPr lang="en-US">
                <a:solidFill>
                  <a:schemeClr val="accent1"/>
                </a:solidFill>
              </a:rPr>
              <a:t>to ambitious startups.</a:t>
            </a:r>
          </a:p>
        </p:txBody>
      </p:sp>
      <p:sp>
        <p:nvSpPr>
          <p:cNvPr id="64" name="Text Placeholder 63">
            <a:extLst>
              <a:ext uri="{FF2B5EF4-FFF2-40B4-BE49-F238E27FC236}">
                <a16:creationId xmlns:a16="http://schemas.microsoft.com/office/drawing/2014/main" id="{F98E31AC-739B-BB48-9044-D9EC588864FF}"/>
              </a:ext>
            </a:extLst>
          </p:cNvPr>
          <p:cNvSpPr>
            <a:spLocks noGrp="1"/>
          </p:cNvSpPr>
          <p:nvPr>
            <p:ph type="body" sz="quarter" idx="13"/>
          </p:nvPr>
        </p:nvSpPr>
        <p:spPr/>
        <p:txBody>
          <a:bodyPr/>
          <a:lstStyle/>
          <a:p>
            <a:endParaRPr lang="en-US"/>
          </a:p>
        </p:txBody>
      </p:sp>
      <p:pic>
        <p:nvPicPr>
          <p:cNvPr id="41" name="Picture 4" descr="Amica Mutual Insurance logo">
            <a:extLst>
              <a:ext uri="{FF2B5EF4-FFF2-40B4-BE49-F238E27FC236}">
                <a16:creationId xmlns:a16="http://schemas.microsoft.com/office/drawing/2014/main" id="{690DA753-7B2A-8656-EADC-4F5655A4AB47}"/>
              </a:ext>
            </a:extLst>
          </p:cNvPr>
          <p:cNvPicPr>
            <a:picLocks noGrp="1" noChangeAspect="1" noChangeArrowheads="1"/>
          </p:cNvPicPr>
          <p:nvPr>
            <p:ph type="pic" sz="quarter" idx="15"/>
          </p:nvPr>
        </p:nvPicPr>
        <p:blipFill rotWithShape="1">
          <a:blip r:embed="rId2" cstate="email">
            <a:extLst>
              <a:ext uri="{28A0092B-C50C-407E-A947-70E740481C1C}">
                <a14:useLocalDpi xmlns:a14="http://schemas.microsoft.com/office/drawing/2010/main"/>
              </a:ext>
            </a:extLst>
          </a:blip>
          <a:srcRect l="-15525" t="-4556" r="-15525" b="-4556"/>
          <a:stretch/>
        </p:blipFill>
        <p:spPr>
          <a:xfrm>
            <a:off x="5230787" y="548592"/>
            <a:ext cx="1644650" cy="548640"/>
          </a:xfrm>
        </p:spPr>
      </p:pic>
      <p:pic>
        <p:nvPicPr>
          <p:cNvPr id="42" name="Picture 6" descr="Allstate Logo">
            <a:extLst>
              <a:ext uri="{FF2B5EF4-FFF2-40B4-BE49-F238E27FC236}">
                <a16:creationId xmlns:a16="http://schemas.microsoft.com/office/drawing/2014/main" id="{67E61E8F-AAE7-238D-0CA5-D0EAEB59CB22}"/>
              </a:ext>
            </a:extLst>
          </p:cNvPr>
          <p:cNvPicPr>
            <a:picLocks noGrp="1" noChangeAspect="1" noChangeArrowheads="1"/>
          </p:cNvPicPr>
          <p:nvPr>
            <p:ph type="pic" sz="quarter" idx="16"/>
          </p:nvPr>
        </p:nvPicPr>
        <p:blipFill rotWithShape="1">
          <a:blip r:embed="rId3" cstate="email">
            <a:extLst>
              <a:ext uri="{28A0092B-C50C-407E-A947-70E740481C1C}">
                <a14:useLocalDpi xmlns:a14="http://schemas.microsoft.com/office/drawing/2010/main"/>
              </a:ext>
            </a:extLst>
          </a:blip>
          <a:srcRect/>
          <a:stretch/>
        </p:blipFill>
        <p:spPr>
          <a:xfrm>
            <a:off x="7577540" y="548592"/>
            <a:ext cx="1644650" cy="548640"/>
          </a:xfrm>
        </p:spPr>
      </p:pic>
      <p:pic>
        <p:nvPicPr>
          <p:cNvPr id="7" name="Graphic 6">
            <a:extLst>
              <a:ext uri="{FF2B5EF4-FFF2-40B4-BE49-F238E27FC236}">
                <a16:creationId xmlns:a16="http://schemas.microsoft.com/office/drawing/2014/main" id="{C38B7D25-3C94-5600-C10F-CA33D7DD73AD}"/>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833029" y="582787"/>
            <a:ext cx="1847088" cy="370380"/>
          </a:xfrm>
          <a:prstGeom prst="rect">
            <a:avLst/>
          </a:prstGeom>
        </p:spPr>
      </p:pic>
      <p:pic>
        <p:nvPicPr>
          <p:cNvPr id="9" name="Graphic 8">
            <a:extLst>
              <a:ext uri="{FF2B5EF4-FFF2-40B4-BE49-F238E27FC236}">
                <a16:creationId xmlns:a16="http://schemas.microsoft.com/office/drawing/2014/main" id="{145384BB-917B-8CB0-EFCC-3347EDCAA98B}"/>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05083" y="1768722"/>
            <a:ext cx="1663700" cy="304800"/>
          </a:xfrm>
          <a:prstGeom prst="rect">
            <a:avLst/>
          </a:prstGeom>
        </p:spPr>
      </p:pic>
      <p:pic>
        <p:nvPicPr>
          <p:cNvPr id="44" name="Picture 12" descr="Coca-Cola logo">
            <a:extLst>
              <a:ext uri="{FF2B5EF4-FFF2-40B4-BE49-F238E27FC236}">
                <a16:creationId xmlns:a16="http://schemas.microsoft.com/office/drawing/2014/main" id="{3CBF2569-01D0-8C3A-17BF-5AB363A440F5}"/>
              </a:ext>
            </a:extLst>
          </p:cNvPr>
          <p:cNvPicPr>
            <a:picLocks noGrp="1" noChangeAspect="1" noChangeArrowheads="1"/>
          </p:cNvPicPr>
          <p:nvPr>
            <p:ph type="pic" sz="quarter" idx="18"/>
          </p:nvPr>
        </p:nvPicPr>
        <p:blipFill rotWithShape="1">
          <a:blip r:embed="rId8" cstate="email">
            <a:extLst>
              <a:ext uri="{28A0092B-C50C-407E-A947-70E740481C1C}">
                <a14:useLocalDpi xmlns:a14="http://schemas.microsoft.com/office/drawing/2010/main"/>
              </a:ext>
            </a:extLst>
          </a:blip>
          <a:srcRect l="-20626" r="-20626"/>
          <a:stretch/>
        </p:blipFill>
        <p:spPr>
          <a:xfrm>
            <a:off x="7577540" y="1619440"/>
            <a:ext cx="1644650" cy="548640"/>
          </a:xfrm>
        </p:spPr>
      </p:pic>
      <p:pic>
        <p:nvPicPr>
          <p:cNvPr id="13" name="Picture 12" descr="Logo&#10;&#10;Description automatically generated">
            <a:extLst>
              <a:ext uri="{FF2B5EF4-FFF2-40B4-BE49-F238E27FC236}">
                <a16:creationId xmlns:a16="http://schemas.microsoft.com/office/drawing/2014/main" id="{1C30C076-0235-F23A-7275-E5EE42B4DF28}"/>
              </a:ext>
            </a:extLst>
          </p:cNvPr>
          <p:cNvPicPr>
            <a:picLocks noChangeAspect="1"/>
          </p:cNvPicPr>
          <p:nvPr/>
        </p:nvPicPr>
        <p:blipFill>
          <a:blip r:embed="rId9"/>
          <a:stretch>
            <a:fillRect/>
          </a:stretch>
        </p:blipFill>
        <p:spPr>
          <a:xfrm>
            <a:off x="10145338" y="1409087"/>
            <a:ext cx="1294684" cy="719269"/>
          </a:xfrm>
          <a:prstGeom prst="rect">
            <a:avLst/>
          </a:prstGeom>
        </p:spPr>
      </p:pic>
      <p:pic>
        <p:nvPicPr>
          <p:cNvPr id="49" name="Picture 22" descr="Hyatt logo">
            <a:extLst>
              <a:ext uri="{FF2B5EF4-FFF2-40B4-BE49-F238E27FC236}">
                <a16:creationId xmlns:a16="http://schemas.microsoft.com/office/drawing/2014/main" id="{DB51A079-1CB2-D6E9-33E4-E91A8E55B7F2}"/>
              </a:ext>
            </a:extLst>
          </p:cNvPr>
          <p:cNvPicPr>
            <a:picLocks noGrp="1" noChangeAspect="1" noChangeArrowheads="1"/>
          </p:cNvPicPr>
          <p:nvPr>
            <p:ph type="pic" sz="quarter" idx="23"/>
          </p:nvPr>
        </p:nvPicPr>
        <p:blipFill rotWithShape="1">
          <a:blip r:embed="rId10" cstate="email">
            <a:extLst>
              <a:ext uri="{28A0092B-C50C-407E-A947-70E740481C1C}">
                <a14:useLocalDpi xmlns:a14="http://schemas.microsoft.com/office/drawing/2010/main"/>
              </a:ext>
            </a:extLst>
          </a:blip>
          <a:srcRect l="-9763" t="-32680" r="-9763" b="-32680"/>
          <a:stretch/>
        </p:blipFill>
        <p:spPr>
          <a:xfrm>
            <a:off x="5338884" y="2925466"/>
            <a:ext cx="1644650" cy="548640"/>
          </a:xfrm>
        </p:spPr>
      </p:pic>
      <p:pic>
        <p:nvPicPr>
          <p:cNvPr id="15" name="Picture 14" descr="Shape&#10;&#10;Description automatically generated with medium confidence">
            <a:extLst>
              <a:ext uri="{FF2B5EF4-FFF2-40B4-BE49-F238E27FC236}">
                <a16:creationId xmlns:a16="http://schemas.microsoft.com/office/drawing/2014/main" id="{4A13F131-9189-C41C-F051-B739CF01C448}"/>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0012728" y="2925466"/>
            <a:ext cx="1487689" cy="422835"/>
          </a:xfrm>
          <a:prstGeom prst="rect">
            <a:avLst/>
          </a:prstGeom>
        </p:spPr>
      </p:pic>
      <p:pic>
        <p:nvPicPr>
          <p:cNvPr id="17" name="Picture 16" descr="Shape&#10;&#10;Description automatically generated with medium confidence">
            <a:extLst>
              <a:ext uri="{FF2B5EF4-FFF2-40B4-BE49-F238E27FC236}">
                <a16:creationId xmlns:a16="http://schemas.microsoft.com/office/drawing/2014/main" id="{A7DCF1D9-B087-3761-EE32-CAF3F7603730}"/>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5230787" y="4225412"/>
            <a:ext cx="1925507" cy="244646"/>
          </a:xfrm>
          <a:prstGeom prst="rect">
            <a:avLst/>
          </a:prstGeom>
        </p:spPr>
      </p:pic>
      <p:pic>
        <p:nvPicPr>
          <p:cNvPr id="51" name="Picture 28" descr="REI LOGO">
            <a:extLst>
              <a:ext uri="{FF2B5EF4-FFF2-40B4-BE49-F238E27FC236}">
                <a16:creationId xmlns:a16="http://schemas.microsoft.com/office/drawing/2014/main" id="{A93CB927-7270-197D-1181-65A27B48B620}"/>
              </a:ext>
            </a:extLst>
          </p:cNvPr>
          <p:cNvPicPr>
            <a:picLocks noGrp="1" noChangeAspect="1" noChangeArrowheads="1"/>
          </p:cNvPicPr>
          <p:nvPr>
            <p:ph type="pic" sz="quarter" idx="25"/>
          </p:nvPr>
        </p:nvPicPr>
        <p:blipFill rotWithShape="1">
          <a:blip r:embed="rId13" cstate="email">
            <a:extLst>
              <a:ext uri="{28A0092B-C50C-407E-A947-70E740481C1C}">
                <a14:useLocalDpi xmlns:a14="http://schemas.microsoft.com/office/drawing/2010/main"/>
              </a:ext>
            </a:extLst>
          </a:blip>
          <a:srcRect l="-34789" t="-9020" r="-34789" b="-9020"/>
          <a:stretch/>
        </p:blipFill>
        <p:spPr>
          <a:xfrm>
            <a:off x="7577540" y="3972872"/>
            <a:ext cx="1644650" cy="548640"/>
          </a:xfrm>
        </p:spPr>
      </p:pic>
      <p:pic>
        <p:nvPicPr>
          <p:cNvPr id="19" name="Picture 18" descr="Icon&#10;&#10;Description automatically generated">
            <a:extLst>
              <a:ext uri="{FF2B5EF4-FFF2-40B4-BE49-F238E27FC236}">
                <a16:creationId xmlns:a16="http://schemas.microsoft.com/office/drawing/2014/main" id="{259FFBEC-4822-BC5B-6100-EDD0469720D4}"/>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10268180" y="3972872"/>
            <a:ext cx="1048999" cy="428672"/>
          </a:xfrm>
          <a:prstGeom prst="rect">
            <a:avLst/>
          </a:prstGeom>
        </p:spPr>
      </p:pic>
      <p:pic>
        <p:nvPicPr>
          <p:cNvPr id="53" name="Picture 32" descr="US Foods logo">
            <a:extLst>
              <a:ext uri="{FF2B5EF4-FFF2-40B4-BE49-F238E27FC236}">
                <a16:creationId xmlns:a16="http://schemas.microsoft.com/office/drawing/2014/main" id="{E3D0250D-5B51-6784-7190-B660DEC270F8}"/>
              </a:ext>
            </a:extLst>
          </p:cNvPr>
          <p:cNvPicPr>
            <a:picLocks noGrp="1" noChangeAspect="1" noChangeArrowheads="1"/>
          </p:cNvPicPr>
          <p:nvPr>
            <p:ph type="pic" sz="quarter" idx="27"/>
          </p:nvPr>
        </p:nvPicPr>
        <p:blipFill rotWithShape="1">
          <a:blip r:embed="rId15" cstate="email">
            <a:extLst>
              <a:ext uri="{28A0092B-C50C-407E-A947-70E740481C1C}">
                <a14:useLocalDpi xmlns:a14="http://schemas.microsoft.com/office/drawing/2010/main"/>
              </a:ext>
            </a:extLst>
          </a:blip>
          <a:srcRect l="-88735" r="-88735"/>
          <a:stretch/>
        </p:blipFill>
        <p:spPr>
          <a:xfrm>
            <a:off x="7623602" y="5212128"/>
            <a:ext cx="1644650" cy="548640"/>
          </a:xfrm>
        </p:spPr>
      </p:pic>
      <p:pic>
        <p:nvPicPr>
          <p:cNvPr id="54" name="Picture 40" descr="Western Union logo">
            <a:extLst>
              <a:ext uri="{FF2B5EF4-FFF2-40B4-BE49-F238E27FC236}">
                <a16:creationId xmlns:a16="http://schemas.microsoft.com/office/drawing/2014/main" id="{AEBDC119-C161-3D87-0193-ECEBEE140D5F}"/>
              </a:ext>
              <a:ext uri="{C183D7F6-B498-43B3-948B-1728B52AA6E4}">
                <adec:decorative xmlns:adec="http://schemas.microsoft.com/office/drawing/2017/decorative" val="0"/>
              </a:ext>
            </a:extLst>
          </p:cNvPr>
          <p:cNvPicPr>
            <a:picLocks noGrp="1" noChangeAspect="1" noChangeArrowheads="1"/>
          </p:cNvPicPr>
          <p:nvPr>
            <p:ph type="pic" sz="quarter" idx="28"/>
          </p:nvPr>
        </p:nvPicPr>
        <p:blipFill rotWithShape="1">
          <a:blip r:embed="rId16" cstate="email">
            <a:extLst>
              <a:ext uri="{28A0092B-C50C-407E-A947-70E740481C1C}">
                <a14:useLocalDpi xmlns:a14="http://schemas.microsoft.com/office/drawing/2010/main"/>
              </a:ext>
            </a:extLst>
          </a:blip>
          <a:srcRect l="-10253" t="-19054" r="-10253" b="-19054"/>
          <a:stretch/>
        </p:blipFill>
        <p:spPr>
          <a:xfrm>
            <a:off x="9970355" y="5212128"/>
            <a:ext cx="1644650" cy="548640"/>
          </a:xfrm>
        </p:spPr>
      </p:pic>
      <p:sp>
        <p:nvSpPr>
          <p:cNvPr id="5" name="Date Placeholder 4">
            <a:extLst>
              <a:ext uri="{FF2B5EF4-FFF2-40B4-BE49-F238E27FC236}">
                <a16:creationId xmlns:a16="http://schemas.microsoft.com/office/drawing/2014/main" id="{1AEFCFBB-93B6-5D86-E066-43691E7F3585}"/>
              </a:ext>
              <a:ext uri="{C183D7F6-B498-43B3-948B-1728B52AA6E4}">
                <adec:decorative xmlns:adec="http://schemas.microsoft.com/office/drawing/2017/decorative" val="1"/>
              </a:ext>
            </a:extLst>
          </p:cNvPr>
          <p:cNvSpPr>
            <a:spLocks noGrp="1"/>
          </p:cNvSpPr>
          <p:nvPr>
            <p:ph type="dt" sz="half" idx="11"/>
          </p:nvPr>
        </p:nvSpPr>
        <p:spPr/>
        <p:txBody>
          <a:bodyPr/>
          <a:lstStyle/>
          <a:p>
            <a:fld id="{7D91A008-C39B-45CD-AED4-464E47352902}" type="datetimeyyyy">
              <a:rPr lang="en-US" smtClean="0"/>
              <a:t>2025</a:t>
            </a:fld>
            <a:endParaRPr lang="en-US"/>
          </a:p>
        </p:txBody>
      </p:sp>
      <p:sp>
        <p:nvSpPr>
          <p:cNvPr id="10" name="Footer Placeholder 9">
            <a:extLst>
              <a:ext uri="{FF2B5EF4-FFF2-40B4-BE49-F238E27FC236}">
                <a16:creationId xmlns:a16="http://schemas.microsoft.com/office/drawing/2014/main" id="{3C4FAC03-3817-4D4A-8EB8-B35C4D9F414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2614877B-3846-57EA-5B9C-845F160B106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57</a:t>
            </a:fld>
            <a:endParaRPr lang="en-US"/>
          </a:p>
        </p:txBody>
      </p:sp>
      <p:pic>
        <p:nvPicPr>
          <p:cNvPr id="16" name="Picture Placeholder 15" descr="A logo with blue text&#10;&#10;Description automatically generated">
            <a:extLst>
              <a:ext uri="{FF2B5EF4-FFF2-40B4-BE49-F238E27FC236}">
                <a16:creationId xmlns:a16="http://schemas.microsoft.com/office/drawing/2014/main" id="{469EDBCE-F580-9B80-0F6F-7D6BB61E9680}"/>
              </a:ext>
            </a:extLst>
          </p:cNvPr>
          <p:cNvPicPr>
            <a:picLocks noGrp="1" noChangeAspect="1"/>
          </p:cNvPicPr>
          <p:nvPr>
            <p:ph type="pic" sz="quarter" idx="14"/>
          </p:nvPr>
        </p:nvPicPr>
        <p:blipFill>
          <a:blip r:embed="rId17" cstate="email">
            <a:extLst>
              <a:ext uri="{28A0092B-C50C-407E-A947-70E740481C1C}">
                <a14:useLocalDpi xmlns:a14="http://schemas.microsoft.com/office/drawing/2010/main"/>
              </a:ext>
            </a:extLst>
          </a:blip>
          <a:srcRect/>
          <a:stretch>
            <a:fillRect/>
          </a:stretch>
        </p:blipFill>
        <p:spPr>
          <a:xfrm>
            <a:off x="5152205" y="5135454"/>
            <a:ext cx="2157029" cy="711912"/>
          </a:xfrm>
        </p:spPr>
      </p:pic>
      <p:pic>
        <p:nvPicPr>
          <p:cNvPr id="3" name="Picture 2" descr="A red and black logo&#10;&#10;Description automatically generated">
            <a:extLst>
              <a:ext uri="{FF2B5EF4-FFF2-40B4-BE49-F238E27FC236}">
                <a16:creationId xmlns:a16="http://schemas.microsoft.com/office/drawing/2014/main" id="{B0F04205-44FF-944A-4FC8-D4013535BF4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7304690" y="2415190"/>
            <a:ext cx="2187465" cy="1456121"/>
          </a:xfrm>
          <a:prstGeom prst="rect">
            <a:avLst/>
          </a:prstGeom>
        </p:spPr>
      </p:pic>
    </p:spTree>
    <p:extLst>
      <p:ext uri="{BB962C8B-B14F-4D97-AF65-F5344CB8AC3E}">
        <p14:creationId xmlns:p14="http://schemas.microsoft.com/office/powerpoint/2010/main" val="4787238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E254CB8-A3CB-1762-746D-D8CFA9732DB0}"/>
              </a:ext>
            </a:extLst>
          </p:cNvPr>
          <p:cNvSpPr>
            <a:spLocks noGrp="1"/>
          </p:cNvSpPr>
          <p:nvPr>
            <p:ph type="title"/>
          </p:nvPr>
        </p:nvSpPr>
        <p:spPr/>
        <p:txBody>
          <a:bodyPr/>
          <a:lstStyle/>
          <a:p>
            <a:r>
              <a:rPr lang="en-US"/>
              <a:t>Our company culture sets us apart. </a:t>
            </a:r>
            <a:br>
              <a:rPr lang="en-US"/>
            </a:br>
            <a:r>
              <a:rPr lang="en-US"/>
              <a:t>These </a:t>
            </a:r>
            <a:r>
              <a:rPr lang="en-US">
                <a:solidFill>
                  <a:schemeClr val="accent1"/>
                </a:solidFill>
              </a:rPr>
              <a:t>core values </a:t>
            </a:r>
            <a:r>
              <a:rPr lang="en-US"/>
              <a:t>guide how we work </a:t>
            </a:r>
            <a:br>
              <a:rPr lang="en-US"/>
            </a:br>
            <a:r>
              <a:rPr lang="en-US"/>
              <a:t>with our customers, teams, and communities.</a:t>
            </a:r>
          </a:p>
        </p:txBody>
      </p:sp>
      <p:sp>
        <p:nvSpPr>
          <p:cNvPr id="2" name="Date Placeholder 1">
            <a:extLst>
              <a:ext uri="{FF2B5EF4-FFF2-40B4-BE49-F238E27FC236}">
                <a16:creationId xmlns:a16="http://schemas.microsoft.com/office/drawing/2014/main" id="{F4089608-F6CB-078D-B876-F567E5C51D14}"/>
              </a:ext>
              <a:ext uri="{C183D7F6-B498-43B3-948B-1728B52AA6E4}">
                <adec:decorative xmlns:adec="http://schemas.microsoft.com/office/drawing/2017/decorative" val="1"/>
              </a:ext>
            </a:extLst>
          </p:cNvPr>
          <p:cNvSpPr>
            <a:spLocks noGrp="1"/>
          </p:cNvSpPr>
          <p:nvPr>
            <p:ph type="dt" sz="half" idx="10"/>
          </p:nvPr>
        </p:nvSpPr>
        <p:spPr/>
        <p:txBody>
          <a:bodyPr/>
          <a:lstStyle/>
          <a:p>
            <a:fld id="{747EF8B4-3F64-4464-9E01-16A0857AF9E6}" type="datetimeyyyy">
              <a:rPr lang="en-US" smtClean="0"/>
              <a:t>2025</a:t>
            </a:fld>
            <a:endParaRPr lang="en-US"/>
          </a:p>
        </p:txBody>
      </p:sp>
      <p:sp>
        <p:nvSpPr>
          <p:cNvPr id="3" name="Footer Placeholder 2">
            <a:extLst>
              <a:ext uri="{FF2B5EF4-FFF2-40B4-BE49-F238E27FC236}">
                <a16:creationId xmlns:a16="http://schemas.microsoft.com/office/drawing/2014/main" id="{99440DBF-41C5-6555-6910-A2315AD24CD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CD405B89-3B0C-E890-E60A-E294FAD0B16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58</a:t>
            </a:fld>
            <a:endParaRPr lang="en-US"/>
          </a:p>
        </p:txBody>
      </p:sp>
      <p:pic>
        <p:nvPicPr>
          <p:cNvPr id="28" name="Graphic 27">
            <a:extLst>
              <a:ext uri="{FF2B5EF4-FFF2-40B4-BE49-F238E27FC236}">
                <a16:creationId xmlns:a16="http://schemas.microsoft.com/office/drawing/2014/main" id="{78ABB310-9CCF-6461-E759-E115C98DCC61}"/>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43671" y="2713646"/>
            <a:ext cx="685800" cy="685800"/>
          </a:xfrm>
          <a:prstGeom prst="rect">
            <a:avLst/>
          </a:prstGeom>
        </p:spPr>
      </p:pic>
      <p:sp>
        <p:nvSpPr>
          <p:cNvPr id="11" name="object 2">
            <a:extLst>
              <a:ext uri="{FF2B5EF4-FFF2-40B4-BE49-F238E27FC236}">
                <a16:creationId xmlns:a16="http://schemas.microsoft.com/office/drawing/2014/main" id="{63970536-8A79-3448-BE33-D836A23B2DD5}"/>
              </a:ext>
            </a:extLst>
          </p:cNvPr>
          <p:cNvSpPr txBox="1"/>
          <p:nvPr/>
        </p:nvSpPr>
        <p:spPr>
          <a:xfrm>
            <a:off x="571500" y="3515950"/>
            <a:ext cx="1608061" cy="408350"/>
          </a:xfrm>
          <a:prstGeom prst="rect">
            <a:avLst/>
          </a:prstGeom>
        </p:spPr>
        <p:txBody>
          <a:bodyPr vert="horz" wrap="square" lIns="0" tIns="7315" rIns="0" bIns="0" rtlCol="0">
            <a:noAutofit/>
          </a:bodyPr>
          <a:lstStyle/>
          <a:p>
            <a:pPr marR="3080">
              <a:lnSpc>
                <a:spcPct val="90000"/>
              </a:lnSpc>
              <a:spcBef>
                <a:spcPct val="0"/>
              </a:spcBef>
            </a:pPr>
            <a:r>
              <a:rPr lang="en-US" sz="1400" b="1">
                <a:ea typeface="+mj-ea"/>
                <a:cs typeface="+mj-cs"/>
              </a:rPr>
              <a:t>Do what is </a:t>
            </a:r>
            <a:br>
              <a:rPr lang="en-US" sz="1400" b="1">
                <a:ea typeface="+mj-ea"/>
                <a:cs typeface="+mj-cs"/>
              </a:rPr>
            </a:br>
            <a:r>
              <a:rPr lang="en-US" sz="1400" b="1">
                <a:ea typeface="+mj-ea"/>
                <a:cs typeface="+mj-cs"/>
              </a:rPr>
              <a:t>right, always.</a:t>
            </a:r>
            <a:endParaRPr sz="1400" b="1">
              <a:ea typeface="+mj-ea"/>
              <a:cs typeface="+mj-cs"/>
            </a:endParaRPr>
          </a:p>
        </p:txBody>
      </p:sp>
      <p:pic>
        <p:nvPicPr>
          <p:cNvPr id="29" name="Graphic 28">
            <a:extLst>
              <a:ext uri="{FF2B5EF4-FFF2-40B4-BE49-F238E27FC236}">
                <a16:creationId xmlns:a16="http://schemas.microsoft.com/office/drawing/2014/main" id="{5C682EB9-88DF-43B1-06DB-0BF0A399F2C8}"/>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476500" y="2724329"/>
            <a:ext cx="685800" cy="685800"/>
          </a:xfrm>
          <a:prstGeom prst="rect">
            <a:avLst/>
          </a:prstGeom>
        </p:spPr>
      </p:pic>
      <p:sp>
        <p:nvSpPr>
          <p:cNvPr id="12" name="object 4">
            <a:extLst>
              <a:ext uri="{FF2B5EF4-FFF2-40B4-BE49-F238E27FC236}">
                <a16:creationId xmlns:a16="http://schemas.microsoft.com/office/drawing/2014/main" id="{781EB709-D1A4-D8B6-653E-D6D5DFC10D7C}"/>
              </a:ext>
            </a:extLst>
          </p:cNvPr>
          <p:cNvSpPr txBox="1">
            <a:spLocks/>
          </p:cNvSpPr>
          <p:nvPr/>
        </p:nvSpPr>
        <p:spPr>
          <a:xfrm>
            <a:off x="2469163" y="3515950"/>
            <a:ext cx="1608061" cy="408350"/>
          </a:xfrm>
          <a:prstGeom prst="rect">
            <a:avLst/>
          </a:prstGeom>
        </p:spPr>
        <p:txBody>
          <a:bodyPr vert="horz" wrap="square" lIns="0" tIns="7315" rIns="0" bIns="0" rtlCol="0">
            <a:noAutofit/>
          </a:bodyPr>
          <a:lstStyle/>
          <a:p>
            <a:pPr marR="3080">
              <a:lnSpc>
                <a:spcPct val="90000"/>
              </a:lnSpc>
              <a:spcBef>
                <a:spcPct val="0"/>
              </a:spcBef>
            </a:pPr>
            <a:r>
              <a:rPr lang="en-US" sz="1400" b="1"/>
              <a:t>Drive connection and teamwork.</a:t>
            </a:r>
          </a:p>
        </p:txBody>
      </p:sp>
      <p:pic>
        <p:nvPicPr>
          <p:cNvPr id="32" name="Graphic 31">
            <a:extLst>
              <a:ext uri="{FF2B5EF4-FFF2-40B4-BE49-F238E27FC236}">
                <a16:creationId xmlns:a16="http://schemas.microsoft.com/office/drawing/2014/main" id="{25874F00-E4B9-F54C-BDF1-500EA847FD43}"/>
              </a:ext>
              <a:ext uri="{C183D7F6-B498-43B3-948B-1728B52AA6E4}">
                <adec:decorative xmlns:adec="http://schemas.microsoft.com/office/drawing/2017/decorative" val="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34584" y="2735124"/>
            <a:ext cx="685800" cy="685800"/>
          </a:xfrm>
          <a:prstGeom prst="rect">
            <a:avLst/>
          </a:prstGeom>
        </p:spPr>
      </p:pic>
      <p:sp>
        <p:nvSpPr>
          <p:cNvPr id="18" name="object 6">
            <a:extLst>
              <a:ext uri="{FF2B5EF4-FFF2-40B4-BE49-F238E27FC236}">
                <a16:creationId xmlns:a16="http://schemas.microsoft.com/office/drawing/2014/main" id="{85B8EEC8-FE09-5671-540C-76B9C27D2F42}"/>
              </a:ext>
            </a:extLst>
          </p:cNvPr>
          <p:cNvSpPr txBox="1">
            <a:spLocks/>
          </p:cNvSpPr>
          <p:nvPr/>
        </p:nvSpPr>
        <p:spPr>
          <a:xfrm>
            <a:off x="4333135" y="3515950"/>
            <a:ext cx="1608061" cy="408350"/>
          </a:xfrm>
          <a:prstGeom prst="rect">
            <a:avLst/>
          </a:prstGeom>
        </p:spPr>
        <p:txBody>
          <a:bodyPr vert="horz" wrap="square" lIns="0" tIns="7315" rIns="0" bIns="0" rtlCol="0">
            <a:noAutofit/>
          </a:bodyPr>
          <a:lstStyle/>
          <a:p>
            <a:pPr marR="3080">
              <a:lnSpc>
                <a:spcPct val="90000"/>
              </a:lnSpc>
              <a:spcBef>
                <a:spcPct val="0"/>
              </a:spcBef>
            </a:pPr>
            <a:r>
              <a:rPr lang="en-US" sz="1400" b="1"/>
              <a:t>Inspire passion and adventure.</a:t>
            </a:r>
          </a:p>
        </p:txBody>
      </p:sp>
      <p:pic>
        <p:nvPicPr>
          <p:cNvPr id="31" name="Graphic 30">
            <a:extLst>
              <a:ext uri="{FF2B5EF4-FFF2-40B4-BE49-F238E27FC236}">
                <a16:creationId xmlns:a16="http://schemas.microsoft.com/office/drawing/2014/main" id="{044241A8-362C-68E6-AA33-74AD8CC1D8F2}"/>
              </a:ext>
              <a:ext uri="{C183D7F6-B498-43B3-948B-1728B52AA6E4}">
                <adec:decorative xmlns:adec="http://schemas.microsoft.com/office/drawing/2017/decorative" val="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228526" y="2735124"/>
            <a:ext cx="685800" cy="685800"/>
          </a:xfrm>
          <a:prstGeom prst="rect">
            <a:avLst/>
          </a:prstGeom>
        </p:spPr>
      </p:pic>
      <p:sp>
        <p:nvSpPr>
          <p:cNvPr id="19" name="object 4">
            <a:extLst>
              <a:ext uri="{FF2B5EF4-FFF2-40B4-BE49-F238E27FC236}">
                <a16:creationId xmlns:a16="http://schemas.microsoft.com/office/drawing/2014/main" id="{DDA5BD1C-E1D8-D18E-4414-C3CEF4171185}"/>
              </a:ext>
            </a:extLst>
          </p:cNvPr>
          <p:cNvSpPr txBox="1">
            <a:spLocks/>
          </p:cNvSpPr>
          <p:nvPr/>
        </p:nvSpPr>
        <p:spPr>
          <a:xfrm>
            <a:off x="6223000" y="3515950"/>
            <a:ext cx="1608061" cy="408350"/>
          </a:xfrm>
          <a:prstGeom prst="rect">
            <a:avLst/>
          </a:prstGeom>
        </p:spPr>
        <p:txBody>
          <a:bodyPr vert="horz" wrap="square" lIns="0" tIns="7315" rIns="0" bIns="0" rtlCol="0">
            <a:noAutofit/>
          </a:bodyPr>
          <a:lstStyle/>
          <a:p>
            <a:pPr marR="3080">
              <a:lnSpc>
                <a:spcPct val="90000"/>
              </a:lnSpc>
              <a:spcBef>
                <a:spcPct val="0"/>
              </a:spcBef>
            </a:pPr>
            <a:r>
              <a:rPr lang="en-US" sz="1400" b="1"/>
              <a:t>Take ownership. Get it done.</a:t>
            </a:r>
          </a:p>
        </p:txBody>
      </p:sp>
      <p:pic>
        <p:nvPicPr>
          <p:cNvPr id="39" name="Graphic 38">
            <a:extLst>
              <a:ext uri="{FF2B5EF4-FFF2-40B4-BE49-F238E27FC236}">
                <a16:creationId xmlns:a16="http://schemas.microsoft.com/office/drawing/2014/main" id="{C1562C61-DB09-2978-3FCC-E3AD51221DAC}"/>
              </a:ext>
              <a:ext uri="{C183D7F6-B498-43B3-948B-1728B52AA6E4}">
                <adec:decorative xmlns:adec="http://schemas.microsoft.com/office/drawing/2017/decorative" val="1"/>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115300" y="2737374"/>
            <a:ext cx="685800" cy="685800"/>
          </a:xfrm>
          <a:prstGeom prst="rect">
            <a:avLst/>
          </a:prstGeom>
        </p:spPr>
      </p:pic>
      <p:sp>
        <p:nvSpPr>
          <p:cNvPr id="20" name="object 6">
            <a:extLst>
              <a:ext uri="{FF2B5EF4-FFF2-40B4-BE49-F238E27FC236}">
                <a16:creationId xmlns:a16="http://schemas.microsoft.com/office/drawing/2014/main" id="{8449C3E8-6A6E-5D8B-70EA-0C45599F6A34}"/>
              </a:ext>
            </a:extLst>
          </p:cNvPr>
          <p:cNvSpPr txBox="1">
            <a:spLocks/>
          </p:cNvSpPr>
          <p:nvPr/>
        </p:nvSpPr>
        <p:spPr>
          <a:xfrm>
            <a:off x="8102232" y="3515950"/>
            <a:ext cx="1608061" cy="408350"/>
          </a:xfrm>
          <a:prstGeom prst="rect">
            <a:avLst/>
          </a:prstGeom>
        </p:spPr>
        <p:txBody>
          <a:bodyPr vert="horz" wrap="square" lIns="0" tIns="7315" rIns="0" bIns="0" rtlCol="0">
            <a:noAutofit/>
          </a:bodyPr>
          <a:lstStyle/>
          <a:p>
            <a:pPr marL="7700" marR="3080"/>
            <a:r>
              <a:rPr lang="en-US" sz="1400" b="1">
                <a:cs typeface="Avenir Next LT Pro" panose="020B0504020202020204" pitchFamily="34" charset="0"/>
              </a:rPr>
              <a:t>Celebrate authenticity.</a:t>
            </a:r>
            <a:endParaRPr lang="en-US" sz="1400">
              <a:cs typeface="Avenir Next LT Pro" panose="020B0504020202020204" pitchFamily="34" charset="0"/>
            </a:endParaRPr>
          </a:p>
        </p:txBody>
      </p:sp>
      <p:pic>
        <p:nvPicPr>
          <p:cNvPr id="30" name="Graphic 29">
            <a:extLst>
              <a:ext uri="{FF2B5EF4-FFF2-40B4-BE49-F238E27FC236}">
                <a16:creationId xmlns:a16="http://schemas.microsoft.com/office/drawing/2014/main" id="{FB881AA8-1752-CA48-DA98-6ECE8CC3791F}"/>
              </a:ext>
              <a:ext uri="{C183D7F6-B498-43B3-948B-1728B52AA6E4}">
                <adec:decorative xmlns:adec="http://schemas.microsoft.com/office/drawing/2017/decorative" val="1"/>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580046" y="4503989"/>
            <a:ext cx="685800" cy="685800"/>
          </a:xfrm>
          <a:prstGeom prst="rect">
            <a:avLst/>
          </a:prstGeom>
        </p:spPr>
      </p:pic>
      <p:sp>
        <p:nvSpPr>
          <p:cNvPr id="21" name="object 3">
            <a:extLst>
              <a:ext uri="{FF2B5EF4-FFF2-40B4-BE49-F238E27FC236}">
                <a16:creationId xmlns:a16="http://schemas.microsoft.com/office/drawing/2014/main" id="{2819A8B4-6E6A-71B7-9CFF-C59B6C8457BD}"/>
              </a:ext>
            </a:extLst>
          </p:cNvPr>
          <p:cNvSpPr txBox="1">
            <a:spLocks/>
          </p:cNvSpPr>
          <p:nvPr/>
        </p:nvSpPr>
        <p:spPr>
          <a:xfrm>
            <a:off x="571500" y="5312949"/>
            <a:ext cx="1608061" cy="408350"/>
          </a:xfrm>
          <a:prstGeom prst="rect">
            <a:avLst/>
          </a:prstGeom>
        </p:spPr>
        <p:txBody>
          <a:bodyPr vert="horz" wrap="square" lIns="0" tIns="7315" rIns="0" bIns="0" rtlCol="0">
            <a:noAutofit/>
          </a:bodyPr>
          <a:lstStyle/>
          <a:p>
            <a:pPr marR="3080">
              <a:lnSpc>
                <a:spcPct val="90000"/>
              </a:lnSpc>
              <a:spcBef>
                <a:spcPct val="0"/>
              </a:spcBef>
            </a:pPr>
            <a:r>
              <a:rPr lang="en-US" sz="1400" b="1"/>
              <a:t>Focus on outcomes.</a:t>
            </a:r>
          </a:p>
        </p:txBody>
      </p:sp>
      <p:pic>
        <p:nvPicPr>
          <p:cNvPr id="40" name="Graphic 39">
            <a:extLst>
              <a:ext uri="{FF2B5EF4-FFF2-40B4-BE49-F238E27FC236}">
                <a16:creationId xmlns:a16="http://schemas.microsoft.com/office/drawing/2014/main" id="{D0018E91-0F2E-0A32-FD93-A74CE7DDD52B}"/>
              </a:ext>
              <a:ext uri="{C183D7F6-B498-43B3-948B-1728B52AA6E4}">
                <adec:decorative xmlns:adec="http://schemas.microsoft.com/office/drawing/2017/decorative" val="1"/>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2303032" y="4474882"/>
            <a:ext cx="713232" cy="713232"/>
          </a:xfrm>
          <a:prstGeom prst="rect">
            <a:avLst/>
          </a:prstGeom>
        </p:spPr>
      </p:pic>
      <p:sp>
        <p:nvSpPr>
          <p:cNvPr id="22" name="object 5">
            <a:extLst>
              <a:ext uri="{FF2B5EF4-FFF2-40B4-BE49-F238E27FC236}">
                <a16:creationId xmlns:a16="http://schemas.microsoft.com/office/drawing/2014/main" id="{6164DBB0-F6AB-7AAE-0F01-1407D7494081}"/>
              </a:ext>
            </a:extLst>
          </p:cNvPr>
          <p:cNvSpPr txBox="1">
            <a:spLocks/>
          </p:cNvSpPr>
          <p:nvPr/>
        </p:nvSpPr>
        <p:spPr>
          <a:xfrm>
            <a:off x="2469163" y="5312949"/>
            <a:ext cx="1608061" cy="408350"/>
          </a:xfrm>
          <a:prstGeom prst="rect">
            <a:avLst/>
          </a:prstGeom>
        </p:spPr>
        <p:txBody>
          <a:bodyPr vert="horz" wrap="square" lIns="0" tIns="7315" rIns="0" bIns="0" rtlCol="0">
            <a:noAutofit/>
          </a:bodyPr>
          <a:lstStyle/>
          <a:p>
            <a:pPr marR="3080">
              <a:lnSpc>
                <a:spcPct val="90000"/>
              </a:lnSpc>
              <a:spcBef>
                <a:spcPct val="0"/>
              </a:spcBef>
            </a:pPr>
            <a:r>
              <a:rPr lang="en-US" sz="1400" b="1">
                <a:ea typeface="+mj-ea"/>
                <a:cs typeface="+mj-cs"/>
              </a:rPr>
              <a:t>Fuel growth </a:t>
            </a:r>
            <a:br>
              <a:rPr lang="en-US" sz="1400" b="1">
                <a:ea typeface="+mj-ea"/>
                <a:cs typeface="+mj-cs"/>
              </a:rPr>
            </a:br>
            <a:r>
              <a:rPr lang="en-US" sz="1400" b="1">
                <a:ea typeface="+mj-ea"/>
                <a:cs typeface="+mj-cs"/>
              </a:rPr>
              <a:t>and innovation.</a:t>
            </a:r>
            <a:endParaRPr sz="1400" b="1">
              <a:ea typeface="+mj-ea"/>
              <a:cs typeface="+mj-cs"/>
            </a:endParaRPr>
          </a:p>
        </p:txBody>
      </p:sp>
      <p:pic>
        <p:nvPicPr>
          <p:cNvPr id="43" name="Graphic 42">
            <a:extLst>
              <a:ext uri="{FF2B5EF4-FFF2-40B4-BE49-F238E27FC236}">
                <a16:creationId xmlns:a16="http://schemas.microsoft.com/office/drawing/2014/main" id="{33F2FB22-D181-A9E9-BE97-4724DAC62E7D}"/>
              </a:ext>
              <a:ext uri="{C183D7F6-B498-43B3-948B-1728B52AA6E4}">
                <adec:decorative xmlns:adec="http://schemas.microsoft.com/office/drawing/2017/decorative" val="1"/>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4330700" y="4515297"/>
            <a:ext cx="685800" cy="685800"/>
          </a:xfrm>
          <a:prstGeom prst="rect">
            <a:avLst/>
          </a:prstGeom>
        </p:spPr>
      </p:pic>
      <p:sp>
        <p:nvSpPr>
          <p:cNvPr id="23" name="object 7">
            <a:extLst>
              <a:ext uri="{FF2B5EF4-FFF2-40B4-BE49-F238E27FC236}">
                <a16:creationId xmlns:a16="http://schemas.microsoft.com/office/drawing/2014/main" id="{E3E805D0-10FC-BA50-C634-554724B4FEDF}"/>
              </a:ext>
            </a:extLst>
          </p:cNvPr>
          <p:cNvSpPr txBox="1">
            <a:spLocks/>
          </p:cNvSpPr>
          <p:nvPr/>
        </p:nvSpPr>
        <p:spPr>
          <a:xfrm>
            <a:off x="4333135" y="5312949"/>
            <a:ext cx="1608061" cy="408350"/>
          </a:xfrm>
          <a:prstGeom prst="rect">
            <a:avLst/>
          </a:prstGeom>
        </p:spPr>
        <p:txBody>
          <a:bodyPr vert="horz" wrap="square" lIns="0" tIns="7315" rIns="0" bIns="0" rtlCol="0">
            <a:noAutofit/>
          </a:bodyPr>
          <a:lstStyle/>
          <a:p>
            <a:pPr marR="3080">
              <a:lnSpc>
                <a:spcPct val="90000"/>
              </a:lnSpc>
              <a:spcBef>
                <a:spcPct val="0"/>
              </a:spcBef>
            </a:pPr>
            <a:r>
              <a:rPr lang="en-US" sz="1400" b="1">
                <a:ea typeface="+mj-ea"/>
                <a:cs typeface="+mj-cs"/>
              </a:rPr>
              <a:t>Stay humble </a:t>
            </a:r>
            <a:br>
              <a:rPr lang="en-US" sz="1400" b="1">
                <a:ea typeface="+mj-ea"/>
                <a:cs typeface="+mj-cs"/>
              </a:rPr>
            </a:br>
            <a:r>
              <a:rPr lang="en-US" sz="1400" b="1">
                <a:ea typeface="+mj-ea"/>
                <a:cs typeface="+mj-cs"/>
              </a:rPr>
              <a:t>and curious.</a:t>
            </a:r>
            <a:endParaRPr sz="1400" b="1">
              <a:ea typeface="+mj-ea"/>
              <a:cs typeface="+mj-cs"/>
            </a:endParaRPr>
          </a:p>
        </p:txBody>
      </p:sp>
      <p:pic>
        <p:nvPicPr>
          <p:cNvPr id="44" name="Graphic 43">
            <a:extLst>
              <a:ext uri="{FF2B5EF4-FFF2-40B4-BE49-F238E27FC236}">
                <a16:creationId xmlns:a16="http://schemas.microsoft.com/office/drawing/2014/main" id="{50E9E24E-A2DC-B0A2-9616-06CD245F7F6C}"/>
              </a:ext>
              <a:ext uri="{C183D7F6-B498-43B3-948B-1728B52AA6E4}">
                <adec:decorative xmlns:adec="http://schemas.microsoft.com/office/drawing/2017/decorative" val="1"/>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6235700" y="4515297"/>
            <a:ext cx="685800" cy="685800"/>
          </a:xfrm>
          <a:prstGeom prst="rect">
            <a:avLst/>
          </a:prstGeom>
        </p:spPr>
      </p:pic>
      <p:sp>
        <p:nvSpPr>
          <p:cNvPr id="24" name="object 5">
            <a:extLst>
              <a:ext uri="{FF2B5EF4-FFF2-40B4-BE49-F238E27FC236}">
                <a16:creationId xmlns:a16="http://schemas.microsoft.com/office/drawing/2014/main" id="{BFE9E1E7-2577-2F88-7E2F-4C82B6153052}"/>
              </a:ext>
            </a:extLst>
          </p:cNvPr>
          <p:cNvSpPr txBox="1">
            <a:spLocks/>
          </p:cNvSpPr>
          <p:nvPr/>
        </p:nvSpPr>
        <p:spPr>
          <a:xfrm>
            <a:off x="6223000" y="5312949"/>
            <a:ext cx="1608061" cy="408350"/>
          </a:xfrm>
          <a:prstGeom prst="rect">
            <a:avLst/>
          </a:prstGeom>
        </p:spPr>
        <p:txBody>
          <a:bodyPr vert="horz" wrap="square" lIns="0" tIns="7315" rIns="0" bIns="0" rtlCol="0">
            <a:noAutofit/>
          </a:bodyPr>
          <a:lstStyle/>
          <a:p>
            <a:pPr marR="3080">
              <a:lnSpc>
                <a:spcPct val="90000"/>
              </a:lnSpc>
              <a:spcBef>
                <a:spcPct val="0"/>
              </a:spcBef>
            </a:pPr>
            <a:r>
              <a:rPr lang="en-US" sz="1400" b="1">
                <a:ea typeface="+mj-ea"/>
                <a:cs typeface="+mj-cs"/>
              </a:rPr>
              <a:t>Build and shape </a:t>
            </a:r>
            <a:br>
              <a:rPr lang="en-US" sz="1400" b="1">
                <a:ea typeface="+mj-ea"/>
                <a:cs typeface="+mj-cs"/>
              </a:rPr>
            </a:br>
            <a:r>
              <a:rPr lang="en-US" sz="1400" b="1">
                <a:ea typeface="+mj-ea"/>
                <a:cs typeface="+mj-cs"/>
              </a:rPr>
              <a:t>a better future.</a:t>
            </a:r>
            <a:endParaRPr sz="1400" b="1">
              <a:ea typeface="+mj-ea"/>
              <a:cs typeface="+mj-cs"/>
            </a:endParaRPr>
          </a:p>
        </p:txBody>
      </p:sp>
      <p:pic>
        <p:nvPicPr>
          <p:cNvPr id="45" name="Graphic 44">
            <a:extLst>
              <a:ext uri="{FF2B5EF4-FFF2-40B4-BE49-F238E27FC236}">
                <a16:creationId xmlns:a16="http://schemas.microsoft.com/office/drawing/2014/main" id="{4FB83D27-2B8D-8E63-39D1-9269640CABB1}"/>
              </a:ext>
              <a:ext uri="{C183D7F6-B498-43B3-948B-1728B52AA6E4}">
                <adec:decorative xmlns:adec="http://schemas.microsoft.com/office/drawing/2017/decorative" val="1"/>
              </a:ext>
            </a:extLst>
          </p:cNvPr>
          <p:cNvPicPr>
            <a:picLocks noChangeAspect="1"/>
          </p:cNvPicPr>
          <p:nvPr/>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8068384" y="4506558"/>
            <a:ext cx="685800" cy="685800"/>
          </a:xfrm>
          <a:prstGeom prst="rect">
            <a:avLst/>
          </a:prstGeom>
        </p:spPr>
      </p:pic>
      <p:sp>
        <p:nvSpPr>
          <p:cNvPr id="27" name="object 7">
            <a:extLst>
              <a:ext uri="{FF2B5EF4-FFF2-40B4-BE49-F238E27FC236}">
                <a16:creationId xmlns:a16="http://schemas.microsoft.com/office/drawing/2014/main" id="{5CC3889C-8CFB-908B-79D1-54CF775F2CE0}"/>
              </a:ext>
            </a:extLst>
          </p:cNvPr>
          <p:cNvSpPr txBox="1">
            <a:spLocks/>
          </p:cNvSpPr>
          <p:nvPr/>
        </p:nvSpPr>
        <p:spPr>
          <a:xfrm>
            <a:off x="8114776" y="5293578"/>
            <a:ext cx="1608061" cy="408350"/>
          </a:xfrm>
          <a:prstGeom prst="rect">
            <a:avLst/>
          </a:prstGeom>
        </p:spPr>
        <p:txBody>
          <a:bodyPr vert="horz" wrap="square" lIns="0" tIns="7315" rIns="0" bIns="0" rtlCol="0">
            <a:noAutofit/>
          </a:bodyPr>
          <a:lstStyle/>
          <a:p>
            <a:pPr marL="7700" marR="3080"/>
            <a:r>
              <a:rPr lang="en-US" sz="1400" b="1">
                <a:ea typeface="+mj-ea"/>
                <a:cs typeface="+mj-cs"/>
              </a:rPr>
              <a:t>Smile.</a:t>
            </a:r>
            <a:endParaRPr sz="1400" b="1">
              <a:ea typeface="+mj-ea"/>
              <a:cs typeface="+mj-cs"/>
            </a:endParaRPr>
          </a:p>
        </p:txBody>
      </p:sp>
    </p:spTree>
    <p:extLst>
      <p:ext uri="{BB962C8B-B14F-4D97-AF65-F5344CB8AC3E}">
        <p14:creationId xmlns:p14="http://schemas.microsoft.com/office/powerpoint/2010/main" val="18024986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51C01-2DDB-7BEF-66CE-F8398802C7C0}"/>
              </a:ext>
            </a:extLst>
          </p:cNvPr>
          <p:cNvSpPr>
            <a:spLocks noGrp="1"/>
          </p:cNvSpPr>
          <p:nvPr>
            <p:ph type="title"/>
          </p:nvPr>
        </p:nvSpPr>
        <p:spPr/>
        <p:txBody>
          <a:bodyPr/>
          <a:lstStyle/>
          <a:p>
            <a:r>
              <a:rPr lang="en-US"/>
              <a:t>We believe in a world in </a:t>
            </a:r>
            <a:br>
              <a:rPr lang="en-US"/>
            </a:br>
            <a:r>
              <a:rPr lang="en-US"/>
              <a:t>which every person </a:t>
            </a:r>
            <a:br>
              <a:rPr lang="en-US"/>
            </a:br>
            <a:r>
              <a:rPr lang="en-US"/>
              <a:t>loves their </a:t>
            </a:r>
            <a:r>
              <a:rPr lang="en-US">
                <a:solidFill>
                  <a:schemeClr val="accent1"/>
                </a:solidFill>
              </a:rPr>
              <a:t>life and work.</a:t>
            </a:r>
          </a:p>
        </p:txBody>
      </p:sp>
      <p:pic>
        <p:nvPicPr>
          <p:cNvPr id="23" name="Graphic 22">
            <a:extLst>
              <a:ext uri="{FF2B5EF4-FFF2-40B4-BE49-F238E27FC236}">
                <a16:creationId xmlns:a16="http://schemas.microsoft.com/office/drawing/2014/main" id="{F8E27090-B1F7-3C0E-4AC1-5E83618817A5}"/>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34745" y="2286000"/>
            <a:ext cx="457200" cy="457200"/>
          </a:xfrm>
          <a:prstGeom prst="rect">
            <a:avLst/>
          </a:prstGeom>
        </p:spPr>
      </p:pic>
      <p:sp>
        <p:nvSpPr>
          <p:cNvPr id="9" name="TextBox 8">
            <a:extLst>
              <a:ext uri="{FF2B5EF4-FFF2-40B4-BE49-F238E27FC236}">
                <a16:creationId xmlns:a16="http://schemas.microsoft.com/office/drawing/2014/main" id="{5923AD15-11C8-503F-CC8C-F6145071159D}"/>
              </a:ext>
            </a:extLst>
          </p:cNvPr>
          <p:cNvSpPr txBox="1">
            <a:spLocks/>
          </p:cNvSpPr>
          <p:nvPr/>
        </p:nvSpPr>
        <p:spPr>
          <a:xfrm>
            <a:off x="575258" y="2943532"/>
            <a:ext cx="1636656" cy="980768"/>
          </a:xfrm>
          <a:prstGeom prst="rect">
            <a:avLst/>
          </a:prstGeom>
          <a:noFill/>
        </p:spPr>
        <p:txBody>
          <a:bodyPr wrap="square" lIns="0" tIns="0" rIns="0" bIns="0" rtlCol="0">
            <a:noAutofit/>
          </a:bodyPr>
          <a:lstStyle/>
          <a:p>
            <a:pPr marL="7700">
              <a:lnSpc>
                <a:spcPct val="110000"/>
              </a:lnSpc>
              <a:spcAft>
                <a:spcPts val="1000"/>
              </a:spcAft>
            </a:pPr>
            <a:r>
              <a:rPr lang="en-US" sz="1400" b="1"/>
              <a:t>Fortune 100 </a:t>
            </a:r>
            <a:br>
              <a:rPr lang="en-US" sz="1400" b="1"/>
            </a:br>
            <a:r>
              <a:rPr lang="en-US" sz="1400" b="1"/>
              <a:t>Best Companies </a:t>
            </a:r>
            <a:br>
              <a:rPr lang="en-US" sz="1400" b="1"/>
            </a:br>
            <a:r>
              <a:rPr lang="en-US" sz="1400" b="1"/>
              <a:t>to Work For </a:t>
            </a:r>
            <a:br>
              <a:rPr lang="en-US" sz="1400" b="1"/>
            </a:br>
            <a:r>
              <a:rPr lang="en-US" sz="1400">
                <a:cs typeface="+mn-cs"/>
              </a:rPr>
              <a:t>2016 - 2023</a:t>
            </a:r>
            <a:endParaRPr lang="en-US" sz="400">
              <a:cs typeface="+mn-cs"/>
            </a:endParaRPr>
          </a:p>
        </p:txBody>
      </p:sp>
      <p:pic>
        <p:nvPicPr>
          <p:cNvPr id="28" name="Graphic 27">
            <a:extLst>
              <a:ext uri="{FF2B5EF4-FFF2-40B4-BE49-F238E27FC236}">
                <a16:creationId xmlns:a16="http://schemas.microsoft.com/office/drawing/2014/main" id="{E8DE83C6-4658-3DAB-FD43-07763143417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395384" y="2286000"/>
            <a:ext cx="457200" cy="457200"/>
          </a:xfrm>
          <a:prstGeom prst="rect">
            <a:avLst/>
          </a:prstGeom>
        </p:spPr>
      </p:pic>
      <p:sp>
        <p:nvSpPr>
          <p:cNvPr id="29" name="TextBox 28">
            <a:extLst>
              <a:ext uri="{FF2B5EF4-FFF2-40B4-BE49-F238E27FC236}">
                <a16:creationId xmlns:a16="http://schemas.microsoft.com/office/drawing/2014/main" id="{8AB64646-F0E4-576E-4D10-4061840DFB03}"/>
              </a:ext>
            </a:extLst>
          </p:cNvPr>
          <p:cNvSpPr txBox="1">
            <a:spLocks/>
          </p:cNvSpPr>
          <p:nvPr/>
        </p:nvSpPr>
        <p:spPr>
          <a:xfrm>
            <a:off x="2444478" y="2943532"/>
            <a:ext cx="1636656" cy="980768"/>
          </a:xfrm>
          <a:prstGeom prst="rect">
            <a:avLst/>
          </a:prstGeom>
          <a:noFill/>
        </p:spPr>
        <p:txBody>
          <a:bodyPr wrap="square" lIns="0" tIns="0" rIns="0" bIns="0" rtlCol="0">
            <a:noAutofit/>
          </a:bodyPr>
          <a:lstStyle/>
          <a:p>
            <a:pPr marL="7700">
              <a:lnSpc>
                <a:spcPct val="110000"/>
              </a:lnSpc>
              <a:spcAft>
                <a:spcPts val="1000"/>
              </a:spcAft>
            </a:pPr>
            <a:r>
              <a:rPr lang="en-US" sz="1400" b="1"/>
              <a:t>Best      Workplaces           in Canada         </a:t>
            </a:r>
            <a:r>
              <a:rPr lang="en-US" sz="1400">
                <a:cs typeface="+mn-cs"/>
              </a:rPr>
              <a:t>2023</a:t>
            </a:r>
            <a:endParaRPr lang="en-US" sz="400">
              <a:cs typeface="+mn-cs"/>
            </a:endParaRPr>
          </a:p>
        </p:txBody>
      </p:sp>
      <p:pic>
        <p:nvPicPr>
          <p:cNvPr id="4" name="Graphic 3">
            <a:extLst>
              <a:ext uri="{FF2B5EF4-FFF2-40B4-BE49-F238E27FC236}">
                <a16:creationId xmlns:a16="http://schemas.microsoft.com/office/drawing/2014/main" id="{C57DE553-0E20-7E09-AC3E-05B43CBCA7A8}"/>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01204" y="2286000"/>
            <a:ext cx="457200" cy="457200"/>
          </a:xfrm>
          <a:prstGeom prst="rect">
            <a:avLst/>
          </a:prstGeom>
        </p:spPr>
      </p:pic>
      <p:sp>
        <p:nvSpPr>
          <p:cNvPr id="19" name="TextBox 18">
            <a:extLst>
              <a:ext uri="{FF2B5EF4-FFF2-40B4-BE49-F238E27FC236}">
                <a16:creationId xmlns:a16="http://schemas.microsoft.com/office/drawing/2014/main" id="{0CDD9C44-4BDE-4D10-B0FE-38EC14ED6A09}"/>
              </a:ext>
            </a:extLst>
          </p:cNvPr>
          <p:cNvSpPr txBox="1">
            <a:spLocks/>
          </p:cNvSpPr>
          <p:nvPr/>
        </p:nvSpPr>
        <p:spPr>
          <a:xfrm>
            <a:off x="4332884" y="2943532"/>
            <a:ext cx="1636656" cy="980768"/>
          </a:xfrm>
          <a:prstGeom prst="rect">
            <a:avLst/>
          </a:prstGeom>
          <a:noFill/>
        </p:spPr>
        <p:txBody>
          <a:bodyPr wrap="square" lIns="0" tIns="0" rIns="0" bIns="0" rtlCol="0">
            <a:noAutofit/>
          </a:bodyPr>
          <a:lstStyle/>
          <a:p>
            <a:pPr marL="7700">
              <a:lnSpc>
                <a:spcPct val="110000"/>
              </a:lnSpc>
              <a:spcAft>
                <a:spcPts val="1000"/>
              </a:spcAft>
            </a:pPr>
            <a:r>
              <a:rPr lang="en-US" sz="1400" b="1"/>
              <a:t>UK’s </a:t>
            </a:r>
            <a:br>
              <a:rPr lang="en-US" sz="1400" b="1"/>
            </a:br>
            <a:r>
              <a:rPr lang="en-US" sz="1400" b="1"/>
              <a:t>Best </a:t>
            </a:r>
            <a:br>
              <a:rPr lang="en-US" sz="1400" b="1"/>
            </a:br>
            <a:r>
              <a:rPr lang="en-US" sz="1400" b="1"/>
              <a:t>Workplaces </a:t>
            </a:r>
            <a:br>
              <a:rPr lang="en-US" sz="1400" b="1"/>
            </a:br>
            <a:r>
              <a:rPr lang="en-US" sz="1400">
                <a:cs typeface="+mn-cs"/>
              </a:rPr>
              <a:t>2022-2023</a:t>
            </a:r>
            <a:endParaRPr lang="en-US" sz="400">
              <a:cs typeface="+mn-cs"/>
            </a:endParaRPr>
          </a:p>
        </p:txBody>
      </p:sp>
      <p:pic>
        <p:nvPicPr>
          <p:cNvPr id="12" name="Graphic 11">
            <a:extLst>
              <a:ext uri="{FF2B5EF4-FFF2-40B4-BE49-F238E27FC236}">
                <a16:creationId xmlns:a16="http://schemas.microsoft.com/office/drawing/2014/main" id="{DDDC7EE5-41F2-3BE4-0DEB-D0B041EDD525}"/>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34745" y="4455058"/>
            <a:ext cx="457200" cy="457200"/>
          </a:xfrm>
          <a:prstGeom prst="rect">
            <a:avLst/>
          </a:prstGeom>
        </p:spPr>
      </p:pic>
      <p:sp>
        <p:nvSpPr>
          <p:cNvPr id="30" name="TextBox 29">
            <a:extLst>
              <a:ext uri="{FF2B5EF4-FFF2-40B4-BE49-F238E27FC236}">
                <a16:creationId xmlns:a16="http://schemas.microsoft.com/office/drawing/2014/main" id="{89EAF75B-41ED-7841-AC4C-84E3991388D6}"/>
              </a:ext>
            </a:extLst>
          </p:cNvPr>
          <p:cNvSpPr txBox="1">
            <a:spLocks/>
          </p:cNvSpPr>
          <p:nvPr/>
        </p:nvSpPr>
        <p:spPr>
          <a:xfrm>
            <a:off x="583905" y="5115415"/>
            <a:ext cx="1731044" cy="980768"/>
          </a:xfrm>
          <a:prstGeom prst="rect">
            <a:avLst/>
          </a:prstGeom>
          <a:noFill/>
        </p:spPr>
        <p:txBody>
          <a:bodyPr wrap="square" lIns="0" tIns="0" rIns="0" bIns="0" rtlCol="0">
            <a:noAutofit/>
          </a:bodyPr>
          <a:lstStyle/>
          <a:p>
            <a:pPr marL="7700">
              <a:lnSpc>
                <a:spcPct val="110000"/>
              </a:lnSpc>
              <a:spcAft>
                <a:spcPts val="1000"/>
              </a:spcAft>
            </a:pPr>
            <a:r>
              <a:rPr lang="en-US" sz="1400" b="1" dirty="0"/>
              <a:t>Human Right’s Campaign    Equality 100                     </a:t>
            </a:r>
            <a:r>
              <a:rPr lang="en-US" sz="1400" dirty="0"/>
              <a:t>2015-2023</a:t>
            </a:r>
            <a:endParaRPr lang="en-US" sz="600" dirty="0">
              <a:cs typeface="+mn-cs"/>
            </a:endParaRPr>
          </a:p>
        </p:txBody>
      </p:sp>
      <p:pic>
        <p:nvPicPr>
          <p:cNvPr id="11" name="Graphic 10">
            <a:extLst>
              <a:ext uri="{FF2B5EF4-FFF2-40B4-BE49-F238E27FC236}">
                <a16:creationId xmlns:a16="http://schemas.microsoft.com/office/drawing/2014/main" id="{A30F8337-8DFD-62A3-AA91-9223347A50D0}"/>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395384" y="4455058"/>
            <a:ext cx="457200" cy="457200"/>
          </a:xfrm>
          <a:prstGeom prst="rect">
            <a:avLst/>
          </a:prstGeom>
        </p:spPr>
      </p:pic>
      <p:sp>
        <p:nvSpPr>
          <p:cNvPr id="31" name="TextBox 30">
            <a:extLst>
              <a:ext uri="{FF2B5EF4-FFF2-40B4-BE49-F238E27FC236}">
                <a16:creationId xmlns:a16="http://schemas.microsoft.com/office/drawing/2014/main" id="{BF2F948C-BF0C-0966-0163-817286CE7C4F}"/>
              </a:ext>
            </a:extLst>
          </p:cNvPr>
          <p:cNvSpPr txBox="1">
            <a:spLocks/>
          </p:cNvSpPr>
          <p:nvPr/>
        </p:nvSpPr>
        <p:spPr>
          <a:xfrm>
            <a:off x="2452809" y="5115415"/>
            <a:ext cx="1636656" cy="980768"/>
          </a:xfrm>
          <a:prstGeom prst="rect">
            <a:avLst/>
          </a:prstGeom>
          <a:noFill/>
        </p:spPr>
        <p:txBody>
          <a:bodyPr wrap="square" lIns="0" tIns="0" rIns="0" bIns="0" rtlCol="0">
            <a:noAutofit/>
          </a:bodyPr>
          <a:lstStyle/>
          <a:p>
            <a:pPr marL="7700">
              <a:lnSpc>
                <a:spcPct val="110000"/>
              </a:lnSpc>
              <a:spcAft>
                <a:spcPts val="1000"/>
              </a:spcAft>
            </a:pPr>
            <a:r>
              <a:rPr lang="en-US" sz="1400" b="1"/>
              <a:t>Glassdoor </a:t>
            </a:r>
            <a:br>
              <a:rPr lang="en-US" sz="1400" b="1"/>
            </a:br>
            <a:r>
              <a:rPr lang="en-US" sz="1400" b="1"/>
              <a:t>Best Places </a:t>
            </a:r>
            <a:br>
              <a:rPr lang="en-US" sz="1400" b="1"/>
            </a:br>
            <a:r>
              <a:rPr lang="en-US" sz="1400" b="1"/>
              <a:t>to Work </a:t>
            </a:r>
            <a:br>
              <a:rPr lang="en-US" sz="1400" b="1"/>
            </a:br>
            <a:r>
              <a:rPr lang="en-US" sz="1400"/>
              <a:t>2016-2023</a:t>
            </a:r>
            <a:endParaRPr lang="en-US" sz="800">
              <a:cs typeface="+mn-cs"/>
            </a:endParaRPr>
          </a:p>
        </p:txBody>
      </p:sp>
      <p:pic>
        <p:nvPicPr>
          <p:cNvPr id="13" name="Graphic 12">
            <a:extLst>
              <a:ext uri="{FF2B5EF4-FFF2-40B4-BE49-F238E27FC236}">
                <a16:creationId xmlns:a16="http://schemas.microsoft.com/office/drawing/2014/main" id="{B5DDAB7F-FFD4-3956-1BEB-C6508DB858EC}"/>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01204" y="4455058"/>
            <a:ext cx="457200" cy="457200"/>
          </a:xfrm>
          <a:prstGeom prst="rect">
            <a:avLst/>
          </a:prstGeom>
        </p:spPr>
      </p:pic>
      <p:sp>
        <p:nvSpPr>
          <p:cNvPr id="20" name="TextBox 19">
            <a:extLst>
              <a:ext uri="{FF2B5EF4-FFF2-40B4-BE49-F238E27FC236}">
                <a16:creationId xmlns:a16="http://schemas.microsoft.com/office/drawing/2014/main" id="{04652679-B0B2-E356-C70A-D753D124B2C3}"/>
              </a:ext>
            </a:extLst>
          </p:cNvPr>
          <p:cNvSpPr txBox="1">
            <a:spLocks/>
          </p:cNvSpPr>
          <p:nvPr/>
        </p:nvSpPr>
        <p:spPr>
          <a:xfrm>
            <a:off x="4332660" y="5122421"/>
            <a:ext cx="1636656" cy="980768"/>
          </a:xfrm>
          <a:prstGeom prst="rect">
            <a:avLst/>
          </a:prstGeom>
          <a:noFill/>
        </p:spPr>
        <p:txBody>
          <a:bodyPr wrap="square" lIns="0" tIns="0" rIns="0" bIns="0" rtlCol="0">
            <a:noAutofit/>
          </a:bodyPr>
          <a:lstStyle/>
          <a:p>
            <a:pPr marL="7700">
              <a:lnSpc>
                <a:spcPct val="110000"/>
              </a:lnSpc>
              <a:spcAft>
                <a:spcPts val="1000"/>
              </a:spcAft>
            </a:pPr>
            <a:r>
              <a:rPr lang="en-US" sz="1400" b="1" dirty="0"/>
              <a:t>Forbes World’s Best Management Consulting Firms</a:t>
            </a:r>
            <a:br>
              <a:rPr lang="en-US" sz="1400" b="1" dirty="0"/>
            </a:br>
            <a:r>
              <a:rPr lang="en-US" sz="1400" dirty="0"/>
              <a:t>2023</a:t>
            </a:r>
            <a:endParaRPr lang="en-US" sz="800" dirty="0">
              <a:cs typeface="+mn-cs"/>
            </a:endParaRPr>
          </a:p>
        </p:txBody>
      </p:sp>
      <p:pic>
        <p:nvPicPr>
          <p:cNvPr id="32" name="Picture Placeholder 31">
            <a:extLst>
              <a:ext uri="{FF2B5EF4-FFF2-40B4-BE49-F238E27FC236}">
                <a16:creationId xmlns:a16="http://schemas.microsoft.com/office/drawing/2014/main" id="{B8D12084-EB4E-74B2-F602-6E7CE4106ECD}"/>
              </a:ext>
            </a:extLst>
          </p:cNvPr>
          <p:cNvPicPr>
            <a:picLocks noGrp="1" noChangeAspect="1"/>
          </p:cNvPicPr>
          <p:nvPr>
            <p:ph type="pic" sz="quarter" idx="13"/>
          </p:nvPr>
        </p:nvPicPr>
        <p:blipFill rotWithShape="1">
          <a:blip r:embed="rId4" cstate="email">
            <a:extLst>
              <a:ext uri="{28A0092B-C50C-407E-A947-70E740481C1C}">
                <a14:useLocalDpi xmlns:a14="http://schemas.microsoft.com/office/drawing/2010/main"/>
              </a:ext>
            </a:extLst>
          </a:blip>
          <a:srcRect/>
          <a:stretch/>
        </p:blipFill>
        <p:spPr>
          <a:xfrm>
            <a:off x="8089900" y="2"/>
            <a:ext cx="4102099" cy="6857999"/>
          </a:xfrm>
        </p:spPr>
      </p:pic>
      <p:sp>
        <p:nvSpPr>
          <p:cNvPr id="5" name="Date Placeholder 4">
            <a:extLst>
              <a:ext uri="{FF2B5EF4-FFF2-40B4-BE49-F238E27FC236}">
                <a16:creationId xmlns:a16="http://schemas.microsoft.com/office/drawing/2014/main" id="{563A9D6F-2B8B-E155-FDD0-FFF48462D4F7}"/>
              </a:ext>
              <a:ext uri="{C183D7F6-B498-43B3-948B-1728B52AA6E4}">
                <adec:decorative xmlns:adec="http://schemas.microsoft.com/office/drawing/2017/decorative" val="1"/>
              </a:ext>
            </a:extLst>
          </p:cNvPr>
          <p:cNvSpPr>
            <a:spLocks noGrp="1"/>
          </p:cNvSpPr>
          <p:nvPr>
            <p:ph type="dt" sz="half" idx="11"/>
          </p:nvPr>
        </p:nvSpPr>
        <p:spPr/>
        <p:txBody>
          <a:bodyPr/>
          <a:lstStyle/>
          <a:p>
            <a:fld id="{DC003561-145F-4579-8773-2294A285D406}" type="datetimeyyyy">
              <a:rPr lang="en-US" smtClean="0"/>
              <a:t>2025</a:t>
            </a:fld>
            <a:endParaRPr lang="en-US"/>
          </a:p>
        </p:txBody>
      </p:sp>
      <p:sp>
        <p:nvSpPr>
          <p:cNvPr id="8" name="Footer Placeholder 7">
            <a:extLst>
              <a:ext uri="{FF2B5EF4-FFF2-40B4-BE49-F238E27FC236}">
                <a16:creationId xmlns:a16="http://schemas.microsoft.com/office/drawing/2014/main" id="{82BBCD10-17DC-5E3B-F1E0-E966B6CC35A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3" name="Slide Number Placeholder 2">
            <a:extLst>
              <a:ext uri="{FF2B5EF4-FFF2-40B4-BE49-F238E27FC236}">
                <a16:creationId xmlns:a16="http://schemas.microsoft.com/office/drawing/2014/main" id="{2E25F9B0-C416-40D7-01DB-5EA85A81FD3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59</a:t>
            </a:fld>
            <a:endParaRPr lang="en-US"/>
          </a:p>
        </p:txBody>
      </p:sp>
      <p:sp>
        <p:nvSpPr>
          <p:cNvPr id="6" name="object 7">
            <a:extLst>
              <a:ext uri="{FF2B5EF4-FFF2-40B4-BE49-F238E27FC236}">
                <a16:creationId xmlns:a16="http://schemas.microsoft.com/office/drawing/2014/main" id="{86830BF0-D2D7-0C3A-E058-B01A37F2EEBF}"/>
              </a:ext>
            </a:extLst>
          </p:cNvPr>
          <p:cNvSpPr txBox="1"/>
          <p:nvPr/>
        </p:nvSpPr>
        <p:spPr>
          <a:xfrm>
            <a:off x="5951573" y="296884"/>
            <a:ext cx="1993392" cy="542898"/>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79" spc="-3" dirty="0">
                <a:solidFill>
                  <a:srgbClr val="EB4536"/>
                </a:solidFill>
                <a:latin typeface="Slalom Sans"/>
                <a:cs typeface="Slalom Sans"/>
              </a:rPr>
              <a:t>As of January 2024. Visit </a:t>
            </a:r>
            <a:r>
              <a:rPr lang="en-US" sz="879" spc="-3" dirty="0">
                <a:solidFill>
                  <a:srgbClr val="EB4536"/>
                </a:solidFill>
                <a:latin typeface="Slalom Sans"/>
                <a:cs typeface="Slalom Sans"/>
                <a:hlinkClick r:id="rId5"/>
              </a:rPr>
              <a:t>Awards page </a:t>
            </a:r>
            <a:r>
              <a:rPr lang="en-US" sz="879" spc="-3" dirty="0">
                <a:solidFill>
                  <a:srgbClr val="EB4536"/>
                </a:solidFill>
                <a:latin typeface="Slalom Sans"/>
                <a:cs typeface="Slalom Sans"/>
              </a:rPr>
              <a:t>on Slalom One for the latest. </a:t>
            </a:r>
            <a:endParaRPr sz="879" dirty="0">
              <a:solidFill>
                <a:srgbClr val="1E1E1E"/>
              </a:solidFill>
              <a:latin typeface="Slalom Sans"/>
              <a:cs typeface="Slalom Sans"/>
            </a:endParaRPr>
          </a:p>
        </p:txBody>
      </p:sp>
      <p:sp>
        <p:nvSpPr>
          <p:cNvPr id="7" name="object 9">
            <a:extLst>
              <a:ext uri="{FF2B5EF4-FFF2-40B4-BE49-F238E27FC236}">
                <a16:creationId xmlns:a16="http://schemas.microsoft.com/office/drawing/2014/main" id="{7E72AA20-343C-8FD4-15DC-2966A87F6F8D}"/>
              </a:ext>
            </a:extLst>
          </p:cNvPr>
          <p:cNvSpPr/>
          <p:nvPr/>
        </p:nvSpPr>
        <p:spPr>
          <a:xfrm>
            <a:off x="5934739" y="0"/>
            <a:ext cx="2027996"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dirty="0">
                <a:solidFill>
                  <a:srgbClr val="FFFFFF"/>
                </a:solidFill>
                <a:latin typeface="Slalom Sans Bold" pitchFamily="2" charset="77"/>
              </a:rPr>
              <a:t>READ ME THEN DELETE ME</a:t>
            </a:r>
            <a:endParaRPr sz="1092" b="1" dirty="0">
              <a:solidFill>
                <a:srgbClr val="FFFFFF"/>
              </a:solidFill>
              <a:latin typeface="Slalom Sans Bold" pitchFamily="2" charset="77"/>
            </a:endParaRPr>
          </a:p>
        </p:txBody>
      </p:sp>
      <p:pic>
        <p:nvPicPr>
          <p:cNvPr id="10" name="Picture Placeholder 31">
            <a:extLst>
              <a:ext uri="{FF2B5EF4-FFF2-40B4-BE49-F238E27FC236}">
                <a16:creationId xmlns:a16="http://schemas.microsoft.com/office/drawing/2014/main" id="{B99AD288-0252-E154-5B0F-F5C7445BF112}"/>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r="-15"/>
          <a:stretch/>
        </p:blipFill>
        <p:spPr>
          <a:xfrm>
            <a:off x="8087427" y="1"/>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pic>
    </p:spTree>
    <p:extLst>
      <p:ext uri="{BB962C8B-B14F-4D97-AF65-F5344CB8AC3E}">
        <p14:creationId xmlns:p14="http://schemas.microsoft.com/office/powerpoint/2010/main" val="31402590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B5F15F-8C18-A1F0-5564-6FB937821B59}"/>
              </a:ext>
            </a:extLst>
          </p:cNvPr>
          <p:cNvSpPr>
            <a:spLocks noGrp="1"/>
          </p:cNvSpPr>
          <p:nvPr>
            <p:ph type="title"/>
          </p:nvPr>
        </p:nvSpPr>
        <p:spPr/>
        <p:txBody>
          <a:bodyPr/>
          <a:lstStyle/>
          <a:p>
            <a:r>
              <a:rPr lang="en-US"/>
              <a:t>Longer slide headline. </a:t>
            </a:r>
            <a:br>
              <a:rPr lang="en-US"/>
            </a:br>
            <a:r>
              <a:rPr lang="en-US">
                <a:solidFill>
                  <a:schemeClr val="accent1"/>
                </a:solidFill>
              </a:rPr>
              <a:t>Should not exceed two lines.</a:t>
            </a:r>
          </a:p>
        </p:txBody>
      </p:sp>
      <p:sp>
        <p:nvSpPr>
          <p:cNvPr id="14" name="Text Placeholder 13">
            <a:extLst>
              <a:ext uri="{FF2B5EF4-FFF2-40B4-BE49-F238E27FC236}">
                <a16:creationId xmlns:a16="http://schemas.microsoft.com/office/drawing/2014/main" id="{F5FA8078-33CE-26CC-4EBA-62BD1C60C63F}"/>
              </a:ext>
            </a:extLst>
          </p:cNvPr>
          <p:cNvSpPr>
            <a:spLocks noGrp="1"/>
          </p:cNvSpPr>
          <p:nvPr>
            <p:ph type="body" sz="quarter" idx="13"/>
          </p:nvPr>
        </p:nvSpPr>
        <p:spPr>
          <a:xfrm>
            <a:off x="571500" y="1752601"/>
            <a:ext cx="4470400" cy="457200"/>
          </a:xfrm>
        </p:spPr>
        <p:txBody>
          <a:bodyPr/>
          <a:lstStyle/>
          <a:p>
            <a:r>
              <a:rPr lang="en-US"/>
              <a:t>Optional text </a:t>
            </a:r>
            <a:r>
              <a:rPr lang="en-US" err="1"/>
              <a:t>Beremod</a:t>
            </a:r>
            <a:r>
              <a:rPr lang="en-US"/>
              <a:t> </a:t>
            </a:r>
            <a:r>
              <a:rPr lang="en-US" err="1"/>
              <a:t>maximusa</a:t>
            </a:r>
            <a:r>
              <a:rPr lang="en-US"/>
              <a:t> </a:t>
            </a:r>
            <a:r>
              <a:rPr lang="en-US" err="1"/>
              <a:t>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
            </a:r>
            <a:r>
              <a:rPr lang="en-US"/>
              <a:t> </a:t>
            </a:r>
            <a:r>
              <a:rPr lang="en-US" err="1"/>
              <a:t>atium</a:t>
            </a:r>
            <a:r>
              <a:rPr lang="en-US"/>
              <a:t>.</a:t>
            </a:r>
          </a:p>
        </p:txBody>
      </p:sp>
      <p:sp>
        <p:nvSpPr>
          <p:cNvPr id="2" name="Date Placeholder 1">
            <a:extLst>
              <a:ext uri="{FF2B5EF4-FFF2-40B4-BE49-F238E27FC236}">
                <a16:creationId xmlns:a16="http://schemas.microsoft.com/office/drawing/2014/main" id="{0303B5A5-FECD-B674-6491-8F13DDB36FE4}"/>
              </a:ext>
              <a:ext uri="{C183D7F6-B498-43B3-948B-1728B52AA6E4}">
                <adec:decorative xmlns:adec="http://schemas.microsoft.com/office/drawing/2017/decorative" val="1"/>
              </a:ext>
            </a:extLst>
          </p:cNvPr>
          <p:cNvSpPr>
            <a:spLocks noGrp="1"/>
          </p:cNvSpPr>
          <p:nvPr>
            <p:ph type="dt" sz="half" idx="10"/>
          </p:nvPr>
        </p:nvSpPr>
        <p:spPr/>
        <p:txBody>
          <a:bodyPr/>
          <a:lstStyle/>
          <a:p>
            <a:fld id="{5E4BBED4-EB82-435D-8F4B-03EAB27F95AC}" type="datetimeyyyy">
              <a:rPr lang="en-US" smtClean="0"/>
              <a:t>2025</a:t>
            </a:fld>
            <a:endParaRPr lang="en-US"/>
          </a:p>
        </p:txBody>
      </p:sp>
      <p:sp>
        <p:nvSpPr>
          <p:cNvPr id="3" name="Footer Placeholder 2">
            <a:extLst>
              <a:ext uri="{FF2B5EF4-FFF2-40B4-BE49-F238E27FC236}">
                <a16:creationId xmlns:a16="http://schemas.microsoft.com/office/drawing/2014/main" id="{FA53EE34-D841-B3EB-4FE5-E52E0C86279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4C3EE4D-4B66-38CC-34E1-9AEF2FB8A7B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60</a:t>
            </a:fld>
            <a:endParaRPr lang="en-US"/>
          </a:p>
        </p:txBody>
      </p:sp>
      <p:pic>
        <p:nvPicPr>
          <p:cNvPr id="18" name="Graphic 17">
            <a:extLst>
              <a:ext uri="{FF2B5EF4-FFF2-40B4-BE49-F238E27FC236}">
                <a16:creationId xmlns:a16="http://schemas.microsoft.com/office/drawing/2014/main" id="{2D246EED-FC43-728F-43F8-78141B2AB52E}"/>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127831" y="3057508"/>
            <a:ext cx="457200" cy="457200"/>
          </a:xfrm>
          <a:prstGeom prst="rect">
            <a:avLst/>
          </a:prstGeom>
        </p:spPr>
      </p:pic>
      <p:sp>
        <p:nvSpPr>
          <p:cNvPr id="11" name="object 6">
            <a:extLst>
              <a:ext uri="{FF2B5EF4-FFF2-40B4-BE49-F238E27FC236}">
                <a16:creationId xmlns:a16="http://schemas.microsoft.com/office/drawing/2014/main" id="{DDDCA55E-9FC9-E8A6-79C5-AC08C17951C4}"/>
              </a:ext>
            </a:extLst>
          </p:cNvPr>
          <p:cNvSpPr txBox="1"/>
          <p:nvPr/>
        </p:nvSpPr>
        <p:spPr>
          <a:xfrm>
            <a:off x="6210299" y="3617982"/>
            <a:ext cx="1280160" cy="231789"/>
          </a:xfrm>
          <a:prstGeom prst="rect">
            <a:avLst/>
          </a:prstGeom>
        </p:spPr>
        <p:txBody>
          <a:bodyPr vert="horz" wrap="square" lIns="0" tIns="9625" rIns="0" bIns="0" rtlCol="0" anchor="ctr">
            <a:noAutofit/>
          </a:bodyPr>
          <a:lstStyle/>
          <a:p>
            <a:pPr marL="7700">
              <a:spcBef>
                <a:spcPts val="76"/>
              </a:spcBef>
            </a:pPr>
            <a:r>
              <a:rPr sz="1200" b="1" spc="3">
                <a:solidFill>
                  <a:srgbClr val="151527"/>
                </a:solidFill>
                <a:cs typeface="+mn-cs"/>
              </a:rPr>
              <a:t>P</a:t>
            </a:r>
            <a:r>
              <a:rPr sz="1200" b="1" spc="-21">
                <a:solidFill>
                  <a:srgbClr val="151527"/>
                </a:solidFill>
                <a:cs typeface="+mn-cs"/>
              </a:rPr>
              <a:t>r</a:t>
            </a:r>
            <a:r>
              <a:rPr sz="1200" b="1" spc="6">
                <a:solidFill>
                  <a:srgbClr val="151527"/>
                </a:solidFill>
                <a:cs typeface="+mn-cs"/>
              </a:rPr>
              <a:t>os</a:t>
            </a:r>
            <a:endParaRPr sz="1200">
              <a:cs typeface="+mn-cs"/>
            </a:endParaRPr>
          </a:p>
        </p:txBody>
      </p:sp>
      <p:cxnSp>
        <p:nvCxnSpPr>
          <p:cNvPr id="23" name="Straight Connector 22">
            <a:extLst>
              <a:ext uri="{FF2B5EF4-FFF2-40B4-BE49-F238E27FC236}">
                <a16:creationId xmlns:a16="http://schemas.microsoft.com/office/drawing/2014/main" id="{95FA7001-EF4B-A5A8-E23D-6B991C52533E}"/>
              </a:ext>
              <a:ext uri="{C183D7F6-B498-43B3-948B-1728B52AA6E4}">
                <adec:decorative xmlns:adec="http://schemas.microsoft.com/office/drawing/2017/decorative" val="1"/>
              </a:ext>
            </a:extLst>
          </p:cNvPr>
          <p:cNvCxnSpPr>
            <a:cxnSpLocks/>
          </p:cNvCxnSpPr>
          <p:nvPr/>
        </p:nvCxnSpPr>
        <p:spPr>
          <a:xfrm>
            <a:off x="6210300" y="3920886"/>
            <a:ext cx="2584211"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2" name="object 7">
            <a:extLst>
              <a:ext uri="{FF2B5EF4-FFF2-40B4-BE49-F238E27FC236}">
                <a16:creationId xmlns:a16="http://schemas.microsoft.com/office/drawing/2014/main" id="{5CA5F509-ED88-EFCA-6973-460B7B7B7CB1}"/>
              </a:ext>
            </a:extLst>
          </p:cNvPr>
          <p:cNvSpPr txBox="1"/>
          <p:nvPr/>
        </p:nvSpPr>
        <p:spPr>
          <a:xfrm>
            <a:off x="6210301" y="4129896"/>
            <a:ext cx="2584210" cy="2149776"/>
          </a:xfrm>
          <a:prstGeom prst="rect">
            <a:avLst/>
          </a:prstGeom>
        </p:spPr>
        <p:txBody>
          <a:bodyPr vert="horz" wrap="square" lIns="0" tIns="0" rIns="0" bIns="0" rtlCol="0">
            <a:noAutofit/>
          </a:bodyPr>
          <a:lstStyle/>
          <a:p>
            <a:pPr>
              <a:lnSpc>
                <a:spcPct val="110000"/>
              </a:lnSpc>
              <a:spcAft>
                <a:spcPts val="1000"/>
              </a:spcAft>
            </a:pPr>
            <a:r>
              <a:rPr lang="en-US" sz="1200">
                <a:cs typeface="+mn-cs"/>
              </a:rPr>
              <a:t>A paragraph or bullet goes here</a:t>
            </a:r>
          </a:p>
          <a:p>
            <a:pPr marR="3080">
              <a:lnSpc>
                <a:spcPct val="110000"/>
              </a:lnSpc>
              <a:spcAft>
                <a:spcPts val="1000"/>
              </a:spcAft>
            </a:pPr>
            <a:r>
              <a:rPr lang="en-US" sz="1200">
                <a:cs typeface="+mn-cs"/>
              </a:rPr>
              <a:t>A paragraph or bullet goes here</a:t>
            </a:r>
          </a:p>
          <a:p>
            <a:pPr marR="3080">
              <a:lnSpc>
                <a:spcPct val="110000"/>
              </a:lnSpc>
              <a:spcAft>
                <a:spcPts val="1000"/>
              </a:spcAft>
            </a:pPr>
            <a:r>
              <a:rPr lang="en-US" sz="1200">
                <a:cs typeface="+mn-cs"/>
              </a:rPr>
              <a:t>A paragraph or bullet goes here  </a:t>
            </a:r>
          </a:p>
          <a:p>
            <a:pPr marR="3080">
              <a:lnSpc>
                <a:spcPct val="110000"/>
              </a:lnSpc>
              <a:spcAft>
                <a:spcPts val="1000"/>
              </a:spcAft>
            </a:pPr>
            <a:r>
              <a:rPr lang="en-US" sz="1200">
                <a:cs typeface="+mn-cs"/>
              </a:rPr>
              <a:t>A paragraph or bullet goes here  </a:t>
            </a:r>
          </a:p>
          <a:p>
            <a:pPr marR="3080">
              <a:lnSpc>
                <a:spcPct val="110000"/>
              </a:lnSpc>
              <a:spcAft>
                <a:spcPts val="1000"/>
              </a:spcAft>
            </a:pPr>
            <a:r>
              <a:rPr lang="en-US" sz="1200">
                <a:cs typeface="+mn-cs"/>
              </a:rPr>
              <a:t>A paragraph or bullet goes here  </a:t>
            </a:r>
          </a:p>
          <a:p>
            <a:pPr marR="3080">
              <a:lnSpc>
                <a:spcPct val="110000"/>
              </a:lnSpc>
              <a:spcAft>
                <a:spcPts val="1000"/>
              </a:spcAft>
            </a:pPr>
            <a:r>
              <a:rPr lang="en-US" sz="1200">
                <a:cs typeface="+mn-cs"/>
              </a:rPr>
              <a:t>A paragraph or bullet goes here</a:t>
            </a:r>
          </a:p>
        </p:txBody>
      </p:sp>
      <p:pic>
        <p:nvPicPr>
          <p:cNvPr id="17" name="Graphic 16">
            <a:extLst>
              <a:ext uri="{FF2B5EF4-FFF2-40B4-BE49-F238E27FC236}">
                <a16:creationId xmlns:a16="http://schemas.microsoft.com/office/drawing/2014/main" id="{28D3EA17-967A-22E7-6630-B420628DDD08}"/>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984989" y="3057508"/>
            <a:ext cx="457200" cy="457200"/>
          </a:xfrm>
          <a:prstGeom prst="rect">
            <a:avLst/>
          </a:prstGeom>
        </p:spPr>
      </p:pic>
      <p:sp>
        <p:nvSpPr>
          <p:cNvPr id="8" name="object 3">
            <a:extLst>
              <a:ext uri="{FF2B5EF4-FFF2-40B4-BE49-F238E27FC236}">
                <a16:creationId xmlns:a16="http://schemas.microsoft.com/office/drawing/2014/main" id="{5D07B541-5193-51C1-6A26-F216CB582712}"/>
              </a:ext>
            </a:extLst>
          </p:cNvPr>
          <p:cNvSpPr txBox="1">
            <a:spLocks/>
          </p:cNvSpPr>
          <p:nvPr/>
        </p:nvSpPr>
        <p:spPr>
          <a:xfrm>
            <a:off x="9042877" y="3617982"/>
            <a:ext cx="1280160" cy="231789"/>
          </a:xfrm>
          <a:prstGeom prst="rect">
            <a:avLst/>
          </a:prstGeom>
        </p:spPr>
        <p:txBody>
          <a:bodyPr vert="horz" wrap="square" lIns="0" tIns="9625" rIns="0" bIns="0" rtlCol="0" anchor="ctr">
            <a:noAutofit/>
          </a:bodyPr>
          <a:lstStyle/>
          <a:p>
            <a:pPr marL="7700">
              <a:spcBef>
                <a:spcPts val="76"/>
              </a:spcBef>
            </a:pPr>
            <a:r>
              <a:rPr lang="en-US" sz="1200" b="1" spc="-3">
                <a:solidFill>
                  <a:srgbClr val="151527"/>
                </a:solidFill>
                <a:cs typeface="+mn-cs"/>
              </a:rPr>
              <a:t>C</a:t>
            </a:r>
            <a:r>
              <a:rPr lang="en-US" sz="1200" b="1" spc="9">
                <a:solidFill>
                  <a:srgbClr val="151527"/>
                </a:solidFill>
                <a:cs typeface="+mn-cs"/>
              </a:rPr>
              <a:t>ons</a:t>
            </a:r>
            <a:endParaRPr sz="1200">
              <a:cs typeface="+mn-cs"/>
            </a:endParaRPr>
          </a:p>
        </p:txBody>
      </p:sp>
      <p:cxnSp>
        <p:nvCxnSpPr>
          <p:cNvPr id="26" name="Straight Connector 25">
            <a:extLst>
              <a:ext uri="{FF2B5EF4-FFF2-40B4-BE49-F238E27FC236}">
                <a16:creationId xmlns:a16="http://schemas.microsoft.com/office/drawing/2014/main" id="{821DB8AD-B6E9-B5DD-BD96-09A584DA29D7}"/>
              </a:ext>
              <a:ext uri="{C183D7F6-B498-43B3-948B-1728B52AA6E4}">
                <adec:decorative xmlns:adec="http://schemas.microsoft.com/office/drawing/2017/decorative" val="1"/>
              </a:ext>
            </a:extLst>
          </p:cNvPr>
          <p:cNvCxnSpPr>
            <a:cxnSpLocks/>
          </p:cNvCxnSpPr>
          <p:nvPr/>
        </p:nvCxnSpPr>
        <p:spPr>
          <a:xfrm>
            <a:off x="9036289" y="3920886"/>
            <a:ext cx="258421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9" name="object 4">
            <a:extLst>
              <a:ext uri="{FF2B5EF4-FFF2-40B4-BE49-F238E27FC236}">
                <a16:creationId xmlns:a16="http://schemas.microsoft.com/office/drawing/2014/main" id="{CC648EF9-9002-9F03-7E77-62BE6883E6B9}"/>
              </a:ext>
            </a:extLst>
          </p:cNvPr>
          <p:cNvSpPr txBox="1"/>
          <p:nvPr/>
        </p:nvSpPr>
        <p:spPr>
          <a:xfrm>
            <a:off x="9042877" y="4129896"/>
            <a:ext cx="2584210" cy="2149776"/>
          </a:xfrm>
          <a:prstGeom prst="rect">
            <a:avLst/>
          </a:prstGeom>
        </p:spPr>
        <p:txBody>
          <a:bodyPr vert="horz" wrap="square" lIns="0" tIns="8470" rIns="0" bIns="0" rtlCol="0">
            <a:noAutofit/>
          </a:bodyPr>
          <a:lstStyle/>
          <a:p>
            <a:pPr>
              <a:lnSpc>
                <a:spcPct val="110000"/>
              </a:lnSpc>
              <a:spcAft>
                <a:spcPts val="1000"/>
              </a:spcAft>
            </a:pPr>
            <a:r>
              <a:rPr lang="en-US" sz="1200">
                <a:cs typeface="+mn-cs"/>
              </a:rPr>
              <a:t>A paragraph or bullet goes here</a:t>
            </a:r>
          </a:p>
          <a:p>
            <a:pPr marR="3080">
              <a:lnSpc>
                <a:spcPct val="110000"/>
              </a:lnSpc>
              <a:spcAft>
                <a:spcPts val="1000"/>
              </a:spcAft>
            </a:pPr>
            <a:r>
              <a:rPr lang="en-US" sz="1200">
                <a:cs typeface="+mn-cs"/>
              </a:rPr>
              <a:t>A paragraph or bullet goes here  </a:t>
            </a:r>
          </a:p>
          <a:p>
            <a:pPr marR="3080">
              <a:lnSpc>
                <a:spcPct val="110000"/>
              </a:lnSpc>
              <a:spcAft>
                <a:spcPts val="1000"/>
              </a:spcAft>
            </a:pPr>
            <a:r>
              <a:rPr lang="en-US" sz="1200">
                <a:cs typeface="+mn-cs"/>
              </a:rPr>
              <a:t>A paragraph or bullet goes here  </a:t>
            </a:r>
          </a:p>
          <a:p>
            <a:pPr marR="3080">
              <a:lnSpc>
                <a:spcPct val="110000"/>
              </a:lnSpc>
              <a:spcAft>
                <a:spcPts val="1000"/>
              </a:spcAft>
            </a:pPr>
            <a:r>
              <a:rPr lang="en-US" sz="1200">
                <a:cs typeface="+mn-cs"/>
              </a:rPr>
              <a:t>A paragraph or bullet goes here  </a:t>
            </a:r>
          </a:p>
          <a:p>
            <a:pPr marR="3080">
              <a:lnSpc>
                <a:spcPct val="110000"/>
              </a:lnSpc>
              <a:spcAft>
                <a:spcPts val="1000"/>
              </a:spcAft>
            </a:pPr>
            <a:r>
              <a:rPr lang="en-US" sz="1200">
                <a:cs typeface="+mn-cs"/>
              </a:rPr>
              <a:t>A paragraph or bullet goes here  </a:t>
            </a:r>
          </a:p>
          <a:p>
            <a:pPr marR="3080">
              <a:lnSpc>
                <a:spcPct val="110000"/>
              </a:lnSpc>
              <a:spcAft>
                <a:spcPts val="1000"/>
              </a:spcAft>
            </a:pPr>
            <a:r>
              <a:rPr lang="en-US" sz="1200">
                <a:cs typeface="+mn-cs"/>
              </a:rPr>
              <a:t>A paragraph or bullet goes here</a:t>
            </a:r>
          </a:p>
        </p:txBody>
      </p:sp>
    </p:spTree>
    <p:extLst>
      <p:ext uri="{BB962C8B-B14F-4D97-AF65-F5344CB8AC3E}">
        <p14:creationId xmlns:p14="http://schemas.microsoft.com/office/powerpoint/2010/main" val="8688614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A13509-015D-C601-07A2-BF20185A8844}"/>
              </a:ext>
            </a:extLst>
          </p:cNvPr>
          <p:cNvSpPr>
            <a:spLocks noGrp="1"/>
          </p:cNvSpPr>
          <p:nvPr>
            <p:ph type="title"/>
          </p:nvPr>
        </p:nvSpPr>
        <p:spPr/>
        <p:txBody>
          <a:bodyPr/>
          <a:lstStyle/>
          <a:p>
            <a:r>
              <a:rPr lang="en-US"/>
              <a:t>Slide headline. </a:t>
            </a:r>
            <a:br>
              <a:rPr lang="en-US"/>
            </a:br>
            <a:r>
              <a:rPr lang="en-US">
                <a:solidFill>
                  <a:schemeClr val="accent1"/>
                </a:solidFill>
              </a:rPr>
              <a:t>Should not </a:t>
            </a:r>
            <a:br>
              <a:rPr lang="en-US">
                <a:solidFill>
                  <a:schemeClr val="accent1"/>
                </a:solidFill>
              </a:rPr>
            </a:br>
            <a:r>
              <a:rPr lang="en-US">
                <a:solidFill>
                  <a:schemeClr val="accent1"/>
                </a:solidFill>
              </a:rPr>
              <a:t>exceed three lines. </a:t>
            </a:r>
          </a:p>
        </p:txBody>
      </p:sp>
      <p:sp>
        <p:nvSpPr>
          <p:cNvPr id="9" name="Text Placeholder 8">
            <a:extLst>
              <a:ext uri="{FF2B5EF4-FFF2-40B4-BE49-F238E27FC236}">
                <a16:creationId xmlns:a16="http://schemas.microsoft.com/office/drawing/2014/main" id="{D4B592BD-83DF-A086-76A9-8D43899F433D}"/>
              </a:ext>
            </a:extLst>
          </p:cNvPr>
          <p:cNvSpPr>
            <a:spLocks noGrp="1"/>
          </p:cNvSpPr>
          <p:nvPr>
            <p:ph type="body" sz="quarter" idx="20"/>
          </p:nvPr>
        </p:nvSpPr>
        <p:spPr/>
        <p:txBody>
          <a:bodyPr/>
          <a:lstStyle/>
          <a:p>
            <a:r>
              <a:rPr lang="en-US"/>
              <a:t>Subtitle </a:t>
            </a:r>
            <a:r>
              <a:rPr lang="en-US" err="1"/>
              <a:t>necupta</a:t>
            </a:r>
            <a:r>
              <a:rPr lang="en-US"/>
              <a:t> </a:t>
            </a:r>
            <a:r>
              <a:rPr lang="en-US" err="1"/>
              <a:t>ius</a:t>
            </a:r>
            <a:r>
              <a:rPr lang="en-US"/>
              <a:t> </a:t>
            </a:r>
            <a:r>
              <a:rPr lang="en-US" err="1"/>
              <a:t>consequ</a:t>
            </a:r>
            <a:r>
              <a:rPr lang="en-US"/>
              <a:t>.</a:t>
            </a:r>
          </a:p>
        </p:txBody>
      </p:sp>
      <p:sp>
        <p:nvSpPr>
          <p:cNvPr id="17" name="Text Placeholder 16">
            <a:extLst>
              <a:ext uri="{FF2B5EF4-FFF2-40B4-BE49-F238E27FC236}">
                <a16:creationId xmlns:a16="http://schemas.microsoft.com/office/drawing/2014/main" id="{7E52C8DE-9A51-9947-B025-E13799269838}"/>
              </a:ext>
            </a:extLst>
          </p:cNvPr>
          <p:cNvSpPr>
            <a:spLocks noGrp="1"/>
          </p:cNvSpPr>
          <p:nvPr>
            <p:ph type="body" sz="quarter" idx="21"/>
          </p:nvPr>
        </p:nvSpPr>
        <p:spPr/>
        <p:txBody>
          <a:bodyPr/>
          <a:lstStyle/>
          <a:p>
            <a:pPr marL="0" indent="0">
              <a:buNone/>
            </a:pPr>
            <a:r>
              <a:rPr lang="en-US"/>
              <a:t>Detailed text </a:t>
            </a:r>
            <a:r>
              <a:rPr lang="en-US" err="1"/>
              <a:t>Suscia</a:t>
            </a:r>
            <a:r>
              <a:rPr lang="en-US"/>
              <a:t> </a:t>
            </a:r>
            <a:r>
              <a:rPr lang="en-US" err="1"/>
              <a:t>si</a:t>
            </a:r>
            <a:r>
              <a:rPr lang="en-US"/>
              <a:t> </a:t>
            </a:r>
            <a:r>
              <a:rPr lang="en-US" err="1"/>
              <a:t>reptatia</a:t>
            </a:r>
            <a:r>
              <a:rPr lang="en-US"/>
              <a:t> </a:t>
            </a:r>
            <a:r>
              <a:rPr lang="en-US" err="1"/>
              <a:t>peratum</a:t>
            </a:r>
            <a:r>
              <a:rPr lang="en-US"/>
              <a:t> </a:t>
            </a:r>
            <a:r>
              <a:rPr lang="en-US" err="1"/>
              <a:t>voluptatur</a:t>
            </a:r>
            <a:r>
              <a:rPr lang="en-US"/>
              <a:t> sed </a:t>
            </a:r>
            <a:r>
              <a:rPr lang="en-US" err="1"/>
              <a:t>estore</a:t>
            </a:r>
            <a:r>
              <a:rPr lang="en-US"/>
              <a:t> </a:t>
            </a:r>
            <a:r>
              <a:rPr lang="en-US" err="1"/>
              <a:t>audae</a:t>
            </a:r>
            <a:r>
              <a:rPr lang="en-US"/>
              <a:t> ad </a:t>
            </a:r>
            <a:r>
              <a:rPr lang="en-US" err="1"/>
              <a:t>esto</a:t>
            </a:r>
            <a:r>
              <a:rPr lang="en-US"/>
              <a:t> </a:t>
            </a:r>
            <a:r>
              <a:rPr lang="en-US" err="1"/>
              <a:t>ilis</a:t>
            </a:r>
            <a:r>
              <a:rPr lang="en-US"/>
              <a:t> a pores </a:t>
            </a:r>
            <a:r>
              <a:rPr lang="en-US" err="1"/>
              <a:t>ut</a:t>
            </a:r>
            <a:r>
              <a:rPr lang="en-US"/>
              <a:t> </a:t>
            </a:r>
            <a:r>
              <a:rPr lang="en-US" err="1"/>
              <a:t>ut</a:t>
            </a:r>
            <a:r>
              <a:rPr lang="en-US"/>
              <a:t> ad </a:t>
            </a:r>
            <a:r>
              <a:rPr lang="en-US" err="1"/>
              <a:t>quis</a:t>
            </a:r>
            <a:r>
              <a:rPr lang="en-US"/>
              <a:t> et </a:t>
            </a:r>
            <a:r>
              <a:rPr lang="en-US" err="1"/>
              <a:t>enisque</a:t>
            </a:r>
            <a:r>
              <a:rPr lang="en-US"/>
              <a:t> </a:t>
            </a:r>
            <a:r>
              <a:rPr lang="en-US" err="1"/>
              <a:t>illautate</a:t>
            </a:r>
            <a:r>
              <a:rPr lang="en-US"/>
              <a:t> nus re es </a:t>
            </a:r>
            <a:r>
              <a:rPr lang="en-US" err="1"/>
              <a:t>velit</a:t>
            </a:r>
            <a:r>
              <a:rPr lang="en-US"/>
              <a:t> </a:t>
            </a:r>
            <a:r>
              <a:rPr lang="en-US" err="1"/>
              <a:t>ut</a:t>
            </a:r>
            <a:r>
              <a:rPr lang="en-US"/>
              <a:t> </a:t>
            </a:r>
            <a:r>
              <a:rPr lang="en-US" err="1"/>
              <a:t>excerferchil</a:t>
            </a:r>
            <a:r>
              <a:rPr lang="en-US"/>
              <a:t> il et </a:t>
            </a:r>
            <a:r>
              <a:rPr lang="en-US" err="1"/>
              <a:t>volo</a:t>
            </a:r>
            <a:r>
              <a:rPr lang="en-US"/>
              <a:t>.</a:t>
            </a:r>
          </a:p>
          <a:p>
            <a:pPr marL="0" indent="0">
              <a:buNone/>
            </a:pPr>
            <a:r>
              <a:rPr lang="en-US" err="1"/>
              <a:t>Occuscia</a:t>
            </a:r>
            <a:r>
              <a:rPr lang="en-US"/>
              <a:t> </a:t>
            </a:r>
            <a:r>
              <a:rPr lang="en-US" err="1"/>
              <a:t>volorio</a:t>
            </a:r>
            <a:r>
              <a:rPr lang="en-US"/>
              <a:t> </a:t>
            </a:r>
            <a:r>
              <a:rPr lang="en-US" err="1"/>
              <a:t>evel</a:t>
            </a:r>
            <a:r>
              <a:rPr lang="en-US"/>
              <a:t> </a:t>
            </a:r>
            <a:r>
              <a:rPr lang="en-US" err="1"/>
              <a:t>illaut</a:t>
            </a:r>
            <a:r>
              <a:rPr lang="en-US"/>
              <a:t> </a:t>
            </a:r>
            <a:r>
              <a:rPr lang="en-US" err="1"/>
              <a:t>mos</a:t>
            </a:r>
            <a:r>
              <a:rPr lang="en-US"/>
              <a:t> </a:t>
            </a:r>
            <a:r>
              <a:rPr lang="en-US" err="1"/>
              <a:t>eati</a:t>
            </a:r>
            <a:r>
              <a:rPr lang="en-US"/>
              <a:t> am </a:t>
            </a:r>
            <a:r>
              <a:rPr lang="en-US" err="1"/>
              <a:t>sincieni</a:t>
            </a:r>
            <a:r>
              <a:rPr lang="en-US"/>
              <a:t> </a:t>
            </a:r>
            <a:r>
              <a:rPr lang="en-US" err="1"/>
              <a:t>corerna</a:t>
            </a:r>
            <a:r>
              <a:rPr lang="en-US"/>
              <a:t> </a:t>
            </a:r>
            <a:r>
              <a:rPr lang="en-US" err="1"/>
              <a:t>temquas</a:t>
            </a:r>
            <a:r>
              <a:rPr lang="en-US"/>
              <a:t>  </a:t>
            </a:r>
            <a:r>
              <a:rPr lang="en-US" err="1"/>
              <a:t>ut</a:t>
            </a:r>
            <a:r>
              <a:rPr lang="en-US"/>
              <a:t> </a:t>
            </a:r>
            <a:r>
              <a:rPr lang="en-US" err="1"/>
              <a:t>acestibusant</a:t>
            </a:r>
            <a:r>
              <a:rPr lang="en-US"/>
              <a:t> maxim </a:t>
            </a:r>
            <a:r>
              <a:rPr lang="en-US" err="1"/>
              <a:t>recturi</a:t>
            </a:r>
            <a:r>
              <a:rPr lang="en-US"/>
              <a:t> </a:t>
            </a:r>
            <a:r>
              <a:rPr lang="en-US" err="1"/>
              <a:t>aerferferrum</a:t>
            </a:r>
            <a:r>
              <a:rPr lang="en-US"/>
              <a:t> </a:t>
            </a:r>
            <a:br>
              <a:rPr lang="en-US"/>
            </a:br>
            <a:r>
              <a:rPr lang="en-US" err="1"/>
              <a:t>sime</a:t>
            </a:r>
            <a:r>
              <a:rPr lang="en-US"/>
              <a:t> </a:t>
            </a:r>
            <a:r>
              <a:rPr lang="en-US" err="1"/>
              <a:t>senihitiis</a:t>
            </a:r>
            <a:r>
              <a:rPr lang="en-US"/>
              <a:t> in nus, </a:t>
            </a:r>
            <a:r>
              <a:rPr lang="en-US" err="1"/>
              <a:t>tem</a:t>
            </a:r>
            <a:r>
              <a:rPr lang="en-US"/>
              <a:t> </a:t>
            </a:r>
            <a:r>
              <a:rPr lang="en-US" err="1"/>
              <a:t>hillabo</a:t>
            </a:r>
            <a:r>
              <a:rPr lang="en-US"/>
              <a:t> </a:t>
            </a:r>
            <a:r>
              <a:rPr lang="en-US" err="1"/>
              <a:t>rerumque</a:t>
            </a:r>
            <a:r>
              <a:rPr lang="en-US"/>
              <a:t> </a:t>
            </a:r>
            <a:r>
              <a:rPr lang="en-US" err="1"/>
              <a:t>rae</a:t>
            </a:r>
            <a:r>
              <a:rPr lang="en-US"/>
              <a:t> min et </a:t>
            </a:r>
            <a:br>
              <a:rPr lang="en-US"/>
            </a:br>
            <a:r>
              <a:rPr lang="en-US" err="1"/>
              <a:t>ute</a:t>
            </a:r>
            <a:r>
              <a:rPr lang="en-US"/>
              <a:t> </a:t>
            </a:r>
            <a:r>
              <a:rPr lang="en-US" err="1"/>
              <a:t>dus</a:t>
            </a:r>
            <a:r>
              <a:rPr lang="en-US"/>
              <a:t> in pedis </a:t>
            </a:r>
            <a:r>
              <a:rPr lang="en-US" err="1"/>
              <a:t>dit</a:t>
            </a:r>
            <a:r>
              <a:rPr lang="en-US"/>
              <a:t> </a:t>
            </a:r>
            <a:r>
              <a:rPr lang="en-US" err="1"/>
              <a:t>aute</a:t>
            </a:r>
            <a:r>
              <a:rPr lang="en-US"/>
              <a:t> nobis </a:t>
            </a:r>
            <a:r>
              <a:rPr lang="en-US" err="1"/>
              <a:t>eum</a:t>
            </a:r>
            <a:r>
              <a:rPr lang="en-US"/>
              <a:t> </a:t>
            </a:r>
            <a:r>
              <a:rPr lang="en-US" err="1"/>
              <a:t>volo</a:t>
            </a:r>
            <a:r>
              <a:rPr lang="en-US"/>
              <a:t> is </a:t>
            </a:r>
            <a:r>
              <a:rPr lang="en-US" err="1"/>
              <a:t>alitin</a:t>
            </a:r>
            <a:r>
              <a:rPr lang="en-US"/>
              <a:t> </a:t>
            </a:r>
            <a:r>
              <a:rPr lang="en-US" err="1"/>
              <a:t>evendae</a:t>
            </a:r>
            <a:r>
              <a:rPr lang="en-US"/>
              <a:t> </a:t>
            </a:r>
            <a:r>
              <a:rPr lang="en-US" err="1"/>
              <a:t>volorumet</a:t>
            </a:r>
            <a:r>
              <a:rPr lang="en-US"/>
              <a:t> </a:t>
            </a:r>
            <a:r>
              <a:rPr lang="en-US" err="1"/>
              <a:t>aut</a:t>
            </a:r>
            <a:r>
              <a:rPr lang="en-US"/>
              <a:t> </a:t>
            </a:r>
            <a:r>
              <a:rPr lang="en-US" err="1"/>
              <a:t>exerferrorro</a:t>
            </a:r>
            <a:r>
              <a:rPr lang="en-US"/>
              <a:t> int </a:t>
            </a:r>
            <a:r>
              <a:rPr lang="en-US" err="1"/>
              <a:t>aut</a:t>
            </a:r>
            <a:r>
              <a:rPr lang="en-US"/>
              <a:t> pores </a:t>
            </a:r>
            <a:r>
              <a:rPr lang="en-US" err="1"/>
              <a:t>aut</a:t>
            </a:r>
            <a:r>
              <a:rPr lang="en-US"/>
              <a:t> </a:t>
            </a:r>
            <a:r>
              <a:rPr lang="en-US" err="1"/>
              <a:t>volupti</a:t>
            </a:r>
            <a:r>
              <a:rPr lang="en-US"/>
              <a:t> </a:t>
            </a:r>
            <a:r>
              <a:rPr lang="en-US" err="1"/>
              <a:t>tet</a:t>
            </a:r>
            <a:r>
              <a:rPr lang="en-US"/>
              <a:t> </a:t>
            </a:r>
            <a:r>
              <a:rPr lang="en-US" err="1"/>
              <a:t>esequo</a:t>
            </a:r>
            <a:r>
              <a:rPr lang="en-US"/>
              <a:t> </a:t>
            </a:r>
            <a:r>
              <a:rPr lang="en-US" err="1"/>
              <a:t>eos</a:t>
            </a:r>
            <a:r>
              <a:rPr lang="en-US"/>
              <a:t> </a:t>
            </a:r>
            <a:r>
              <a:rPr lang="en-US" err="1"/>
              <a:t>eatusdae</a:t>
            </a:r>
            <a:r>
              <a:rPr lang="en-US"/>
              <a:t> </a:t>
            </a:r>
            <a:r>
              <a:rPr lang="en-US" err="1"/>
              <a:t>latio</a:t>
            </a:r>
            <a:r>
              <a:rPr lang="en-US"/>
              <a:t> </a:t>
            </a:r>
            <a:r>
              <a:rPr lang="en-US" err="1"/>
              <a:t>corerem</a:t>
            </a:r>
            <a:r>
              <a:rPr lang="en-US"/>
              <a:t> </a:t>
            </a:r>
            <a:r>
              <a:rPr lang="en-US" err="1"/>
              <a:t>dus</a:t>
            </a:r>
            <a:r>
              <a:rPr lang="en-US"/>
              <a:t> et </a:t>
            </a:r>
            <a:r>
              <a:rPr lang="en-US" err="1"/>
              <a:t>eos</a:t>
            </a:r>
            <a:r>
              <a:rPr lang="en-US"/>
              <a:t> </a:t>
            </a:r>
            <a:r>
              <a:rPr lang="en-US" err="1"/>
              <a:t>doloriberia</a:t>
            </a:r>
            <a:r>
              <a:rPr lang="en-US"/>
              <a:t> </a:t>
            </a:r>
            <a:r>
              <a:rPr lang="en-US" err="1"/>
              <a:t>periorest</a:t>
            </a:r>
            <a:r>
              <a:rPr lang="en-US"/>
              <a:t>, </a:t>
            </a:r>
            <a:r>
              <a:rPr lang="en-US" err="1"/>
              <a:t>ut</a:t>
            </a:r>
            <a:r>
              <a:rPr lang="en-US"/>
              <a:t> eat int.</a:t>
            </a:r>
          </a:p>
        </p:txBody>
      </p:sp>
      <p:pic>
        <p:nvPicPr>
          <p:cNvPr id="18" name="Picture Placeholder 17" descr="Two people talking">
            <a:extLst>
              <a:ext uri="{FF2B5EF4-FFF2-40B4-BE49-F238E27FC236}">
                <a16:creationId xmlns:a16="http://schemas.microsoft.com/office/drawing/2014/main" id="{A2E1BD32-1E57-BB02-0F95-83C3EBE09C07}"/>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p:pic>
      <p:sp>
        <p:nvSpPr>
          <p:cNvPr id="6" name="Date Placeholder 5">
            <a:extLst>
              <a:ext uri="{FF2B5EF4-FFF2-40B4-BE49-F238E27FC236}">
                <a16:creationId xmlns:a16="http://schemas.microsoft.com/office/drawing/2014/main" id="{79CB8494-3143-13D6-325F-769418863B96}"/>
              </a:ext>
              <a:ext uri="{C183D7F6-B498-43B3-948B-1728B52AA6E4}">
                <adec:decorative xmlns:adec="http://schemas.microsoft.com/office/drawing/2017/decorative" val="1"/>
              </a:ext>
            </a:extLst>
          </p:cNvPr>
          <p:cNvSpPr>
            <a:spLocks noGrp="1"/>
          </p:cNvSpPr>
          <p:nvPr>
            <p:ph type="dt" sz="half" idx="11"/>
          </p:nvPr>
        </p:nvSpPr>
        <p:spPr/>
        <p:txBody>
          <a:bodyPr/>
          <a:lstStyle/>
          <a:p>
            <a:fld id="{79479377-CDD1-4CAA-B626-952C1F3F2C1D}" type="datetimeyyyy">
              <a:rPr lang="en-US" smtClean="0"/>
              <a:t>2025</a:t>
            </a:fld>
            <a:endParaRPr lang="en-US"/>
          </a:p>
        </p:txBody>
      </p:sp>
      <p:sp>
        <p:nvSpPr>
          <p:cNvPr id="5" name="Footer Placeholder 4">
            <a:extLst>
              <a:ext uri="{FF2B5EF4-FFF2-40B4-BE49-F238E27FC236}">
                <a16:creationId xmlns:a16="http://schemas.microsoft.com/office/drawing/2014/main" id="{FC4641A1-6C00-64A9-BB1C-22BC4ACCB482}"/>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7F22FCF3-6423-4126-FCBC-7A1FEB587DD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61</a:t>
            </a:fld>
            <a:endParaRPr lang="en-US"/>
          </a:p>
        </p:txBody>
      </p:sp>
    </p:spTree>
    <p:extLst>
      <p:ext uri="{BB962C8B-B14F-4D97-AF65-F5344CB8AC3E}">
        <p14:creationId xmlns:p14="http://schemas.microsoft.com/office/powerpoint/2010/main" val="39666792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Placeholder 32">
            <a:extLst>
              <a:ext uri="{FF2B5EF4-FFF2-40B4-BE49-F238E27FC236}">
                <a16:creationId xmlns:a16="http://schemas.microsoft.com/office/drawing/2014/main" id="{60F814F1-86C2-66A5-218D-6F70A87577E5}"/>
              </a:ext>
              <a:ext uri="{C183D7F6-B498-43B3-948B-1728B52AA6E4}">
                <adec:decorative xmlns:adec="http://schemas.microsoft.com/office/drawing/2017/decorative" val="1"/>
              </a:ext>
            </a:extLst>
          </p:cNvPr>
          <p:cNvSpPr>
            <a:spLocks noGrp="1"/>
          </p:cNvSpPr>
          <p:nvPr>
            <p:ph type="body" sz="quarter" idx="17"/>
          </p:nvPr>
        </p:nvSpPr>
        <p:spPr>
          <a:solidFill>
            <a:srgbClr val="D1F9FD"/>
          </a:solidFill>
        </p:spPr>
        <p:txBody>
          <a:bodyPr/>
          <a:lstStyle/>
          <a:p>
            <a:endParaRPr lang="en-US"/>
          </a:p>
        </p:txBody>
      </p:sp>
      <p:sp>
        <p:nvSpPr>
          <p:cNvPr id="6" name="Title 5">
            <a:extLst>
              <a:ext uri="{FF2B5EF4-FFF2-40B4-BE49-F238E27FC236}">
                <a16:creationId xmlns:a16="http://schemas.microsoft.com/office/drawing/2014/main" id="{6D0ABB39-A6E1-F56C-2D6F-3BAACA81A5E2}"/>
              </a:ext>
            </a:extLst>
          </p:cNvPr>
          <p:cNvSpPr>
            <a:spLocks noGrp="1"/>
          </p:cNvSpPr>
          <p:nvPr>
            <p:ph type="title"/>
          </p:nvPr>
        </p:nvSpPr>
        <p:spPr/>
        <p:txBody>
          <a:bodyPr/>
          <a:lstStyle/>
          <a:p>
            <a:r>
              <a:rPr lang="en-US"/>
              <a:t>Shorter slide headline. </a:t>
            </a:r>
            <a:br>
              <a:rPr lang="en-US"/>
            </a:br>
            <a:r>
              <a:rPr lang="en-US">
                <a:solidFill>
                  <a:schemeClr val="accent1"/>
                </a:solidFill>
              </a:rPr>
              <a:t>Should not exceed two lines. </a:t>
            </a:r>
            <a:endParaRPr lang="en-US"/>
          </a:p>
        </p:txBody>
      </p:sp>
      <p:sp>
        <p:nvSpPr>
          <p:cNvPr id="13" name="Text Placeholder 12">
            <a:extLst>
              <a:ext uri="{FF2B5EF4-FFF2-40B4-BE49-F238E27FC236}">
                <a16:creationId xmlns:a16="http://schemas.microsoft.com/office/drawing/2014/main" id="{28B14BAB-6806-C6A4-59C1-5B2FF1042A1A}"/>
              </a:ext>
            </a:extLst>
          </p:cNvPr>
          <p:cNvSpPr>
            <a:spLocks noGrp="1"/>
          </p:cNvSpPr>
          <p:nvPr>
            <p:ph type="body" sz="quarter" idx="13"/>
          </p:nvPr>
        </p:nvSpPr>
        <p:spPr/>
        <p:txBody>
          <a:bodyPr/>
          <a:lstStyle/>
          <a:p>
            <a:r>
              <a:rPr lang="en-US"/>
              <a:t>Subtitle </a:t>
            </a:r>
            <a:r>
              <a:rPr lang="pt-BR"/>
              <a:t>necupta ius consequ osseritem quis eium.</a:t>
            </a:r>
          </a:p>
        </p:txBody>
      </p:sp>
      <p:sp>
        <p:nvSpPr>
          <p:cNvPr id="20" name="Text Placeholder 19">
            <a:extLst>
              <a:ext uri="{FF2B5EF4-FFF2-40B4-BE49-F238E27FC236}">
                <a16:creationId xmlns:a16="http://schemas.microsoft.com/office/drawing/2014/main" id="{611E2DD2-FECF-98FA-E2C1-69770BE90E1E}"/>
              </a:ext>
            </a:extLst>
          </p:cNvPr>
          <p:cNvSpPr>
            <a:spLocks noGrp="1"/>
          </p:cNvSpPr>
          <p:nvPr>
            <p:ph type="body" sz="quarter" idx="16"/>
          </p:nvPr>
        </p:nvSpPr>
        <p:spPr/>
        <p:txBody>
          <a:bodyPr/>
          <a:lstStyle/>
          <a:p>
            <a:pPr marL="0" indent="0">
              <a:buNone/>
            </a:pPr>
            <a:r>
              <a:rPr lang="en-US" b="1"/>
              <a:t>Bulleted list example</a:t>
            </a:r>
          </a:p>
          <a:p>
            <a:r>
              <a:rPr lang="en-US"/>
              <a:t>Bullet one lorem ipsum dolor sit </a:t>
            </a:r>
            <a:r>
              <a:rPr lang="en-US" err="1"/>
              <a:t>amet</a:t>
            </a:r>
            <a:r>
              <a:rPr lang="en-US"/>
              <a:t>, </a:t>
            </a:r>
            <a:r>
              <a:rPr lang="en-US" err="1"/>
              <a:t>consectetur</a:t>
            </a:r>
            <a:r>
              <a:rPr lang="en-US"/>
              <a:t> </a:t>
            </a:r>
            <a:r>
              <a:rPr lang="en-US" err="1"/>
              <a:t>adipiscing</a:t>
            </a:r>
            <a:r>
              <a:rPr lang="en-US"/>
              <a:t> </a:t>
            </a:r>
            <a:r>
              <a:rPr lang="en-US" err="1"/>
              <a:t>elit</a:t>
            </a:r>
            <a:r>
              <a:rPr lang="en-US"/>
              <a:t>, sed</a:t>
            </a:r>
          </a:p>
          <a:p>
            <a:r>
              <a:rPr lang="en-US"/>
              <a:t>Bullet two lorem ipsum dolor sit </a:t>
            </a:r>
            <a:r>
              <a:rPr lang="en-US" err="1"/>
              <a:t>amet</a:t>
            </a:r>
            <a:r>
              <a:rPr lang="en-US"/>
              <a:t>, </a:t>
            </a:r>
            <a:r>
              <a:rPr lang="en-US" err="1"/>
              <a:t>consectetur</a:t>
            </a:r>
            <a:r>
              <a:rPr lang="en-US"/>
              <a:t> </a:t>
            </a:r>
            <a:r>
              <a:rPr lang="en-US" err="1"/>
              <a:t>adipiscing</a:t>
            </a:r>
            <a:r>
              <a:rPr lang="en-US"/>
              <a:t> </a:t>
            </a:r>
            <a:r>
              <a:rPr lang="en-US" err="1"/>
              <a:t>elit</a:t>
            </a:r>
            <a:r>
              <a:rPr lang="en-US"/>
              <a:t>, sed</a:t>
            </a:r>
          </a:p>
          <a:p>
            <a:r>
              <a:rPr lang="en-US"/>
              <a:t>Bullet three lorem ipsum dolor sit </a:t>
            </a:r>
            <a:r>
              <a:rPr lang="en-US" err="1"/>
              <a:t>amet</a:t>
            </a:r>
            <a:r>
              <a:rPr lang="en-US"/>
              <a:t>, </a:t>
            </a:r>
            <a:r>
              <a:rPr lang="en-US" err="1"/>
              <a:t>consectetur</a:t>
            </a:r>
            <a:r>
              <a:rPr lang="en-US"/>
              <a:t> </a:t>
            </a:r>
            <a:r>
              <a:rPr lang="en-US" err="1"/>
              <a:t>adipiscing</a:t>
            </a:r>
            <a:r>
              <a:rPr lang="en-US"/>
              <a:t> </a:t>
            </a:r>
            <a:r>
              <a:rPr lang="en-US" err="1"/>
              <a:t>elit</a:t>
            </a:r>
            <a:r>
              <a:rPr lang="en-US"/>
              <a:t>, sed</a:t>
            </a:r>
          </a:p>
        </p:txBody>
      </p:sp>
      <p:pic>
        <p:nvPicPr>
          <p:cNvPr id="21" name="Picture Placeholder 24">
            <a:extLst>
              <a:ext uri="{FF2B5EF4-FFF2-40B4-BE49-F238E27FC236}">
                <a16:creationId xmlns:a16="http://schemas.microsoft.com/office/drawing/2014/main" id="{14BCE51E-A3A7-3236-516D-0B64C5BBDF98}"/>
              </a:ext>
              <a:ext uri="{C183D7F6-B498-43B3-948B-1728B52AA6E4}">
                <adec:decorative xmlns:adec="http://schemas.microsoft.com/office/drawing/2017/decorative" val="1"/>
              </a:ext>
            </a:extLst>
          </p:cNvPr>
          <p:cNvPicPr>
            <a:picLocks noGrp="1" noChangeAspect="1"/>
          </p:cNvPicPr>
          <p:nvPr>
            <p:ph type="pic" sz="quarter" idx="19"/>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p:blipFill>
        <p:spPr/>
      </p:pic>
      <p:sp>
        <p:nvSpPr>
          <p:cNvPr id="2" name="Date Placeholder 1">
            <a:extLst>
              <a:ext uri="{FF2B5EF4-FFF2-40B4-BE49-F238E27FC236}">
                <a16:creationId xmlns:a16="http://schemas.microsoft.com/office/drawing/2014/main" id="{28CEC5B0-0770-6F16-D493-7BFD026EE2E9}"/>
              </a:ext>
              <a:ext uri="{C183D7F6-B498-43B3-948B-1728B52AA6E4}">
                <adec:decorative xmlns:adec="http://schemas.microsoft.com/office/drawing/2017/decorative" val="1"/>
              </a:ext>
            </a:extLst>
          </p:cNvPr>
          <p:cNvSpPr>
            <a:spLocks noGrp="1"/>
          </p:cNvSpPr>
          <p:nvPr>
            <p:ph type="dt" sz="half" idx="11"/>
          </p:nvPr>
        </p:nvSpPr>
        <p:spPr/>
        <p:txBody>
          <a:bodyPr/>
          <a:lstStyle/>
          <a:p>
            <a:fld id="{8F6D7BC2-3C74-4578-84E4-A2085494AFAB}" type="datetimeyyyy">
              <a:rPr lang="en-US" smtClean="0"/>
              <a:t>2025</a:t>
            </a:fld>
            <a:endParaRPr lang="en-US"/>
          </a:p>
        </p:txBody>
      </p:sp>
      <p:sp>
        <p:nvSpPr>
          <p:cNvPr id="3" name="Footer Placeholder 2">
            <a:extLst>
              <a:ext uri="{FF2B5EF4-FFF2-40B4-BE49-F238E27FC236}">
                <a16:creationId xmlns:a16="http://schemas.microsoft.com/office/drawing/2014/main" id="{2DCBF966-59F9-E49A-45BE-E17A4A8B902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BACC7240-3810-8BF8-2C9E-BCA32F3E9CC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62</a:t>
            </a:fld>
            <a:endParaRPr lang="en-US"/>
          </a:p>
        </p:txBody>
      </p:sp>
      <p:grpSp>
        <p:nvGrpSpPr>
          <p:cNvPr id="5" name="Group 4">
            <a:extLst>
              <a:ext uri="{FF2B5EF4-FFF2-40B4-BE49-F238E27FC236}">
                <a16:creationId xmlns:a16="http://schemas.microsoft.com/office/drawing/2014/main" id="{3BB5A2BE-6897-0295-B9A2-48CCE1BBD275}"/>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7" name="Rectangle 6">
              <a:extLst>
                <a:ext uri="{FF2B5EF4-FFF2-40B4-BE49-F238E27FC236}">
                  <a16:creationId xmlns:a16="http://schemas.microsoft.com/office/drawing/2014/main" id="{354FAA68-A592-C0EF-A313-A32AC5E799AD}"/>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8" name="Group 7">
              <a:extLst>
                <a:ext uri="{FF2B5EF4-FFF2-40B4-BE49-F238E27FC236}">
                  <a16:creationId xmlns:a16="http://schemas.microsoft.com/office/drawing/2014/main" id="{CB3DE0DA-12C3-7B7D-366A-FBF6366AF44B}"/>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6D1F80B7-F436-5607-2C4B-140F8813326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0" name="Rectangle 9">
                <a:extLst>
                  <a:ext uri="{FF2B5EF4-FFF2-40B4-BE49-F238E27FC236}">
                    <a16:creationId xmlns:a16="http://schemas.microsoft.com/office/drawing/2014/main" id="{224A061B-BD3C-1A80-6A43-E321B2719518}"/>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0382842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9B2F3B61-1B38-0CCD-0CBC-4D5737C3CE5D}"/>
              </a:ext>
              <a:ext uri="{C183D7F6-B498-43B3-948B-1728B52AA6E4}">
                <adec:decorative xmlns:adec="http://schemas.microsoft.com/office/drawing/2017/decorative" val="1"/>
              </a:ext>
            </a:extLst>
          </p:cNvPr>
          <p:cNvSpPr>
            <a:spLocks noGrp="1"/>
          </p:cNvSpPr>
          <p:nvPr>
            <p:ph type="body" sz="quarter" idx="17"/>
          </p:nvPr>
        </p:nvSpPr>
        <p:spPr>
          <a:solidFill>
            <a:schemeClr val="accent4">
              <a:lumMod val="20000"/>
              <a:lumOff val="80000"/>
            </a:schemeClr>
          </a:solidFill>
        </p:spPr>
        <p:txBody>
          <a:bodyPr/>
          <a:lstStyle/>
          <a:p>
            <a:endParaRPr lang="en-US"/>
          </a:p>
        </p:txBody>
      </p:sp>
      <p:sp>
        <p:nvSpPr>
          <p:cNvPr id="5" name="Title 4">
            <a:extLst>
              <a:ext uri="{FF2B5EF4-FFF2-40B4-BE49-F238E27FC236}">
                <a16:creationId xmlns:a16="http://schemas.microsoft.com/office/drawing/2014/main" id="{137A7722-B1A8-48D7-DA0F-4EFA5EE3D570}"/>
              </a:ext>
            </a:extLst>
          </p:cNvPr>
          <p:cNvSpPr>
            <a:spLocks noGrp="1"/>
          </p:cNvSpPr>
          <p:nvPr>
            <p:ph type="title"/>
          </p:nvPr>
        </p:nvSpPr>
        <p:spPr/>
        <p:txBody>
          <a:bodyPr/>
          <a:lstStyle/>
          <a:p>
            <a:r>
              <a:rPr lang="en-US"/>
              <a:t>Shorter slide headline. </a:t>
            </a:r>
            <a:br>
              <a:rPr lang="en-US"/>
            </a:br>
            <a:r>
              <a:rPr lang="en-US">
                <a:solidFill>
                  <a:schemeClr val="accent1"/>
                </a:solidFill>
              </a:rPr>
              <a:t>Should not exceed two lines.</a:t>
            </a:r>
            <a:r>
              <a:rPr lang="en-US"/>
              <a:t> </a:t>
            </a:r>
          </a:p>
        </p:txBody>
      </p:sp>
      <p:sp>
        <p:nvSpPr>
          <p:cNvPr id="13" name="Text Placeholder 12">
            <a:extLst>
              <a:ext uri="{FF2B5EF4-FFF2-40B4-BE49-F238E27FC236}">
                <a16:creationId xmlns:a16="http://schemas.microsoft.com/office/drawing/2014/main" id="{C7BC5C2D-79A0-5C8A-8181-17CF16147EE1}"/>
              </a:ext>
            </a:extLst>
          </p:cNvPr>
          <p:cNvSpPr>
            <a:spLocks noGrp="1"/>
          </p:cNvSpPr>
          <p:nvPr>
            <p:ph type="body" sz="quarter" idx="13"/>
          </p:nvPr>
        </p:nvSpPr>
        <p:spPr/>
        <p:txBody>
          <a:bodyPr/>
          <a:lstStyle/>
          <a:p>
            <a:r>
              <a:rPr lang="en-US"/>
              <a:t>Subtitle </a:t>
            </a:r>
            <a:r>
              <a:rPr lang="pt-BR"/>
              <a:t>necupta ius consequ osseritem quis eium.</a:t>
            </a:r>
          </a:p>
        </p:txBody>
      </p:sp>
      <p:sp>
        <p:nvSpPr>
          <p:cNvPr id="17" name="Text Placeholder 16">
            <a:extLst>
              <a:ext uri="{FF2B5EF4-FFF2-40B4-BE49-F238E27FC236}">
                <a16:creationId xmlns:a16="http://schemas.microsoft.com/office/drawing/2014/main" id="{DD3E916A-75FF-7D53-B23B-6659080F8DAF}"/>
              </a:ext>
            </a:extLst>
          </p:cNvPr>
          <p:cNvSpPr>
            <a:spLocks noGrp="1"/>
          </p:cNvSpPr>
          <p:nvPr>
            <p:ph type="body" sz="quarter" idx="16"/>
          </p:nvPr>
        </p:nvSpPr>
        <p:spPr/>
        <p:txBody>
          <a:bodyPr/>
          <a:lstStyle/>
          <a:p>
            <a:pPr marL="0" indent="0">
              <a:buNone/>
            </a:pPr>
            <a:r>
              <a:rPr lang="en-US" b="1"/>
              <a:t>Bulleted list example</a:t>
            </a:r>
          </a:p>
          <a:p>
            <a:r>
              <a:rPr lang="en-US"/>
              <a:t>Bullet one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a:t>
            </a:r>
          </a:p>
          <a:p>
            <a:r>
              <a:rPr lang="en-US"/>
              <a:t>Bullet one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a:t>
            </a:r>
          </a:p>
          <a:p>
            <a:r>
              <a:rPr lang="en-US"/>
              <a:t>Bullet one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a:t>
            </a:r>
          </a:p>
          <a:p>
            <a:r>
              <a:rPr lang="en-US"/>
              <a:t>Bullet one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p>
        </p:txBody>
      </p:sp>
      <p:sp>
        <p:nvSpPr>
          <p:cNvPr id="2" name="Date Placeholder 1">
            <a:extLst>
              <a:ext uri="{FF2B5EF4-FFF2-40B4-BE49-F238E27FC236}">
                <a16:creationId xmlns:a16="http://schemas.microsoft.com/office/drawing/2014/main" id="{42296D2C-6F7A-7843-C25B-3402798B876E}"/>
              </a:ext>
              <a:ext uri="{C183D7F6-B498-43B3-948B-1728B52AA6E4}">
                <adec:decorative xmlns:adec="http://schemas.microsoft.com/office/drawing/2017/decorative" val="1"/>
              </a:ext>
            </a:extLst>
          </p:cNvPr>
          <p:cNvSpPr>
            <a:spLocks noGrp="1"/>
          </p:cNvSpPr>
          <p:nvPr>
            <p:ph type="dt" sz="half" idx="11"/>
          </p:nvPr>
        </p:nvSpPr>
        <p:spPr/>
        <p:txBody>
          <a:bodyPr/>
          <a:lstStyle/>
          <a:p>
            <a:fld id="{3CE0E722-EEB4-423A-A77E-2BF69F7ADEDB}" type="datetimeyyyy">
              <a:rPr lang="en-US" smtClean="0"/>
              <a:t>2025</a:t>
            </a:fld>
            <a:endParaRPr lang="en-US"/>
          </a:p>
        </p:txBody>
      </p:sp>
      <p:sp>
        <p:nvSpPr>
          <p:cNvPr id="3" name="Footer Placeholder 2">
            <a:extLst>
              <a:ext uri="{FF2B5EF4-FFF2-40B4-BE49-F238E27FC236}">
                <a16:creationId xmlns:a16="http://schemas.microsoft.com/office/drawing/2014/main" id="{AE156187-65EB-E237-F202-09E3DEC71A5B}"/>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0AC95D6-1C84-B7C5-CB72-0D42C639B7A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63</a:t>
            </a:fld>
            <a:endParaRPr lang="en-US"/>
          </a:p>
        </p:txBody>
      </p:sp>
      <p:grpSp>
        <p:nvGrpSpPr>
          <p:cNvPr id="6" name="Group 5">
            <a:extLst>
              <a:ext uri="{FF2B5EF4-FFF2-40B4-BE49-F238E27FC236}">
                <a16:creationId xmlns:a16="http://schemas.microsoft.com/office/drawing/2014/main" id="{4C6C8551-6565-8433-007D-0EC54C28565D}"/>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7" name="Rectangle 6">
              <a:extLst>
                <a:ext uri="{FF2B5EF4-FFF2-40B4-BE49-F238E27FC236}">
                  <a16:creationId xmlns:a16="http://schemas.microsoft.com/office/drawing/2014/main" id="{9BC7D9FA-03E1-5D26-C780-10DA4E661FB9}"/>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8" name="Group 7">
              <a:extLst>
                <a:ext uri="{FF2B5EF4-FFF2-40B4-BE49-F238E27FC236}">
                  <a16:creationId xmlns:a16="http://schemas.microsoft.com/office/drawing/2014/main" id="{D31F3BFF-71B1-E338-E79F-CDE510490137}"/>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C81063AB-6841-859E-2F0C-AE3D9E6CD65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0" name="Rectangle 9">
                <a:extLst>
                  <a:ext uri="{FF2B5EF4-FFF2-40B4-BE49-F238E27FC236}">
                    <a16:creationId xmlns:a16="http://schemas.microsoft.com/office/drawing/2014/main" id="{268CCBFA-FDA9-6D13-B892-E3677827F1FC}"/>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260747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 Placeholder 40">
            <a:extLst>
              <a:ext uri="{FF2B5EF4-FFF2-40B4-BE49-F238E27FC236}">
                <a16:creationId xmlns:a16="http://schemas.microsoft.com/office/drawing/2014/main" id="{6261FA6A-FD89-2412-0047-3B8842FDBAE3}"/>
              </a:ext>
              <a:ext uri="{C183D7F6-B498-43B3-948B-1728B52AA6E4}">
                <adec:decorative xmlns:adec="http://schemas.microsoft.com/office/drawing/2017/decorative" val="1"/>
              </a:ext>
            </a:extLst>
          </p:cNvPr>
          <p:cNvSpPr>
            <a:spLocks noGrp="1"/>
          </p:cNvSpPr>
          <p:nvPr>
            <p:ph type="body" sz="quarter" idx="18"/>
          </p:nvPr>
        </p:nvSpPr>
        <p:spPr>
          <a:solidFill>
            <a:srgbClr val="EEE9FF"/>
          </a:solidFill>
        </p:spPr>
        <p:txBody>
          <a:bodyPr/>
          <a:lstStyle/>
          <a:p>
            <a:endParaRPr lang="en-US"/>
          </a:p>
        </p:txBody>
      </p:sp>
      <p:sp>
        <p:nvSpPr>
          <p:cNvPr id="6" name="Title 5">
            <a:extLst>
              <a:ext uri="{FF2B5EF4-FFF2-40B4-BE49-F238E27FC236}">
                <a16:creationId xmlns:a16="http://schemas.microsoft.com/office/drawing/2014/main" id="{6D0ABB39-A6E1-F56C-2D6F-3BAACA81A5E2}"/>
              </a:ext>
            </a:extLst>
          </p:cNvPr>
          <p:cNvSpPr>
            <a:spLocks noGrp="1"/>
          </p:cNvSpPr>
          <p:nvPr>
            <p:ph type="title"/>
          </p:nvPr>
        </p:nvSpPr>
        <p:spPr/>
        <p:txBody>
          <a:bodyPr/>
          <a:lstStyle/>
          <a:p>
            <a:r>
              <a:rPr lang="en-US"/>
              <a:t>Shorter slide headline. </a:t>
            </a:r>
            <a:br>
              <a:rPr lang="en-US"/>
            </a:br>
            <a:r>
              <a:rPr lang="en-US">
                <a:solidFill>
                  <a:schemeClr val="accent1"/>
                </a:solidFill>
              </a:rPr>
              <a:t>Should not exceed two lines.</a:t>
            </a:r>
            <a:r>
              <a:rPr lang="en-US"/>
              <a:t> </a:t>
            </a:r>
          </a:p>
        </p:txBody>
      </p:sp>
      <p:sp>
        <p:nvSpPr>
          <p:cNvPr id="13" name="Text Placeholder 12">
            <a:extLst>
              <a:ext uri="{FF2B5EF4-FFF2-40B4-BE49-F238E27FC236}">
                <a16:creationId xmlns:a16="http://schemas.microsoft.com/office/drawing/2014/main" id="{28B14BAB-6806-C6A4-59C1-5B2FF1042A1A}"/>
              </a:ext>
            </a:extLst>
          </p:cNvPr>
          <p:cNvSpPr>
            <a:spLocks noGrp="1"/>
          </p:cNvSpPr>
          <p:nvPr>
            <p:ph type="body" sz="quarter" idx="13"/>
          </p:nvPr>
        </p:nvSpPr>
        <p:spPr/>
        <p:txBody>
          <a:bodyPr/>
          <a:lstStyle/>
          <a:p>
            <a:r>
              <a:rPr lang="en-US"/>
              <a:t>Subtitle </a:t>
            </a:r>
            <a:r>
              <a:rPr lang="pt-BR"/>
              <a:t>necupta ius consequ osseritem quis eium.</a:t>
            </a:r>
          </a:p>
        </p:txBody>
      </p:sp>
      <p:pic>
        <p:nvPicPr>
          <p:cNvPr id="25" name="Picture Placeholder 24">
            <a:extLst>
              <a:ext uri="{FF2B5EF4-FFF2-40B4-BE49-F238E27FC236}">
                <a16:creationId xmlns:a16="http://schemas.microsoft.com/office/drawing/2014/main" id="{5E009ADD-DC11-F7F0-C368-9290434B4657}"/>
              </a:ext>
              <a:ext uri="{C183D7F6-B498-43B3-948B-1728B52AA6E4}">
                <adec:decorative xmlns:adec="http://schemas.microsoft.com/office/drawing/2017/decorative" val="1"/>
              </a:ext>
            </a:extLst>
          </p:cNvPr>
          <p:cNvPicPr>
            <a:picLocks noGrp="1" noChangeAspect="1"/>
          </p:cNvPicPr>
          <p:nvPr>
            <p:ph type="pic" sz="quarter" idx="19"/>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p:pic>
      <p:sp>
        <p:nvSpPr>
          <p:cNvPr id="20" name="Text Placeholder 19">
            <a:extLst>
              <a:ext uri="{FF2B5EF4-FFF2-40B4-BE49-F238E27FC236}">
                <a16:creationId xmlns:a16="http://schemas.microsoft.com/office/drawing/2014/main" id="{611E2DD2-FECF-98FA-E2C1-69770BE90E1E}"/>
              </a:ext>
            </a:extLst>
          </p:cNvPr>
          <p:cNvSpPr>
            <a:spLocks noGrp="1"/>
          </p:cNvSpPr>
          <p:nvPr>
            <p:ph type="body" sz="quarter" idx="16"/>
          </p:nvPr>
        </p:nvSpPr>
        <p:spPr/>
        <p:txBody>
          <a:bodyPr/>
          <a:lstStyle/>
          <a:p>
            <a:pPr marL="0" indent="0">
              <a:buNone/>
            </a:pPr>
            <a:r>
              <a:rPr lang="en-US" b="1"/>
              <a:t>Optional </a:t>
            </a:r>
            <a:r>
              <a:rPr lang="en-US" b="1" err="1"/>
              <a:t>subheadline</a:t>
            </a:r>
            <a:endParaRPr lang="en-US" b="1"/>
          </a:p>
          <a:p>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 </a:t>
            </a:r>
            <a:br>
              <a:rPr lang="en-US"/>
            </a:br>
            <a:r>
              <a:rPr lang="en-US"/>
              <a:t>to </a:t>
            </a:r>
            <a:r>
              <a:rPr lang="en-US" err="1"/>
              <a:t>doluptiati</a:t>
            </a:r>
            <a:r>
              <a:rPr lang="en-US"/>
              <a:t> </a:t>
            </a:r>
            <a:r>
              <a:rPr lang="en-US" err="1"/>
              <a:t>optatincid</a:t>
            </a:r>
            <a:r>
              <a:rPr lang="en-US"/>
              <a:t> </a:t>
            </a:r>
            <a:r>
              <a:rPr lang="en-US" err="1"/>
              <a:t>ut</a:t>
            </a:r>
            <a:r>
              <a:rPr lang="en-US"/>
              <a:t> ma </a:t>
            </a:r>
            <a:r>
              <a:rPr lang="en-US" err="1"/>
              <a:t>simint</a:t>
            </a:r>
            <a:r>
              <a:rPr lang="en-US"/>
              <a:t>.</a:t>
            </a:r>
          </a:p>
        </p:txBody>
      </p:sp>
      <p:pic>
        <p:nvPicPr>
          <p:cNvPr id="26" name="Picture Placeholder 25">
            <a:extLst>
              <a:ext uri="{FF2B5EF4-FFF2-40B4-BE49-F238E27FC236}">
                <a16:creationId xmlns:a16="http://schemas.microsoft.com/office/drawing/2014/main" id="{338292DD-F8A1-830D-F8AD-BF98C7DE988A}"/>
              </a:ext>
              <a:ext uri="{C183D7F6-B498-43B3-948B-1728B52AA6E4}">
                <adec:decorative xmlns:adec="http://schemas.microsoft.com/office/drawing/2017/decorative" val="1"/>
              </a:ext>
            </a:extLst>
          </p:cNvPr>
          <p:cNvPicPr>
            <a:picLocks noGrp="1" noChangeAspect="1"/>
          </p:cNvPicPr>
          <p:nvPr>
            <p:ph type="pic" sz="quarter" idx="20"/>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p:pic>
      <p:sp>
        <p:nvSpPr>
          <p:cNvPr id="5" name="Text Placeholder 4">
            <a:extLst>
              <a:ext uri="{FF2B5EF4-FFF2-40B4-BE49-F238E27FC236}">
                <a16:creationId xmlns:a16="http://schemas.microsoft.com/office/drawing/2014/main" id="{EC98B9F1-5D05-0145-BD1C-806EE08350FD}"/>
              </a:ext>
            </a:extLst>
          </p:cNvPr>
          <p:cNvSpPr>
            <a:spLocks noGrp="1"/>
          </p:cNvSpPr>
          <p:nvPr>
            <p:ph type="body" sz="quarter" idx="17"/>
          </p:nvPr>
        </p:nvSpPr>
        <p:spPr/>
        <p:txBody>
          <a:bodyPr/>
          <a:lstStyle/>
          <a:p>
            <a:pPr marL="0" indent="0">
              <a:buNone/>
            </a:pPr>
            <a:r>
              <a:rPr lang="en-US" b="1"/>
              <a:t>Optional </a:t>
            </a:r>
            <a:r>
              <a:rPr lang="en-US" b="1" err="1"/>
              <a:t>subheadline</a:t>
            </a:r>
            <a:endParaRPr lang="en-US" b="1"/>
          </a:p>
          <a:p>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 </a:t>
            </a:r>
            <a:br>
              <a:rPr lang="en-US"/>
            </a:br>
            <a:r>
              <a:rPr lang="en-US"/>
              <a:t>to </a:t>
            </a:r>
            <a:r>
              <a:rPr lang="en-US" err="1"/>
              <a:t>doluptiati</a:t>
            </a:r>
            <a:r>
              <a:rPr lang="en-US"/>
              <a:t> </a:t>
            </a:r>
            <a:r>
              <a:rPr lang="en-US" err="1"/>
              <a:t>optatincid</a:t>
            </a:r>
            <a:r>
              <a:rPr lang="en-US"/>
              <a:t> </a:t>
            </a:r>
            <a:r>
              <a:rPr lang="en-US" err="1"/>
              <a:t>ut</a:t>
            </a:r>
            <a:r>
              <a:rPr lang="en-US"/>
              <a:t> ma </a:t>
            </a:r>
            <a:r>
              <a:rPr lang="en-US" err="1"/>
              <a:t>simint</a:t>
            </a:r>
            <a:r>
              <a:rPr lang="en-US"/>
              <a:t>.</a:t>
            </a:r>
          </a:p>
        </p:txBody>
      </p:sp>
      <p:sp>
        <p:nvSpPr>
          <p:cNvPr id="2" name="Date Placeholder 1">
            <a:extLst>
              <a:ext uri="{FF2B5EF4-FFF2-40B4-BE49-F238E27FC236}">
                <a16:creationId xmlns:a16="http://schemas.microsoft.com/office/drawing/2014/main" id="{28CEC5B0-0770-6F16-D493-7BFD026EE2E9}"/>
              </a:ext>
              <a:ext uri="{C183D7F6-B498-43B3-948B-1728B52AA6E4}">
                <adec:decorative xmlns:adec="http://schemas.microsoft.com/office/drawing/2017/decorative" val="1"/>
              </a:ext>
            </a:extLst>
          </p:cNvPr>
          <p:cNvSpPr>
            <a:spLocks noGrp="1"/>
          </p:cNvSpPr>
          <p:nvPr>
            <p:ph type="dt" sz="half" idx="11"/>
          </p:nvPr>
        </p:nvSpPr>
        <p:spPr/>
        <p:txBody>
          <a:bodyPr/>
          <a:lstStyle/>
          <a:p>
            <a:fld id="{9EFAB363-2E86-4134-9BBC-6BA544612B6F}" type="datetimeyyyy">
              <a:rPr lang="en-US" smtClean="0"/>
              <a:t>2025</a:t>
            </a:fld>
            <a:endParaRPr lang="en-US"/>
          </a:p>
        </p:txBody>
      </p:sp>
      <p:sp>
        <p:nvSpPr>
          <p:cNvPr id="3" name="Footer Placeholder 2">
            <a:extLst>
              <a:ext uri="{FF2B5EF4-FFF2-40B4-BE49-F238E27FC236}">
                <a16:creationId xmlns:a16="http://schemas.microsoft.com/office/drawing/2014/main" id="{2DCBF966-59F9-E49A-45BE-E17A4A8B902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BACC7240-3810-8BF8-2C9E-BCA32F3E9CC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64</a:t>
            </a:fld>
            <a:endParaRPr lang="en-US"/>
          </a:p>
        </p:txBody>
      </p:sp>
      <p:grpSp>
        <p:nvGrpSpPr>
          <p:cNvPr id="7" name="Group 6">
            <a:extLst>
              <a:ext uri="{FF2B5EF4-FFF2-40B4-BE49-F238E27FC236}">
                <a16:creationId xmlns:a16="http://schemas.microsoft.com/office/drawing/2014/main" id="{1AE343A6-4E7E-214B-1E59-DB69F21F6DEF}"/>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8" name="Rectangle 7">
              <a:extLst>
                <a:ext uri="{FF2B5EF4-FFF2-40B4-BE49-F238E27FC236}">
                  <a16:creationId xmlns:a16="http://schemas.microsoft.com/office/drawing/2014/main" id="{B834607A-C6C2-8908-AE74-7CB7E73AA8E0}"/>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9" name="Group 8">
              <a:extLst>
                <a:ext uri="{FF2B5EF4-FFF2-40B4-BE49-F238E27FC236}">
                  <a16:creationId xmlns:a16="http://schemas.microsoft.com/office/drawing/2014/main" id="{0B02C663-2957-B35E-6606-95772629930A}"/>
                </a:ext>
              </a:extLst>
            </p:cNvPr>
            <p:cNvGrpSpPr/>
            <p:nvPr/>
          </p:nvGrpSpPr>
          <p:grpSpPr>
            <a:xfrm>
              <a:off x="13142686" y="1954129"/>
              <a:ext cx="1455058" cy="864391"/>
              <a:chOff x="12700000" y="2008563"/>
              <a:chExt cx="2565400" cy="1524000"/>
            </a:xfrm>
          </p:grpSpPr>
          <p:pic>
            <p:nvPicPr>
              <p:cNvPr id="10" name="Picture 9" descr="A picture containing table&#10;&#10;Description automatically generated">
                <a:extLst>
                  <a:ext uri="{FF2B5EF4-FFF2-40B4-BE49-F238E27FC236}">
                    <a16:creationId xmlns:a16="http://schemas.microsoft.com/office/drawing/2014/main" id="{04DFDC92-D845-4440-9CC9-B495CFF2D17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1" name="Rectangle 10">
                <a:extLst>
                  <a:ext uri="{FF2B5EF4-FFF2-40B4-BE49-F238E27FC236}">
                    <a16:creationId xmlns:a16="http://schemas.microsoft.com/office/drawing/2014/main" id="{DD915119-BF91-4424-F01C-40586CE9F98F}"/>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5857636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BC1F9A55-A3C6-D24F-BA37-D10287803454}"/>
              </a:ext>
              <a:ext uri="{C183D7F6-B498-43B3-948B-1728B52AA6E4}">
                <adec:decorative xmlns:adec="http://schemas.microsoft.com/office/drawing/2017/decorative" val="1"/>
              </a:ext>
            </a:extLst>
          </p:cNvPr>
          <p:cNvSpPr>
            <a:spLocks noGrp="1"/>
          </p:cNvSpPr>
          <p:nvPr>
            <p:ph type="body" sz="quarter" idx="18"/>
          </p:nvPr>
        </p:nvSpPr>
        <p:spPr>
          <a:solidFill>
            <a:srgbClr val="F7FFD6"/>
          </a:solidFill>
        </p:spPr>
        <p:txBody>
          <a:bodyPr/>
          <a:lstStyle/>
          <a:p>
            <a:endParaRPr lang="en-US"/>
          </a:p>
        </p:txBody>
      </p:sp>
      <p:sp>
        <p:nvSpPr>
          <p:cNvPr id="5" name="Title 4">
            <a:extLst>
              <a:ext uri="{FF2B5EF4-FFF2-40B4-BE49-F238E27FC236}">
                <a16:creationId xmlns:a16="http://schemas.microsoft.com/office/drawing/2014/main" id="{9FBDD441-C074-6AFD-4397-0E971E8306FC}"/>
              </a:ext>
            </a:extLst>
          </p:cNvPr>
          <p:cNvSpPr>
            <a:spLocks noGrp="1"/>
          </p:cNvSpPr>
          <p:nvPr>
            <p:ph type="title"/>
          </p:nvPr>
        </p:nvSpPr>
        <p:spPr/>
        <p:txBody>
          <a:bodyPr/>
          <a:lstStyle/>
          <a:p>
            <a:r>
              <a:rPr lang="en-US"/>
              <a:t>Shorter slide headline. </a:t>
            </a:r>
            <a:br>
              <a:rPr lang="en-US"/>
            </a:br>
            <a:r>
              <a:rPr lang="en-US">
                <a:solidFill>
                  <a:schemeClr val="accent1"/>
                </a:solidFill>
              </a:rPr>
              <a:t>Should not exceed two lines.</a:t>
            </a:r>
          </a:p>
        </p:txBody>
      </p:sp>
      <p:sp>
        <p:nvSpPr>
          <p:cNvPr id="6" name="Text Placeholder 5">
            <a:extLst>
              <a:ext uri="{FF2B5EF4-FFF2-40B4-BE49-F238E27FC236}">
                <a16:creationId xmlns:a16="http://schemas.microsoft.com/office/drawing/2014/main" id="{73F276BE-152D-0201-EC47-78DF381CF494}"/>
              </a:ext>
            </a:extLst>
          </p:cNvPr>
          <p:cNvSpPr>
            <a:spLocks noGrp="1"/>
          </p:cNvSpPr>
          <p:nvPr>
            <p:ph type="body" sz="quarter" idx="13"/>
          </p:nvPr>
        </p:nvSpPr>
        <p:spPr/>
        <p:txBody>
          <a:bodyPr/>
          <a:lstStyle/>
          <a:p>
            <a:r>
              <a:rPr lang="en-US"/>
              <a:t>Subtitle </a:t>
            </a:r>
            <a:r>
              <a:rPr lang="pt-BR"/>
              <a:t>necupta ius consequ osseritem quis eium.</a:t>
            </a:r>
          </a:p>
        </p:txBody>
      </p:sp>
      <p:sp>
        <p:nvSpPr>
          <p:cNvPr id="7" name="Text Placeholder 6">
            <a:extLst>
              <a:ext uri="{FF2B5EF4-FFF2-40B4-BE49-F238E27FC236}">
                <a16:creationId xmlns:a16="http://schemas.microsoft.com/office/drawing/2014/main" id="{71F3FE55-A086-AE61-92F4-5296DB0F99F7}"/>
              </a:ext>
            </a:extLst>
          </p:cNvPr>
          <p:cNvSpPr>
            <a:spLocks noGrp="1"/>
          </p:cNvSpPr>
          <p:nvPr>
            <p:ph type="body" sz="quarter" idx="16"/>
          </p:nvPr>
        </p:nvSpPr>
        <p:spPr/>
        <p:txBody>
          <a:bodyPr/>
          <a:lstStyle/>
          <a:p>
            <a:pPr marL="0" indent="0">
              <a:buNone/>
            </a:pPr>
            <a:r>
              <a:rPr lang="en-US" b="1"/>
              <a:t>Optional </a:t>
            </a:r>
            <a:r>
              <a:rPr lang="en-US" b="1" err="1"/>
              <a:t>subheadline</a:t>
            </a:r>
            <a:endParaRPr lang="en-US" b="1"/>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a:t>
            </a:r>
          </a:p>
          <a:p>
            <a:r>
              <a:rPr lang="en-US" err="1"/>
              <a:t>Fuga</a:t>
            </a:r>
            <a:r>
              <a:rPr lang="en-US"/>
              <a:t>. </a:t>
            </a:r>
            <a:r>
              <a:rPr lang="en-US" err="1"/>
              <a:t>Nem</a:t>
            </a:r>
            <a:r>
              <a:rPr lang="en-US"/>
              <a:t> </a:t>
            </a:r>
            <a:r>
              <a:rPr lang="en-US" err="1"/>
              <a:t>necupta</a:t>
            </a:r>
            <a:r>
              <a:rPr lang="en-US"/>
              <a:t> </a:t>
            </a:r>
            <a:r>
              <a:rPr lang="en-US" err="1"/>
              <a:t>ius</a:t>
            </a:r>
            <a:r>
              <a:rPr lang="en-US"/>
              <a:t> </a:t>
            </a:r>
            <a:r>
              <a:rPr lang="en-US" err="1"/>
              <a:t>consequ</a:t>
            </a:r>
            <a:r>
              <a:rPr lang="en-US"/>
              <a:t> </a:t>
            </a:r>
            <a:br>
              <a:rPr lang="en-US"/>
            </a:br>
            <a:r>
              <a:rPr lang="en-US" err="1"/>
              <a:t>osseritem</a:t>
            </a:r>
            <a:r>
              <a:rPr lang="en-US"/>
              <a:t> </a:t>
            </a:r>
            <a:r>
              <a:rPr lang="en-US" err="1"/>
              <a:t>quis</a:t>
            </a:r>
            <a:r>
              <a:rPr lang="en-US"/>
              <a:t> </a:t>
            </a:r>
            <a:r>
              <a:rPr lang="en-US" err="1"/>
              <a:t>eium</a:t>
            </a:r>
            <a:r>
              <a:rPr lang="en-US"/>
              <a:t>  </a:t>
            </a:r>
            <a:r>
              <a:rPr lang="en-US" err="1"/>
              <a:t>faceperibus</a:t>
            </a:r>
            <a:r>
              <a:rPr lang="en-US"/>
              <a:t> re lab </a:t>
            </a:r>
            <a:br>
              <a:rPr lang="en-US"/>
            </a:br>
            <a:r>
              <a:rPr lang="en-US"/>
              <a:t>il </a:t>
            </a:r>
            <a:r>
              <a:rPr lang="en-US" err="1"/>
              <a:t>idi</a:t>
            </a:r>
            <a:r>
              <a:rPr lang="en-US"/>
              <a:t> </a:t>
            </a:r>
            <a:r>
              <a:rPr lang="en-US" err="1"/>
              <a:t>reratem</a:t>
            </a:r>
            <a:r>
              <a:rPr lang="en-US"/>
              <a:t> ipsum.</a:t>
            </a:r>
          </a:p>
        </p:txBody>
      </p:sp>
      <p:sp>
        <p:nvSpPr>
          <p:cNvPr id="8" name="Text Placeholder 7">
            <a:extLst>
              <a:ext uri="{FF2B5EF4-FFF2-40B4-BE49-F238E27FC236}">
                <a16:creationId xmlns:a16="http://schemas.microsoft.com/office/drawing/2014/main" id="{DAE30AFF-2DA2-219C-1834-A96BD1FE1C87}"/>
              </a:ext>
            </a:extLst>
          </p:cNvPr>
          <p:cNvSpPr>
            <a:spLocks noGrp="1"/>
          </p:cNvSpPr>
          <p:nvPr>
            <p:ph type="body" sz="quarter" idx="17"/>
          </p:nvPr>
        </p:nvSpPr>
        <p:spPr/>
        <p:txBody>
          <a:bodyPr/>
          <a:lstStyle/>
          <a:p>
            <a:pPr marL="0" indent="0">
              <a:buNone/>
            </a:pPr>
            <a:r>
              <a:rPr lang="en-US" b="1"/>
              <a:t>Optional </a:t>
            </a:r>
            <a:r>
              <a:rPr lang="en-US" b="1" err="1"/>
              <a:t>subheadline</a:t>
            </a:r>
            <a:endParaRPr lang="en-US" b="1"/>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a:t>
            </a:r>
          </a:p>
          <a:p>
            <a:r>
              <a:rPr lang="en-US" err="1"/>
              <a:t>Fuga</a:t>
            </a:r>
            <a:r>
              <a:rPr lang="en-US"/>
              <a:t>. </a:t>
            </a:r>
            <a:r>
              <a:rPr lang="en-US" err="1"/>
              <a:t>Nem</a:t>
            </a:r>
            <a:r>
              <a:rPr lang="en-US"/>
              <a:t> </a:t>
            </a:r>
            <a:r>
              <a:rPr lang="en-US" err="1"/>
              <a:t>necupta</a:t>
            </a:r>
            <a:r>
              <a:rPr lang="en-US"/>
              <a:t> </a:t>
            </a:r>
            <a:r>
              <a:rPr lang="en-US" err="1"/>
              <a:t>ius</a:t>
            </a:r>
            <a:r>
              <a:rPr lang="en-US"/>
              <a:t> </a:t>
            </a:r>
            <a:r>
              <a:rPr lang="en-US" err="1"/>
              <a:t>consequ</a:t>
            </a:r>
            <a:r>
              <a:rPr lang="en-US"/>
              <a:t> </a:t>
            </a:r>
            <a:br>
              <a:rPr lang="en-US"/>
            </a:br>
            <a:r>
              <a:rPr lang="en-US" err="1"/>
              <a:t>osseritem</a:t>
            </a:r>
            <a:r>
              <a:rPr lang="en-US"/>
              <a:t> </a:t>
            </a:r>
            <a:r>
              <a:rPr lang="en-US" err="1"/>
              <a:t>quis</a:t>
            </a:r>
            <a:r>
              <a:rPr lang="en-US"/>
              <a:t> </a:t>
            </a:r>
            <a:r>
              <a:rPr lang="en-US" err="1"/>
              <a:t>eium</a:t>
            </a:r>
            <a:r>
              <a:rPr lang="en-US"/>
              <a:t>  </a:t>
            </a:r>
            <a:r>
              <a:rPr lang="en-US" err="1"/>
              <a:t>faceperibus</a:t>
            </a:r>
            <a:r>
              <a:rPr lang="en-US"/>
              <a:t> re lab </a:t>
            </a:r>
            <a:br>
              <a:rPr lang="en-US"/>
            </a:br>
            <a:r>
              <a:rPr lang="en-US"/>
              <a:t>il </a:t>
            </a:r>
            <a:r>
              <a:rPr lang="en-US" err="1"/>
              <a:t>idi</a:t>
            </a:r>
            <a:r>
              <a:rPr lang="en-US"/>
              <a:t> </a:t>
            </a:r>
            <a:r>
              <a:rPr lang="en-US" err="1"/>
              <a:t>reratem</a:t>
            </a:r>
            <a:r>
              <a:rPr lang="en-US"/>
              <a:t> ipsum.</a:t>
            </a:r>
          </a:p>
        </p:txBody>
      </p:sp>
      <p:sp>
        <p:nvSpPr>
          <p:cNvPr id="2" name="Date Placeholder 1">
            <a:extLst>
              <a:ext uri="{FF2B5EF4-FFF2-40B4-BE49-F238E27FC236}">
                <a16:creationId xmlns:a16="http://schemas.microsoft.com/office/drawing/2014/main" id="{8BD38962-DD7D-45E5-008F-59091A934A5D}"/>
              </a:ext>
              <a:ext uri="{C183D7F6-B498-43B3-948B-1728B52AA6E4}">
                <adec:decorative xmlns:adec="http://schemas.microsoft.com/office/drawing/2017/decorative" val="1"/>
              </a:ext>
            </a:extLst>
          </p:cNvPr>
          <p:cNvSpPr>
            <a:spLocks noGrp="1"/>
          </p:cNvSpPr>
          <p:nvPr>
            <p:ph type="dt" sz="half" idx="11"/>
          </p:nvPr>
        </p:nvSpPr>
        <p:spPr/>
        <p:txBody>
          <a:bodyPr/>
          <a:lstStyle/>
          <a:p>
            <a:fld id="{82D15279-5940-4F66-9711-15877E163695}" type="datetimeyyyy">
              <a:rPr lang="en-US" smtClean="0"/>
              <a:t>2025</a:t>
            </a:fld>
            <a:endParaRPr lang="en-US"/>
          </a:p>
        </p:txBody>
      </p:sp>
      <p:sp>
        <p:nvSpPr>
          <p:cNvPr id="3" name="Footer Placeholder 2">
            <a:extLst>
              <a:ext uri="{FF2B5EF4-FFF2-40B4-BE49-F238E27FC236}">
                <a16:creationId xmlns:a16="http://schemas.microsoft.com/office/drawing/2014/main" id="{7E3440C1-52ED-2D03-69AF-46FB45DDF59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F8CE77DE-C517-653B-3E9D-40C5EEE1A79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65</a:t>
            </a:fld>
            <a:endParaRPr lang="en-US"/>
          </a:p>
        </p:txBody>
      </p:sp>
      <p:grpSp>
        <p:nvGrpSpPr>
          <p:cNvPr id="9" name="Group 8">
            <a:extLst>
              <a:ext uri="{FF2B5EF4-FFF2-40B4-BE49-F238E27FC236}">
                <a16:creationId xmlns:a16="http://schemas.microsoft.com/office/drawing/2014/main" id="{D33DA5B3-58C1-4C13-4C62-245FECD4C196}"/>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10" name="Rectangle 9">
              <a:extLst>
                <a:ext uri="{FF2B5EF4-FFF2-40B4-BE49-F238E27FC236}">
                  <a16:creationId xmlns:a16="http://schemas.microsoft.com/office/drawing/2014/main" id="{0D69471A-57D9-A99D-33D4-74B9CC2240D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1" name="Group 10">
              <a:extLst>
                <a:ext uri="{FF2B5EF4-FFF2-40B4-BE49-F238E27FC236}">
                  <a16:creationId xmlns:a16="http://schemas.microsoft.com/office/drawing/2014/main" id="{8A8BBF58-5A77-BBDB-DB3D-90842EC389CF}"/>
                </a:ext>
              </a:extLst>
            </p:cNvPr>
            <p:cNvGrpSpPr/>
            <p:nvPr/>
          </p:nvGrpSpPr>
          <p:grpSpPr>
            <a:xfrm>
              <a:off x="13142686" y="1954129"/>
              <a:ext cx="1455058" cy="864391"/>
              <a:chOff x="12700000" y="2008563"/>
              <a:chExt cx="2565400" cy="1524000"/>
            </a:xfrm>
          </p:grpSpPr>
          <p:pic>
            <p:nvPicPr>
              <p:cNvPr id="12" name="Picture 11" descr="A picture containing table&#10;&#10;Description automatically generated">
                <a:extLst>
                  <a:ext uri="{FF2B5EF4-FFF2-40B4-BE49-F238E27FC236}">
                    <a16:creationId xmlns:a16="http://schemas.microsoft.com/office/drawing/2014/main" id="{4D193473-76D6-33B9-DBFA-E81F12A3B50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3" name="Rectangle 12">
                <a:extLst>
                  <a:ext uri="{FF2B5EF4-FFF2-40B4-BE49-F238E27FC236}">
                    <a16:creationId xmlns:a16="http://schemas.microsoft.com/office/drawing/2014/main" id="{443C550D-B16E-0F02-FD04-39511BFC7A85}"/>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8201962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14" descr="A person smiling and looking at a phone">
            <a:extLst>
              <a:ext uri="{FF2B5EF4-FFF2-40B4-BE49-F238E27FC236}">
                <a16:creationId xmlns:a16="http://schemas.microsoft.com/office/drawing/2014/main" id="{931FBCBB-76EE-0088-9DFC-1B55F5CC696A}"/>
              </a:ext>
            </a:extLst>
          </p:cNvPr>
          <p:cNvPicPr>
            <a:picLocks noGrp="1" noChangeAspect="1"/>
          </p:cNvPicPr>
          <p:nvPr>
            <p:ph type="pic" sz="quarter" idx="16"/>
          </p:nvPr>
        </p:nvPicPr>
        <p:blipFill>
          <a:blip r:embed="rId2">
            <a:extLst>
              <a:ext uri="{28A0092B-C50C-407E-A947-70E740481C1C}">
                <a14:useLocalDpi xmlns:a14="http://schemas.microsoft.com/office/drawing/2010/main"/>
              </a:ext>
            </a:extLst>
          </a:blip>
          <a:srcRect/>
          <a:stretch/>
        </p:blipFill>
        <p:spPr>
          <a:xfrm>
            <a:off x="0" y="0"/>
            <a:ext cx="4102100" cy="6858000"/>
          </a:xfrm>
        </p:spPr>
      </p:pic>
      <p:sp>
        <p:nvSpPr>
          <p:cNvPr id="2" name="Title 1">
            <a:extLst>
              <a:ext uri="{FF2B5EF4-FFF2-40B4-BE49-F238E27FC236}">
                <a16:creationId xmlns:a16="http://schemas.microsoft.com/office/drawing/2014/main" id="{16851C01-2DDB-7BEF-66CE-F8398802C7C0}"/>
              </a:ext>
            </a:extLst>
          </p:cNvPr>
          <p:cNvSpPr>
            <a:spLocks noGrp="1"/>
          </p:cNvSpPr>
          <p:nvPr>
            <p:ph type="title"/>
          </p:nvPr>
        </p:nvSpPr>
        <p:spPr/>
        <p:txBody>
          <a:bodyPr/>
          <a:lstStyle/>
          <a:p>
            <a:r>
              <a:rPr lang="en-US"/>
              <a:t>Shorter slide headline. </a:t>
            </a:r>
            <a:br>
              <a:rPr lang="en-US"/>
            </a:br>
            <a:r>
              <a:rPr lang="en-US">
                <a:solidFill>
                  <a:schemeClr val="accent1"/>
                </a:solidFill>
              </a:rPr>
              <a:t>Should not exceed two lines. </a:t>
            </a:r>
          </a:p>
        </p:txBody>
      </p:sp>
      <p:sp>
        <p:nvSpPr>
          <p:cNvPr id="21" name="Subtitle 20">
            <a:extLst>
              <a:ext uri="{FF2B5EF4-FFF2-40B4-BE49-F238E27FC236}">
                <a16:creationId xmlns:a16="http://schemas.microsoft.com/office/drawing/2014/main" id="{1C84AEC1-6DFE-3229-BF63-820C34CE283A}"/>
              </a:ext>
            </a:extLst>
          </p:cNvPr>
          <p:cNvSpPr>
            <a:spLocks noGrp="1"/>
          </p:cNvSpPr>
          <p:nvPr>
            <p:ph type="subTitle" idx="1"/>
          </p:nvPr>
        </p:nvSpPr>
        <p:spPr/>
        <p:txBody>
          <a:bodyPr/>
          <a:lstStyle/>
          <a:p>
            <a:r>
              <a:rPr lang="en-US"/>
              <a:t>Optional </a:t>
            </a:r>
            <a:r>
              <a:rPr lang="en-US" err="1"/>
              <a:t>subheadline</a:t>
            </a:r>
            <a:endParaRPr lang="en-US"/>
          </a:p>
        </p:txBody>
      </p:sp>
      <p:sp>
        <p:nvSpPr>
          <p:cNvPr id="22" name="Text Placeholder 21">
            <a:extLst>
              <a:ext uri="{FF2B5EF4-FFF2-40B4-BE49-F238E27FC236}">
                <a16:creationId xmlns:a16="http://schemas.microsoft.com/office/drawing/2014/main" id="{E3354BC2-6C5D-EB2F-C586-763347634839}"/>
              </a:ext>
            </a:extLst>
          </p:cNvPr>
          <p:cNvSpPr>
            <a:spLocks noGrp="1"/>
          </p:cNvSpPr>
          <p:nvPr>
            <p:ph type="body" sz="quarter" idx="14"/>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 to </a:t>
            </a:r>
            <a:r>
              <a:rPr lang="en-US" err="1"/>
              <a:t>doluptiati</a:t>
            </a:r>
            <a:r>
              <a:rPr lang="en-US"/>
              <a:t> </a:t>
            </a:r>
            <a:r>
              <a:rPr lang="en-US" err="1"/>
              <a:t>optatincid</a:t>
            </a:r>
            <a:r>
              <a:rPr lang="en-US"/>
              <a:t> </a:t>
            </a:r>
            <a:r>
              <a:rPr lang="en-US" err="1"/>
              <a:t>ut</a:t>
            </a:r>
            <a:r>
              <a:rPr lang="en-US"/>
              <a:t> ma </a:t>
            </a:r>
            <a:r>
              <a:rPr lang="en-US" err="1"/>
              <a:t>simint</a:t>
            </a:r>
            <a:endParaRPr lang="en-US"/>
          </a:p>
          <a:p>
            <a:r>
              <a:rPr lang="en-US" err="1"/>
              <a:t>Nem</a:t>
            </a:r>
            <a:r>
              <a:rPr lang="en-US"/>
              <a:t>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a:t>
            </a:r>
            <a:r>
              <a:rPr lang="en-US" err="1"/>
              <a:t>reratem</a:t>
            </a:r>
            <a:r>
              <a:rPr lang="en-US"/>
              <a:t> ipsum.</a:t>
            </a:r>
          </a:p>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sp>
        <p:nvSpPr>
          <p:cNvPr id="23" name="Text Placeholder 22">
            <a:extLst>
              <a:ext uri="{FF2B5EF4-FFF2-40B4-BE49-F238E27FC236}">
                <a16:creationId xmlns:a16="http://schemas.microsoft.com/office/drawing/2014/main" id="{715A8D9C-CAA9-FFB7-8B19-FF2EEC9A3A8F}"/>
              </a:ext>
              <a:ext uri="{C183D7F6-B498-43B3-948B-1728B52AA6E4}">
                <adec:decorative xmlns:adec="http://schemas.microsoft.com/office/drawing/2017/decorative" val="1"/>
              </a:ext>
            </a:extLst>
          </p:cNvPr>
          <p:cNvSpPr>
            <a:spLocks noGrp="1"/>
          </p:cNvSpPr>
          <p:nvPr>
            <p:ph type="body" sz="quarter" idx="18"/>
          </p:nvPr>
        </p:nvSpPr>
        <p:spPr/>
        <p:txBody>
          <a:bodyPr/>
          <a:lstStyle/>
          <a:p>
            <a:endParaRPr lang="en-US"/>
          </a:p>
        </p:txBody>
      </p:sp>
      <p:sp>
        <p:nvSpPr>
          <p:cNvPr id="5" name="Date Placeholder 4">
            <a:extLst>
              <a:ext uri="{FF2B5EF4-FFF2-40B4-BE49-F238E27FC236}">
                <a16:creationId xmlns:a16="http://schemas.microsoft.com/office/drawing/2014/main" id="{563A9D6F-2B8B-E155-FDD0-FFF48462D4F7}"/>
              </a:ext>
              <a:ext uri="{C183D7F6-B498-43B3-948B-1728B52AA6E4}">
                <adec:decorative xmlns:adec="http://schemas.microsoft.com/office/drawing/2017/decorative" val="1"/>
              </a:ext>
            </a:extLst>
          </p:cNvPr>
          <p:cNvSpPr>
            <a:spLocks noGrp="1"/>
          </p:cNvSpPr>
          <p:nvPr>
            <p:ph type="dt" sz="half" idx="11"/>
          </p:nvPr>
        </p:nvSpPr>
        <p:spPr/>
        <p:txBody>
          <a:bodyPr/>
          <a:lstStyle/>
          <a:p>
            <a:fld id="{4A8464FF-2FA4-44F0-9B65-6E827F081331}" type="datetimeyyyy">
              <a:rPr lang="en-US" smtClean="0"/>
              <a:t>2025</a:t>
            </a:fld>
            <a:endParaRPr lang="en-US"/>
          </a:p>
        </p:txBody>
      </p:sp>
      <p:sp>
        <p:nvSpPr>
          <p:cNvPr id="8" name="Footer Placeholder 7">
            <a:extLst>
              <a:ext uri="{FF2B5EF4-FFF2-40B4-BE49-F238E27FC236}">
                <a16:creationId xmlns:a16="http://schemas.microsoft.com/office/drawing/2014/main" id="{82BBCD10-17DC-5E3B-F1E0-E966B6CC35A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3" name="Slide Number Placeholder 2">
            <a:extLst>
              <a:ext uri="{FF2B5EF4-FFF2-40B4-BE49-F238E27FC236}">
                <a16:creationId xmlns:a16="http://schemas.microsoft.com/office/drawing/2014/main" id="{2E25F9B0-C416-40D7-01DB-5EA85A81FD3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66</a:t>
            </a:fld>
            <a:endParaRPr lang="en-US"/>
          </a:p>
        </p:txBody>
      </p:sp>
      <p:grpSp>
        <p:nvGrpSpPr>
          <p:cNvPr id="4" name="Group 3">
            <a:extLst>
              <a:ext uri="{FF2B5EF4-FFF2-40B4-BE49-F238E27FC236}">
                <a16:creationId xmlns:a16="http://schemas.microsoft.com/office/drawing/2014/main" id="{F0FCB8B8-8242-8F82-8512-DF24FB2E9879}"/>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6" name="Rectangle 5">
              <a:extLst>
                <a:ext uri="{FF2B5EF4-FFF2-40B4-BE49-F238E27FC236}">
                  <a16:creationId xmlns:a16="http://schemas.microsoft.com/office/drawing/2014/main" id="{6F18A2EB-5E71-4E7B-C761-2551E368678C}"/>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9" name="Group 8">
              <a:extLst>
                <a:ext uri="{FF2B5EF4-FFF2-40B4-BE49-F238E27FC236}">
                  <a16:creationId xmlns:a16="http://schemas.microsoft.com/office/drawing/2014/main" id="{50015CBD-669F-0429-BEEB-95BEDEE26595}"/>
                </a:ext>
              </a:extLst>
            </p:cNvPr>
            <p:cNvGrpSpPr/>
            <p:nvPr/>
          </p:nvGrpSpPr>
          <p:grpSpPr>
            <a:xfrm>
              <a:off x="13142686" y="1954129"/>
              <a:ext cx="1455058" cy="864391"/>
              <a:chOff x="12700000" y="2008563"/>
              <a:chExt cx="2565400" cy="1524000"/>
            </a:xfrm>
          </p:grpSpPr>
          <p:pic>
            <p:nvPicPr>
              <p:cNvPr id="10" name="Picture 9" descr="A picture containing table&#10;&#10;Description automatically generated">
                <a:extLst>
                  <a:ext uri="{FF2B5EF4-FFF2-40B4-BE49-F238E27FC236}">
                    <a16:creationId xmlns:a16="http://schemas.microsoft.com/office/drawing/2014/main" id="{68563281-5CC1-3A9E-4084-7D6EA530ADB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1" name="Rectangle 10">
                <a:extLst>
                  <a:ext uri="{FF2B5EF4-FFF2-40B4-BE49-F238E27FC236}">
                    <a16:creationId xmlns:a16="http://schemas.microsoft.com/office/drawing/2014/main" id="{C0E6E3CC-5561-F1A2-486B-78A4FA651BDA}"/>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27763278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Placeholder 36">
            <a:extLst>
              <a:ext uri="{FF2B5EF4-FFF2-40B4-BE49-F238E27FC236}">
                <a16:creationId xmlns:a16="http://schemas.microsoft.com/office/drawing/2014/main" id="{B8E195CD-BC51-305F-341B-215C7381E765}"/>
              </a:ext>
              <a:ext uri="{C183D7F6-B498-43B3-948B-1728B52AA6E4}">
                <adec:decorative xmlns:adec="http://schemas.microsoft.com/office/drawing/2017/decorative" val="1"/>
              </a:ext>
            </a:extLst>
          </p:cNvPr>
          <p:cNvSpPr>
            <a:spLocks noGrp="1"/>
          </p:cNvSpPr>
          <p:nvPr>
            <p:ph type="body" sz="quarter" idx="21"/>
          </p:nvPr>
        </p:nvSpPr>
        <p:spPr>
          <a:solidFill>
            <a:srgbClr val="EEE9FF"/>
          </a:solidFill>
        </p:spPr>
        <p:txBody>
          <a:bodyPr/>
          <a:lstStyle/>
          <a:p>
            <a:endParaRPr lang="en-US"/>
          </a:p>
        </p:txBody>
      </p:sp>
      <p:pic>
        <p:nvPicPr>
          <p:cNvPr id="10" name="Picture Placeholder 14" descr="Two people working on computers, talking">
            <a:extLst>
              <a:ext uri="{FF2B5EF4-FFF2-40B4-BE49-F238E27FC236}">
                <a16:creationId xmlns:a16="http://schemas.microsoft.com/office/drawing/2014/main" id="{FAD27BFD-BAE2-C8A0-22BE-300B033E46F8}"/>
              </a:ext>
            </a:extLst>
          </p:cNvPr>
          <p:cNvPicPr>
            <a:picLocks noGrp="1" noChangeAspect="1"/>
          </p:cNvPicPr>
          <p:nvPr>
            <p:ph type="pic" sz="quarter" idx="16"/>
          </p:nvPr>
        </p:nvPicPr>
        <p:blipFill>
          <a:blip r:embed="rId2" cstate="email">
            <a:extLst>
              <a:ext uri="{28A0092B-C50C-407E-A947-70E740481C1C}">
                <a14:useLocalDpi xmlns:a14="http://schemas.microsoft.com/office/drawing/2010/main"/>
              </a:ext>
            </a:extLst>
          </a:blip>
          <a:srcRect/>
          <a:stretch/>
        </p:blipFill>
        <p:spPr>
          <a:xfrm>
            <a:off x="0" y="0"/>
            <a:ext cx="4102100" cy="6858000"/>
          </a:xfrm>
        </p:spPr>
      </p:pic>
      <p:sp>
        <p:nvSpPr>
          <p:cNvPr id="2" name="Title 1">
            <a:extLst>
              <a:ext uri="{FF2B5EF4-FFF2-40B4-BE49-F238E27FC236}">
                <a16:creationId xmlns:a16="http://schemas.microsoft.com/office/drawing/2014/main" id="{16851C01-2DDB-7BEF-66CE-F8398802C7C0}"/>
              </a:ext>
            </a:extLst>
          </p:cNvPr>
          <p:cNvSpPr>
            <a:spLocks noGrp="1"/>
          </p:cNvSpPr>
          <p:nvPr>
            <p:ph type="title"/>
          </p:nvPr>
        </p:nvSpPr>
        <p:spPr/>
        <p:txBody>
          <a:bodyPr/>
          <a:lstStyle/>
          <a:p>
            <a:r>
              <a:rPr lang="en-US"/>
              <a:t>Shorter slide headline. </a:t>
            </a:r>
            <a:br>
              <a:rPr lang="en-US"/>
            </a:br>
            <a:r>
              <a:rPr lang="en-US">
                <a:solidFill>
                  <a:schemeClr val="accent1"/>
                </a:solidFill>
              </a:rPr>
              <a:t>Should not exceed two lines. </a:t>
            </a:r>
          </a:p>
        </p:txBody>
      </p:sp>
      <p:sp>
        <p:nvSpPr>
          <p:cNvPr id="4" name="Text Placeholder 3">
            <a:extLst>
              <a:ext uri="{FF2B5EF4-FFF2-40B4-BE49-F238E27FC236}">
                <a16:creationId xmlns:a16="http://schemas.microsoft.com/office/drawing/2014/main" id="{391F147C-CC5B-14F8-1CB9-8F0431E66161}"/>
              </a:ext>
            </a:extLst>
          </p:cNvPr>
          <p:cNvSpPr>
            <a:spLocks noGrp="1"/>
          </p:cNvSpPr>
          <p:nvPr>
            <p:ph type="body" sz="quarter" idx="17"/>
          </p:nvPr>
        </p:nvSpPr>
        <p:spPr/>
        <p:txBody>
          <a:bodyPr/>
          <a:lstStyle/>
          <a:p>
            <a:r>
              <a:rPr lang="en-US"/>
              <a:t>Optional </a:t>
            </a:r>
            <a:r>
              <a:rPr lang="en-US" err="1"/>
              <a:t>subheadline</a:t>
            </a:r>
            <a:endParaRPr lang="en-US"/>
          </a:p>
        </p:txBody>
      </p:sp>
      <p:sp>
        <p:nvSpPr>
          <p:cNvPr id="22" name="Text Placeholder 21">
            <a:extLst>
              <a:ext uri="{FF2B5EF4-FFF2-40B4-BE49-F238E27FC236}">
                <a16:creationId xmlns:a16="http://schemas.microsoft.com/office/drawing/2014/main" id="{E3354BC2-6C5D-EB2F-C586-763347634839}"/>
              </a:ext>
            </a:extLst>
          </p:cNvPr>
          <p:cNvSpPr>
            <a:spLocks noGrp="1"/>
          </p:cNvSpPr>
          <p:nvPr>
            <p:ph type="body" sz="quarter" idx="14"/>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br>
              <a:rPr lang="en-US"/>
            </a:b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 to </a:t>
            </a:r>
            <a:r>
              <a:rPr lang="en-US" err="1"/>
              <a:t>doluptiati</a:t>
            </a:r>
            <a:r>
              <a:rPr lang="en-US"/>
              <a:t> </a:t>
            </a:r>
            <a:r>
              <a:rPr lang="en-US" err="1"/>
              <a:t>optatincid</a:t>
            </a:r>
            <a:r>
              <a:rPr lang="en-US"/>
              <a:t> </a:t>
            </a:r>
            <a:r>
              <a:rPr lang="en-US" err="1"/>
              <a:t>ut</a:t>
            </a:r>
            <a:endParaRPr lang="en-US"/>
          </a:p>
          <a:p>
            <a:r>
              <a:rPr lang="en-US" err="1"/>
              <a:t>Nem</a:t>
            </a:r>
            <a:r>
              <a:rPr lang="en-US"/>
              <a:t>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7" name="Text Placeholder 6">
            <a:extLst>
              <a:ext uri="{FF2B5EF4-FFF2-40B4-BE49-F238E27FC236}">
                <a16:creationId xmlns:a16="http://schemas.microsoft.com/office/drawing/2014/main" id="{65572E0C-CDAF-AA7A-4D73-F947FD3A301A}"/>
              </a:ext>
            </a:extLst>
          </p:cNvPr>
          <p:cNvSpPr>
            <a:spLocks noGrp="1"/>
          </p:cNvSpPr>
          <p:nvPr>
            <p:ph type="body" sz="quarter" idx="18"/>
          </p:nvPr>
        </p:nvSpPr>
        <p:spPr/>
        <p:txBody>
          <a:bodyPr/>
          <a:lstStyle/>
          <a:p>
            <a:r>
              <a:rPr lang="en-US"/>
              <a:t>Optional </a:t>
            </a:r>
            <a:r>
              <a:rPr lang="en-US" err="1"/>
              <a:t>subheadline</a:t>
            </a:r>
            <a:endParaRPr lang="en-US"/>
          </a:p>
        </p:txBody>
      </p:sp>
      <p:sp>
        <p:nvSpPr>
          <p:cNvPr id="21" name="Subtitle 20">
            <a:extLst>
              <a:ext uri="{FF2B5EF4-FFF2-40B4-BE49-F238E27FC236}">
                <a16:creationId xmlns:a16="http://schemas.microsoft.com/office/drawing/2014/main" id="{1C84AEC1-6DFE-3229-BF63-820C34CE283A}"/>
              </a:ext>
            </a:extLst>
          </p:cNvPr>
          <p:cNvSpPr>
            <a:spLocks noGrp="1"/>
          </p:cNvSpPr>
          <p:nvPr>
            <p:ph type="body" sz="quarter" idx="15"/>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br>
              <a:rPr lang="en-US"/>
            </a:b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 to </a:t>
            </a:r>
            <a:r>
              <a:rPr lang="en-US" err="1"/>
              <a:t>doluptiati</a:t>
            </a:r>
            <a:r>
              <a:rPr lang="en-US"/>
              <a:t> </a:t>
            </a:r>
            <a:r>
              <a:rPr lang="en-US" err="1"/>
              <a:t>optatincid</a:t>
            </a:r>
            <a:r>
              <a:rPr lang="en-US"/>
              <a:t> </a:t>
            </a:r>
            <a:r>
              <a:rPr lang="en-US" err="1"/>
              <a:t>ut</a:t>
            </a:r>
            <a:endParaRPr lang="en-US"/>
          </a:p>
          <a:p>
            <a:r>
              <a:rPr lang="en-US" err="1"/>
              <a:t>Nem</a:t>
            </a:r>
            <a:r>
              <a:rPr lang="en-US"/>
              <a:t>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5" name="Date Placeholder 4">
            <a:extLst>
              <a:ext uri="{FF2B5EF4-FFF2-40B4-BE49-F238E27FC236}">
                <a16:creationId xmlns:a16="http://schemas.microsoft.com/office/drawing/2014/main" id="{563A9D6F-2B8B-E155-FDD0-FFF48462D4F7}"/>
              </a:ext>
              <a:ext uri="{C183D7F6-B498-43B3-948B-1728B52AA6E4}">
                <adec:decorative xmlns:adec="http://schemas.microsoft.com/office/drawing/2017/decorative" val="1"/>
              </a:ext>
            </a:extLst>
          </p:cNvPr>
          <p:cNvSpPr>
            <a:spLocks noGrp="1"/>
          </p:cNvSpPr>
          <p:nvPr>
            <p:ph type="dt" sz="half" idx="11"/>
          </p:nvPr>
        </p:nvSpPr>
        <p:spPr/>
        <p:txBody>
          <a:bodyPr/>
          <a:lstStyle/>
          <a:p>
            <a:fld id="{954F4A54-3E24-4AE0-B861-D163FB0EA009}" type="datetimeyyyy">
              <a:rPr lang="en-US" smtClean="0"/>
              <a:t>2025</a:t>
            </a:fld>
            <a:endParaRPr lang="en-US"/>
          </a:p>
        </p:txBody>
      </p:sp>
      <p:sp>
        <p:nvSpPr>
          <p:cNvPr id="8" name="Footer Placeholder 7">
            <a:extLst>
              <a:ext uri="{FF2B5EF4-FFF2-40B4-BE49-F238E27FC236}">
                <a16:creationId xmlns:a16="http://schemas.microsoft.com/office/drawing/2014/main" id="{82BBCD10-17DC-5E3B-F1E0-E966B6CC35A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3" name="Slide Number Placeholder 2">
            <a:extLst>
              <a:ext uri="{FF2B5EF4-FFF2-40B4-BE49-F238E27FC236}">
                <a16:creationId xmlns:a16="http://schemas.microsoft.com/office/drawing/2014/main" id="{2E25F9B0-C416-40D7-01DB-5EA85A81FD3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67</a:t>
            </a:fld>
            <a:endParaRPr lang="en-US"/>
          </a:p>
        </p:txBody>
      </p:sp>
      <p:grpSp>
        <p:nvGrpSpPr>
          <p:cNvPr id="6" name="Group 5">
            <a:extLst>
              <a:ext uri="{FF2B5EF4-FFF2-40B4-BE49-F238E27FC236}">
                <a16:creationId xmlns:a16="http://schemas.microsoft.com/office/drawing/2014/main" id="{78A01B54-928D-2EAE-F5BB-3E9E99469E52}"/>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9" name="Rectangle 8">
              <a:extLst>
                <a:ext uri="{FF2B5EF4-FFF2-40B4-BE49-F238E27FC236}">
                  <a16:creationId xmlns:a16="http://schemas.microsoft.com/office/drawing/2014/main" id="{9C12C90E-72AC-9167-2C6E-C56A4C71305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1" name="Group 10">
              <a:extLst>
                <a:ext uri="{FF2B5EF4-FFF2-40B4-BE49-F238E27FC236}">
                  <a16:creationId xmlns:a16="http://schemas.microsoft.com/office/drawing/2014/main" id="{C4B6B11C-AC14-C599-7B2A-362CFF2A32FB}"/>
                </a:ext>
              </a:extLst>
            </p:cNvPr>
            <p:cNvGrpSpPr/>
            <p:nvPr/>
          </p:nvGrpSpPr>
          <p:grpSpPr>
            <a:xfrm>
              <a:off x="13142686" y="1954129"/>
              <a:ext cx="1455058" cy="864391"/>
              <a:chOff x="12700000" y="2008563"/>
              <a:chExt cx="2565400" cy="1524000"/>
            </a:xfrm>
          </p:grpSpPr>
          <p:pic>
            <p:nvPicPr>
              <p:cNvPr id="12" name="Picture 11" descr="A picture containing table&#10;&#10;Description automatically generated">
                <a:extLst>
                  <a:ext uri="{FF2B5EF4-FFF2-40B4-BE49-F238E27FC236}">
                    <a16:creationId xmlns:a16="http://schemas.microsoft.com/office/drawing/2014/main" id="{B0F53146-64DA-97D5-1DAF-7777DEE5F33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3" name="Rectangle 12">
                <a:extLst>
                  <a:ext uri="{FF2B5EF4-FFF2-40B4-BE49-F238E27FC236}">
                    <a16:creationId xmlns:a16="http://schemas.microsoft.com/office/drawing/2014/main" id="{BDCFA385-8298-E903-0073-5E7385D90715}"/>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3152494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51C01-2DDB-7BEF-66CE-F8398802C7C0}"/>
              </a:ext>
            </a:extLst>
          </p:cNvPr>
          <p:cNvSpPr>
            <a:spLocks noGrp="1"/>
          </p:cNvSpPr>
          <p:nvPr>
            <p:ph type="title"/>
          </p:nvPr>
        </p:nvSpPr>
        <p:spPr/>
        <p:txBody>
          <a:bodyPr/>
          <a:lstStyle/>
          <a:p>
            <a:r>
              <a:rPr lang="en-US"/>
              <a:t>Shorter slide headline. </a:t>
            </a:r>
            <a:br>
              <a:rPr lang="en-US"/>
            </a:br>
            <a:r>
              <a:rPr lang="en-US">
                <a:solidFill>
                  <a:schemeClr val="accent1"/>
                </a:solidFill>
              </a:rPr>
              <a:t>Should not exceed two lines. </a:t>
            </a:r>
          </a:p>
        </p:txBody>
      </p:sp>
      <p:sp>
        <p:nvSpPr>
          <p:cNvPr id="21" name="Subtitle 20">
            <a:extLst>
              <a:ext uri="{FF2B5EF4-FFF2-40B4-BE49-F238E27FC236}">
                <a16:creationId xmlns:a16="http://schemas.microsoft.com/office/drawing/2014/main" id="{1C84AEC1-6DFE-3229-BF63-820C34CE283A}"/>
              </a:ext>
            </a:extLst>
          </p:cNvPr>
          <p:cNvSpPr>
            <a:spLocks noGrp="1"/>
          </p:cNvSpPr>
          <p:nvPr>
            <p:ph type="subTitle" idx="1"/>
          </p:nvPr>
        </p:nvSpPr>
        <p:spPr/>
        <p:txBody>
          <a:bodyPr/>
          <a:lstStyle/>
          <a:p>
            <a:r>
              <a:rPr lang="en-US"/>
              <a:t>Optional </a:t>
            </a:r>
            <a:r>
              <a:rPr lang="en-US" err="1"/>
              <a:t>subheadline</a:t>
            </a:r>
            <a:endParaRPr lang="en-US"/>
          </a:p>
        </p:txBody>
      </p:sp>
      <p:sp>
        <p:nvSpPr>
          <p:cNvPr id="22" name="Text Placeholder 21">
            <a:extLst>
              <a:ext uri="{FF2B5EF4-FFF2-40B4-BE49-F238E27FC236}">
                <a16:creationId xmlns:a16="http://schemas.microsoft.com/office/drawing/2014/main" id="{E3354BC2-6C5D-EB2F-C586-763347634839}"/>
              </a:ext>
            </a:extLst>
          </p:cNvPr>
          <p:cNvSpPr>
            <a:spLocks noGrp="1"/>
          </p:cNvSpPr>
          <p:nvPr>
            <p:ph type="body" sz="quarter" idx="14"/>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 to </a:t>
            </a:r>
            <a:r>
              <a:rPr lang="en-US" err="1"/>
              <a:t>doluptiati</a:t>
            </a:r>
            <a:r>
              <a:rPr lang="en-US"/>
              <a:t> </a:t>
            </a:r>
            <a:r>
              <a:rPr lang="en-US" err="1"/>
              <a:t>optatincid</a:t>
            </a:r>
            <a:r>
              <a:rPr lang="en-US"/>
              <a:t> </a:t>
            </a:r>
            <a:r>
              <a:rPr lang="en-US" err="1"/>
              <a:t>ut</a:t>
            </a:r>
            <a:r>
              <a:rPr lang="en-US"/>
              <a:t> ma </a:t>
            </a:r>
            <a:r>
              <a:rPr lang="en-US" err="1"/>
              <a:t>simint</a:t>
            </a:r>
            <a:endParaRPr lang="en-US"/>
          </a:p>
          <a:p>
            <a:r>
              <a:rPr lang="en-US" err="1"/>
              <a:t>Nem</a:t>
            </a:r>
            <a:r>
              <a:rPr lang="en-US"/>
              <a:t>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a:t>
            </a:r>
            <a:r>
              <a:rPr lang="en-US" err="1"/>
              <a:t>reratem</a:t>
            </a:r>
            <a:r>
              <a:rPr lang="en-US"/>
              <a:t> ipsum.</a:t>
            </a:r>
          </a:p>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a:t>
            </a:r>
          </a:p>
        </p:txBody>
      </p:sp>
      <p:pic>
        <p:nvPicPr>
          <p:cNvPr id="15" name="Picture Placeholder 14" descr="A person sitting on a couch holding a mug">
            <a:extLst>
              <a:ext uri="{FF2B5EF4-FFF2-40B4-BE49-F238E27FC236}">
                <a16:creationId xmlns:a16="http://schemas.microsoft.com/office/drawing/2014/main" id="{227CD895-1AD8-CC37-BA0F-23822EFF1232}"/>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r="-63"/>
          <a:stretch/>
        </p:blipFill>
        <p:spPr/>
      </p:pic>
      <p:sp>
        <p:nvSpPr>
          <p:cNvPr id="35" name="Text Placeholder 34">
            <a:extLst>
              <a:ext uri="{FF2B5EF4-FFF2-40B4-BE49-F238E27FC236}">
                <a16:creationId xmlns:a16="http://schemas.microsoft.com/office/drawing/2014/main" id="{CB14E80B-EDC1-0D85-7B04-96AB7F9F9A9F}"/>
              </a:ext>
              <a:ext uri="{C183D7F6-B498-43B3-948B-1728B52AA6E4}">
                <adec:decorative xmlns:adec="http://schemas.microsoft.com/office/drawing/2017/decorative" val="1"/>
              </a:ext>
            </a:extLst>
          </p:cNvPr>
          <p:cNvSpPr>
            <a:spLocks noGrp="1"/>
          </p:cNvSpPr>
          <p:nvPr>
            <p:ph type="body" sz="quarter" idx="18"/>
          </p:nvPr>
        </p:nvSpPr>
        <p:spPr>
          <a:solidFill>
            <a:schemeClr val="accent5">
              <a:alpha val="50000"/>
            </a:schemeClr>
          </a:solidFill>
        </p:spPr>
        <p:txBody>
          <a:bodyPr/>
          <a:lstStyle/>
          <a:p>
            <a:endParaRPr lang="en-US"/>
          </a:p>
        </p:txBody>
      </p:sp>
      <p:sp>
        <p:nvSpPr>
          <p:cNvPr id="5" name="Date Placeholder 4">
            <a:extLst>
              <a:ext uri="{FF2B5EF4-FFF2-40B4-BE49-F238E27FC236}">
                <a16:creationId xmlns:a16="http://schemas.microsoft.com/office/drawing/2014/main" id="{563A9D6F-2B8B-E155-FDD0-FFF48462D4F7}"/>
              </a:ext>
              <a:ext uri="{C183D7F6-B498-43B3-948B-1728B52AA6E4}">
                <adec:decorative xmlns:adec="http://schemas.microsoft.com/office/drawing/2017/decorative" val="1"/>
              </a:ext>
            </a:extLst>
          </p:cNvPr>
          <p:cNvSpPr>
            <a:spLocks noGrp="1"/>
          </p:cNvSpPr>
          <p:nvPr>
            <p:ph type="dt" sz="half" idx="11"/>
          </p:nvPr>
        </p:nvSpPr>
        <p:spPr/>
        <p:txBody>
          <a:bodyPr/>
          <a:lstStyle/>
          <a:p>
            <a:fld id="{F6C0777E-0D5F-4E13-A4CF-6AF8F9EA975D}" type="datetimeyyyy">
              <a:rPr lang="en-US" smtClean="0"/>
              <a:t>2025</a:t>
            </a:fld>
            <a:endParaRPr lang="en-US"/>
          </a:p>
        </p:txBody>
      </p:sp>
      <p:sp>
        <p:nvSpPr>
          <p:cNvPr id="8" name="Footer Placeholder 7">
            <a:extLst>
              <a:ext uri="{FF2B5EF4-FFF2-40B4-BE49-F238E27FC236}">
                <a16:creationId xmlns:a16="http://schemas.microsoft.com/office/drawing/2014/main" id="{82BBCD10-17DC-5E3B-F1E0-E966B6CC35A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3" name="Slide Number Placeholder 2">
            <a:extLst>
              <a:ext uri="{FF2B5EF4-FFF2-40B4-BE49-F238E27FC236}">
                <a16:creationId xmlns:a16="http://schemas.microsoft.com/office/drawing/2014/main" id="{2E25F9B0-C416-40D7-01DB-5EA85A81FD3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68</a:t>
            </a:fld>
            <a:endParaRPr lang="en-US"/>
          </a:p>
        </p:txBody>
      </p:sp>
      <p:grpSp>
        <p:nvGrpSpPr>
          <p:cNvPr id="4" name="Group 3">
            <a:extLst>
              <a:ext uri="{FF2B5EF4-FFF2-40B4-BE49-F238E27FC236}">
                <a16:creationId xmlns:a16="http://schemas.microsoft.com/office/drawing/2014/main" id="{60E47679-266D-93C4-ABE0-2C9C7C7EAD8E}"/>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6" name="Rectangle 5">
              <a:extLst>
                <a:ext uri="{FF2B5EF4-FFF2-40B4-BE49-F238E27FC236}">
                  <a16:creationId xmlns:a16="http://schemas.microsoft.com/office/drawing/2014/main" id="{3E17AAED-9780-33E4-0ED9-377B846D3AD2}"/>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7" name="Group 6">
              <a:extLst>
                <a:ext uri="{FF2B5EF4-FFF2-40B4-BE49-F238E27FC236}">
                  <a16:creationId xmlns:a16="http://schemas.microsoft.com/office/drawing/2014/main" id="{DF6B1962-3DD0-83FF-313C-04B87406596E}"/>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476BB9E7-F8DC-FC48-CD23-C893C079CD7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0" name="Rectangle 9">
                <a:extLst>
                  <a:ext uri="{FF2B5EF4-FFF2-40B4-BE49-F238E27FC236}">
                    <a16:creationId xmlns:a16="http://schemas.microsoft.com/office/drawing/2014/main" id="{DEA06D6F-0DCC-0B5C-0F36-E2E60261931F}"/>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9655101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06D5F42A-F63B-49A3-4119-93FE58CA9AE5}"/>
              </a:ext>
              <a:ext uri="{C183D7F6-B498-43B3-948B-1728B52AA6E4}">
                <adec:decorative xmlns:adec="http://schemas.microsoft.com/office/drawing/2017/decorative" val="1"/>
              </a:ext>
            </a:extLst>
          </p:cNvPr>
          <p:cNvSpPr>
            <a:spLocks noGrp="1"/>
          </p:cNvSpPr>
          <p:nvPr>
            <p:ph type="body" sz="quarter" idx="21"/>
          </p:nvPr>
        </p:nvSpPr>
        <p:spPr/>
        <p:txBody>
          <a:bodyPr/>
          <a:lstStyle/>
          <a:p>
            <a:endParaRPr lang="en-US"/>
          </a:p>
        </p:txBody>
      </p:sp>
      <p:sp>
        <p:nvSpPr>
          <p:cNvPr id="2" name="Title 1">
            <a:extLst>
              <a:ext uri="{FF2B5EF4-FFF2-40B4-BE49-F238E27FC236}">
                <a16:creationId xmlns:a16="http://schemas.microsoft.com/office/drawing/2014/main" id="{16851C01-2DDB-7BEF-66CE-F8398802C7C0}"/>
              </a:ext>
            </a:extLst>
          </p:cNvPr>
          <p:cNvSpPr>
            <a:spLocks noGrp="1"/>
          </p:cNvSpPr>
          <p:nvPr>
            <p:ph type="title"/>
          </p:nvPr>
        </p:nvSpPr>
        <p:spPr/>
        <p:txBody>
          <a:bodyPr/>
          <a:lstStyle/>
          <a:p>
            <a:r>
              <a:rPr lang="en-US"/>
              <a:t>Shorter slide headline. </a:t>
            </a:r>
            <a:br>
              <a:rPr lang="en-US"/>
            </a:br>
            <a:r>
              <a:rPr lang="en-US">
                <a:solidFill>
                  <a:schemeClr val="accent1"/>
                </a:solidFill>
              </a:rPr>
              <a:t>Should not exceed two lines. </a:t>
            </a:r>
          </a:p>
        </p:txBody>
      </p:sp>
      <p:sp>
        <p:nvSpPr>
          <p:cNvPr id="4" name="Text Placeholder 3">
            <a:extLst>
              <a:ext uri="{FF2B5EF4-FFF2-40B4-BE49-F238E27FC236}">
                <a16:creationId xmlns:a16="http://schemas.microsoft.com/office/drawing/2014/main" id="{391F147C-CC5B-14F8-1CB9-8F0431E66161}"/>
              </a:ext>
            </a:extLst>
          </p:cNvPr>
          <p:cNvSpPr>
            <a:spLocks noGrp="1"/>
          </p:cNvSpPr>
          <p:nvPr>
            <p:ph type="body" sz="quarter" idx="17"/>
          </p:nvPr>
        </p:nvSpPr>
        <p:spPr/>
        <p:txBody>
          <a:bodyPr/>
          <a:lstStyle/>
          <a:p>
            <a:r>
              <a:rPr lang="en-US"/>
              <a:t>Optional </a:t>
            </a:r>
            <a:r>
              <a:rPr lang="en-US" err="1"/>
              <a:t>subheadline</a:t>
            </a:r>
            <a:endParaRPr lang="en-US"/>
          </a:p>
        </p:txBody>
      </p:sp>
      <p:sp>
        <p:nvSpPr>
          <p:cNvPr id="22" name="Text Placeholder 21">
            <a:extLst>
              <a:ext uri="{FF2B5EF4-FFF2-40B4-BE49-F238E27FC236}">
                <a16:creationId xmlns:a16="http://schemas.microsoft.com/office/drawing/2014/main" id="{E3354BC2-6C5D-EB2F-C586-763347634839}"/>
              </a:ext>
            </a:extLst>
          </p:cNvPr>
          <p:cNvSpPr>
            <a:spLocks noGrp="1"/>
          </p:cNvSpPr>
          <p:nvPr>
            <p:ph type="body" sz="quarter" idx="14"/>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 to </a:t>
            </a:r>
            <a:r>
              <a:rPr lang="en-US" err="1"/>
              <a:t>doluptiati</a:t>
            </a:r>
            <a:r>
              <a:rPr lang="en-US"/>
              <a:t> </a:t>
            </a:r>
            <a:r>
              <a:rPr lang="en-US" err="1"/>
              <a:t>optatincid</a:t>
            </a:r>
            <a:r>
              <a:rPr lang="en-US"/>
              <a:t> </a:t>
            </a:r>
            <a:r>
              <a:rPr lang="en-US" err="1"/>
              <a:t>ut</a:t>
            </a:r>
            <a:endParaRPr lang="en-US"/>
          </a:p>
          <a:p>
            <a:r>
              <a:rPr lang="en-US" err="1"/>
              <a:t>Nem</a:t>
            </a:r>
            <a:r>
              <a:rPr lang="en-US"/>
              <a:t>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7" name="Text Placeholder 6">
            <a:extLst>
              <a:ext uri="{FF2B5EF4-FFF2-40B4-BE49-F238E27FC236}">
                <a16:creationId xmlns:a16="http://schemas.microsoft.com/office/drawing/2014/main" id="{65572E0C-CDAF-AA7A-4D73-F947FD3A301A}"/>
              </a:ext>
            </a:extLst>
          </p:cNvPr>
          <p:cNvSpPr>
            <a:spLocks noGrp="1"/>
          </p:cNvSpPr>
          <p:nvPr>
            <p:ph type="body" sz="quarter" idx="18"/>
          </p:nvPr>
        </p:nvSpPr>
        <p:spPr/>
        <p:txBody>
          <a:bodyPr/>
          <a:lstStyle/>
          <a:p>
            <a:r>
              <a:rPr lang="en-US"/>
              <a:t>Optional </a:t>
            </a:r>
            <a:r>
              <a:rPr lang="en-US" err="1"/>
              <a:t>subheadline</a:t>
            </a:r>
            <a:endParaRPr lang="en-US"/>
          </a:p>
        </p:txBody>
      </p:sp>
      <p:sp>
        <p:nvSpPr>
          <p:cNvPr id="21" name="Subtitle 20">
            <a:extLst>
              <a:ext uri="{FF2B5EF4-FFF2-40B4-BE49-F238E27FC236}">
                <a16:creationId xmlns:a16="http://schemas.microsoft.com/office/drawing/2014/main" id="{1C84AEC1-6DFE-3229-BF63-820C34CE283A}"/>
              </a:ext>
            </a:extLst>
          </p:cNvPr>
          <p:cNvSpPr>
            <a:spLocks noGrp="1"/>
          </p:cNvSpPr>
          <p:nvPr>
            <p:ph type="body" sz="quarter" idx="15"/>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 </a:t>
            </a:r>
            <a:r>
              <a:rPr lang="en-US" err="1"/>
              <a:t>laborro</a:t>
            </a:r>
            <a:r>
              <a:rPr lang="en-US"/>
              <a:t> to </a:t>
            </a:r>
            <a:r>
              <a:rPr lang="en-US" err="1"/>
              <a:t>doluptiati</a:t>
            </a:r>
            <a:r>
              <a:rPr lang="en-US"/>
              <a:t> </a:t>
            </a:r>
            <a:r>
              <a:rPr lang="en-US" err="1"/>
              <a:t>optatincid</a:t>
            </a:r>
            <a:r>
              <a:rPr lang="en-US"/>
              <a:t> </a:t>
            </a:r>
            <a:r>
              <a:rPr lang="en-US" err="1"/>
              <a:t>ut</a:t>
            </a:r>
            <a:endParaRPr lang="en-US"/>
          </a:p>
          <a:p>
            <a:r>
              <a:rPr lang="en-US" err="1"/>
              <a:t>Nem</a:t>
            </a:r>
            <a:r>
              <a:rPr lang="en-US"/>
              <a:t>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5" name="Date Placeholder 4">
            <a:extLst>
              <a:ext uri="{FF2B5EF4-FFF2-40B4-BE49-F238E27FC236}">
                <a16:creationId xmlns:a16="http://schemas.microsoft.com/office/drawing/2014/main" id="{563A9D6F-2B8B-E155-FDD0-FFF48462D4F7}"/>
              </a:ext>
              <a:ext uri="{C183D7F6-B498-43B3-948B-1728B52AA6E4}">
                <adec:decorative xmlns:adec="http://schemas.microsoft.com/office/drawing/2017/decorative" val="1"/>
              </a:ext>
            </a:extLst>
          </p:cNvPr>
          <p:cNvSpPr>
            <a:spLocks noGrp="1"/>
          </p:cNvSpPr>
          <p:nvPr>
            <p:ph type="dt" sz="half" idx="11"/>
          </p:nvPr>
        </p:nvSpPr>
        <p:spPr/>
        <p:txBody>
          <a:bodyPr/>
          <a:lstStyle/>
          <a:p>
            <a:fld id="{14DEEE7A-51CF-49A1-8155-A56AB7E2D661}" type="datetimeyyyy">
              <a:rPr lang="en-US" smtClean="0"/>
              <a:t>2025</a:t>
            </a:fld>
            <a:endParaRPr lang="en-US"/>
          </a:p>
        </p:txBody>
      </p:sp>
      <p:sp>
        <p:nvSpPr>
          <p:cNvPr id="8" name="Footer Placeholder 7">
            <a:extLst>
              <a:ext uri="{FF2B5EF4-FFF2-40B4-BE49-F238E27FC236}">
                <a16:creationId xmlns:a16="http://schemas.microsoft.com/office/drawing/2014/main" id="{82BBCD10-17DC-5E3B-F1E0-E966B6CC35A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3" name="Slide Number Placeholder 2">
            <a:extLst>
              <a:ext uri="{FF2B5EF4-FFF2-40B4-BE49-F238E27FC236}">
                <a16:creationId xmlns:a16="http://schemas.microsoft.com/office/drawing/2014/main" id="{2E25F9B0-C416-40D7-01DB-5EA85A81FD3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69</a:t>
            </a:fld>
            <a:endParaRPr lang="en-US"/>
          </a:p>
        </p:txBody>
      </p:sp>
      <p:pic>
        <p:nvPicPr>
          <p:cNvPr id="13" name="Picture Placeholder 14" descr="A person sitting on a chair talking">
            <a:extLst>
              <a:ext uri="{FF2B5EF4-FFF2-40B4-BE49-F238E27FC236}">
                <a16:creationId xmlns:a16="http://schemas.microsoft.com/office/drawing/2014/main" id="{43BFA2D7-95E2-C8CE-4F93-2E100A5F0407}"/>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p:blipFill>
        <p:spPr>
          <a:xfrm>
            <a:off x="8089900" y="0"/>
            <a:ext cx="4102100" cy="6858000"/>
          </a:xfrm>
        </p:spPr>
      </p:pic>
      <p:grpSp>
        <p:nvGrpSpPr>
          <p:cNvPr id="6" name="Group 5">
            <a:extLst>
              <a:ext uri="{FF2B5EF4-FFF2-40B4-BE49-F238E27FC236}">
                <a16:creationId xmlns:a16="http://schemas.microsoft.com/office/drawing/2014/main" id="{DF26539F-E5A3-CAA9-B774-0509E5823653}"/>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9" name="Rectangle 8">
              <a:extLst>
                <a:ext uri="{FF2B5EF4-FFF2-40B4-BE49-F238E27FC236}">
                  <a16:creationId xmlns:a16="http://schemas.microsoft.com/office/drawing/2014/main" id="{CCFE5A93-E5D8-2C5F-6EA4-4F1E0AAA1C42}"/>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0" name="Group 9">
              <a:extLst>
                <a:ext uri="{FF2B5EF4-FFF2-40B4-BE49-F238E27FC236}">
                  <a16:creationId xmlns:a16="http://schemas.microsoft.com/office/drawing/2014/main" id="{D0B49625-D21D-CB20-22ED-68B6029C1981}"/>
                </a:ext>
              </a:extLst>
            </p:cNvPr>
            <p:cNvGrpSpPr/>
            <p:nvPr/>
          </p:nvGrpSpPr>
          <p:grpSpPr>
            <a:xfrm>
              <a:off x="13142686" y="1954129"/>
              <a:ext cx="1455058" cy="864391"/>
              <a:chOff x="12700000" y="2008563"/>
              <a:chExt cx="2565400" cy="1524000"/>
            </a:xfrm>
          </p:grpSpPr>
          <p:pic>
            <p:nvPicPr>
              <p:cNvPr id="11" name="Picture 10" descr="A picture containing table&#10;&#10;Description automatically generated">
                <a:extLst>
                  <a:ext uri="{FF2B5EF4-FFF2-40B4-BE49-F238E27FC236}">
                    <a16:creationId xmlns:a16="http://schemas.microsoft.com/office/drawing/2014/main" id="{4E8BFD57-8897-8A44-616B-2B46CBC795B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2" name="Rectangle 11">
                <a:extLst>
                  <a:ext uri="{FF2B5EF4-FFF2-40B4-BE49-F238E27FC236}">
                    <a16:creationId xmlns:a16="http://schemas.microsoft.com/office/drawing/2014/main" id="{C7EA26A7-EE86-4FB5-015F-9CFDD868CAED}"/>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0837959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7564FEDB-8EA8-C837-DCCF-2C1F81D671D6}"/>
              </a:ext>
            </a:extLst>
          </p:cNvPr>
          <p:cNvSpPr>
            <a:spLocks noGrp="1"/>
          </p:cNvSpPr>
          <p:nvPr>
            <p:ph type="title"/>
          </p:nvPr>
        </p:nvSpPr>
        <p:spPr/>
        <p:txBody>
          <a:bodyPr/>
          <a:lstStyle/>
          <a:p>
            <a:r>
              <a:rPr lang="en-US"/>
              <a:t>Slide headline. </a:t>
            </a:r>
            <a:r>
              <a:rPr lang="en-US">
                <a:solidFill>
                  <a:schemeClr val="accent1"/>
                </a:solidFill>
              </a:rPr>
              <a:t>One line only.</a:t>
            </a:r>
          </a:p>
        </p:txBody>
      </p:sp>
      <p:sp>
        <p:nvSpPr>
          <p:cNvPr id="18" name="Text Placeholder 17">
            <a:extLst>
              <a:ext uri="{FF2B5EF4-FFF2-40B4-BE49-F238E27FC236}">
                <a16:creationId xmlns:a16="http://schemas.microsoft.com/office/drawing/2014/main" id="{557567A9-FF32-8915-A4E5-BAF96832CAD0}"/>
              </a:ext>
            </a:extLst>
          </p:cNvPr>
          <p:cNvSpPr>
            <a:spLocks noGrp="1"/>
          </p:cNvSpPr>
          <p:nvPr>
            <p:ph type="body" sz="quarter" idx="13"/>
          </p:nvPr>
        </p:nvSpPr>
        <p:spPr/>
        <p:txBody>
          <a:bodyPr/>
          <a:lstStyle/>
          <a:p>
            <a:r>
              <a:rPr lang="en-US"/>
              <a:t>Subtitle </a:t>
            </a:r>
            <a:r>
              <a:rPr lang="pt-BR"/>
              <a:t>necupta ius consequ osseritem quis eium faceperibus re lab il idi ipsum.</a:t>
            </a:r>
          </a:p>
        </p:txBody>
      </p:sp>
      <p:pic>
        <p:nvPicPr>
          <p:cNvPr id="39" name="Picture Placeholder 38">
            <a:extLst>
              <a:ext uri="{FF2B5EF4-FFF2-40B4-BE49-F238E27FC236}">
                <a16:creationId xmlns:a16="http://schemas.microsoft.com/office/drawing/2014/main" id="{96503DA7-1130-D2A3-7935-7CB3890BF6D2}"/>
              </a:ext>
              <a:ext uri="{C183D7F6-B498-43B3-948B-1728B52AA6E4}">
                <adec:decorative xmlns:adec="http://schemas.microsoft.com/office/drawing/2017/decorative" val="1"/>
              </a:ext>
            </a:extLst>
          </p:cNvPr>
          <p:cNvPicPr>
            <a:picLocks noGrp="1" noChangeAspect="1"/>
          </p:cNvPicPr>
          <p:nvPr>
            <p:ph type="pic" sz="quarter" idx="21"/>
          </p:nvPr>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p:pic>
      <p:sp>
        <p:nvSpPr>
          <p:cNvPr id="19" name="Text Placeholder 18">
            <a:extLst>
              <a:ext uri="{FF2B5EF4-FFF2-40B4-BE49-F238E27FC236}">
                <a16:creationId xmlns:a16="http://schemas.microsoft.com/office/drawing/2014/main" id="{55806586-9D33-2D6D-D672-01F216A74306}"/>
              </a:ext>
            </a:extLst>
          </p:cNvPr>
          <p:cNvSpPr>
            <a:spLocks noGrp="1"/>
          </p:cNvSpPr>
          <p:nvPr>
            <p:ph type="body" sz="quarter" idx="15"/>
          </p:nvPr>
        </p:nvSpPr>
        <p:spPr/>
        <p:txBody>
          <a:bodyPr/>
          <a:lstStyle/>
          <a:p>
            <a:r>
              <a:rPr lang="en-US"/>
              <a:t>One line </a:t>
            </a:r>
            <a:r>
              <a:rPr lang="en-US" err="1"/>
              <a:t>subheadline</a:t>
            </a:r>
            <a:endParaRPr lang="en-US"/>
          </a:p>
        </p:txBody>
      </p:sp>
      <p:sp>
        <p:nvSpPr>
          <p:cNvPr id="8" name="Text Placeholder 7">
            <a:extLst>
              <a:ext uri="{FF2B5EF4-FFF2-40B4-BE49-F238E27FC236}">
                <a16:creationId xmlns:a16="http://schemas.microsoft.com/office/drawing/2014/main" id="{3745F598-4749-E6F9-C1C1-44F91436E97A}"/>
              </a:ext>
            </a:extLst>
          </p:cNvPr>
          <p:cNvSpPr>
            <a:spLocks noGrp="1"/>
          </p:cNvSpPr>
          <p:nvPr>
            <p:ph type="body" sz="quarter" idx="16"/>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a:t>
            </a:r>
          </a:p>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a:p>
            <a:r>
              <a:rPr lang="en-US"/>
              <a:t>Maecenas </a:t>
            </a:r>
            <a:r>
              <a:rPr lang="en-US" err="1"/>
              <a:t>porttitor</a:t>
            </a:r>
            <a:r>
              <a:rPr lang="en-US"/>
              <a:t> </a:t>
            </a:r>
            <a:r>
              <a:rPr lang="en-US" err="1"/>
              <a:t>congue</a:t>
            </a:r>
            <a:r>
              <a:rPr lang="en-US"/>
              <a:t>. </a:t>
            </a:r>
          </a:p>
          <a:p>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a:t>
            </a:r>
          </a:p>
        </p:txBody>
      </p:sp>
      <p:pic>
        <p:nvPicPr>
          <p:cNvPr id="40" name="Picture Placeholder 39">
            <a:extLst>
              <a:ext uri="{FF2B5EF4-FFF2-40B4-BE49-F238E27FC236}">
                <a16:creationId xmlns:a16="http://schemas.microsoft.com/office/drawing/2014/main" id="{FBCDC7A9-29A8-BB64-3734-E2C1E7119987}"/>
              </a:ext>
              <a:ext uri="{C183D7F6-B498-43B3-948B-1728B52AA6E4}">
                <adec:decorative xmlns:adec="http://schemas.microsoft.com/office/drawing/2017/decorative" val="1"/>
              </a:ext>
            </a:extLst>
          </p:cNvPr>
          <p:cNvPicPr>
            <a:picLocks noGrp="1" noChangeAspect="1"/>
          </p:cNvPicPr>
          <p:nvPr>
            <p:ph type="pic" sz="quarter" idx="22"/>
          </p:nvPr>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p:pic>
      <p:sp>
        <p:nvSpPr>
          <p:cNvPr id="20" name="Text Placeholder 19">
            <a:extLst>
              <a:ext uri="{FF2B5EF4-FFF2-40B4-BE49-F238E27FC236}">
                <a16:creationId xmlns:a16="http://schemas.microsoft.com/office/drawing/2014/main" id="{6B63E08A-91BB-A11B-2752-18186F8F2D88}"/>
              </a:ext>
            </a:extLst>
          </p:cNvPr>
          <p:cNvSpPr>
            <a:spLocks noGrp="1"/>
          </p:cNvSpPr>
          <p:nvPr>
            <p:ph type="body" sz="quarter" idx="17"/>
          </p:nvPr>
        </p:nvSpPr>
        <p:spPr/>
        <p:txBody>
          <a:bodyPr/>
          <a:lstStyle/>
          <a:p>
            <a:r>
              <a:rPr lang="en-US"/>
              <a:t>One line </a:t>
            </a:r>
            <a:r>
              <a:rPr lang="en-US" err="1"/>
              <a:t>subheadline</a:t>
            </a:r>
            <a:endParaRPr lang="en-US"/>
          </a:p>
        </p:txBody>
      </p:sp>
      <p:sp>
        <p:nvSpPr>
          <p:cNvPr id="21" name="Text Placeholder 20">
            <a:extLst>
              <a:ext uri="{FF2B5EF4-FFF2-40B4-BE49-F238E27FC236}">
                <a16:creationId xmlns:a16="http://schemas.microsoft.com/office/drawing/2014/main" id="{6FEC1655-7C67-3DF8-1B47-DC511B0A8257}"/>
              </a:ext>
            </a:extLst>
          </p:cNvPr>
          <p:cNvSpPr>
            <a:spLocks noGrp="1"/>
          </p:cNvSpPr>
          <p:nvPr>
            <p:ph type="body" sz="quarter" idx="18"/>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a:t>
            </a:r>
          </a:p>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a:p>
            <a:r>
              <a:rPr lang="en-US"/>
              <a:t>Maecenas </a:t>
            </a:r>
            <a:r>
              <a:rPr lang="en-US" err="1"/>
              <a:t>porttitor</a:t>
            </a:r>
            <a:r>
              <a:rPr lang="en-US"/>
              <a:t> </a:t>
            </a:r>
            <a:r>
              <a:rPr lang="en-US" err="1"/>
              <a:t>congue</a:t>
            </a:r>
            <a:r>
              <a:rPr lang="en-US"/>
              <a:t>. </a:t>
            </a:r>
          </a:p>
          <a:p>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a:t>
            </a:r>
          </a:p>
        </p:txBody>
      </p:sp>
      <p:pic>
        <p:nvPicPr>
          <p:cNvPr id="12" name="Picture Placeholder 11">
            <a:extLst>
              <a:ext uri="{FF2B5EF4-FFF2-40B4-BE49-F238E27FC236}">
                <a16:creationId xmlns:a16="http://schemas.microsoft.com/office/drawing/2014/main" id="{1A6246EF-C14E-939C-4D23-0ADC1BF3BA1F}"/>
              </a:ext>
              <a:ext uri="{C183D7F6-B498-43B3-948B-1728B52AA6E4}">
                <adec:decorative xmlns:adec="http://schemas.microsoft.com/office/drawing/2017/decorative" val="1"/>
              </a:ext>
            </a:extLst>
          </p:cNvPr>
          <p:cNvPicPr>
            <a:picLocks noGrp="1" noChangeAspect="1"/>
          </p:cNvPicPr>
          <p:nvPr>
            <p:ph type="pic" sz="quarter" idx="23"/>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a:stretch>
        </p:blipFill>
        <p:spPr>
          <a:xfrm>
            <a:off x="8089900" y="2054225"/>
            <a:ext cx="914400" cy="914400"/>
          </a:xfrm>
          <a:prstGeom prst="rect">
            <a:avLst/>
          </a:prstGeom>
        </p:spPr>
      </p:pic>
      <p:sp>
        <p:nvSpPr>
          <p:cNvPr id="22" name="Text Placeholder 21">
            <a:extLst>
              <a:ext uri="{FF2B5EF4-FFF2-40B4-BE49-F238E27FC236}">
                <a16:creationId xmlns:a16="http://schemas.microsoft.com/office/drawing/2014/main" id="{40AA5485-A5E0-DF67-1BE3-F926264D2C7B}"/>
              </a:ext>
            </a:extLst>
          </p:cNvPr>
          <p:cNvSpPr>
            <a:spLocks noGrp="1"/>
          </p:cNvSpPr>
          <p:nvPr>
            <p:ph type="body" sz="quarter" idx="19"/>
          </p:nvPr>
        </p:nvSpPr>
        <p:spPr/>
        <p:txBody>
          <a:bodyPr/>
          <a:lstStyle/>
          <a:p>
            <a:r>
              <a:rPr lang="en-US"/>
              <a:t>One line </a:t>
            </a:r>
            <a:r>
              <a:rPr lang="en-US" err="1"/>
              <a:t>subheadline</a:t>
            </a:r>
            <a:endParaRPr lang="en-US"/>
          </a:p>
        </p:txBody>
      </p:sp>
      <p:sp>
        <p:nvSpPr>
          <p:cNvPr id="23" name="Text Placeholder 22">
            <a:extLst>
              <a:ext uri="{FF2B5EF4-FFF2-40B4-BE49-F238E27FC236}">
                <a16:creationId xmlns:a16="http://schemas.microsoft.com/office/drawing/2014/main" id="{928F940B-2417-3E85-FCA6-246AE2FB2D79}"/>
              </a:ext>
            </a:extLst>
          </p:cNvPr>
          <p:cNvSpPr>
            <a:spLocks noGrp="1"/>
          </p:cNvSpPr>
          <p:nvPr>
            <p:ph type="body" sz="quarter" idx="20"/>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a:t>
            </a:r>
          </a:p>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a:p>
            <a:r>
              <a:rPr lang="en-US"/>
              <a:t>Maecenas </a:t>
            </a:r>
            <a:r>
              <a:rPr lang="en-US" err="1"/>
              <a:t>porttitor</a:t>
            </a:r>
            <a:r>
              <a:rPr lang="en-US"/>
              <a:t> </a:t>
            </a:r>
            <a:r>
              <a:rPr lang="en-US" err="1"/>
              <a:t>congue</a:t>
            </a:r>
            <a:r>
              <a:rPr lang="en-US"/>
              <a:t>. </a:t>
            </a:r>
          </a:p>
          <a:p>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a:t>
            </a:r>
          </a:p>
        </p:txBody>
      </p:sp>
      <p:sp>
        <p:nvSpPr>
          <p:cNvPr id="4" name="Date Placeholder 3">
            <a:extLst>
              <a:ext uri="{FF2B5EF4-FFF2-40B4-BE49-F238E27FC236}">
                <a16:creationId xmlns:a16="http://schemas.microsoft.com/office/drawing/2014/main" id="{A2B3C291-4791-D30D-3E3E-3608F19FBB5C}"/>
              </a:ext>
              <a:ext uri="{C183D7F6-B498-43B3-948B-1728B52AA6E4}">
                <adec:decorative xmlns:adec="http://schemas.microsoft.com/office/drawing/2017/decorative" val="1"/>
              </a:ext>
            </a:extLst>
          </p:cNvPr>
          <p:cNvSpPr>
            <a:spLocks noGrp="1"/>
          </p:cNvSpPr>
          <p:nvPr>
            <p:ph type="dt" sz="half" idx="11"/>
          </p:nvPr>
        </p:nvSpPr>
        <p:spPr/>
        <p:txBody>
          <a:bodyPr/>
          <a:lstStyle/>
          <a:p>
            <a:fld id="{0FC24CC8-4F8E-4B0A-A772-0EF89B28E372}" type="datetimeyyyy">
              <a:rPr lang="en-US" smtClean="0"/>
              <a:t>2025</a:t>
            </a:fld>
            <a:endParaRPr lang="en-US"/>
          </a:p>
        </p:txBody>
      </p:sp>
      <p:sp>
        <p:nvSpPr>
          <p:cNvPr id="3" name="Footer Placeholder 2">
            <a:extLst>
              <a:ext uri="{FF2B5EF4-FFF2-40B4-BE49-F238E27FC236}">
                <a16:creationId xmlns:a16="http://schemas.microsoft.com/office/drawing/2014/main" id="{00BDF632-22B8-CFAE-7645-F7F9E988438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556B4331-6B37-2548-EB45-CA3A69518A1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70</a:t>
            </a:fld>
            <a:endParaRPr lang="en-US"/>
          </a:p>
        </p:txBody>
      </p:sp>
    </p:spTree>
    <p:extLst>
      <p:ext uri="{BB962C8B-B14F-4D97-AF65-F5344CB8AC3E}">
        <p14:creationId xmlns:p14="http://schemas.microsoft.com/office/powerpoint/2010/main" val="5092268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7564FEDB-8EA8-C837-DCCF-2C1F81D671D6}"/>
              </a:ext>
            </a:extLst>
          </p:cNvPr>
          <p:cNvSpPr>
            <a:spLocks noGrp="1"/>
          </p:cNvSpPr>
          <p:nvPr>
            <p:ph type="title"/>
          </p:nvPr>
        </p:nvSpPr>
        <p:spPr/>
        <p:txBody>
          <a:bodyPr/>
          <a:lstStyle/>
          <a:p>
            <a:r>
              <a:rPr lang="en-US"/>
              <a:t>Slide headline. </a:t>
            </a:r>
            <a:r>
              <a:rPr lang="en-US">
                <a:solidFill>
                  <a:schemeClr val="accent1"/>
                </a:solidFill>
              </a:rPr>
              <a:t>One line only.</a:t>
            </a:r>
            <a:endParaRPr lang="en-US"/>
          </a:p>
        </p:txBody>
      </p:sp>
      <p:sp>
        <p:nvSpPr>
          <p:cNvPr id="18" name="Text Placeholder 17">
            <a:extLst>
              <a:ext uri="{FF2B5EF4-FFF2-40B4-BE49-F238E27FC236}">
                <a16:creationId xmlns:a16="http://schemas.microsoft.com/office/drawing/2014/main" id="{557567A9-FF32-8915-A4E5-BAF96832CAD0}"/>
              </a:ext>
            </a:extLst>
          </p:cNvPr>
          <p:cNvSpPr>
            <a:spLocks noGrp="1"/>
          </p:cNvSpPr>
          <p:nvPr>
            <p:ph type="body" sz="quarter" idx="13"/>
          </p:nvPr>
        </p:nvSpPr>
        <p:spPr/>
        <p:txBody>
          <a:bodyPr/>
          <a:lstStyle/>
          <a:p>
            <a:r>
              <a:rPr lang="en-US"/>
              <a:t>Subtitle </a:t>
            </a:r>
            <a:r>
              <a:rPr lang="pt-BR"/>
              <a:t>necupta ius consequ osseritem quis eium faceperibus re lab il idi ipsum.</a:t>
            </a:r>
          </a:p>
        </p:txBody>
      </p:sp>
      <p:sp>
        <p:nvSpPr>
          <p:cNvPr id="19" name="Text Placeholder 18">
            <a:extLst>
              <a:ext uri="{FF2B5EF4-FFF2-40B4-BE49-F238E27FC236}">
                <a16:creationId xmlns:a16="http://schemas.microsoft.com/office/drawing/2014/main" id="{55806586-9D33-2D6D-D672-01F216A74306}"/>
              </a:ext>
            </a:extLst>
          </p:cNvPr>
          <p:cNvSpPr>
            <a:spLocks noGrp="1"/>
          </p:cNvSpPr>
          <p:nvPr>
            <p:ph type="body" sz="quarter" idx="15"/>
          </p:nvPr>
        </p:nvSpPr>
        <p:spPr/>
        <p:txBody>
          <a:bodyPr/>
          <a:lstStyle/>
          <a:p>
            <a:r>
              <a:rPr lang="en-US"/>
              <a:t>One line </a:t>
            </a:r>
            <a:r>
              <a:rPr lang="en-US" err="1"/>
              <a:t>subheadline</a:t>
            </a:r>
            <a:endParaRPr lang="en-US"/>
          </a:p>
        </p:txBody>
      </p:sp>
      <p:sp>
        <p:nvSpPr>
          <p:cNvPr id="8" name="Text Placeholder 7">
            <a:extLst>
              <a:ext uri="{FF2B5EF4-FFF2-40B4-BE49-F238E27FC236}">
                <a16:creationId xmlns:a16="http://schemas.microsoft.com/office/drawing/2014/main" id="{3745F598-4749-E6F9-C1C1-44F91436E97A}"/>
              </a:ext>
            </a:extLst>
          </p:cNvPr>
          <p:cNvSpPr>
            <a:spLocks noGrp="1"/>
          </p:cNvSpPr>
          <p:nvPr>
            <p:ph type="body" sz="quarter" idx="16"/>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a:t>
            </a:r>
          </a:p>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a:p>
            <a:r>
              <a:rPr lang="en-US"/>
              <a:t>Maecenas </a:t>
            </a:r>
            <a:r>
              <a:rPr lang="en-US" err="1"/>
              <a:t>porttitor</a:t>
            </a:r>
            <a:r>
              <a:rPr lang="en-US"/>
              <a:t> </a:t>
            </a:r>
            <a:r>
              <a:rPr lang="en-US" err="1"/>
              <a:t>congue</a:t>
            </a:r>
            <a:r>
              <a:rPr lang="en-US"/>
              <a:t>. </a:t>
            </a:r>
          </a:p>
          <a:p>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a:t>
            </a:r>
          </a:p>
        </p:txBody>
      </p:sp>
      <p:sp>
        <p:nvSpPr>
          <p:cNvPr id="20" name="Text Placeholder 19">
            <a:extLst>
              <a:ext uri="{FF2B5EF4-FFF2-40B4-BE49-F238E27FC236}">
                <a16:creationId xmlns:a16="http://schemas.microsoft.com/office/drawing/2014/main" id="{6B63E08A-91BB-A11B-2752-18186F8F2D88}"/>
              </a:ext>
            </a:extLst>
          </p:cNvPr>
          <p:cNvSpPr>
            <a:spLocks noGrp="1"/>
          </p:cNvSpPr>
          <p:nvPr>
            <p:ph type="body" sz="quarter" idx="17"/>
          </p:nvPr>
        </p:nvSpPr>
        <p:spPr/>
        <p:txBody>
          <a:bodyPr/>
          <a:lstStyle/>
          <a:p>
            <a:r>
              <a:rPr lang="en-US"/>
              <a:t>One line </a:t>
            </a:r>
            <a:r>
              <a:rPr lang="en-US" err="1"/>
              <a:t>subheadline</a:t>
            </a:r>
            <a:endParaRPr lang="en-US"/>
          </a:p>
        </p:txBody>
      </p:sp>
      <p:sp>
        <p:nvSpPr>
          <p:cNvPr id="21" name="Text Placeholder 20">
            <a:extLst>
              <a:ext uri="{FF2B5EF4-FFF2-40B4-BE49-F238E27FC236}">
                <a16:creationId xmlns:a16="http://schemas.microsoft.com/office/drawing/2014/main" id="{6FEC1655-7C67-3DF8-1B47-DC511B0A8257}"/>
              </a:ext>
            </a:extLst>
          </p:cNvPr>
          <p:cNvSpPr>
            <a:spLocks noGrp="1"/>
          </p:cNvSpPr>
          <p:nvPr>
            <p:ph type="body" sz="quarter" idx="18"/>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a:t>
            </a:r>
          </a:p>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a:p>
            <a:r>
              <a:rPr lang="en-US"/>
              <a:t>Maecenas </a:t>
            </a:r>
            <a:r>
              <a:rPr lang="en-US" err="1"/>
              <a:t>porttitor</a:t>
            </a:r>
            <a:r>
              <a:rPr lang="en-US"/>
              <a:t> </a:t>
            </a:r>
            <a:r>
              <a:rPr lang="en-US" err="1"/>
              <a:t>congue</a:t>
            </a:r>
            <a:r>
              <a:rPr lang="en-US"/>
              <a:t>. </a:t>
            </a:r>
          </a:p>
          <a:p>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a:t>
            </a:r>
          </a:p>
        </p:txBody>
      </p:sp>
      <p:sp>
        <p:nvSpPr>
          <p:cNvPr id="22" name="Text Placeholder 21">
            <a:extLst>
              <a:ext uri="{FF2B5EF4-FFF2-40B4-BE49-F238E27FC236}">
                <a16:creationId xmlns:a16="http://schemas.microsoft.com/office/drawing/2014/main" id="{40AA5485-A5E0-DF67-1BE3-F926264D2C7B}"/>
              </a:ext>
            </a:extLst>
          </p:cNvPr>
          <p:cNvSpPr>
            <a:spLocks noGrp="1"/>
          </p:cNvSpPr>
          <p:nvPr>
            <p:ph type="body" sz="quarter" idx="19"/>
          </p:nvPr>
        </p:nvSpPr>
        <p:spPr/>
        <p:txBody>
          <a:bodyPr/>
          <a:lstStyle/>
          <a:p>
            <a:r>
              <a:rPr lang="en-US"/>
              <a:t>One line </a:t>
            </a:r>
            <a:r>
              <a:rPr lang="en-US" err="1"/>
              <a:t>subheadline</a:t>
            </a:r>
            <a:endParaRPr lang="en-US"/>
          </a:p>
        </p:txBody>
      </p:sp>
      <p:sp>
        <p:nvSpPr>
          <p:cNvPr id="23" name="Text Placeholder 22">
            <a:extLst>
              <a:ext uri="{FF2B5EF4-FFF2-40B4-BE49-F238E27FC236}">
                <a16:creationId xmlns:a16="http://schemas.microsoft.com/office/drawing/2014/main" id="{928F940B-2417-3E85-FCA6-246AE2FB2D79}"/>
              </a:ext>
            </a:extLst>
          </p:cNvPr>
          <p:cNvSpPr>
            <a:spLocks noGrp="1"/>
          </p:cNvSpPr>
          <p:nvPr>
            <p:ph type="body" sz="quarter" idx="20"/>
          </p:nvPr>
        </p:nvSpPr>
        <p:spPr/>
        <p:txBody>
          <a:body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a:t>
            </a:r>
          </a:p>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a:p>
            <a:r>
              <a:rPr lang="en-US"/>
              <a:t>Maecenas </a:t>
            </a:r>
            <a:r>
              <a:rPr lang="en-US" err="1"/>
              <a:t>porttitor</a:t>
            </a:r>
            <a:r>
              <a:rPr lang="en-US"/>
              <a:t> </a:t>
            </a:r>
            <a:r>
              <a:rPr lang="en-US" err="1"/>
              <a:t>congue</a:t>
            </a:r>
            <a:r>
              <a:rPr lang="en-US"/>
              <a:t>. </a:t>
            </a:r>
          </a:p>
          <a:p>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a:t>
            </a:r>
          </a:p>
        </p:txBody>
      </p:sp>
      <p:sp>
        <p:nvSpPr>
          <p:cNvPr id="4" name="Date Placeholder 3">
            <a:extLst>
              <a:ext uri="{FF2B5EF4-FFF2-40B4-BE49-F238E27FC236}">
                <a16:creationId xmlns:a16="http://schemas.microsoft.com/office/drawing/2014/main" id="{A2B3C291-4791-D30D-3E3E-3608F19FBB5C}"/>
              </a:ext>
              <a:ext uri="{C183D7F6-B498-43B3-948B-1728B52AA6E4}">
                <adec:decorative xmlns:adec="http://schemas.microsoft.com/office/drawing/2017/decorative" val="1"/>
              </a:ext>
            </a:extLst>
          </p:cNvPr>
          <p:cNvSpPr>
            <a:spLocks noGrp="1"/>
          </p:cNvSpPr>
          <p:nvPr>
            <p:ph type="dt" sz="half" idx="11"/>
          </p:nvPr>
        </p:nvSpPr>
        <p:spPr/>
        <p:txBody>
          <a:bodyPr/>
          <a:lstStyle/>
          <a:p>
            <a:fld id="{788B7981-6CA8-469D-944D-8370E747B618}" type="datetimeyyyy">
              <a:rPr lang="en-US" smtClean="0"/>
              <a:t>2025</a:t>
            </a:fld>
            <a:endParaRPr lang="en-US"/>
          </a:p>
        </p:txBody>
      </p:sp>
      <p:sp>
        <p:nvSpPr>
          <p:cNvPr id="3" name="Footer Placeholder 2">
            <a:extLst>
              <a:ext uri="{FF2B5EF4-FFF2-40B4-BE49-F238E27FC236}">
                <a16:creationId xmlns:a16="http://schemas.microsoft.com/office/drawing/2014/main" id="{00BDF632-22B8-CFAE-7645-F7F9E988438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556B4331-6B37-2548-EB45-CA3A69518A1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71</a:t>
            </a:fld>
            <a:endParaRPr lang="en-US"/>
          </a:p>
        </p:txBody>
      </p:sp>
    </p:spTree>
    <p:extLst>
      <p:ext uri="{BB962C8B-B14F-4D97-AF65-F5344CB8AC3E}">
        <p14:creationId xmlns:p14="http://schemas.microsoft.com/office/powerpoint/2010/main" val="18222569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2A5BFB-89EC-0133-FADC-BA97BB77CA52}"/>
              </a:ext>
            </a:extLst>
          </p:cNvPr>
          <p:cNvSpPr>
            <a:spLocks noGrp="1"/>
          </p:cNvSpPr>
          <p:nvPr>
            <p:ph type="title"/>
          </p:nvPr>
        </p:nvSpPr>
        <p:spPr/>
        <p:txBody>
          <a:bodyPr/>
          <a:lstStyle/>
          <a:p>
            <a:r>
              <a:rPr lang="en-US"/>
              <a:t>Slide headline. </a:t>
            </a:r>
            <a:r>
              <a:rPr lang="en-US">
                <a:solidFill>
                  <a:schemeClr val="accent1"/>
                </a:solidFill>
              </a:rPr>
              <a:t>One line only.</a:t>
            </a:r>
          </a:p>
        </p:txBody>
      </p:sp>
      <p:sp>
        <p:nvSpPr>
          <p:cNvPr id="19" name="Text Placeholder 18">
            <a:extLst>
              <a:ext uri="{FF2B5EF4-FFF2-40B4-BE49-F238E27FC236}">
                <a16:creationId xmlns:a16="http://schemas.microsoft.com/office/drawing/2014/main" id="{9690C169-4DD6-7965-5489-BB6B0C8FF9FD}"/>
              </a:ext>
            </a:extLst>
          </p:cNvPr>
          <p:cNvSpPr>
            <a:spLocks noGrp="1"/>
          </p:cNvSpPr>
          <p:nvPr>
            <p:ph type="body" sz="quarter" idx="13"/>
          </p:nvPr>
        </p:nvSpPr>
        <p:spPr/>
        <p:txBody>
          <a:bodyPr/>
          <a:lstStyle/>
          <a:p>
            <a:r>
              <a:rPr lang="en-US"/>
              <a:t>Subtitle </a:t>
            </a:r>
            <a:r>
              <a:rPr lang="pt-BR"/>
              <a:t>necupta ius consequ osseritem quis eium faceperibus re lab il idi ipsum.</a:t>
            </a:r>
          </a:p>
        </p:txBody>
      </p:sp>
      <p:sp>
        <p:nvSpPr>
          <p:cNvPr id="6" name="object 4">
            <a:extLst>
              <a:ext uri="{FF2B5EF4-FFF2-40B4-BE49-F238E27FC236}">
                <a16:creationId xmlns:a16="http://schemas.microsoft.com/office/drawing/2014/main" id="{E71FEC95-6D5B-0C2C-2A88-CB47672AE913}"/>
              </a:ext>
            </a:extLst>
          </p:cNvPr>
          <p:cNvSpPr txBox="1"/>
          <p:nvPr/>
        </p:nvSpPr>
        <p:spPr>
          <a:xfrm>
            <a:off x="571500" y="2942001"/>
            <a:ext cx="2581367" cy="3344498"/>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1"/>
                </a:solidFill>
                <a:ea typeface="+mj-ea"/>
                <a:cs typeface="+mj-cs"/>
              </a:rPr>
              <a:t>01</a:t>
            </a:r>
          </a:p>
          <a:p>
            <a:pPr>
              <a:lnSpc>
                <a:spcPct val="110000"/>
              </a:lnSpc>
              <a:spcAft>
                <a:spcPts val="1000"/>
              </a:spcAft>
            </a:pPr>
            <a:r>
              <a:rPr lang="en-US" sz="1200" b="1"/>
              <a:t>O</a:t>
            </a:r>
            <a:r>
              <a:rPr sz="1200" b="1"/>
              <a:t>ptional </a:t>
            </a:r>
            <a:r>
              <a:rPr sz="1200" b="1" err="1"/>
              <a:t>subheadline</a:t>
            </a:r>
            <a:endParaRPr sz="1200" b="1"/>
          </a:p>
          <a:p>
            <a:pPr>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endParaRPr lang="en-US" sz="1400"/>
          </a:p>
        </p:txBody>
      </p:sp>
      <p:sp>
        <p:nvSpPr>
          <p:cNvPr id="7" name="object 5">
            <a:extLst>
              <a:ext uri="{FF2B5EF4-FFF2-40B4-BE49-F238E27FC236}">
                <a16:creationId xmlns:a16="http://schemas.microsoft.com/office/drawing/2014/main" id="{55EDAAD2-DDF0-A05F-9F0A-BAFA66511DA8}"/>
              </a:ext>
            </a:extLst>
          </p:cNvPr>
          <p:cNvSpPr txBox="1">
            <a:spLocks/>
          </p:cNvSpPr>
          <p:nvPr/>
        </p:nvSpPr>
        <p:spPr>
          <a:xfrm>
            <a:off x="3394853" y="2942002"/>
            <a:ext cx="2581367" cy="3344498"/>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1"/>
                </a:solidFill>
                <a:ea typeface="+mj-ea"/>
                <a:cs typeface="+mj-cs"/>
              </a:rPr>
              <a:t>02</a:t>
            </a:r>
          </a:p>
          <a:p>
            <a:pPr>
              <a:lnSpc>
                <a:spcPct val="110000"/>
              </a:lnSpc>
              <a:spcAft>
                <a:spcPts val="1000"/>
              </a:spcAft>
            </a:pPr>
            <a:r>
              <a:rPr lang="en-US" sz="1200" b="1"/>
              <a:t>O</a:t>
            </a:r>
            <a:r>
              <a:rPr sz="1200" b="1"/>
              <a:t>ptional </a:t>
            </a:r>
            <a:r>
              <a:rPr sz="1200" b="1" err="1"/>
              <a:t>subheadline</a:t>
            </a:r>
            <a:endParaRPr sz="1200" b="1"/>
          </a:p>
          <a:p>
            <a:pPr>
              <a:lnSpc>
                <a:spcPct val="110000"/>
              </a:lnSpc>
              <a:spcAft>
                <a:spcPts val="1000"/>
              </a:spcAft>
            </a:pPr>
            <a:r>
              <a:rPr lang="en-US" sz="1200"/>
              <a:t>A paragraph or bullet goes here</a:t>
            </a:r>
          </a:p>
          <a:p>
            <a:pPr marR="3080">
              <a:lnSpc>
                <a:spcPct val="110000"/>
              </a:lnSpc>
              <a:spcAft>
                <a:spcPts val="1000"/>
              </a:spcAft>
            </a:pPr>
            <a:r>
              <a:rPr lang="en-US" sz="1200"/>
              <a:t>A paragraph or bullet goes here</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p>
        </p:txBody>
      </p:sp>
      <p:sp>
        <p:nvSpPr>
          <p:cNvPr id="14" name="object 5">
            <a:extLst>
              <a:ext uri="{FF2B5EF4-FFF2-40B4-BE49-F238E27FC236}">
                <a16:creationId xmlns:a16="http://schemas.microsoft.com/office/drawing/2014/main" id="{1F3D3CF4-3B1C-EBB0-1BCD-FCDCB2E45D04}"/>
              </a:ext>
            </a:extLst>
          </p:cNvPr>
          <p:cNvSpPr txBox="1">
            <a:spLocks/>
          </p:cNvSpPr>
          <p:nvPr/>
        </p:nvSpPr>
        <p:spPr>
          <a:xfrm>
            <a:off x="6218206" y="2942002"/>
            <a:ext cx="2581367" cy="3344498"/>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1"/>
                </a:solidFill>
                <a:ea typeface="+mj-ea"/>
                <a:cs typeface="+mj-cs"/>
              </a:rPr>
              <a:t>03</a:t>
            </a:r>
          </a:p>
          <a:p>
            <a:pPr>
              <a:lnSpc>
                <a:spcPct val="110000"/>
              </a:lnSpc>
              <a:spcAft>
                <a:spcPts val="1000"/>
              </a:spcAft>
            </a:pPr>
            <a:r>
              <a:rPr lang="en-US" sz="1200" b="1"/>
              <a:t>O</a:t>
            </a:r>
            <a:r>
              <a:rPr sz="1200" b="1"/>
              <a:t>ptional </a:t>
            </a:r>
            <a:r>
              <a:rPr sz="1200" b="1" err="1"/>
              <a:t>subheadline</a:t>
            </a:r>
            <a:endParaRPr sz="1200" b="1"/>
          </a:p>
          <a:p>
            <a:pPr>
              <a:lnSpc>
                <a:spcPct val="110000"/>
              </a:lnSpc>
              <a:spcAft>
                <a:spcPts val="1000"/>
              </a:spcAft>
            </a:pPr>
            <a:r>
              <a:rPr lang="en-US" sz="1200"/>
              <a:t>A paragraph or bullet goes here</a:t>
            </a:r>
          </a:p>
          <a:p>
            <a:pPr marR="3080">
              <a:lnSpc>
                <a:spcPct val="110000"/>
              </a:lnSpc>
              <a:spcAft>
                <a:spcPts val="1000"/>
              </a:spcAft>
            </a:pPr>
            <a:r>
              <a:rPr lang="en-US" sz="1200"/>
              <a:t>A paragraph or bullet goes here</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p>
        </p:txBody>
      </p:sp>
      <p:sp>
        <p:nvSpPr>
          <p:cNvPr id="15" name="object 5">
            <a:extLst>
              <a:ext uri="{FF2B5EF4-FFF2-40B4-BE49-F238E27FC236}">
                <a16:creationId xmlns:a16="http://schemas.microsoft.com/office/drawing/2014/main" id="{4F6B449B-15C0-6C2F-795D-8E663FE0AC9F}"/>
              </a:ext>
            </a:extLst>
          </p:cNvPr>
          <p:cNvSpPr txBox="1">
            <a:spLocks/>
          </p:cNvSpPr>
          <p:nvPr/>
        </p:nvSpPr>
        <p:spPr>
          <a:xfrm>
            <a:off x="9041560" y="2942002"/>
            <a:ext cx="2581367" cy="3344498"/>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1"/>
                </a:solidFill>
                <a:ea typeface="+mj-ea"/>
                <a:cs typeface="+mj-cs"/>
              </a:rPr>
              <a:t>04</a:t>
            </a:r>
          </a:p>
          <a:p>
            <a:pPr>
              <a:lnSpc>
                <a:spcPct val="110000"/>
              </a:lnSpc>
              <a:spcAft>
                <a:spcPts val="1000"/>
              </a:spcAft>
            </a:pPr>
            <a:r>
              <a:rPr lang="en-US" sz="1200" b="1"/>
              <a:t>O</a:t>
            </a:r>
            <a:r>
              <a:rPr sz="1200" b="1"/>
              <a:t>ptional </a:t>
            </a:r>
            <a:r>
              <a:rPr sz="1200" b="1" err="1"/>
              <a:t>subheadline</a:t>
            </a:r>
            <a:endParaRPr sz="1200" b="1"/>
          </a:p>
          <a:p>
            <a:pPr>
              <a:lnSpc>
                <a:spcPct val="110000"/>
              </a:lnSpc>
              <a:spcAft>
                <a:spcPts val="1000"/>
              </a:spcAft>
            </a:pPr>
            <a:r>
              <a:rPr lang="en-US" sz="1200"/>
              <a:t>A paragraph or bullet goes here</a:t>
            </a:r>
          </a:p>
          <a:p>
            <a:pPr marR="3080">
              <a:lnSpc>
                <a:spcPct val="110000"/>
              </a:lnSpc>
              <a:spcAft>
                <a:spcPts val="1000"/>
              </a:spcAft>
            </a:pPr>
            <a:r>
              <a:rPr lang="en-US" sz="1200"/>
              <a:t>A paragraph or bullet goes here</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p>
        </p:txBody>
      </p:sp>
      <p:sp>
        <p:nvSpPr>
          <p:cNvPr id="2" name="Date Placeholder 1">
            <a:extLst>
              <a:ext uri="{FF2B5EF4-FFF2-40B4-BE49-F238E27FC236}">
                <a16:creationId xmlns:a16="http://schemas.microsoft.com/office/drawing/2014/main" id="{F0609153-28EF-B7C7-1052-04268AF728C8}"/>
              </a:ext>
              <a:ext uri="{C183D7F6-B498-43B3-948B-1728B52AA6E4}">
                <adec:decorative xmlns:adec="http://schemas.microsoft.com/office/drawing/2017/decorative" val="1"/>
              </a:ext>
            </a:extLst>
          </p:cNvPr>
          <p:cNvSpPr>
            <a:spLocks noGrp="1"/>
          </p:cNvSpPr>
          <p:nvPr>
            <p:ph type="dt" sz="half" idx="11"/>
          </p:nvPr>
        </p:nvSpPr>
        <p:spPr/>
        <p:txBody>
          <a:bodyPr/>
          <a:lstStyle/>
          <a:p>
            <a:fld id="{3505883C-1540-4A9A-93A6-AE96333FA42B}" type="datetimeyyyy">
              <a:rPr lang="en-US" smtClean="0"/>
              <a:t>2025</a:t>
            </a:fld>
            <a:endParaRPr lang="en-US"/>
          </a:p>
        </p:txBody>
      </p:sp>
      <p:sp>
        <p:nvSpPr>
          <p:cNvPr id="3" name="Footer Placeholder 2">
            <a:extLst>
              <a:ext uri="{FF2B5EF4-FFF2-40B4-BE49-F238E27FC236}">
                <a16:creationId xmlns:a16="http://schemas.microsoft.com/office/drawing/2014/main" id="{D833A960-E9DE-D2C8-0587-C2C86475879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FB86191F-77AF-B8FE-5B2E-CC5D50BECF5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72</a:t>
            </a:fld>
            <a:endParaRPr lang="en-US"/>
          </a:p>
        </p:txBody>
      </p:sp>
    </p:spTree>
    <p:extLst>
      <p:ext uri="{BB962C8B-B14F-4D97-AF65-F5344CB8AC3E}">
        <p14:creationId xmlns:p14="http://schemas.microsoft.com/office/powerpoint/2010/main" val="1449740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2A5BFB-89EC-0133-FADC-BA97BB77CA52}"/>
              </a:ext>
            </a:extLst>
          </p:cNvPr>
          <p:cNvSpPr>
            <a:spLocks noGrp="1"/>
          </p:cNvSpPr>
          <p:nvPr>
            <p:ph type="title"/>
          </p:nvPr>
        </p:nvSpPr>
        <p:spPr/>
        <p:txBody>
          <a:bodyPr/>
          <a:lstStyle/>
          <a:p>
            <a:r>
              <a:rPr lang="en-US"/>
              <a:t>Slide headline. </a:t>
            </a:r>
            <a:r>
              <a:rPr lang="en-US">
                <a:solidFill>
                  <a:schemeClr val="accent6"/>
                </a:solidFill>
              </a:rPr>
              <a:t>One line only.</a:t>
            </a:r>
          </a:p>
        </p:txBody>
      </p:sp>
      <p:sp>
        <p:nvSpPr>
          <p:cNvPr id="20" name="Text Placeholder 19">
            <a:extLst>
              <a:ext uri="{FF2B5EF4-FFF2-40B4-BE49-F238E27FC236}">
                <a16:creationId xmlns:a16="http://schemas.microsoft.com/office/drawing/2014/main" id="{84FF2A8A-D150-9EF6-CBD1-539325AECB0A}"/>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6" name="object 4">
            <a:extLst>
              <a:ext uri="{FF2B5EF4-FFF2-40B4-BE49-F238E27FC236}">
                <a16:creationId xmlns:a16="http://schemas.microsoft.com/office/drawing/2014/main" id="{E71FEC95-6D5B-0C2C-2A88-CB47672AE913}"/>
              </a:ext>
            </a:extLst>
          </p:cNvPr>
          <p:cNvSpPr txBox="1"/>
          <p:nvPr/>
        </p:nvSpPr>
        <p:spPr>
          <a:xfrm>
            <a:off x="571500" y="2943708"/>
            <a:ext cx="2581367" cy="3342789"/>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6"/>
                </a:solidFill>
                <a:ea typeface="+mj-ea"/>
                <a:cs typeface="+mj-cs"/>
              </a:rPr>
              <a:t>01</a:t>
            </a:r>
          </a:p>
          <a:p>
            <a:pPr>
              <a:lnSpc>
                <a:spcPct val="110000"/>
              </a:lnSpc>
              <a:spcAft>
                <a:spcPts val="1000"/>
              </a:spcAft>
            </a:pPr>
            <a:r>
              <a:rPr lang="en-US" sz="1200" b="1"/>
              <a:t>O</a:t>
            </a:r>
            <a:r>
              <a:rPr sz="1200" b="1"/>
              <a:t>ptional </a:t>
            </a:r>
            <a:r>
              <a:rPr sz="1200" b="1" err="1"/>
              <a:t>subheadline</a:t>
            </a:r>
            <a:endParaRPr sz="1200" b="1"/>
          </a:p>
          <a:p>
            <a:pPr>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endParaRPr lang="en-US" sz="1400"/>
          </a:p>
        </p:txBody>
      </p:sp>
      <p:sp>
        <p:nvSpPr>
          <p:cNvPr id="7" name="object 5">
            <a:extLst>
              <a:ext uri="{FF2B5EF4-FFF2-40B4-BE49-F238E27FC236}">
                <a16:creationId xmlns:a16="http://schemas.microsoft.com/office/drawing/2014/main" id="{55EDAAD2-DDF0-A05F-9F0A-BAFA66511DA8}"/>
              </a:ext>
            </a:extLst>
          </p:cNvPr>
          <p:cNvSpPr txBox="1">
            <a:spLocks/>
          </p:cNvSpPr>
          <p:nvPr/>
        </p:nvSpPr>
        <p:spPr>
          <a:xfrm>
            <a:off x="3394853" y="2943709"/>
            <a:ext cx="2581367" cy="3342789"/>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6"/>
                </a:solidFill>
                <a:ea typeface="+mj-ea"/>
                <a:cs typeface="+mj-cs"/>
              </a:rPr>
              <a:t>02</a:t>
            </a:r>
          </a:p>
          <a:p>
            <a:pPr>
              <a:lnSpc>
                <a:spcPct val="110000"/>
              </a:lnSpc>
              <a:spcAft>
                <a:spcPts val="1000"/>
              </a:spcAft>
            </a:pPr>
            <a:r>
              <a:rPr lang="en-US" sz="1200" b="1"/>
              <a:t>O</a:t>
            </a:r>
            <a:r>
              <a:rPr sz="1200" b="1"/>
              <a:t>ptional </a:t>
            </a:r>
            <a:r>
              <a:rPr sz="1200" b="1" err="1"/>
              <a:t>subheadline</a:t>
            </a:r>
            <a:endParaRPr sz="1200" b="1"/>
          </a:p>
          <a:p>
            <a:pPr>
              <a:lnSpc>
                <a:spcPct val="110000"/>
              </a:lnSpc>
              <a:spcAft>
                <a:spcPts val="1000"/>
              </a:spcAft>
            </a:pPr>
            <a:r>
              <a:rPr lang="en-US" sz="1200"/>
              <a:t>A paragraph or bullet goes here</a:t>
            </a:r>
          </a:p>
          <a:p>
            <a:pPr marR="3080">
              <a:lnSpc>
                <a:spcPct val="110000"/>
              </a:lnSpc>
              <a:spcAft>
                <a:spcPts val="1000"/>
              </a:spcAft>
            </a:pPr>
            <a:r>
              <a:rPr lang="en-US" sz="1200"/>
              <a:t>A paragraph or bullet goes here</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p>
        </p:txBody>
      </p:sp>
      <p:sp>
        <p:nvSpPr>
          <p:cNvPr id="14" name="object 5">
            <a:extLst>
              <a:ext uri="{FF2B5EF4-FFF2-40B4-BE49-F238E27FC236}">
                <a16:creationId xmlns:a16="http://schemas.microsoft.com/office/drawing/2014/main" id="{1F3D3CF4-3B1C-EBB0-1BCD-FCDCB2E45D04}"/>
              </a:ext>
            </a:extLst>
          </p:cNvPr>
          <p:cNvSpPr txBox="1">
            <a:spLocks/>
          </p:cNvSpPr>
          <p:nvPr/>
        </p:nvSpPr>
        <p:spPr>
          <a:xfrm>
            <a:off x="6218206" y="2943709"/>
            <a:ext cx="2581367" cy="3342789"/>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6"/>
                </a:solidFill>
                <a:ea typeface="+mj-ea"/>
                <a:cs typeface="+mj-cs"/>
              </a:rPr>
              <a:t>03</a:t>
            </a:r>
          </a:p>
          <a:p>
            <a:pPr>
              <a:lnSpc>
                <a:spcPct val="110000"/>
              </a:lnSpc>
              <a:spcAft>
                <a:spcPts val="1000"/>
              </a:spcAft>
            </a:pPr>
            <a:r>
              <a:rPr lang="en-US" sz="1200" b="1"/>
              <a:t>O</a:t>
            </a:r>
            <a:r>
              <a:rPr sz="1200" b="1"/>
              <a:t>ptional </a:t>
            </a:r>
            <a:r>
              <a:rPr sz="1200" b="1" err="1"/>
              <a:t>subheadline</a:t>
            </a:r>
            <a:endParaRPr sz="1200" b="1"/>
          </a:p>
          <a:p>
            <a:pPr>
              <a:lnSpc>
                <a:spcPct val="110000"/>
              </a:lnSpc>
              <a:spcAft>
                <a:spcPts val="1000"/>
              </a:spcAft>
            </a:pPr>
            <a:r>
              <a:rPr lang="en-US" sz="1200"/>
              <a:t>A paragraph or bullet goes here</a:t>
            </a:r>
          </a:p>
          <a:p>
            <a:pPr marR="3080">
              <a:lnSpc>
                <a:spcPct val="110000"/>
              </a:lnSpc>
              <a:spcAft>
                <a:spcPts val="1000"/>
              </a:spcAft>
            </a:pPr>
            <a:r>
              <a:rPr lang="en-US" sz="1200"/>
              <a:t>A paragraph or bullet goes here</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p>
        </p:txBody>
      </p:sp>
      <p:sp>
        <p:nvSpPr>
          <p:cNvPr id="15" name="object 5">
            <a:extLst>
              <a:ext uri="{FF2B5EF4-FFF2-40B4-BE49-F238E27FC236}">
                <a16:creationId xmlns:a16="http://schemas.microsoft.com/office/drawing/2014/main" id="{4F6B449B-15C0-6C2F-795D-8E663FE0AC9F}"/>
              </a:ext>
            </a:extLst>
          </p:cNvPr>
          <p:cNvSpPr txBox="1">
            <a:spLocks/>
          </p:cNvSpPr>
          <p:nvPr/>
        </p:nvSpPr>
        <p:spPr>
          <a:xfrm>
            <a:off x="9041560" y="2943709"/>
            <a:ext cx="2581367" cy="3342789"/>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6"/>
                </a:solidFill>
                <a:ea typeface="+mj-ea"/>
                <a:cs typeface="+mj-cs"/>
              </a:rPr>
              <a:t>04</a:t>
            </a:r>
          </a:p>
          <a:p>
            <a:pPr>
              <a:lnSpc>
                <a:spcPct val="110000"/>
              </a:lnSpc>
              <a:spcAft>
                <a:spcPts val="1000"/>
              </a:spcAft>
            </a:pPr>
            <a:r>
              <a:rPr lang="en-US" sz="1200" b="1"/>
              <a:t>O</a:t>
            </a:r>
            <a:r>
              <a:rPr sz="1200" b="1"/>
              <a:t>ptional </a:t>
            </a:r>
            <a:r>
              <a:rPr sz="1200" b="1" err="1"/>
              <a:t>subheadline</a:t>
            </a:r>
            <a:endParaRPr sz="1200" b="1"/>
          </a:p>
          <a:p>
            <a:pPr>
              <a:lnSpc>
                <a:spcPct val="110000"/>
              </a:lnSpc>
              <a:spcAft>
                <a:spcPts val="1000"/>
              </a:spcAft>
            </a:pPr>
            <a:r>
              <a:rPr lang="en-US" sz="1200"/>
              <a:t>A paragraph or bullet goes here</a:t>
            </a:r>
          </a:p>
          <a:p>
            <a:pPr marR="3080">
              <a:lnSpc>
                <a:spcPct val="110000"/>
              </a:lnSpc>
              <a:spcAft>
                <a:spcPts val="1000"/>
              </a:spcAft>
            </a:pPr>
            <a:r>
              <a:rPr lang="en-US" sz="1200"/>
              <a:t>A paragraph or bullet goes here</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  </a:t>
            </a:r>
          </a:p>
          <a:p>
            <a:pPr marR="3080">
              <a:lnSpc>
                <a:spcPct val="110000"/>
              </a:lnSpc>
              <a:spcAft>
                <a:spcPts val="1000"/>
              </a:spcAft>
            </a:pPr>
            <a:r>
              <a:rPr lang="en-US" sz="1200"/>
              <a:t>A paragraph or bullet goes here</a:t>
            </a:r>
          </a:p>
        </p:txBody>
      </p:sp>
      <p:sp>
        <p:nvSpPr>
          <p:cNvPr id="2" name="Date Placeholder 1">
            <a:extLst>
              <a:ext uri="{FF2B5EF4-FFF2-40B4-BE49-F238E27FC236}">
                <a16:creationId xmlns:a16="http://schemas.microsoft.com/office/drawing/2014/main" id="{F0609153-28EF-B7C7-1052-04268AF728C8}"/>
              </a:ext>
              <a:ext uri="{C183D7F6-B498-43B3-948B-1728B52AA6E4}">
                <adec:decorative xmlns:adec="http://schemas.microsoft.com/office/drawing/2017/decorative" val="1"/>
              </a:ext>
            </a:extLst>
          </p:cNvPr>
          <p:cNvSpPr>
            <a:spLocks noGrp="1"/>
          </p:cNvSpPr>
          <p:nvPr>
            <p:ph type="dt" sz="half" idx="10"/>
          </p:nvPr>
        </p:nvSpPr>
        <p:spPr/>
        <p:txBody>
          <a:bodyPr/>
          <a:lstStyle/>
          <a:p>
            <a:fld id="{864367CE-1AFF-4FEE-B6B2-7E41B9CC068C}" type="datetimeyyyy">
              <a:rPr lang="en-US" smtClean="0"/>
              <a:t>2025</a:t>
            </a:fld>
            <a:endParaRPr lang="en-US"/>
          </a:p>
        </p:txBody>
      </p:sp>
      <p:sp>
        <p:nvSpPr>
          <p:cNvPr id="3" name="Footer Placeholder 2">
            <a:extLst>
              <a:ext uri="{FF2B5EF4-FFF2-40B4-BE49-F238E27FC236}">
                <a16:creationId xmlns:a16="http://schemas.microsoft.com/office/drawing/2014/main" id="{D833A960-E9DE-D2C8-0587-C2C86475879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FB86191F-77AF-B8FE-5B2E-CC5D50BECF5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73</a:t>
            </a:fld>
            <a:endParaRPr lang="en-US"/>
          </a:p>
        </p:txBody>
      </p:sp>
    </p:spTree>
    <p:extLst>
      <p:ext uri="{BB962C8B-B14F-4D97-AF65-F5344CB8AC3E}">
        <p14:creationId xmlns:p14="http://schemas.microsoft.com/office/powerpoint/2010/main" val="9480558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2AE756A-20B4-54B9-3F74-6EDEFE99E28F}"/>
              </a:ext>
            </a:extLst>
          </p:cNvPr>
          <p:cNvSpPr>
            <a:spLocks noGrp="1"/>
          </p:cNvSpPr>
          <p:nvPr>
            <p:ph type="title"/>
          </p:nvPr>
        </p:nvSpPr>
        <p:spPr/>
        <p:txBody>
          <a:bodyPr/>
          <a:lstStyle/>
          <a:p>
            <a:r>
              <a:rPr lang="en-US"/>
              <a:t>Longer slide headline. </a:t>
            </a:r>
            <a:br>
              <a:rPr lang="en-US"/>
            </a:br>
            <a:r>
              <a:rPr lang="en-US">
                <a:solidFill>
                  <a:schemeClr val="accent1"/>
                </a:solidFill>
              </a:rPr>
              <a:t>Should not exceed two lines. </a:t>
            </a:r>
          </a:p>
        </p:txBody>
      </p:sp>
      <p:sp>
        <p:nvSpPr>
          <p:cNvPr id="20" name="Text Placeholder 19">
            <a:extLst>
              <a:ext uri="{FF2B5EF4-FFF2-40B4-BE49-F238E27FC236}">
                <a16:creationId xmlns:a16="http://schemas.microsoft.com/office/drawing/2014/main" id="{ABCF1E93-4431-84E6-FF43-CE89349E103E}"/>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47" name="Text Placeholder 46">
            <a:extLst>
              <a:ext uri="{FF2B5EF4-FFF2-40B4-BE49-F238E27FC236}">
                <a16:creationId xmlns:a16="http://schemas.microsoft.com/office/drawing/2014/main" id="{273A30D8-F392-D19E-4EBB-1B37E5FFBBCF}"/>
              </a:ext>
            </a:extLst>
          </p:cNvPr>
          <p:cNvSpPr>
            <a:spLocks noGrp="1"/>
          </p:cNvSpPr>
          <p:nvPr>
            <p:ph type="body" sz="quarter" idx="15"/>
          </p:nvPr>
        </p:nvSpPr>
        <p:spPr/>
        <p:txBody>
          <a:bodyPr/>
          <a:lstStyle/>
          <a:p>
            <a:r>
              <a:rPr lang="en-US"/>
              <a:t>Bulleted list example</a:t>
            </a:r>
          </a:p>
        </p:txBody>
      </p:sp>
      <p:sp>
        <p:nvSpPr>
          <p:cNvPr id="48" name="Text Placeholder 47">
            <a:extLst>
              <a:ext uri="{FF2B5EF4-FFF2-40B4-BE49-F238E27FC236}">
                <a16:creationId xmlns:a16="http://schemas.microsoft.com/office/drawing/2014/main" id="{40566A5B-9C08-1FDE-4551-84B4D5535B25}"/>
              </a:ext>
            </a:extLst>
          </p:cNvPr>
          <p:cNvSpPr>
            <a:spLocks noGrp="1"/>
          </p:cNvSpPr>
          <p:nvPr>
            <p:ph type="body" sz="quarter" idx="16"/>
          </p:nvPr>
        </p:nvSpPr>
        <p:spPr/>
        <p:txBody>
          <a:bodyPr/>
          <a:lstStyle/>
          <a:p>
            <a:r>
              <a:rPr lang="en-US"/>
              <a:t>Bulleted list example</a:t>
            </a:r>
          </a:p>
          <a:p>
            <a:r>
              <a:rPr lang="en-US"/>
              <a:t>Lorem ipsum dolor sit</a:t>
            </a:r>
          </a:p>
          <a:p>
            <a:r>
              <a:rPr lang="en-US" err="1"/>
              <a:t>Amet</a:t>
            </a:r>
            <a:r>
              <a:rPr lang="en-US"/>
              <a:t> </a:t>
            </a:r>
            <a:r>
              <a:rPr lang="en-US" err="1"/>
              <a:t>adipiscing</a:t>
            </a:r>
            <a:endParaRPr lang="en-US"/>
          </a:p>
          <a:p>
            <a:r>
              <a:rPr lang="en-US"/>
              <a:t>Bulleted list example</a:t>
            </a:r>
          </a:p>
          <a:p>
            <a:r>
              <a:rPr lang="en-US"/>
              <a:t>Lorem ipsum dolor sit</a:t>
            </a:r>
          </a:p>
        </p:txBody>
      </p:sp>
      <p:sp>
        <p:nvSpPr>
          <p:cNvPr id="49" name="Text Placeholder 48">
            <a:extLst>
              <a:ext uri="{FF2B5EF4-FFF2-40B4-BE49-F238E27FC236}">
                <a16:creationId xmlns:a16="http://schemas.microsoft.com/office/drawing/2014/main" id="{0F47BF0A-B445-F942-892C-293A2CF44014}"/>
              </a:ext>
            </a:extLst>
          </p:cNvPr>
          <p:cNvSpPr>
            <a:spLocks noGrp="1"/>
          </p:cNvSpPr>
          <p:nvPr>
            <p:ph type="body" sz="quarter" idx="17"/>
          </p:nvPr>
        </p:nvSpPr>
        <p:spPr/>
        <p:txBody>
          <a:bodyPr/>
          <a:lstStyle/>
          <a:p>
            <a:r>
              <a:rPr lang="en-US"/>
              <a:t>Bulleted list example</a:t>
            </a:r>
          </a:p>
        </p:txBody>
      </p:sp>
      <p:sp>
        <p:nvSpPr>
          <p:cNvPr id="50" name="Text Placeholder 49">
            <a:extLst>
              <a:ext uri="{FF2B5EF4-FFF2-40B4-BE49-F238E27FC236}">
                <a16:creationId xmlns:a16="http://schemas.microsoft.com/office/drawing/2014/main" id="{59A3AF9E-D6A0-993C-937A-31713B5EECC1}"/>
              </a:ext>
            </a:extLst>
          </p:cNvPr>
          <p:cNvSpPr>
            <a:spLocks noGrp="1"/>
          </p:cNvSpPr>
          <p:nvPr>
            <p:ph type="body" sz="quarter" idx="18"/>
          </p:nvPr>
        </p:nvSpPr>
        <p:spPr/>
        <p:txBody>
          <a:bodyPr/>
          <a:lstStyle/>
          <a:p>
            <a:r>
              <a:rPr lang="en-US"/>
              <a:t>Bulleted list example</a:t>
            </a:r>
          </a:p>
          <a:p>
            <a:r>
              <a:rPr lang="en-US"/>
              <a:t>Lorem ipsum dolor sit</a:t>
            </a:r>
          </a:p>
          <a:p>
            <a:r>
              <a:rPr lang="en-US" err="1"/>
              <a:t>Amet</a:t>
            </a:r>
            <a:r>
              <a:rPr lang="en-US"/>
              <a:t> </a:t>
            </a:r>
            <a:r>
              <a:rPr lang="en-US" err="1"/>
              <a:t>adipiscing</a:t>
            </a:r>
            <a:endParaRPr lang="en-US"/>
          </a:p>
          <a:p>
            <a:r>
              <a:rPr lang="en-US"/>
              <a:t>Bulleted list example</a:t>
            </a:r>
          </a:p>
          <a:p>
            <a:r>
              <a:rPr lang="en-US"/>
              <a:t>Lorem ipsum dolor sit</a:t>
            </a:r>
          </a:p>
        </p:txBody>
      </p:sp>
      <p:sp>
        <p:nvSpPr>
          <p:cNvPr id="51" name="Text Placeholder 50">
            <a:extLst>
              <a:ext uri="{FF2B5EF4-FFF2-40B4-BE49-F238E27FC236}">
                <a16:creationId xmlns:a16="http://schemas.microsoft.com/office/drawing/2014/main" id="{46C679D7-1195-747F-4025-9DAD2526D84D}"/>
              </a:ext>
            </a:extLst>
          </p:cNvPr>
          <p:cNvSpPr>
            <a:spLocks noGrp="1"/>
          </p:cNvSpPr>
          <p:nvPr>
            <p:ph type="body" sz="quarter" idx="19"/>
          </p:nvPr>
        </p:nvSpPr>
        <p:spPr/>
        <p:txBody>
          <a:bodyPr/>
          <a:lstStyle/>
          <a:p>
            <a:r>
              <a:rPr lang="en-US"/>
              <a:t>Bulleted list example</a:t>
            </a:r>
          </a:p>
        </p:txBody>
      </p:sp>
      <p:sp>
        <p:nvSpPr>
          <p:cNvPr id="52" name="Text Placeholder 51">
            <a:extLst>
              <a:ext uri="{FF2B5EF4-FFF2-40B4-BE49-F238E27FC236}">
                <a16:creationId xmlns:a16="http://schemas.microsoft.com/office/drawing/2014/main" id="{608841B6-BF91-E0D4-79A4-F591C4A91672}"/>
              </a:ext>
            </a:extLst>
          </p:cNvPr>
          <p:cNvSpPr>
            <a:spLocks noGrp="1"/>
          </p:cNvSpPr>
          <p:nvPr>
            <p:ph type="body" sz="quarter" idx="20"/>
          </p:nvPr>
        </p:nvSpPr>
        <p:spPr/>
        <p:txBody>
          <a:bodyPr/>
          <a:lstStyle/>
          <a:p>
            <a:r>
              <a:rPr lang="en-US"/>
              <a:t>Bulleted list example</a:t>
            </a:r>
          </a:p>
          <a:p>
            <a:r>
              <a:rPr lang="en-US"/>
              <a:t>Lorem ipsum dolor sit</a:t>
            </a:r>
          </a:p>
          <a:p>
            <a:r>
              <a:rPr lang="en-US" err="1"/>
              <a:t>Amet</a:t>
            </a:r>
            <a:r>
              <a:rPr lang="en-US"/>
              <a:t> </a:t>
            </a:r>
            <a:r>
              <a:rPr lang="en-US" err="1"/>
              <a:t>adipiscing</a:t>
            </a:r>
            <a:endParaRPr lang="en-US"/>
          </a:p>
          <a:p>
            <a:r>
              <a:rPr lang="en-US"/>
              <a:t>Bulleted list example</a:t>
            </a:r>
          </a:p>
          <a:p>
            <a:r>
              <a:rPr lang="en-US"/>
              <a:t>Lorem ipsum dolor sit</a:t>
            </a:r>
          </a:p>
        </p:txBody>
      </p:sp>
      <p:sp>
        <p:nvSpPr>
          <p:cNvPr id="53" name="Text Placeholder 52">
            <a:extLst>
              <a:ext uri="{FF2B5EF4-FFF2-40B4-BE49-F238E27FC236}">
                <a16:creationId xmlns:a16="http://schemas.microsoft.com/office/drawing/2014/main" id="{D464C4D5-F7B4-2C9B-1F7B-3ECFBDEEAD98}"/>
              </a:ext>
            </a:extLst>
          </p:cNvPr>
          <p:cNvSpPr>
            <a:spLocks noGrp="1"/>
          </p:cNvSpPr>
          <p:nvPr>
            <p:ph type="body" sz="quarter" idx="21"/>
          </p:nvPr>
        </p:nvSpPr>
        <p:spPr/>
        <p:txBody>
          <a:bodyPr/>
          <a:lstStyle/>
          <a:p>
            <a:r>
              <a:rPr lang="en-US"/>
              <a:t>Bulleted list example</a:t>
            </a:r>
          </a:p>
        </p:txBody>
      </p:sp>
      <p:sp>
        <p:nvSpPr>
          <p:cNvPr id="54" name="Text Placeholder 53">
            <a:extLst>
              <a:ext uri="{FF2B5EF4-FFF2-40B4-BE49-F238E27FC236}">
                <a16:creationId xmlns:a16="http://schemas.microsoft.com/office/drawing/2014/main" id="{91DF400F-3FF4-7A99-CCCC-D478ADB873A0}"/>
              </a:ext>
            </a:extLst>
          </p:cNvPr>
          <p:cNvSpPr>
            <a:spLocks noGrp="1"/>
          </p:cNvSpPr>
          <p:nvPr>
            <p:ph type="body" sz="quarter" idx="22"/>
          </p:nvPr>
        </p:nvSpPr>
        <p:spPr/>
        <p:txBody>
          <a:bodyPr/>
          <a:lstStyle/>
          <a:p>
            <a:r>
              <a:rPr lang="en-US"/>
              <a:t>Bulleted list example</a:t>
            </a:r>
          </a:p>
          <a:p>
            <a:r>
              <a:rPr lang="en-US"/>
              <a:t>Lorem ipsum dolor sit</a:t>
            </a:r>
          </a:p>
          <a:p>
            <a:r>
              <a:rPr lang="en-US" err="1"/>
              <a:t>Amet</a:t>
            </a:r>
            <a:r>
              <a:rPr lang="en-US"/>
              <a:t> </a:t>
            </a:r>
            <a:r>
              <a:rPr lang="en-US" err="1"/>
              <a:t>adipiscing</a:t>
            </a:r>
            <a:endParaRPr lang="en-US"/>
          </a:p>
          <a:p>
            <a:r>
              <a:rPr lang="en-US"/>
              <a:t>Bulleted list example</a:t>
            </a:r>
          </a:p>
          <a:p>
            <a:r>
              <a:rPr lang="en-US"/>
              <a:t>Lorem ipsum dolor sit</a:t>
            </a:r>
          </a:p>
        </p:txBody>
      </p:sp>
      <p:sp>
        <p:nvSpPr>
          <p:cNvPr id="2" name="Date Placeholder 1">
            <a:extLst>
              <a:ext uri="{FF2B5EF4-FFF2-40B4-BE49-F238E27FC236}">
                <a16:creationId xmlns:a16="http://schemas.microsoft.com/office/drawing/2014/main" id="{477406C3-67D1-374A-DB2B-A29A35609447}"/>
              </a:ext>
              <a:ext uri="{C183D7F6-B498-43B3-948B-1728B52AA6E4}">
                <adec:decorative xmlns:adec="http://schemas.microsoft.com/office/drawing/2017/decorative" val="1"/>
              </a:ext>
            </a:extLst>
          </p:cNvPr>
          <p:cNvSpPr>
            <a:spLocks noGrp="1"/>
          </p:cNvSpPr>
          <p:nvPr>
            <p:ph type="dt" sz="half" idx="11"/>
          </p:nvPr>
        </p:nvSpPr>
        <p:spPr/>
        <p:txBody>
          <a:bodyPr/>
          <a:lstStyle/>
          <a:p>
            <a:fld id="{E4A7A0BC-2C3C-4674-BBB1-C06418BCE61A}" type="datetimeyyyy">
              <a:rPr lang="en-US" smtClean="0"/>
              <a:t>2025</a:t>
            </a:fld>
            <a:endParaRPr lang="en-US"/>
          </a:p>
        </p:txBody>
      </p:sp>
      <p:sp>
        <p:nvSpPr>
          <p:cNvPr id="3" name="Footer Placeholder 2">
            <a:extLst>
              <a:ext uri="{FF2B5EF4-FFF2-40B4-BE49-F238E27FC236}">
                <a16:creationId xmlns:a16="http://schemas.microsoft.com/office/drawing/2014/main" id="{17DCD236-07E2-DA9C-5B20-B0B93A2B1EE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B9C42F1-03AD-F467-4A9C-5D61D81D4E7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74</a:t>
            </a:fld>
            <a:endParaRPr lang="en-US"/>
          </a:p>
        </p:txBody>
      </p:sp>
    </p:spTree>
    <p:extLst>
      <p:ext uri="{BB962C8B-B14F-4D97-AF65-F5344CB8AC3E}">
        <p14:creationId xmlns:p14="http://schemas.microsoft.com/office/powerpoint/2010/main" val="865900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8859C2-9CAC-EBFE-61F6-FC0008DBE324}"/>
              </a:ext>
            </a:extLst>
          </p:cNvPr>
          <p:cNvSpPr>
            <a:spLocks noGrp="1"/>
          </p:cNvSpPr>
          <p:nvPr>
            <p:ph type="title"/>
          </p:nvPr>
        </p:nvSpPr>
        <p:spPr/>
        <p:txBody>
          <a:bodyPr/>
          <a:lstStyle/>
          <a:p>
            <a:r>
              <a:rPr lang="en-US"/>
              <a:t>Longer slide headline. </a:t>
            </a:r>
            <a:br>
              <a:rPr lang="en-US"/>
            </a:br>
            <a:r>
              <a:rPr lang="en-US">
                <a:solidFill>
                  <a:schemeClr val="accent1"/>
                </a:solidFill>
              </a:rPr>
              <a:t>Should not exceed two lines. </a:t>
            </a:r>
          </a:p>
        </p:txBody>
      </p:sp>
      <p:sp>
        <p:nvSpPr>
          <p:cNvPr id="6" name="Text Placeholder 5">
            <a:extLst>
              <a:ext uri="{FF2B5EF4-FFF2-40B4-BE49-F238E27FC236}">
                <a16:creationId xmlns:a16="http://schemas.microsoft.com/office/drawing/2014/main" id="{075E044A-6482-6230-AA89-37A8FA58B5FD}"/>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2" name="Date Placeholder 1">
            <a:extLst>
              <a:ext uri="{FF2B5EF4-FFF2-40B4-BE49-F238E27FC236}">
                <a16:creationId xmlns:a16="http://schemas.microsoft.com/office/drawing/2014/main" id="{CF640D05-9C6A-F935-9641-B062A0F04666}"/>
              </a:ext>
              <a:ext uri="{C183D7F6-B498-43B3-948B-1728B52AA6E4}">
                <adec:decorative xmlns:adec="http://schemas.microsoft.com/office/drawing/2017/decorative" val="1"/>
              </a:ext>
            </a:extLst>
          </p:cNvPr>
          <p:cNvSpPr>
            <a:spLocks noGrp="1"/>
          </p:cNvSpPr>
          <p:nvPr>
            <p:ph type="dt" sz="half" idx="10"/>
          </p:nvPr>
        </p:nvSpPr>
        <p:spPr/>
        <p:txBody>
          <a:bodyPr/>
          <a:lstStyle/>
          <a:p>
            <a:fld id="{4B5F6135-E3AB-4D94-BACA-180E715A9A72}" type="datetimeyyyy">
              <a:rPr lang="en-US" smtClean="0"/>
              <a:t>2025</a:t>
            </a:fld>
            <a:endParaRPr lang="en-US"/>
          </a:p>
        </p:txBody>
      </p:sp>
      <p:sp>
        <p:nvSpPr>
          <p:cNvPr id="3" name="Footer Placeholder 2">
            <a:extLst>
              <a:ext uri="{FF2B5EF4-FFF2-40B4-BE49-F238E27FC236}">
                <a16:creationId xmlns:a16="http://schemas.microsoft.com/office/drawing/2014/main" id="{A92CFCF8-67D3-D789-844B-20DC6BE4AD3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C5E9ABB6-387E-061D-FC1F-F7010EFB3D6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75</a:t>
            </a:fld>
            <a:endParaRPr lang="en-US"/>
          </a:p>
        </p:txBody>
      </p:sp>
      <p:sp>
        <p:nvSpPr>
          <p:cNvPr id="14" name="object 4">
            <a:extLst>
              <a:ext uri="{FF2B5EF4-FFF2-40B4-BE49-F238E27FC236}">
                <a16:creationId xmlns:a16="http://schemas.microsoft.com/office/drawing/2014/main" id="{C3C8910E-4C48-7F9E-EB1D-8D9579A48280}"/>
              </a:ext>
            </a:extLst>
          </p:cNvPr>
          <p:cNvSpPr txBox="1">
            <a:spLocks/>
          </p:cNvSpPr>
          <p:nvPr/>
        </p:nvSpPr>
        <p:spPr>
          <a:xfrm>
            <a:off x="571499" y="2938525"/>
            <a:ext cx="2231136" cy="848752"/>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defTabSz="914400">
              <a:lnSpc>
                <a:spcPct val="80000"/>
              </a:lnSpc>
              <a:tabLst>
                <a:tab pos="1064141" algn="l"/>
              </a:tabLst>
            </a:pPr>
            <a:r>
              <a:rPr lang="en-US" sz="5400">
                <a:solidFill>
                  <a:schemeClr val="accent1"/>
                </a:solidFill>
                <a:latin typeface="+mj-lt"/>
                <a:cs typeface="+mj-cs"/>
              </a:rPr>
              <a:t>123</a:t>
            </a:r>
          </a:p>
        </p:txBody>
      </p:sp>
      <p:cxnSp>
        <p:nvCxnSpPr>
          <p:cNvPr id="18" name="Straight Connector 17">
            <a:extLst>
              <a:ext uri="{FF2B5EF4-FFF2-40B4-BE49-F238E27FC236}">
                <a16:creationId xmlns:a16="http://schemas.microsoft.com/office/drawing/2014/main" id="{BF94AC26-129E-4608-28D1-9F0A71F9333E}"/>
              </a:ext>
              <a:ext uri="{C183D7F6-B498-43B3-948B-1728B52AA6E4}">
                <adec:decorative xmlns:adec="http://schemas.microsoft.com/office/drawing/2017/decorative" val="1"/>
              </a:ext>
            </a:extLst>
          </p:cNvPr>
          <p:cNvCxnSpPr>
            <a:cxnSpLocks/>
          </p:cNvCxnSpPr>
          <p:nvPr/>
        </p:nvCxnSpPr>
        <p:spPr>
          <a:xfrm>
            <a:off x="571499" y="3921956"/>
            <a:ext cx="223113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object 3">
            <a:extLst>
              <a:ext uri="{FF2B5EF4-FFF2-40B4-BE49-F238E27FC236}">
                <a16:creationId xmlns:a16="http://schemas.microsoft.com/office/drawing/2014/main" id="{A4033315-1732-DEF4-77E4-146C7C5A270D}"/>
              </a:ext>
            </a:extLst>
          </p:cNvPr>
          <p:cNvSpPr txBox="1"/>
          <p:nvPr/>
        </p:nvSpPr>
        <p:spPr>
          <a:xfrm>
            <a:off x="571498" y="4114801"/>
            <a:ext cx="2590801" cy="2171697"/>
          </a:xfrm>
          <a:prstGeom prst="rect">
            <a:avLst/>
          </a:prstGeom>
        </p:spPr>
        <p:txBody>
          <a:bodyPr vert="horz" wrap="square" lIns="0" tIns="9625" rIns="0" bIns="0" rtlCol="0">
            <a:noAutofit/>
          </a:bodyPr>
          <a:lstStyle/>
          <a:p>
            <a:pPr>
              <a:lnSpc>
                <a:spcPct val="110000"/>
              </a:lnSpc>
              <a:spcAft>
                <a:spcPts val="1000"/>
              </a:spcAft>
            </a:pPr>
            <a:r>
              <a:rPr lang="en-US" sz="1400" b="1" err="1"/>
              <a:t>Subheadline</a:t>
            </a:r>
            <a:endParaRPr lang="en-US" sz="1400" b="1"/>
          </a:p>
          <a:p>
            <a:pPr marR="211750">
              <a:lnSpc>
                <a:spcPct val="110000"/>
              </a:lnSpc>
              <a:spcAft>
                <a:spcPts val="1000"/>
              </a:spcAft>
            </a:pPr>
            <a:r>
              <a:rPr sz="1400" err="1"/>
              <a:t>Beremod</a:t>
            </a:r>
            <a:r>
              <a:rPr sz="1400"/>
              <a:t> </a:t>
            </a:r>
            <a:r>
              <a:rPr sz="1400" err="1"/>
              <a:t>maximusaesto</a:t>
            </a:r>
            <a:r>
              <a:rPr sz="1400"/>
              <a:t> </a:t>
            </a:r>
            <a:r>
              <a:rPr sz="1400" err="1"/>
              <a:t>dunt</a:t>
            </a:r>
            <a:r>
              <a:rPr sz="1400"/>
              <a:t> </a:t>
            </a:r>
            <a:r>
              <a:rPr sz="1400" err="1"/>
              <a:t>labo</a:t>
            </a:r>
            <a:r>
              <a:rPr sz="1400"/>
              <a:t>. Et </a:t>
            </a:r>
            <a:r>
              <a:rPr sz="1400" err="1"/>
              <a:t>laborum</a:t>
            </a:r>
            <a:r>
              <a:rPr sz="1400"/>
              <a:t> </a:t>
            </a:r>
            <a:br>
              <a:rPr lang="en-US" sz="1400"/>
            </a:br>
            <a:r>
              <a:rPr sz="1400"/>
              <a:t>que </a:t>
            </a:r>
            <a:r>
              <a:rPr sz="1400" err="1"/>
              <a:t>parit</a:t>
            </a:r>
            <a:r>
              <a:rPr sz="1400"/>
              <a:t> </a:t>
            </a:r>
            <a:r>
              <a:rPr sz="1400" err="1"/>
              <a:t>invere</a:t>
            </a:r>
            <a:r>
              <a:rPr sz="1400"/>
              <a:t> </a:t>
            </a:r>
            <a:r>
              <a:rPr sz="1400" err="1"/>
              <a:t>nullit</a:t>
            </a:r>
            <a:r>
              <a:rPr sz="1400"/>
              <a:t> et,</a:t>
            </a:r>
            <a:r>
              <a:rPr lang="en-US" sz="1400"/>
              <a:t> </a:t>
            </a:r>
            <a:r>
              <a:rPr sz="1400" err="1"/>
              <a:t>simporiatium</a:t>
            </a:r>
            <a:r>
              <a:rPr sz="1400"/>
              <a:t> et </a:t>
            </a:r>
            <a:br>
              <a:rPr lang="en-US" sz="1400"/>
            </a:br>
            <a:r>
              <a:rPr sz="1400" err="1"/>
              <a:t>exceatibus</a:t>
            </a:r>
            <a:r>
              <a:rPr sz="1400"/>
              <a:t> sim </a:t>
            </a:r>
            <a:r>
              <a:rPr sz="1400" err="1"/>
              <a:t>laborro</a:t>
            </a:r>
            <a:r>
              <a:rPr sz="1400"/>
              <a:t>.</a:t>
            </a:r>
          </a:p>
        </p:txBody>
      </p:sp>
      <p:sp>
        <p:nvSpPr>
          <p:cNvPr id="15" name="object 4">
            <a:extLst>
              <a:ext uri="{FF2B5EF4-FFF2-40B4-BE49-F238E27FC236}">
                <a16:creationId xmlns:a16="http://schemas.microsoft.com/office/drawing/2014/main" id="{29400698-1233-81C3-AE7F-922D22D53988}"/>
              </a:ext>
            </a:extLst>
          </p:cNvPr>
          <p:cNvSpPr txBox="1">
            <a:spLocks/>
          </p:cNvSpPr>
          <p:nvPr/>
        </p:nvSpPr>
        <p:spPr>
          <a:xfrm>
            <a:off x="3410109" y="2938525"/>
            <a:ext cx="2231136" cy="848752"/>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a:lnSpc>
                <a:spcPct val="80000"/>
              </a:lnSpc>
              <a:tabLst>
                <a:tab pos="1064141" algn="l"/>
              </a:tabLst>
            </a:pPr>
            <a:r>
              <a:rPr lang="en-US" sz="5400">
                <a:solidFill>
                  <a:schemeClr val="accent1"/>
                </a:solidFill>
                <a:latin typeface="+mj-lt"/>
                <a:cs typeface="+mj-cs"/>
              </a:rPr>
              <a:t>123</a:t>
            </a:r>
          </a:p>
        </p:txBody>
      </p:sp>
      <p:cxnSp>
        <p:nvCxnSpPr>
          <p:cNvPr id="19" name="Straight Connector 18">
            <a:extLst>
              <a:ext uri="{FF2B5EF4-FFF2-40B4-BE49-F238E27FC236}">
                <a16:creationId xmlns:a16="http://schemas.microsoft.com/office/drawing/2014/main" id="{8ECCD9E0-DFC6-41BC-D89B-72DCA6B875F3}"/>
              </a:ext>
              <a:ext uri="{C183D7F6-B498-43B3-948B-1728B52AA6E4}">
                <adec:decorative xmlns:adec="http://schemas.microsoft.com/office/drawing/2017/decorative" val="1"/>
              </a:ext>
            </a:extLst>
          </p:cNvPr>
          <p:cNvCxnSpPr>
            <a:cxnSpLocks/>
          </p:cNvCxnSpPr>
          <p:nvPr/>
        </p:nvCxnSpPr>
        <p:spPr>
          <a:xfrm>
            <a:off x="3410109" y="3921956"/>
            <a:ext cx="223113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object 5">
            <a:extLst>
              <a:ext uri="{FF2B5EF4-FFF2-40B4-BE49-F238E27FC236}">
                <a16:creationId xmlns:a16="http://schemas.microsoft.com/office/drawing/2014/main" id="{BA8B2132-0E40-A898-8928-4148A2D9EEFC}"/>
              </a:ext>
            </a:extLst>
          </p:cNvPr>
          <p:cNvSpPr txBox="1">
            <a:spLocks/>
          </p:cNvSpPr>
          <p:nvPr/>
        </p:nvSpPr>
        <p:spPr>
          <a:xfrm>
            <a:off x="3410108" y="4114801"/>
            <a:ext cx="2590801" cy="2171697"/>
          </a:xfrm>
          <a:prstGeom prst="rect">
            <a:avLst/>
          </a:prstGeom>
        </p:spPr>
        <p:txBody>
          <a:bodyPr vert="horz" wrap="square" lIns="0" tIns="9625" rIns="0" bIns="0" rtlCol="0">
            <a:noAutofit/>
          </a:bodyPr>
          <a:lstStyle/>
          <a:p>
            <a:pPr>
              <a:lnSpc>
                <a:spcPct val="110000"/>
              </a:lnSpc>
              <a:spcAft>
                <a:spcPts val="1000"/>
              </a:spcAft>
            </a:pPr>
            <a:r>
              <a:rPr lang="en-US" sz="1400" b="1"/>
              <a:t>Subheadline</a:t>
            </a:r>
          </a:p>
          <a:p>
            <a:pPr marR="211750">
              <a:lnSpc>
                <a:spcPct val="110000"/>
              </a:lnSpc>
              <a:spcAft>
                <a:spcPts val="1000"/>
              </a:spcAft>
            </a:pPr>
            <a:r>
              <a:rPr sz="1400" err="1"/>
              <a:t>Beremod</a:t>
            </a:r>
            <a:r>
              <a:rPr sz="1400"/>
              <a:t> </a:t>
            </a:r>
            <a:r>
              <a:rPr sz="1400" err="1"/>
              <a:t>maximusaesto</a:t>
            </a:r>
            <a:r>
              <a:rPr sz="1400"/>
              <a:t> </a:t>
            </a:r>
            <a:r>
              <a:rPr sz="1400" err="1"/>
              <a:t>dunt</a:t>
            </a:r>
            <a:r>
              <a:rPr sz="1400"/>
              <a:t> </a:t>
            </a:r>
            <a:r>
              <a:rPr sz="1400" err="1"/>
              <a:t>labo</a:t>
            </a:r>
            <a:r>
              <a:rPr sz="1400"/>
              <a:t>. Et </a:t>
            </a:r>
            <a:r>
              <a:rPr sz="1400" err="1"/>
              <a:t>laborum</a:t>
            </a:r>
            <a:r>
              <a:rPr sz="1400"/>
              <a:t> </a:t>
            </a:r>
            <a:br>
              <a:rPr lang="en-US" sz="1400"/>
            </a:br>
            <a:r>
              <a:rPr sz="1400"/>
              <a:t>que </a:t>
            </a:r>
            <a:r>
              <a:rPr sz="1400" err="1"/>
              <a:t>parit</a:t>
            </a:r>
            <a:r>
              <a:rPr sz="1400"/>
              <a:t> </a:t>
            </a:r>
            <a:r>
              <a:rPr sz="1400" err="1"/>
              <a:t>invere</a:t>
            </a:r>
            <a:r>
              <a:rPr sz="1400"/>
              <a:t> </a:t>
            </a:r>
            <a:r>
              <a:rPr sz="1400" err="1"/>
              <a:t>nullit</a:t>
            </a:r>
            <a:r>
              <a:rPr sz="1400"/>
              <a:t> et,</a:t>
            </a:r>
            <a:r>
              <a:rPr lang="en-US" sz="1400"/>
              <a:t> </a:t>
            </a:r>
            <a:r>
              <a:rPr sz="1400" err="1"/>
              <a:t>simporiatium</a:t>
            </a:r>
            <a:r>
              <a:rPr sz="1400"/>
              <a:t> et </a:t>
            </a:r>
            <a:br>
              <a:rPr lang="en-US" sz="1400"/>
            </a:br>
            <a:r>
              <a:rPr sz="1400" err="1"/>
              <a:t>exceatibus</a:t>
            </a:r>
            <a:r>
              <a:rPr sz="1400"/>
              <a:t> sim </a:t>
            </a:r>
            <a:r>
              <a:rPr sz="1400" err="1"/>
              <a:t>laborro</a:t>
            </a:r>
            <a:r>
              <a:rPr sz="1400"/>
              <a:t>.</a:t>
            </a:r>
          </a:p>
        </p:txBody>
      </p:sp>
      <p:sp>
        <p:nvSpPr>
          <p:cNvPr id="24" name="object 4">
            <a:extLst>
              <a:ext uri="{FF2B5EF4-FFF2-40B4-BE49-F238E27FC236}">
                <a16:creationId xmlns:a16="http://schemas.microsoft.com/office/drawing/2014/main" id="{4A0602CC-0FE6-89EA-C0FE-F531F7C8B1A2}"/>
              </a:ext>
            </a:extLst>
          </p:cNvPr>
          <p:cNvSpPr txBox="1">
            <a:spLocks/>
          </p:cNvSpPr>
          <p:nvPr/>
        </p:nvSpPr>
        <p:spPr>
          <a:xfrm>
            <a:off x="6214429" y="2936044"/>
            <a:ext cx="2231136" cy="848752"/>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defTabSz="914400">
              <a:lnSpc>
                <a:spcPct val="80000"/>
              </a:lnSpc>
              <a:tabLst>
                <a:tab pos="1064141" algn="l"/>
              </a:tabLst>
            </a:pPr>
            <a:r>
              <a:rPr lang="en-US" sz="5400">
                <a:solidFill>
                  <a:schemeClr val="accent1"/>
                </a:solidFill>
                <a:latin typeface="+mj-lt"/>
                <a:cs typeface="+mj-cs"/>
              </a:rPr>
              <a:t>123</a:t>
            </a:r>
          </a:p>
        </p:txBody>
      </p:sp>
      <p:cxnSp>
        <p:nvCxnSpPr>
          <p:cNvPr id="20" name="Straight Connector 19">
            <a:extLst>
              <a:ext uri="{FF2B5EF4-FFF2-40B4-BE49-F238E27FC236}">
                <a16:creationId xmlns:a16="http://schemas.microsoft.com/office/drawing/2014/main" id="{A09D9277-768C-14C6-1310-D2E3C81F1C02}"/>
              </a:ext>
              <a:ext uri="{C183D7F6-B498-43B3-948B-1728B52AA6E4}">
                <adec:decorative xmlns:adec="http://schemas.microsoft.com/office/drawing/2017/decorative" val="1"/>
              </a:ext>
            </a:extLst>
          </p:cNvPr>
          <p:cNvCxnSpPr>
            <a:cxnSpLocks/>
          </p:cNvCxnSpPr>
          <p:nvPr/>
        </p:nvCxnSpPr>
        <p:spPr>
          <a:xfrm>
            <a:off x="6214429" y="3921956"/>
            <a:ext cx="223113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object 4">
            <a:extLst>
              <a:ext uri="{FF2B5EF4-FFF2-40B4-BE49-F238E27FC236}">
                <a16:creationId xmlns:a16="http://schemas.microsoft.com/office/drawing/2014/main" id="{1006870E-4FA9-B1C5-B833-CB9A1EBFA972}"/>
              </a:ext>
            </a:extLst>
          </p:cNvPr>
          <p:cNvSpPr txBox="1">
            <a:spLocks/>
          </p:cNvSpPr>
          <p:nvPr/>
        </p:nvSpPr>
        <p:spPr>
          <a:xfrm>
            <a:off x="6214428" y="4114801"/>
            <a:ext cx="2590801" cy="2171697"/>
          </a:xfrm>
          <a:prstGeom prst="rect">
            <a:avLst/>
          </a:prstGeom>
        </p:spPr>
        <p:txBody>
          <a:bodyPr vert="horz" wrap="square" lIns="0" tIns="9625" rIns="0" bIns="0" rtlCol="0">
            <a:noAutofit/>
          </a:bodyPr>
          <a:lstStyle/>
          <a:p>
            <a:pPr>
              <a:lnSpc>
                <a:spcPct val="110000"/>
              </a:lnSpc>
              <a:spcAft>
                <a:spcPts val="1000"/>
              </a:spcAft>
            </a:pPr>
            <a:r>
              <a:rPr lang="en-US" sz="1400" b="1"/>
              <a:t>Subheadline</a:t>
            </a:r>
          </a:p>
          <a:p>
            <a:pPr marR="211750">
              <a:lnSpc>
                <a:spcPct val="110000"/>
              </a:lnSpc>
              <a:spcAft>
                <a:spcPts val="1000"/>
              </a:spcAft>
            </a:pPr>
            <a:r>
              <a:rPr sz="1400" err="1"/>
              <a:t>Beremod</a:t>
            </a:r>
            <a:r>
              <a:rPr sz="1400"/>
              <a:t> </a:t>
            </a:r>
            <a:r>
              <a:rPr sz="1400" err="1"/>
              <a:t>maximusaesto</a:t>
            </a:r>
            <a:r>
              <a:rPr sz="1400"/>
              <a:t> </a:t>
            </a:r>
            <a:r>
              <a:rPr sz="1400" err="1"/>
              <a:t>dunt</a:t>
            </a:r>
            <a:r>
              <a:rPr sz="1400"/>
              <a:t> </a:t>
            </a:r>
            <a:r>
              <a:rPr sz="1400" err="1"/>
              <a:t>labo</a:t>
            </a:r>
            <a:r>
              <a:rPr sz="1400"/>
              <a:t>. Et </a:t>
            </a:r>
            <a:r>
              <a:rPr sz="1400" err="1"/>
              <a:t>laborum</a:t>
            </a:r>
            <a:r>
              <a:rPr sz="1400"/>
              <a:t> </a:t>
            </a:r>
            <a:br>
              <a:rPr lang="en-US" sz="1400"/>
            </a:br>
            <a:r>
              <a:rPr sz="1400"/>
              <a:t>que </a:t>
            </a:r>
            <a:r>
              <a:rPr sz="1400" err="1"/>
              <a:t>parit</a:t>
            </a:r>
            <a:r>
              <a:rPr sz="1400"/>
              <a:t> </a:t>
            </a:r>
            <a:r>
              <a:rPr sz="1400" err="1"/>
              <a:t>invere</a:t>
            </a:r>
            <a:r>
              <a:rPr sz="1400"/>
              <a:t> </a:t>
            </a:r>
            <a:r>
              <a:rPr sz="1400" err="1"/>
              <a:t>nullit</a:t>
            </a:r>
            <a:r>
              <a:rPr sz="1400"/>
              <a:t> et,</a:t>
            </a:r>
            <a:r>
              <a:rPr lang="en-US" sz="1400"/>
              <a:t> </a:t>
            </a:r>
            <a:r>
              <a:rPr sz="1400" err="1"/>
              <a:t>simporiatium</a:t>
            </a:r>
            <a:r>
              <a:rPr sz="1400"/>
              <a:t> et </a:t>
            </a:r>
            <a:br>
              <a:rPr lang="en-US" sz="1400"/>
            </a:br>
            <a:r>
              <a:rPr sz="1400" err="1"/>
              <a:t>exceatibus</a:t>
            </a:r>
            <a:r>
              <a:rPr sz="1400"/>
              <a:t> sim </a:t>
            </a:r>
            <a:r>
              <a:rPr sz="1400" err="1"/>
              <a:t>laborro</a:t>
            </a:r>
            <a:r>
              <a:rPr sz="1400"/>
              <a:t>.</a:t>
            </a:r>
          </a:p>
        </p:txBody>
      </p:sp>
      <p:sp>
        <p:nvSpPr>
          <p:cNvPr id="25" name="object 4">
            <a:extLst>
              <a:ext uri="{FF2B5EF4-FFF2-40B4-BE49-F238E27FC236}">
                <a16:creationId xmlns:a16="http://schemas.microsoft.com/office/drawing/2014/main" id="{B9EE13D2-9D38-4DEA-9B4E-D79599622EDE}"/>
              </a:ext>
            </a:extLst>
          </p:cNvPr>
          <p:cNvSpPr txBox="1">
            <a:spLocks/>
          </p:cNvSpPr>
          <p:nvPr/>
        </p:nvSpPr>
        <p:spPr>
          <a:xfrm>
            <a:off x="9043975" y="2936044"/>
            <a:ext cx="2231136" cy="848752"/>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a:lnSpc>
                <a:spcPct val="80000"/>
              </a:lnSpc>
              <a:tabLst>
                <a:tab pos="1064141" algn="l"/>
              </a:tabLst>
            </a:pPr>
            <a:r>
              <a:rPr lang="en-US" sz="5400">
                <a:solidFill>
                  <a:schemeClr val="accent1"/>
                </a:solidFill>
                <a:latin typeface="+mj-lt"/>
                <a:cs typeface="+mj-cs"/>
              </a:rPr>
              <a:t>123</a:t>
            </a:r>
          </a:p>
        </p:txBody>
      </p:sp>
      <p:cxnSp>
        <p:nvCxnSpPr>
          <p:cNvPr id="21" name="Straight Connector 20">
            <a:extLst>
              <a:ext uri="{FF2B5EF4-FFF2-40B4-BE49-F238E27FC236}">
                <a16:creationId xmlns:a16="http://schemas.microsoft.com/office/drawing/2014/main" id="{DF80B145-8B9F-C68D-8CFA-24FD5F7CC66F}"/>
              </a:ext>
              <a:ext uri="{C183D7F6-B498-43B3-948B-1728B52AA6E4}">
                <adec:decorative xmlns:adec="http://schemas.microsoft.com/office/drawing/2017/decorative" val="1"/>
              </a:ext>
            </a:extLst>
          </p:cNvPr>
          <p:cNvCxnSpPr>
            <a:cxnSpLocks/>
          </p:cNvCxnSpPr>
          <p:nvPr/>
        </p:nvCxnSpPr>
        <p:spPr>
          <a:xfrm>
            <a:off x="9043975" y="3921956"/>
            <a:ext cx="223113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object 6">
            <a:extLst>
              <a:ext uri="{FF2B5EF4-FFF2-40B4-BE49-F238E27FC236}">
                <a16:creationId xmlns:a16="http://schemas.microsoft.com/office/drawing/2014/main" id="{C3959ACA-776D-5355-4814-B3D9231AAC90}"/>
              </a:ext>
            </a:extLst>
          </p:cNvPr>
          <p:cNvSpPr txBox="1">
            <a:spLocks/>
          </p:cNvSpPr>
          <p:nvPr/>
        </p:nvSpPr>
        <p:spPr>
          <a:xfrm>
            <a:off x="9043974" y="4114801"/>
            <a:ext cx="2590801" cy="2171697"/>
          </a:xfrm>
          <a:prstGeom prst="rect">
            <a:avLst/>
          </a:prstGeom>
        </p:spPr>
        <p:txBody>
          <a:bodyPr vert="horz" wrap="square" lIns="0" tIns="9625" rIns="0" bIns="0" rtlCol="0">
            <a:noAutofit/>
          </a:bodyPr>
          <a:lstStyle/>
          <a:p>
            <a:pPr>
              <a:lnSpc>
                <a:spcPct val="110000"/>
              </a:lnSpc>
              <a:spcAft>
                <a:spcPts val="1000"/>
              </a:spcAft>
            </a:pPr>
            <a:r>
              <a:rPr lang="en-US" sz="1400" b="1"/>
              <a:t>Subheadline</a:t>
            </a:r>
          </a:p>
          <a:p>
            <a:pPr marR="211750">
              <a:lnSpc>
                <a:spcPct val="110000"/>
              </a:lnSpc>
              <a:spcAft>
                <a:spcPts val="1000"/>
              </a:spcAft>
            </a:pPr>
            <a:r>
              <a:rPr sz="1400" err="1"/>
              <a:t>Beremod</a:t>
            </a:r>
            <a:r>
              <a:rPr sz="1400"/>
              <a:t> </a:t>
            </a:r>
            <a:r>
              <a:rPr sz="1400" err="1"/>
              <a:t>maximusaesto</a:t>
            </a:r>
            <a:r>
              <a:rPr sz="1400"/>
              <a:t> </a:t>
            </a:r>
            <a:r>
              <a:rPr sz="1400" err="1"/>
              <a:t>dunt</a:t>
            </a:r>
            <a:r>
              <a:rPr sz="1400"/>
              <a:t> </a:t>
            </a:r>
            <a:r>
              <a:rPr sz="1400" err="1"/>
              <a:t>labo</a:t>
            </a:r>
            <a:r>
              <a:rPr sz="1400"/>
              <a:t>. Et </a:t>
            </a:r>
            <a:r>
              <a:rPr sz="1400" err="1"/>
              <a:t>laborum</a:t>
            </a:r>
            <a:r>
              <a:rPr sz="1400"/>
              <a:t> </a:t>
            </a:r>
            <a:br>
              <a:rPr lang="en-US" sz="1400"/>
            </a:br>
            <a:r>
              <a:rPr sz="1400"/>
              <a:t>que </a:t>
            </a:r>
            <a:r>
              <a:rPr sz="1400" err="1"/>
              <a:t>parit</a:t>
            </a:r>
            <a:r>
              <a:rPr sz="1400"/>
              <a:t> </a:t>
            </a:r>
            <a:r>
              <a:rPr sz="1400" err="1"/>
              <a:t>invere</a:t>
            </a:r>
            <a:r>
              <a:rPr sz="1400"/>
              <a:t> </a:t>
            </a:r>
            <a:r>
              <a:rPr sz="1400" err="1"/>
              <a:t>nullit</a:t>
            </a:r>
            <a:r>
              <a:rPr sz="1400"/>
              <a:t> et,</a:t>
            </a:r>
            <a:r>
              <a:rPr lang="en-US" sz="1400"/>
              <a:t> </a:t>
            </a:r>
            <a:r>
              <a:rPr lang="en-US" sz="1400" err="1"/>
              <a:t>s</a:t>
            </a:r>
            <a:r>
              <a:rPr sz="1400" err="1"/>
              <a:t>imporiatium</a:t>
            </a:r>
            <a:r>
              <a:rPr sz="1400"/>
              <a:t> et </a:t>
            </a:r>
            <a:br>
              <a:rPr lang="en-US" sz="1400"/>
            </a:br>
            <a:r>
              <a:rPr sz="1400" err="1"/>
              <a:t>exceatibus</a:t>
            </a:r>
            <a:r>
              <a:rPr sz="1400"/>
              <a:t> sim </a:t>
            </a:r>
            <a:r>
              <a:rPr sz="1400" err="1"/>
              <a:t>laborro</a:t>
            </a:r>
            <a:r>
              <a:rPr sz="1400"/>
              <a:t>.</a:t>
            </a:r>
          </a:p>
        </p:txBody>
      </p:sp>
    </p:spTree>
    <p:extLst>
      <p:ext uri="{BB962C8B-B14F-4D97-AF65-F5344CB8AC3E}">
        <p14:creationId xmlns:p14="http://schemas.microsoft.com/office/powerpoint/2010/main" val="14534153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7FDC76-4120-925B-B1FC-13B89C3CDFA4}"/>
              </a:ext>
            </a:extLst>
          </p:cNvPr>
          <p:cNvSpPr>
            <a:spLocks noGrp="1"/>
          </p:cNvSpPr>
          <p:nvPr>
            <p:ph type="title"/>
          </p:nvPr>
        </p:nvSpPr>
        <p:spPr/>
        <p:txBody>
          <a:bodyPr/>
          <a:lstStyle/>
          <a:p>
            <a:r>
              <a:rPr lang="en-US"/>
              <a:t>Slide headline. </a:t>
            </a:r>
            <a:br>
              <a:rPr lang="en-US"/>
            </a:br>
            <a:r>
              <a:rPr lang="en-US">
                <a:solidFill>
                  <a:schemeClr val="accent1"/>
                </a:solidFill>
              </a:rPr>
              <a:t>Should not </a:t>
            </a:r>
            <a:br>
              <a:rPr lang="en-US">
                <a:solidFill>
                  <a:schemeClr val="accent1"/>
                </a:solidFill>
              </a:rPr>
            </a:br>
            <a:r>
              <a:rPr lang="en-US">
                <a:solidFill>
                  <a:schemeClr val="accent1"/>
                </a:solidFill>
              </a:rPr>
              <a:t>exceed three lines. </a:t>
            </a:r>
          </a:p>
        </p:txBody>
      </p:sp>
      <p:sp>
        <p:nvSpPr>
          <p:cNvPr id="6" name="Text Placeholder 5">
            <a:extLst>
              <a:ext uri="{FF2B5EF4-FFF2-40B4-BE49-F238E27FC236}">
                <a16:creationId xmlns:a16="http://schemas.microsoft.com/office/drawing/2014/main" id="{AA84542E-4A7B-37E4-856A-9D83E1E09A3F}"/>
              </a:ext>
            </a:extLst>
          </p:cNvPr>
          <p:cNvSpPr>
            <a:spLocks noGrp="1"/>
          </p:cNvSpPr>
          <p:nvPr>
            <p:ph type="body" sz="quarter" idx="20"/>
          </p:nvPr>
        </p:nvSpPr>
        <p:spPr/>
        <p:txBody>
          <a:bodyPr/>
          <a:lstStyle/>
          <a:p>
            <a:r>
              <a:rPr lang="en-US"/>
              <a:t>Subtitle </a:t>
            </a:r>
            <a:r>
              <a:rPr lang="pt-BR" err="1"/>
              <a:t>necupta</a:t>
            </a:r>
            <a:r>
              <a:rPr lang="pt-BR"/>
              <a:t> </a:t>
            </a:r>
            <a:r>
              <a:rPr lang="pt-BR" err="1"/>
              <a:t>ius</a:t>
            </a:r>
            <a:r>
              <a:rPr lang="pt-BR"/>
              <a:t> </a:t>
            </a:r>
            <a:r>
              <a:rPr lang="pt-BR" err="1"/>
              <a:t>consequ</a:t>
            </a:r>
            <a:r>
              <a:rPr lang="pt-BR"/>
              <a:t> </a:t>
            </a:r>
            <a:r>
              <a:rPr lang="pt-BR" err="1"/>
              <a:t>osseritem</a:t>
            </a:r>
            <a:r>
              <a:rPr lang="pt-BR"/>
              <a:t> quis </a:t>
            </a:r>
            <a:r>
              <a:rPr lang="pt-BR" err="1"/>
              <a:t>eium</a:t>
            </a:r>
            <a:r>
              <a:rPr lang="pt-BR"/>
              <a:t> </a:t>
            </a:r>
            <a:r>
              <a:rPr lang="pt-BR" err="1"/>
              <a:t>faceperibus</a:t>
            </a:r>
            <a:r>
              <a:rPr lang="pt-BR"/>
              <a:t> </a:t>
            </a:r>
            <a:r>
              <a:rPr lang="pt-BR" err="1"/>
              <a:t>re</a:t>
            </a:r>
            <a:r>
              <a:rPr lang="pt-BR"/>
              <a:t>.</a:t>
            </a:r>
          </a:p>
        </p:txBody>
      </p:sp>
      <p:pic>
        <p:nvPicPr>
          <p:cNvPr id="18" name="Graphic 17">
            <a:extLst>
              <a:ext uri="{FF2B5EF4-FFF2-40B4-BE49-F238E27FC236}">
                <a16:creationId xmlns:a16="http://schemas.microsoft.com/office/drawing/2014/main" id="{F38D9730-9642-286C-9D5A-14BC5A12997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7640" y="3548490"/>
            <a:ext cx="454980" cy="454980"/>
          </a:xfrm>
          <a:prstGeom prst="rect">
            <a:avLst/>
          </a:prstGeom>
        </p:spPr>
      </p:pic>
      <p:sp>
        <p:nvSpPr>
          <p:cNvPr id="22" name="object 2">
            <a:extLst>
              <a:ext uri="{FF2B5EF4-FFF2-40B4-BE49-F238E27FC236}">
                <a16:creationId xmlns:a16="http://schemas.microsoft.com/office/drawing/2014/main" id="{252E0EB6-694A-7AA0-10B3-718FD72B66A7}"/>
              </a:ext>
            </a:extLst>
          </p:cNvPr>
          <p:cNvSpPr txBox="1"/>
          <p:nvPr/>
        </p:nvSpPr>
        <p:spPr>
          <a:xfrm>
            <a:off x="571500" y="4128468"/>
            <a:ext cx="1651000" cy="498850"/>
          </a:xfrm>
          <a:prstGeom prst="rect">
            <a:avLst/>
          </a:prstGeom>
        </p:spPr>
        <p:txBody>
          <a:bodyPr vert="horz" wrap="square" lIns="0" tIns="7315" rIns="0" bIns="0" rtlCol="0">
            <a:noAutofit/>
          </a:bodyPr>
          <a:lstStyle/>
          <a:p>
            <a:pPr marR="3080">
              <a:lnSpc>
                <a:spcPct val="110000"/>
              </a:lnSpc>
              <a:spcBef>
                <a:spcPct val="0"/>
              </a:spcBef>
              <a:spcAft>
                <a:spcPts val="1000"/>
              </a:spcAft>
            </a:pPr>
            <a:r>
              <a:rPr lang="en-US" sz="1200" b="1">
                <a:ea typeface="+mj-ea"/>
                <a:cs typeface="+mj-cs"/>
              </a:rPr>
              <a:t>Bullet point with supporting icon</a:t>
            </a:r>
            <a:endParaRPr sz="1200" b="1">
              <a:ea typeface="+mj-ea"/>
              <a:cs typeface="+mj-cs"/>
            </a:endParaRPr>
          </a:p>
        </p:txBody>
      </p:sp>
      <p:pic>
        <p:nvPicPr>
          <p:cNvPr id="12" name="Graphic 11">
            <a:extLst>
              <a:ext uri="{FF2B5EF4-FFF2-40B4-BE49-F238E27FC236}">
                <a16:creationId xmlns:a16="http://schemas.microsoft.com/office/drawing/2014/main" id="{869762DA-3A5B-BDD5-2B97-CC724947FFD2}"/>
              </a:ext>
              <a:ext uri="{C183D7F6-B498-43B3-948B-1728B52AA6E4}">
                <adec:decorative xmlns:adec="http://schemas.microsoft.com/office/drawing/2017/decorative" val="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451101" y="3547380"/>
            <a:ext cx="457200" cy="457200"/>
          </a:xfrm>
          <a:prstGeom prst="rect">
            <a:avLst/>
          </a:prstGeom>
        </p:spPr>
      </p:pic>
      <p:sp>
        <p:nvSpPr>
          <p:cNvPr id="24" name="object 2">
            <a:extLst>
              <a:ext uri="{FF2B5EF4-FFF2-40B4-BE49-F238E27FC236}">
                <a16:creationId xmlns:a16="http://schemas.microsoft.com/office/drawing/2014/main" id="{27890972-3EA9-4F81-9E40-AA484BA466B5}"/>
              </a:ext>
            </a:extLst>
          </p:cNvPr>
          <p:cNvSpPr txBox="1">
            <a:spLocks/>
          </p:cNvSpPr>
          <p:nvPr/>
        </p:nvSpPr>
        <p:spPr>
          <a:xfrm>
            <a:off x="2456814" y="4128468"/>
            <a:ext cx="1651000" cy="498850"/>
          </a:xfrm>
          <a:prstGeom prst="rect">
            <a:avLst/>
          </a:prstGeom>
        </p:spPr>
        <p:txBody>
          <a:bodyPr vert="horz" wrap="square" lIns="0" tIns="7315" rIns="0" bIns="0" rtlCol="0">
            <a:noAutofit/>
          </a:bodyPr>
          <a:lstStyle/>
          <a:p>
            <a:pPr marR="3080">
              <a:lnSpc>
                <a:spcPct val="110000"/>
              </a:lnSpc>
              <a:spcBef>
                <a:spcPct val="0"/>
              </a:spcBef>
              <a:spcAft>
                <a:spcPts val="1000"/>
              </a:spcAft>
            </a:pPr>
            <a:r>
              <a:rPr lang="en-US" sz="1200" b="1">
                <a:ea typeface="+mj-ea"/>
                <a:cs typeface="+mj-cs"/>
              </a:rPr>
              <a:t>Bullet point with supporting icon</a:t>
            </a:r>
            <a:endParaRPr sz="1200" b="1">
              <a:ea typeface="+mj-ea"/>
              <a:cs typeface="+mj-cs"/>
            </a:endParaRPr>
          </a:p>
        </p:txBody>
      </p:sp>
      <p:pic>
        <p:nvPicPr>
          <p:cNvPr id="13" name="Graphic 12">
            <a:extLst>
              <a:ext uri="{FF2B5EF4-FFF2-40B4-BE49-F238E27FC236}">
                <a16:creationId xmlns:a16="http://schemas.microsoft.com/office/drawing/2014/main" id="{680F63E3-830D-4A09-D78D-6CE1B25C9138}"/>
              </a:ext>
              <a:ext uri="{C183D7F6-B498-43B3-948B-1728B52AA6E4}">
                <adec:decorative xmlns:adec="http://schemas.microsoft.com/office/drawing/2017/decorative" val="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42128" y="3547380"/>
            <a:ext cx="457200" cy="457200"/>
          </a:xfrm>
          <a:prstGeom prst="rect">
            <a:avLst/>
          </a:prstGeom>
        </p:spPr>
      </p:pic>
      <p:sp>
        <p:nvSpPr>
          <p:cNvPr id="26" name="object 2">
            <a:extLst>
              <a:ext uri="{FF2B5EF4-FFF2-40B4-BE49-F238E27FC236}">
                <a16:creationId xmlns:a16="http://schemas.microsoft.com/office/drawing/2014/main" id="{6AE48281-4710-91B9-1F7B-EBD072338429}"/>
              </a:ext>
            </a:extLst>
          </p:cNvPr>
          <p:cNvSpPr txBox="1">
            <a:spLocks/>
          </p:cNvSpPr>
          <p:nvPr/>
        </p:nvSpPr>
        <p:spPr>
          <a:xfrm>
            <a:off x="4342128" y="4128468"/>
            <a:ext cx="1651000" cy="498850"/>
          </a:xfrm>
          <a:prstGeom prst="rect">
            <a:avLst/>
          </a:prstGeom>
        </p:spPr>
        <p:txBody>
          <a:bodyPr vert="horz" wrap="square" lIns="0" tIns="7315" rIns="0" bIns="0" rtlCol="0">
            <a:noAutofit/>
          </a:bodyPr>
          <a:lstStyle/>
          <a:p>
            <a:pPr marR="3080">
              <a:lnSpc>
                <a:spcPct val="110000"/>
              </a:lnSpc>
              <a:spcBef>
                <a:spcPct val="0"/>
              </a:spcBef>
              <a:spcAft>
                <a:spcPts val="1000"/>
              </a:spcAft>
            </a:pPr>
            <a:r>
              <a:rPr lang="en-US" sz="1200" b="1">
                <a:ea typeface="+mj-ea"/>
                <a:cs typeface="+mj-cs"/>
              </a:rPr>
              <a:t>Bullet point with supporting icon</a:t>
            </a:r>
            <a:endParaRPr sz="1200" b="1">
              <a:ea typeface="+mj-ea"/>
              <a:cs typeface="+mj-cs"/>
            </a:endParaRPr>
          </a:p>
        </p:txBody>
      </p:sp>
      <p:pic>
        <p:nvPicPr>
          <p:cNvPr id="15" name="Graphic 14">
            <a:extLst>
              <a:ext uri="{FF2B5EF4-FFF2-40B4-BE49-F238E27FC236}">
                <a16:creationId xmlns:a16="http://schemas.microsoft.com/office/drawing/2014/main" id="{E6CF751D-FF69-B727-A91A-473673386D24}"/>
              </a:ext>
              <a:ext uri="{C183D7F6-B498-43B3-948B-1728B52AA6E4}">
                <adec:decorative xmlns:adec="http://schemas.microsoft.com/office/drawing/2017/decorative" val="1"/>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51580" y="4727876"/>
            <a:ext cx="457200" cy="457200"/>
          </a:xfrm>
          <a:prstGeom prst="rect">
            <a:avLst/>
          </a:prstGeom>
        </p:spPr>
      </p:pic>
      <p:sp>
        <p:nvSpPr>
          <p:cNvPr id="35" name="object 2">
            <a:extLst>
              <a:ext uri="{FF2B5EF4-FFF2-40B4-BE49-F238E27FC236}">
                <a16:creationId xmlns:a16="http://schemas.microsoft.com/office/drawing/2014/main" id="{A20DB1EC-45E3-CFA9-B0E8-AE7E4A955267}"/>
              </a:ext>
            </a:extLst>
          </p:cNvPr>
          <p:cNvSpPr txBox="1">
            <a:spLocks/>
          </p:cNvSpPr>
          <p:nvPr/>
        </p:nvSpPr>
        <p:spPr>
          <a:xfrm>
            <a:off x="571500" y="5308963"/>
            <a:ext cx="1651000" cy="498850"/>
          </a:xfrm>
          <a:prstGeom prst="rect">
            <a:avLst/>
          </a:prstGeom>
        </p:spPr>
        <p:txBody>
          <a:bodyPr vert="horz" wrap="square" lIns="0" tIns="7315" rIns="0" bIns="0" rtlCol="0">
            <a:noAutofit/>
          </a:bodyPr>
          <a:lstStyle/>
          <a:p>
            <a:pPr marR="3080">
              <a:lnSpc>
                <a:spcPct val="110000"/>
              </a:lnSpc>
              <a:spcBef>
                <a:spcPct val="0"/>
              </a:spcBef>
              <a:spcAft>
                <a:spcPts val="1000"/>
              </a:spcAft>
            </a:pPr>
            <a:r>
              <a:rPr lang="en-US" sz="1200" b="1">
                <a:ea typeface="+mj-ea"/>
                <a:cs typeface="+mj-cs"/>
              </a:rPr>
              <a:t>Bullet point with supporting icon</a:t>
            </a:r>
            <a:endParaRPr sz="1200" b="1">
              <a:ea typeface="+mj-ea"/>
              <a:cs typeface="+mj-cs"/>
            </a:endParaRPr>
          </a:p>
        </p:txBody>
      </p:sp>
      <p:pic>
        <p:nvPicPr>
          <p:cNvPr id="16" name="Graphic 15">
            <a:extLst>
              <a:ext uri="{FF2B5EF4-FFF2-40B4-BE49-F238E27FC236}">
                <a16:creationId xmlns:a16="http://schemas.microsoft.com/office/drawing/2014/main" id="{77AB8077-2223-F58F-4734-03039B784FA4}"/>
              </a:ext>
              <a:ext uri="{C183D7F6-B498-43B3-948B-1728B52AA6E4}">
                <adec:decorative xmlns:adec="http://schemas.microsoft.com/office/drawing/2017/decorative" val="1"/>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451101" y="4727876"/>
            <a:ext cx="457200" cy="457200"/>
          </a:xfrm>
          <a:prstGeom prst="rect">
            <a:avLst/>
          </a:prstGeom>
        </p:spPr>
      </p:pic>
      <p:sp>
        <p:nvSpPr>
          <p:cNvPr id="38" name="object 2">
            <a:extLst>
              <a:ext uri="{FF2B5EF4-FFF2-40B4-BE49-F238E27FC236}">
                <a16:creationId xmlns:a16="http://schemas.microsoft.com/office/drawing/2014/main" id="{A730FC6B-C162-E1C5-29A8-34EE98EF350D}"/>
              </a:ext>
            </a:extLst>
          </p:cNvPr>
          <p:cNvSpPr txBox="1">
            <a:spLocks/>
          </p:cNvSpPr>
          <p:nvPr/>
        </p:nvSpPr>
        <p:spPr>
          <a:xfrm>
            <a:off x="2456814" y="5308963"/>
            <a:ext cx="1651000" cy="498850"/>
          </a:xfrm>
          <a:prstGeom prst="rect">
            <a:avLst/>
          </a:prstGeom>
        </p:spPr>
        <p:txBody>
          <a:bodyPr vert="horz" wrap="square" lIns="0" tIns="7315" rIns="0" bIns="0" rtlCol="0">
            <a:noAutofit/>
          </a:bodyPr>
          <a:lstStyle/>
          <a:p>
            <a:pPr marR="3080">
              <a:lnSpc>
                <a:spcPct val="110000"/>
              </a:lnSpc>
              <a:spcBef>
                <a:spcPct val="0"/>
              </a:spcBef>
              <a:spcAft>
                <a:spcPts val="1000"/>
              </a:spcAft>
            </a:pPr>
            <a:r>
              <a:rPr lang="en-US" sz="1200" b="1">
                <a:ea typeface="+mj-ea"/>
                <a:cs typeface="+mj-cs"/>
              </a:rPr>
              <a:t>Bullet point with supporting icon</a:t>
            </a:r>
            <a:endParaRPr sz="1200" b="1">
              <a:ea typeface="+mj-ea"/>
              <a:cs typeface="+mj-cs"/>
            </a:endParaRPr>
          </a:p>
        </p:txBody>
      </p:sp>
      <p:pic>
        <p:nvPicPr>
          <p:cNvPr id="14" name="Graphic 13">
            <a:extLst>
              <a:ext uri="{FF2B5EF4-FFF2-40B4-BE49-F238E27FC236}">
                <a16:creationId xmlns:a16="http://schemas.microsoft.com/office/drawing/2014/main" id="{8DAF162F-D279-98B4-1A87-DC92AA96A427}"/>
              </a:ext>
              <a:ext uri="{C183D7F6-B498-43B3-948B-1728B52AA6E4}">
                <adec:decorative xmlns:adec="http://schemas.microsoft.com/office/drawing/2017/decorative" val="1"/>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342128" y="4727876"/>
            <a:ext cx="457200" cy="457200"/>
          </a:xfrm>
          <a:prstGeom prst="rect">
            <a:avLst/>
          </a:prstGeom>
        </p:spPr>
      </p:pic>
      <p:sp>
        <p:nvSpPr>
          <p:cNvPr id="40" name="object 2">
            <a:extLst>
              <a:ext uri="{FF2B5EF4-FFF2-40B4-BE49-F238E27FC236}">
                <a16:creationId xmlns:a16="http://schemas.microsoft.com/office/drawing/2014/main" id="{B91AD280-F185-E433-9646-907E5D9BB329}"/>
              </a:ext>
            </a:extLst>
          </p:cNvPr>
          <p:cNvSpPr txBox="1">
            <a:spLocks/>
          </p:cNvSpPr>
          <p:nvPr/>
        </p:nvSpPr>
        <p:spPr>
          <a:xfrm>
            <a:off x="4342128" y="5308963"/>
            <a:ext cx="1651000" cy="498850"/>
          </a:xfrm>
          <a:prstGeom prst="rect">
            <a:avLst/>
          </a:prstGeom>
        </p:spPr>
        <p:txBody>
          <a:bodyPr vert="horz" wrap="square" lIns="0" tIns="7315" rIns="0" bIns="0" rtlCol="0">
            <a:noAutofit/>
          </a:bodyPr>
          <a:lstStyle/>
          <a:p>
            <a:pPr marR="3080">
              <a:lnSpc>
                <a:spcPct val="110000"/>
              </a:lnSpc>
              <a:spcBef>
                <a:spcPct val="0"/>
              </a:spcBef>
              <a:spcAft>
                <a:spcPts val="1000"/>
              </a:spcAft>
            </a:pPr>
            <a:r>
              <a:rPr lang="en-US" sz="1200" b="1">
                <a:ea typeface="+mj-ea"/>
                <a:cs typeface="+mj-cs"/>
              </a:rPr>
              <a:t>Bullet point with supporting icon</a:t>
            </a:r>
            <a:endParaRPr sz="1200" b="1">
              <a:ea typeface="+mj-ea"/>
              <a:cs typeface="+mj-cs"/>
            </a:endParaRPr>
          </a:p>
        </p:txBody>
      </p:sp>
      <p:sp>
        <p:nvSpPr>
          <p:cNvPr id="3" name="Footer Placeholder 2">
            <a:extLst>
              <a:ext uri="{FF2B5EF4-FFF2-40B4-BE49-F238E27FC236}">
                <a16:creationId xmlns:a16="http://schemas.microsoft.com/office/drawing/2014/main" id="{FF2E538F-7652-2856-1D51-F7969E49792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6EE59FFA-CF28-0FA7-3BB7-F51672A0C5D9}"/>
              </a:ext>
              <a:ext uri="{C183D7F6-B498-43B3-948B-1728B52AA6E4}">
                <adec:decorative xmlns:adec="http://schemas.microsoft.com/office/drawing/2017/decorative" val="1"/>
              </a:ext>
            </a:extLst>
          </p:cNvPr>
          <p:cNvSpPr>
            <a:spLocks noGrp="1"/>
          </p:cNvSpPr>
          <p:nvPr>
            <p:ph type="dt" sz="half" idx="11"/>
          </p:nvPr>
        </p:nvSpPr>
        <p:spPr/>
        <p:txBody>
          <a:bodyPr/>
          <a:lstStyle/>
          <a:p>
            <a:fld id="{FC92DF37-EA10-451B-AF80-39795D2754A0}" type="datetimeyyyy">
              <a:rPr lang="en-US" smtClean="0"/>
              <a:t>2025</a:t>
            </a:fld>
            <a:endParaRPr lang="en-US"/>
          </a:p>
        </p:txBody>
      </p:sp>
      <p:sp>
        <p:nvSpPr>
          <p:cNvPr id="4" name="Slide Number Placeholder 3">
            <a:extLst>
              <a:ext uri="{FF2B5EF4-FFF2-40B4-BE49-F238E27FC236}">
                <a16:creationId xmlns:a16="http://schemas.microsoft.com/office/drawing/2014/main" id="{CC0C07D0-BBCC-8339-05C7-4CB2E18E810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76</a:t>
            </a:fld>
            <a:endParaRPr lang="en-US"/>
          </a:p>
        </p:txBody>
      </p:sp>
      <p:pic>
        <p:nvPicPr>
          <p:cNvPr id="11" name="Picture Placeholder 10" descr="Two people sitting in an office room">
            <a:extLst>
              <a:ext uri="{FF2B5EF4-FFF2-40B4-BE49-F238E27FC236}">
                <a16:creationId xmlns:a16="http://schemas.microsoft.com/office/drawing/2014/main" id="{F64746B3-E7A1-4E88-6209-959328C0D17F}"/>
              </a:ext>
            </a:extLst>
          </p:cNvPr>
          <p:cNvPicPr>
            <a:picLocks noGrp="1" noChangeAspect="1"/>
          </p:cNvPicPr>
          <p:nvPr>
            <p:ph type="pic" sz="quarter" idx="13"/>
          </p:nvPr>
        </p:nvPicPr>
        <p:blipFill>
          <a:blip r:embed="rId15" cstate="email">
            <a:extLst>
              <a:ext uri="{28A0092B-C50C-407E-A947-70E740481C1C}">
                <a14:useLocalDpi xmlns:a14="http://schemas.microsoft.com/office/drawing/2010/main"/>
              </a:ext>
            </a:extLst>
          </a:blip>
          <a:srcRect/>
          <a:stretch/>
        </p:blipFill>
        <p:spPr>
          <a:xfrm>
            <a:off x="6921500" y="8467"/>
            <a:ext cx="5270500" cy="6858000"/>
          </a:xfrm>
          <a:custGeom>
            <a:avLst/>
            <a:gdLst>
              <a:gd name="connsiteX0" fmla="*/ 840333 w 5041900"/>
              <a:gd name="connsiteY0" fmla="*/ 0 h 6858000"/>
              <a:gd name="connsiteX1" fmla="*/ 5041900 w 5041900"/>
              <a:gd name="connsiteY1" fmla="*/ 0 h 6858000"/>
              <a:gd name="connsiteX2" fmla="*/ 5041900 w 5041900"/>
              <a:gd name="connsiteY2" fmla="*/ 6858000 h 6858000"/>
              <a:gd name="connsiteX3" fmla="*/ 0 w 5041900"/>
              <a:gd name="connsiteY3" fmla="*/ 6858000 h 6858000"/>
              <a:gd name="connsiteX4" fmla="*/ 0 w 5041900"/>
              <a:gd name="connsiteY4" fmla="*/ 840333 h 6858000"/>
              <a:gd name="connsiteX5" fmla="*/ 840333 w 50419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1900" h="6858000">
                <a:moveTo>
                  <a:pt x="840333" y="0"/>
                </a:moveTo>
                <a:lnTo>
                  <a:pt x="5041900" y="0"/>
                </a:lnTo>
                <a:lnTo>
                  <a:pt x="5041900" y="6858000"/>
                </a:lnTo>
                <a:lnTo>
                  <a:pt x="0" y="6858000"/>
                </a:lnTo>
                <a:lnTo>
                  <a:pt x="0" y="840333"/>
                </a:lnTo>
                <a:cubicBezTo>
                  <a:pt x="0" y="376230"/>
                  <a:pt x="376230" y="0"/>
                  <a:pt x="840333" y="0"/>
                </a:cubicBezTo>
                <a:close/>
              </a:path>
            </a:pathLst>
          </a:custGeom>
        </p:spPr>
      </p:pic>
    </p:spTree>
    <p:extLst>
      <p:ext uri="{BB962C8B-B14F-4D97-AF65-F5344CB8AC3E}">
        <p14:creationId xmlns:p14="http://schemas.microsoft.com/office/powerpoint/2010/main" val="19698079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7FDC76-4120-925B-B1FC-13B89C3CDFA4}"/>
              </a:ext>
            </a:extLst>
          </p:cNvPr>
          <p:cNvSpPr>
            <a:spLocks noGrp="1"/>
          </p:cNvSpPr>
          <p:nvPr>
            <p:ph type="title"/>
          </p:nvPr>
        </p:nvSpPr>
        <p:spPr/>
        <p:txBody>
          <a:bodyPr/>
          <a:lstStyle/>
          <a:p>
            <a:r>
              <a:rPr lang="en-US"/>
              <a:t>Slide headline. </a:t>
            </a:r>
            <a:br>
              <a:rPr lang="en-US"/>
            </a:br>
            <a:r>
              <a:rPr lang="en-US">
                <a:solidFill>
                  <a:schemeClr val="accent1"/>
                </a:solidFill>
              </a:rPr>
              <a:t>Should not </a:t>
            </a:r>
            <a:br>
              <a:rPr lang="en-US">
                <a:solidFill>
                  <a:schemeClr val="accent1"/>
                </a:solidFill>
              </a:rPr>
            </a:br>
            <a:r>
              <a:rPr lang="en-US">
                <a:solidFill>
                  <a:schemeClr val="accent1"/>
                </a:solidFill>
              </a:rPr>
              <a:t>exceed three lines. </a:t>
            </a:r>
            <a:endParaRPr lang="en-US"/>
          </a:p>
        </p:txBody>
      </p:sp>
      <p:sp>
        <p:nvSpPr>
          <p:cNvPr id="6" name="Text Placeholder 5">
            <a:extLst>
              <a:ext uri="{FF2B5EF4-FFF2-40B4-BE49-F238E27FC236}">
                <a16:creationId xmlns:a16="http://schemas.microsoft.com/office/drawing/2014/main" id="{AA84542E-4A7B-37E4-856A-9D83E1E09A3F}"/>
              </a:ext>
            </a:extLst>
          </p:cNvPr>
          <p:cNvSpPr>
            <a:spLocks noGrp="1"/>
          </p:cNvSpPr>
          <p:nvPr>
            <p:ph type="body" sz="quarter" idx="20"/>
          </p:nvPr>
        </p:nvSpPr>
        <p:spPr/>
        <p:txBody>
          <a:bodyPr/>
          <a:lstStyle/>
          <a:p>
            <a:r>
              <a:rPr lang="en-US"/>
              <a:t>Subtitle </a:t>
            </a:r>
            <a:r>
              <a:rPr lang="pt-BR"/>
              <a:t>necupta ius consequ osseritem quis eium faceperibus re.</a:t>
            </a:r>
          </a:p>
        </p:txBody>
      </p:sp>
      <p:sp>
        <p:nvSpPr>
          <p:cNvPr id="29" name="object 2">
            <a:extLst>
              <a:ext uri="{FF2B5EF4-FFF2-40B4-BE49-F238E27FC236}">
                <a16:creationId xmlns:a16="http://schemas.microsoft.com/office/drawing/2014/main" id="{DAE2F9B1-690A-ED35-CE9C-7FB5864D6C8D}"/>
              </a:ext>
            </a:extLst>
          </p:cNvPr>
          <p:cNvSpPr txBox="1"/>
          <p:nvPr/>
        </p:nvSpPr>
        <p:spPr>
          <a:xfrm>
            <a:off x="571500" y="3804418"/>
            <a:ext cx="1651000" cy="970936"/>
          </a:xfrm>
          <a:prstGeom prst="rect">
            <a:avLst/>
          </a:prstGeom>
        </p:spPr>
        <p:txBody>
          <a:bodyPr vert="horz" wrap="square" lIns="0" tIns="7315" rIns="0" bIns="0" rtlCol="0">
            <a:noAutofit/>
          </a:bodyPr>
          <a:lstStyle/>
          <a:p>
            <a:pPr marR="3080">
              <a:lnSpc>
                <a:spcPct val="110000"/>
              </a:lnSpc>
              <a:spcAft>
                <a:spcPts val="1000"/>
              </a:spcAft>
            </a:pPr>
            <a:r>
              <a:rPr lang="en-US" sz="1200" b="1" cap="all" spc="150">
                <a:solidFill>
                  <a:schemeClr val="accent1"/>
                </a:solidFill>
                <a:ea typeface="+mj-ea"/>
                <a:cs typeface="+mj-cs"/>
              </a:rPr>
              <a:t>01</a:t>
            </a:r>
          </a:p>
          <a:p>
            <a:pPr marR="3080">
              <a:lnSpc>
                <a:spcPct val="110000"/>
              </a:lnSpc>
              <a:spcAft>
                <a:spcPts val="1000"/>
              </a:spcAft>
            </a:pPr>
            <a:r>
              <a:rPr lang="en-US" sz="1200" b="1">
                <a:ea typeface="+mj-ea"/>
                <a:cs typeface="+mj-cs"/>
              </a:rPr>
              <a:t>Bullet point with supporting icon</a:t>
            </a:r>
            <a:endParaRPr sz="1200" b="1">
              <a:ea typeface="+mj-ea"/>
              <a:cs typeface="+mj-cs"/>
            </a:endParaRPr>
          </a:p>
        </p:txBody>
      </p:sp>
      <p:sp>
        <p:nvSpPr>
          <p:cNvPr id="30" name="object 2">
            <a:extLst>
              <a:ext uri="{FF2B5EF4-FFF2-40B4-BE49-F238E27FC236}">
                <a16:creationId xmlns:a16="http://schemas.microsoft.com/office/drawing/2014/main" id="{F550C908-67C0-2882-0CF8-D5A3B8AC8FE0}"/>
              </a:ext>
            </a:extLst>
          </p:cNvPr>
          <p:cNvSpPr txBox="1">
            <a:spLocks/>
          </p:cNvSpPr>
          <p:nvPr/>
        </p:nvSpPr>
        <p:spPr>
          <a:xfrm>
            <a:off x="2456814" y="3804418"/>
            <a:ext cx="1651000" cy="970936"/>
          </a:xfrm>
          <a:prstGeom prst="rect">
            <a:avLst/>
          </a:prstGeom>
        </p:spPr>
        <p:txBody>
          <a:bodyPr vert="horz" wrap="square" lIns="0" tIns="7315" rIns="0" bIns="0" rtlCol="0">
            <a:noAutofit/>
          </a:bodyPr>
          <a:lstStyle/>
          <a:p>
            <a:pPr marR="3080">
              <a:lnSpc>
                <a:spcPct val="110000"/>
              </a:lnSpc>
              <a:spcAft>
                <a:spcPts val="1000"/>
              </a:spcAft>
            </a:pPr>
            <a:r>
              <a:rPr lang="en-US" sz="1200" b="1" cap="all" spc="150">
                <a:solidFill>
                  <a:schemeClr val="accent1"/>
                </a:solidFill>
                <a:ea typeface="+mj-ea"/>
                <a:cs typeface="+mj-cs"/>
              </a:rPr>
              <a:t>02</a:t>
            </a:r>
          </a:p>
          <a:p>
            <a:pPr marR="3080">
              <a:lnSpc>
                <a:spcPct val="110000"/>
              </a:lnSpc>
              <a:spcAft>
                <a:spcPts val="1000"/>
              </a:spcAft>
            </a:pPr>
            <a:r>
              <a:rPr lang="en-US" sz="1200" b="1">
                <a:ea typeface="+mj-ea"/>
                <a:cs typeface="+mj-cs"/>
              </a:rPr>
              <a:t>Bullet point with supporting icon</a:t>
            </a:r>
            <a:endParaRPr sz="1200" b="1">
              <a:ea typeface="+mj-ea"/>
              <a:cs typeface="+mj-cs"/>
            </a:endParaRPr>
          </a:p>
        </p:txBody>
      </p:sp>
      <p:sp>
        <p:nvSpPr>
          <p:cNvPr id="31" name="object 2">
            <a:extLst>
              <a:ext uri="{FF2B5EF4-FFF2-40B4-BE49-F238E27FC236}">
                <a16:creationId xmlns:a16="http://schemas.microsoft.com/office/drawing/2014/main" id="{9A903789-223E-213E-0977-ADD539E3C908}"/>
              </a:ext>
            </a:extLst>
          </p:cNvPr>
          <p:cNvSpPr txBox="1">
            <a:spLocks/>
          </p:cNvSpPr>
          <p:nvPr/>
        </p:nvSpPr>
        <p:spPr>
          <a:xfrm>
            <a:off x="4342128" y="3804418"/>
            <a:ext cx="1651000" cy="970936"/>
          </a:xfrm>
          <a:prstGeom prst="rect">
            <a:avLst/>
          </a:prstGeom>
        </p:spPr>
        <p:txBody>
          <a:bodyPr vert="horz" wrap="square" lIns="0" tIns="7315" rIns="0" bIns="0" rtlCol="0">
            <a:noAutofit/>
          </a:bodyPr>
          <a:lstStyle/>
          <a:p>
            <a:pPr marR="3080">
              <a:lnSpc>
                <a:spcPct val="110000"/>
              </a:lnSpc>
              <a:spcAft>
                <a:spcPts val="1000"/>
              </a:spcAft>
            </a:pPr>
            <a:r>
              <a:rPr lang="en-US" sz="1200" b="1" cap="all" spc="150">
                <a:solidFill>
                  <a:schemeClr val="accent1"/>
                </a:solidFill>
                <a:ea typeface="+mj-ea"/>
                <a:cs typeface="+mj-cs"/>
              </a:rPr>
              <a:t>03</a:t>
            </a:r>
          </a:p>
          <a:p>
            <a:pPr marR="3080">
              <a:lnSpc>
                <a:spcPct val="110000"/>
              </a:lnSpc>
              <a:spcAft>
                <a:spcPts val="1000"/>
              </a:spcAft>
            </a:pPr>
            <a:r>
              <a:rPr lang="en-US" sz="1200" b="1">
                <a:ea typeface="+mj-ea"/>
                <a:cs typeface="+mj-cs"/>
              </a:rPr>
              <a:t>Bullet point with supporting icon</a:t>
            </a:r>
            <a:endParaRPr sz="1200" b="1">
              <a:ea typeface="+mj-ea"/>
              <a:cs typeface="+mj-cs"/>
            </a:endParaRPr>
          </a:p>
        </p:txBody>
      </p:sp>
      <p:sp>
        <p:nvSpPr>
          <p:cNvPr id="32" name="object 2">
            <a:extLst>
              <a:ext uri="{FF2B5EF4-FFF2-40B4-BE49-F238E27FC236}">
                <a16:creationId xmlns:a16="http://schemas.microsoft.com/office/drawing/2014/main" id="{B88A96A7-2764-2F34-3D47-EED5B378A43F}"/>
              </a:ext>
            </a:extLst>
          </p:cNvPr>
          <p:cNvSpPr txBox="1">
            <a:spLocks/>
          </p:cNvSpPr>
          <p:nvPr/>
        </p:nvSpPr>
        <p:spPr>
          <a:xfrm>
            <a:off x="571500" y="4988749"/>
            <a:ext cx="1651000" cy="980768"/>
          </a:xfrm>
          <a:prstGeom prst="rect">
            <a:avLst/>
          </a:prstGeom>
        </p:spPr>
        <p:txBody>
          <a:bodyPr vert="horz" wrap="square" lIns="0" tIns="7315" rIns="0" bIns="0" rtlCol="0">
            <a:noAutofit/>
          </a:bodyPr>
          <a:lstStyle/>
          <a:p>
            <a:pPr marR="3080">
              <a:lnSpc>
                <a:spcPct val="110000"/>
              </a:lnSpc>
              <a:spcAft>
                <a:spcPts val="1000"/>
              </a:spcAft>
            </a:pPr>
            <a:r>
              <a:rPr lang="en-US" sz="1200" b="1" cap="all" spc="150">
                <a:solidFill>
                  <a:schemeClr val="accent1"/>
                </a:solidFill>
                <a:ea typeface="+mj-ea"/>
                <a:cs typeface="+mj-cs"/>
              </a:rPr>
              <a:t>04</a:t>
            </a:r>
          </a:p>
          <a:p>
            <a:pPr marR="3080">
              <a:lnSpc>
                <a:spcPct val="110000"/>
              </a:lnSpc>
              <a:spcAft>
                <a:spcPts val="1000"/>
              </a:spcAft>
            </a:pPr>
            <a:r>
              <a:rPr lang="en-US" sz="1200" b="1">
                <a:ea typeface="+mj-ea"/>
                <a:cs typeface="+mj-cs"/>
              </a:rPr>
              <a:t>Bullet point with supporting icon</a:t>
            </a:r>
            <a:endParaRPr sz="1200" b="1">
              <a:ea typeface="+mj-ea"/>
              <a:cs typeface="+mj-cs"/>
            </a:endParaRPr>
          </a:p>
        </p:txBody>
      </p:sp>
      <p:sp>
        <p:nvSpPr>
          <p:cNvPr id="33" name="object 2">
            <a:extLst>
              <a:ext uri="{FF2B5EF4-FFF2-40B4-BE49-F238E27FC236}">
                <a16:creationId xmlns:a16="http://schemas.microsoft.com/office/drawing/2014/main" id="{E32E8F53-77A5-455C-2A77-7AE1BF9DADED}"/>
              </a:ext>
            </a:extLst>
          </p:cNvPr>
          <p:cNvSpPr txBox="1">
            <a:spLocks/>
          </p:cNvSpPr>
          <p:nvPr/>
        </p:nvSpPr>
        <p:spPr>
          <a:xfrm>
            <a:off x="2456814" y="4988749"/>
            <a:ext cx="1651000" cy="980768"/>
          </a:xfrm>
          <a:prstGeom prst="rect">
            <a:avLst/>
          </a:prstGeom>
        </p:spPr>
        <p:txBody>
          <a:bodyPr vert="horz" wrap="square" lIns="0" tIns="7315" rIns="0" bIns="0" rtlCol="0">
            <a:noAutofit/>
          </a:bodyPr>
          <a:lstStyle/>
          <a:p>
            <a:pPr marR="3080">
              <a:lnSpc>
                <a:spcPct val="110000"/>
              </a:lnSpc>
              <a:spcAft>
                <a:spcPts val="1000"/>
              </a:spcAft>
            </a:pPr>
            <a:r>
              <a:rPr lang="en-US" sz="1200" b="1" cap="all" spc="150">
                <a:solidFill>
                  <a:schemeClr val="accent1"/>
                </a:solidFill>
                <a:ea typeface="+mj-ea"/>
                <a:cs typeface="+mj-cs"/>
              </a:rPr>
              <a:t>05</a:t>
            </a:r>
          </a:p>
          <a:p>
            <a:pPr marR="3080">
              <a:lnSpc>
                <a:spcPct val="110000"/>
              </a:lnSpc>
              <a:spcAft>
                <a:spcPts val="1000"/>
              </a:spcAft>
            </a:pPr>
            <a:r>
              <a:rPr lang="en-US" sz="1200" b="1">
                <a:ea typeface="+mj-ea"/>
                <a:cs typeface="+mj-cs"/>
              </a:rPr>
              <a:t>Bullet point with supporting icon</a:t>
            </a:r>
            <a:endParaRPr sz="1200" b="1">
              <a:ea typeface="+mj-ea"/>
              <a:cs typeface="+mj-cs"/>
            </a:endParaRPr>
          </a:p>
        </p:txBody>
      </p:sp>
      <p:sp>
        <p:nvSpPr>
          <p:cNvPr id="34" name="object 2">
            <a:extLst>
              <a:ext uri="{FF2B5EF4-FFF2-40B4-BE49-F238E27FC236}">
                <a16:creationId xmlns:a16="http://schemas.microsoft.com/office/drawing/2014/main" id="{21A736F3-53EE-32D8-6429-27928475BDEC}"/>
              </a:ext>
            </a:extLst>
          </p:cNvPr>
          <p:cNvSpPr txBox="1">
            <a:spLocks/>
          </p:cNvSpPr>
          <p:nvPr/>
        </p:nvSpPr>
        <p:spPr>
          <a:xfrm>
            <a:off x="4342128" y="4988749"/>
            <a:ext cx="1651000" cy="980768"/>
          </a:xfrm>
          <a:prstGeom prst="rect">
            <a:avLst/>
          </a:prstGeom>
        </p:spPr>
        <p:txBody>
          <a:bodyPr vert="horz" wrap="square" lIns="0" tIns="7315" rIns="0" bIns="0" rtlCol="0">
            <a:noAutofit/>
          </a:bodyPr>
          <a:lstStyle/>
          <a:p>
            <a:pPr marR="3080">
              <a:lnSpc>
                <a:spcPct val="110000"/>
              </a:lnSpc>
              <a:spcAft>
                <a:spcPts val="1000"/>
              </a:spcAft>
            </a:pPr>
            <a:r>
              <a:rPr lang="en-US" sz="1200" b="1" cap="all" spc="150">
                <a:solidFill>
                  <a:schemeClr val="accent1"/>
                </a:solidFill>
                <a:ea typeface="+mj-ea"/>
                <a:cs typeface="+mj-cs"/>
              </a:rPr>
              <a:t>06</a:t>
            </a:r>
          </a:p>
          <a:p>
            <a:pPr marR="3080">
              <a:lnSpc>
                <a:spcPct val="110000"/>
              </a:lnSpc>
              <a:spcAft>
                <a:spcPts val="1000"/>
              </a:spcAft>
            </a:pPr>
            <a:r>
              <a:rPr lang="en-US" sz="1200" b="1">
                <a:ea typeface="+mj-ea"/>
                <a:cs typeface="+mj-cs"/>
              </a:rPr>
              <a:t>Bullet point with supporting icon</a:t>
            </a:r>
            <a:endParaRPr sz="1200" b="1">
              <a:ea typeface="+mj-ea"/>
              <a:cs typeface="+mj-cs"/>
            </a:endParaRPr>
          </a:p>
        </p:txBody>
      </p:sp>
      <p:sp>
        <p:nvSpPr>
          <p:cNvPr id="3" name="Footer Placeholder 2">
            <a:extLst>
              <a:ext uri="{FF2B5EF4-FFF2-40B4-BE49-F238E27FC236}">
                <a16:creationId xmlns:a16="http://schemas.microsoft.com/office/drawing/2014/main" id="{FF2E538F-7652-2856-1D51-F7969E49792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6EE59FFA-CF28-0FA7-3BB7-F51672A0C5D9}"/>
              </a:ext>
              <a:ext uri="{C183D7F6-B498-43B3-948B-1728B52AA6E4}">
                <adec:decorative xmlns:adec="http://schemas.microsoft.com/office/drawing/2017/decorative" val="1"/>
              </a:ext>
            </a:extLst>
          </p:cNvPr>
          <p:cNvSpPr>
            <a:spLocks noGrp="1"/>
          </p:cNvSpPr>
          <p:nvPr>
            <p:ph type="dt" sz="half" idx="11"/>
          </p:nvPr>
        </p:nvSpPr>
        <p:spPr/>
        <p:txBody>
          <a:bodyPr/>
          <a:lstStyle/>
          <a:p>
            <a:fld id="{BEE6BB0D-6280-4883-80EA-50D187500C65}" type="datetimeyyyy">
              <a:rPr lang="en-US" smtClean="0"/>
              <a:t>2025</a:t>
            </a:fld>
            <a:endParaRPr lang="en-US"/>
          </a:p>
        </p:txBody>
      </p:sp>
      <p:sp>
        <p:nvSpPr>
          <p:cNvPr id="4" name="Slide Number Placeholder 3">
            <a:extLst>
              <a:ext uri="{FF2B5EF4-FFF2-40B4-BE49-F238E27FC236}">
                <a16:creationId xmlns:a16="http://schemas.microsoft.com/office/drawing/2014/main" id="{CC0C07D0-BBCC-8339-05C7-4CB2E18E810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77</a:t>
            </a:fld>
            <a:endParaRPr lang="en-US"/>
          </a:p>
        </p:txBody>
      </p:sp>
      <p:pic>
        <p:nvPicPr>
          <p:cNvPr id="9" name="Picture Placeholder 8" descr="Two people sitting in an office room&#10;&#10;">
            <a:extLst>
              <a:ext uri="{FF2B5EF4-FFF2-40B4-BE49-F238E27FC236}">
                <a16:creationId xmlns:a16="http://schemas.microsoft.com/office/drawing/2014/main" id="{9F5B49C1-95A4-D110-6B28-EC5225CF9494}"/>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b="-37"/>
          <a:stretch/>
        </p:blipFill>
        <p:spPr>
          <a:xfrm>
            <a:off x="6921500" y="0"/>
            <a:ext cx="5270500" cy="6858000"/>
          </a:xfrm>
          <a:custGeom>
            <a:avLst/>
            <a:gdLst>
              <a:gd name="connsiteX0" fmla="*/ 840333 w 5041900"/>
              <a:gd name="connsiteY0" fmla="*/ 0 h 6858000"/>
              <a:gd name="connsiteX1" fmla="*/ 5041900 w 5041900"/>
              <a:gd name="connsiteY1" fmla="*/ 0 h 6858000"/>
              <a:gd name="connsiteX2" fmla="*/ 5041900 w 5041900"/>
              <a:gd name="connsiteY2" fmla="*/ 6858000 h 6858000"/>
              <a:gd name="connsiteX3" fmla="*/ 0 w 5041900"/>
              <a:gd name="connsiteY3" fmla="*/ 6858000 h 6858000"/>
              <a:gd name="connsiteX4" fmla="*/ 0 w 5041900"/>
              <a:gd name="connsiteY4" fmla="*/ 840333 h 6858000"/>
              <a:gd name="connsiteX5" fmla="*/ 840333 w 50419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1900" h="6858000">
                <a:moveTo>
                  <a:pt x="840333" y="0"/>
                </a:moveTo>
                <a:lnTo>
                  <a:pt x="5041900" y="0"/>
                </a:lnTo>
                <a:lnTo>
                  <a:pt x="5041900" y="6858000"/>
                </a:lnTo>
                <a:lnTo>
                  <a:pt x="0" y="6858000"/>
                </a:lnTo>
                <a:lnTo>
                  <a:pt x="0" y="840333"/>
                </a:lnTo>
                <a:cubicBezTo>
                  <a:pt x="0" y="376230"/>
                  <a:pt x="376230" y="0"/>
                  <a:pt x="840333" y="0"/>
                </a:cubicBezTo>
                <a:close/>
              </a:path>
            </a:pathLst>
          </a:custGeom>
        </p:spPr>
      </p:pic>
    </p:spTree>
    <p:extLst>
      <p:ext uri="{BB962C8B-B14F-4D97-AF65-F5344CB8AC3E}">
        <p14:creationId xmlns:p14="http://schemas.microsoft.com/office/powerpoint/2010/main" val="18548737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79">
            <a:extLst>
              <a:ext uri="{FF2B5EF4-FFF2-40B4-BE49-F238E27FC236}">
                <a16:creationId xmlns:a16="http://schemas.microsoft.com/office/drawing/2014/main" id="{F4819947-5EB1-7E91-F1E9-729D9A6DB975}"/>
              </a:ext>
            </a:extLst>
          </p:cNvPr>
          <p:cNvSpPr>
            <a:spLocks noGrp="1"/>
          </p:cNvSpPr>
          <p:nvPr>
            <p:ph type="title"/>
          </p:nvPr>
        </p:nvSpPr>
        <p:spPr/>
        <p:txBody>
          <a:bodyPr/>
          <a:lstStyle/>
          <a:p>
            <a:r>
              <a:rPr lang="en-US"/>
              <a:t>Iconography</a:t>
            </a:r>
          </a:p>
        </p:txBody>
      </p:sp>
      <p:sp>
        <p:nvSpPr>
          <p:cNvPr id="3" name="Footer Placeholder 2">
            <a:extLst>
              <a:ext uri="{FF2B5EF4-FFF2-40B4-BE49-F238E27FC236}">
                <a16:creationId xmlns:a16="http://schemas.microsoft.com/office/drawing/2014/main" id="{8685D85C-C470-EE4A-DEDC-2EF54ED496C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B250A40B-E513-2C0D-4377-5D91EF3FED69}"/>
              </a:ext>
              <a:ext uri="{C183D7F6-B498-43B3-948B-1728B52AA6E4}">
                <adec:decorative xmlns:adec="http://schemas.microsoft.com/office/drawing/2017/decorative" val="1"/>
              </a:ext>
            </a:extLst>
          </p:cNvPr>
          <p:cNvSpPr>
            <a:spLocks noGrp="1"/>
          </p:cNvSpPr>
          <p:nvPr>
            <p:ph type="dt" sz="half" idx="11"/>
          </p:nvPr>
        </p:nvSpPr>
        <p:spPr/>
        <p:txBody>
          <a:bodyPr/>
          <a:lstStyle/>
          <a:p>
            <a:fld id="{5B307E5F-ED83-4B97-8EE9-49CE80214572}" type="datetimeyyyy">
              <a:rPr lang="en-US" smtClean="0"/>
              <a:t>2025</a:t>
            </a:fld>
            <a:endParaRPr lang="en-US"/>
          </a:p>
        </p:txBody>
      </p:sp>
      <p:sp>
        <p:nvSpPr>
          <p:cNvPr id="4" name="Slide Number Placeholder 3">
            <a:extLst>
              <a:ext uri="{FF2B5EF4-FFF2-40B4-BE49-F238E27FC236}">
                <a16:creationId xmlns:a16="http://schemas.microsoft.com/office/drawing/2014/main" id="{355F435C-3BF7-3AAA-293A-7EA182B32DC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78</a:t>
            </a:fld>
            <a:endParaRPr lang="en-US"/>
          </a:p>
        </p:txBody>
      </p:sp>
      <p:cxnSp>
        <p:nvCxnSpPr>
          <p:cNvPr id="81" name="Straight Connector 80">
            <a:extLst>
              <a:ext uri="{FF2B5EF4-FFF2-40B4-BE49-F238E27FC236}">
                <a16:creationId xmlns:a16="http://schemas.microsoft.com/office/drawing/2014/main" id="{4A2C80E1-8EB4-2C3A-BE64-9D9618213570}"/>
              </a:ext>
              <a:ext uri="{C183D7F6-B498-43B3-948B-1728B52AA6E4}">
                <adec:decorative xmlns:adec="http://schemas.microsoft.com/office/drawing/2017/decorative" val="1"/>
              </a:ext>
            </a:extLst>
          </p:cNvPr>
          <p:cNvCxnSpPr>
            <a:cxnSpLocks/>
          </p:cNvCxnSpPr>
          <p:nvPr/>
        </p:nvCxnSpPr>
        <p:spPr>
          <a:xfrm flipH="1">
            <a:off x="571500" y="1885274"/>
            <a:ext cx="35306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82" name="object 4">
            <a:extLst>
              <a:ext uri="{FF2B5EF4-FFF2-40B4-BE49-F238E27FC236}">
                <a16:creationId xmlns:a16="http://schemas.microsoft.com/office/drawing/2014/main" id="{9317AEF0-EF29-55B5-247A-79144A828ECD}"/>
              </a:ext>
            </a:extLst>
          </p:cNvPr>
          <p:cNvSpPr txBox="1"/>
          <p:nvPr/>
        </p:nvSpPr>
        <p:spPr>
          <a:xfrm>
            <a:off x="587703" y="1306867"/>
            <a:ext cx="2574597" cy="396296"/>
          </a:xfrm>
          <a:prstGeom prst="rect">
            <a:avLst/>
          </a:prstGeom>
        </p:spPr>
        <p:txBody>
          <a:bodyPr vert="horz" wrap="square" lIns="0" tIns="0" rIns="0" bIns="0" rtlCol="0" anchor="b">
            <a:noAutofit/>
          </a:bodyPr>
          <a:lstStyle>
            <a:defPPr>
              <a:defRPr lang="en-US"/>
            </a:defPPr>
            <a:lvl1pPr>
              <a:lnSpc>
                <a:spcPct val="90000"/>
              </a:lnSpc>
              <a:spcBef>
                <a:spcPct val="0"/>
              </a:spcBef>
              <a:defRPr sz="1600" b="1">
                <a:ea typeface="+mj-ea"/>
                <a:cs typeface="+mj-cs"/>
              </a:defRPr>
            </a:lvl1pPr>
          </a:lstStyle>
          <a:p>
            <a:r>
              <a:rPr lang="en-US" sz="1200" cap="all" spc="150">
                <a:solidFill>
                  <a:schemeClr val="accent1"/>
                </a:solidFill>
              </a:rPr>
              <a:t>Size guidelines</a:t>
            </a:r>
          </a:p>
        </p:txBody>
      </p:sp>
      <p:pic>
        <p:nvPicPr>
          <p:cNvPr id="90" name="Graphic 89">
            <a:extLst>
              <a:ext uri="{FF2B5EF4-FFF2-40B4-BE49-F238E27FC236}">
                <a16:creationId xmlns:a16="http://schemas.microsoft.com/office/drawing/2014/main" id="{76123F19-DA38-C1D2-D614-ADDABFC30A34}"/>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266" y="2373643"/>
            <a:ext cx="2286000" cy="2286000"/>
          </a:xfrm>
          <a:prstGeom prst="rect">
            <a:avLst/>
          </a:prstGeom>
        </p:spPr>
      </p:pic>
      <p:pic>
        <p:nvPicPr>
          <p:cNvPr id="89" name="Graphic 88">
            <a:extLst>
              <a:ext uri="{FF2B5EF4-FFF2-40B4-BE49-F238E27FC236}">
                <a16:creationId xmlns:a16="http://schemas.microsoft.com/office/drawing/2014/main" id="{C0BF840C-029B-BED7-72CB-3DDFDB1277D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568268" y="4202443"/>
            <a:ext cx="457200" cy="457200"/>
          </a:xfrm>
          <a:prstGeom prst="rect">
            <a:avLst/>
          </a:prstGeom>
        </p:spPr>
      </p:pic>
      <p:sp>
        <p:nvSpPr>
          <p:cNvPr id="85" name="object 4">
            <a:extLst>
              <a:ext uri="{FF2B5EF4-FFF2-40B4-BE49-F238E27FC236}">
                <a16:creationId xmlns:a16="http://schemas.microsoft.com/office/drawing/2014/main" id="{B3A7E9A0-EA66-D0DA-0843-769CD6CDA8D4}"/>
              </a:ext>
            </a:extLst>
          </p:cNvPr>
          <p:cNvSpPr txBox="1"/>
          <p:nvPr/>
        </p:nvSpPr>
        <p:spPr>
          <a:xfrm>
            <a:off x="2332031" y="2402665"/>
            <a:ext cx="1042970" cy="969214"/>
          </a:xfrm>
          <a:prstGeom prst="rect">
            <a:avLst/>
          </a:prstGeom>
        </p:spPr>
        <p:txBody>
          <a:bodyPr vert="horz" wrap="square" lIns="0" tIns="0" rIns="0" bIns="0" rtlCol="0" anchor="t">
            <a:noAutofit/>
          </a:bodyPr>
          <a:lstStyle>
            <a:defPPr>
              <a:defRPr lang="en-US"/>
            </a:defPPr>
            <a:lvl1pPr>
              <a:lnSpc>
                <a:spcPct val="90000"/>
              </a:lnSpc>
              <a:spcBef>
                <a:spcPct val="0"/>
              </a:spcBef>
              <a:defRPr sz="1600" b="1">
                <a:ea typeface="+mj-ea"/>
                <a:cs typeface="+mj-cs"/>
              </a:defRPr>
            </a:lvl1pPr>
          </a:lstStyle>
          <a:p>
            <a:pPr marL="0" marR="3080" lvl="0" indent="0" algn="l" defTabSz="914400" rtl="0" eaLnBrk="1" fontAlgn="auto" latinLnBrk="0" hangingPunct="1">
              <a:lnSpc>
                <a:spcPct val="120000"/>
              </a:lnSpc>
              <a:spcBef>
                <a:spcPts val="600"/>
              </a:spcBef>
              <a:spcAft>
                <a:spcPts val="0"/>
              </a:spcAft>
              <a:buClrTx/>
              <a:buSzTx/>
              <a:buFontTx/>
              <a:buNone/>
              <a:tabLst/>
              <a:defRPr/>
            </a:pPr>
            <a:r>
              <a:rPr lang="en-US" sz="1400" b="0">
                <a:solidFill>
                  <a:prstClr val="black"/>
                </a:solidFill>
                <a:latin typeface="+mn-lt"/>
                <a:ea typeface="+mn-ea"/>
                <a:cs typeface="+mn-cs"/>
              </a:rPr>
              <a:t>Maximum icon height </a:t>
            </a:r>
            <a:br>
              <a:rPr lang="en-US" sz="1400" b="0">
                <a:solidFill>
                  <a:prstClr val="black"/>
                </a:solidFill>
                <a:latin typeface="+mn-lt"/>
                <a:ea typeface="+mn-ea"/>
                <a:cs typeface="+mn-cs"/>
              </a:rPr>
            </a:br>
            <a:r>
              <a:rPr lang="en-US" sz="1400">
                <a:solidFill>
                  <a:prstClr val="black"/>
                </a:solidFill>
                <a:latin typeface="+mn-lt"/>
                <a:ea typeface="+mn-ea"/>
                <a:cs typeface="+mn-cs"/>
              </a:rPr>
              <a:t>2.5 inches</a:t>
            </a:r>
            <a:endParaRPr kumimoji="0" lang="en-US" sz="1400" i="0" u="none" strike="noStrike" kern="1200" cap="none" spc="0" normalizeH="0" baseline="0" noProof="0">
              <a:ln>
                <a:noFill/>
              </a:ln>
              <a:solidFill>
                <a:prstClr val="black"/>
              </a:solidFill>
              <a:effectLst/>
              <a:uLnTx/>
              <a:uFillTx/>
              <a:latin typeface="+mn-lt"/>
              <a:ea typeface="+mn-ea"/>
              <a:cs typeface="+mn-cs"/>
            </a:endParaRPr>
          </a:p>
        </p:txBody>
      </p:sp>
      <p:sp>
        <p:nvSpPr>
          <p:cNvPr id="86" name="object 4">
            <a:extLst>
              <a:ext uri="{FF2B5EF4-FFF2-40B4-BE49-F238E27FC236}">
                <a16:creationId xmlns:a16="http://schemas.microsoft.com/office/drawing/2014/main" id="{326E5119-936C-2418-BD44-9580E89456BA}"/>
              </a:ext>
            </a:extLst>
          </p:cNvPr>
          <p:cNvSpPr txBox="1"/>
          <p:nvPr/>
        </p:nvSpPr>
        <p:spPr>
          <a:xfrm>
            <a:off x="3398518" y="3931364"/>
            <a:ext cx="941817" cy="757131"/>
          </a:xfrm>
          <a:prstGeom prst="rect">
            <a:avLst/>
          </a:prstGeom>
        </p:spPr>
        <p:txBody>
          <a:bodyPr vert="horz" wrap="square" lIns="0" tIns="0" rIns="0" bIns="0" rtlCol="0" anchor="t">
            <a:noAutofit/>
          </a:bodyPr>
          <a:lstStyle>
            <a:defPPr>
              <a:defRPr lang="en-US"/>
            </a:defPPr>
            <a:lvl1pPr>
              <a:lnSpc>
                <a:spcPct val="90000"/>
              </a:lnSpc>
              <a:spcBef>
                <a:spcPct val="0"/>
              </a:spcBef>
              <a:defRPr sz="1600" b="1">
                <a:ea typeface="+mj-ea"/>
                <a:cs typeface="+mj-cs"/>
              </a:defRPr>
            </a:lvl1pPr>
          </a:lstStyle>
          <a:p>
            <a:pPr marL="0" marR="3080" lvl="0" indent="0" algn="l" defTabSz="914400" rtl="0" eaLnBrk="1" fontAlgn="auto" latinLnBrk="0" hangingPunct="1">
              <a:lnSpc>
                <a:spcPct val="120000"/>
              </a:lnSpc>
              <a:spcBef>
                <a:spcPts val="60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mn-lt"/>
                <a:ea typeface="+mn-ea"/>
                <a:cs typeface="+mn-cs"/>
              </a:rPr>
              <a:t>Minimum icon height </a:t>
            </a:r>
            <a:r>
              <a:rPr kumimoji="0" lang="en-US" sz="1400" i="0" u="none" strike="noStrike" kern="1200" cap="none" spc="0" normalizeH="0" baseline="0" noProof="0">
                <a:ln>
                  <a:noFill/>
                </a:ln>
                <a:solidFill>
                  <a:prstClr val="black"/>
                </a:solidFill>
                <a:effectLst/>
                <a:uLnTx/>
                <a:uFillTx/>
                <a:latin typeface="+mn-lt"/>
                <a:ea typeface="+mn-ea"/>
                <a:cs typeface="+mn-cs"/>
              </a:rPr>
              <a:t>0.5 inches</a:t>
            </a:r>
          </a:p>
        </p:txBody>
      </p:sp>
      <p:cxnSp>
        <p:nvCxnSpPr>
          <p:cNvPr id="87" name="Straight Arrow Connector 86">
            <a:extLst>
              <a:ext uri="{FF2B5EF4-FFF2-40B4-BE49-F238E27FC236}">
                <a16:creationId xmlns:a16="http://schemas.microsoft.com/office/drawing/2014/main" id="{848F7B19-D28D-3B6B-E6A2-134E26AFA838}"/>
              </a:ext>
              <a:ext uri="{C183D7F6-B498-43B3-948B-1728B52AA6E4}">
                <adec:decorative xmlns:adec="http://schemas.microsoft.com/office/drawing/2017/decorative" val="1"/>
              </a:ext>
            </a:extLst>
          </p:cNvPr>
          <p:cNvCxnSpPr/>
          <p:nvPr/>
        </p:nvCxnSpPr>
        <p:spPr>
          <a:xfrm>
            <a:off x="2101249" y="2373643"/>
            <a:ext cx="0" cy="2286000"/>
          </a:xfrm>
          <a:prstGeom prst="straightConnector1">
            <a:avLst/>
          </a:prstGeom>
          <a:ln w="9525" cap="flat">
            <a:solidFill>
              <a:schemeClr val="tx1"/>
            </a:solidFill>
            <a:headEnd type="arrow" w="med" len="med"/>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21141656-2792-D477-10EF-83BC344A886A}"/>
              </a:ext>
              <a:ext uri="{C183D7F6-B498-43B3-948B-1728B52AA6E4}">
                <adec:decorative xmlns:adec="http://schemas.microsoft.com/office/drawing/2017/decorative" val="1"/>
              </a:ext>
            </a:extLst>
          </p:cNvPr>
          <p:cNvCxnSpPr/>
          <p:nvPr/>
        </p:nvCxnSpPr>
        <p:spPr>
          <a:xfrm>
            <a:off x="3164474" y="4202443"/>
            <a:ext cx="0" cy="457200"/>
          </a:xfrm>
          <a:prstGeom prst="straightConnector1">
            <a:avLst/>
          </a:prstGeom>
          <a:ln w="9525" cap="flat">
            <a:solidFill>
              <a:schemeClr val="tx1"/>
            </a:solidFill>
            <a:headEnd type="arrow" w="med" len="med"/>
            <a:tailEnd type="arrow" w="med" len="med"/>
          </a:ln>
          <a:effectLst/>
        </p:spPr>
        <p:style>
          <a:lnRef idx="2">
            <a:schemeClr val="accent1"/>
          </a:lnRef>
          <a:fillRef idx="0">
            <a:schemeClr val="accent1"/>
          </a:fillRef>
          <a:effectRef idx="1">
            <a:schemeClr val="accent1"/>
          </a:effectRef>
          <a:fontRef idx="minor">
            <a:schemeClr val="tx1"/>
          </a:fontRef>
        </p:style>
      </p:cxnSp>
      <p:pic>
        <p:nvPicPr>
          <p:cNvPr id="6" name="Graphic 5" descr="Bar chart icon">
            <a:extLst>
              <a:ext uri="{FF2B5EF4-FFF2-40B4-BE49-F238E27FC236}">
                <a16:creationId xmlns:a16="http://schemas.microsoft.com/office/drawing/2014/main" id="{A70E24D9-301B-E131-9F38-2F9441719F84}"/>
              </a:ext>
              <a:ext uri="{C183D7F6-B498-43B3-948B-1728B52AA6E4}">
                <adec:decorative xmlns:adec="http://schemas.microsoft.com/office/drawing/2017/decorative" val="0"/>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543893" y="773781"/>
            <a:ext cx="457200" cy="457200"/>
          </a:xfrm>
          <a:prstGeom prst="rect">
            <a:avLst/>
          </a:prstGeom>
        </p:spPr>
      </p:pic>
      <p:pic>
        <p:nvPicPr>
          <p:cNvPr id="5" name="Graphic 4" descr="Beverage icon">
            <a:extLst>
              <a:ext uri="{FF2B5EF4-FFF2-40B4-BE49-F238E27FC236}">
                <a16:creationId xmlns:a16="http://schemas.microsoft.com/office/drawing/2014/main" id="{367F120C-F0AF-2F79-99AC-3CC4231D8325}"/>
              </a:ext>
              <a:ext uri="{C183D7F6-B498-43B3-948B-1728B52AA6E4}">
                <adec:decorative xmlns:adec="http://schemas.microsoft.com/office/drawing/2017/decorative" val="0"/>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619794" y="773781"/>
            <a:ext cx="457200" cy="457200"/>
          </a:xfrm>
          <a:prstGeom prst="rect">
            <a:avLst/>
          </a:prstGeom>
        </p:spPr>
      </p:pic>
      <p:pic>
        <p:nvPicPr>
          <p:cNvPr id="8" name="Graphic 7" descr="Book icon">
            <a:extLst>
              <a:ext uri="{FF2B5EF4-FFF2-40B4-BE49-F238E27FC236}">
                <a16:creationId xmlns:a16="http://schemas.microsoft.com/office/drawing/2014/main" id="{5D5AC7F0-2EB3-D9D1-45B0-98CF39FB8A27}"/>
              </a:ext>
              <a:ext uri="{C183D7F6-B498-43B3-948B-1728B52AA6E4}">
                <adec:decorative xmlns:adec="http://schemas.microsoft.com/office/drawing/2017/decorative" val="0"/>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673634" y="773781"/>
            <a:ext cx="457200" cy="457200"/>
          </a:xfrm>
          <a:prstGeom prst="rect">
            <a:avLst/>
          </a:prstGeom>
        </p:spPr>
      </p:pic>
      <p:pic>
        <p:nvPicPr>
          <p:cNvPr id="10" name="Graphic 9" descr="Flag icon">
            <a:extLst>
              <a:ext uri="{FF2B5EF4-FFF2-40B4-BE49-F238E27FC236}">
                <a16:creationId xmlns:a16="http://schemas.microsoft.com/office/drawing/2014/main" id="{BFE74822-26F0-C658-8EFB-0464F98B777E}"/>
              </a:ext>
              <a:ext uri="{C183D7F6-B498-43B3-948B-1728B52AA6E4}">
                <adec:decorative xmlns:adec="http://schemas.microsoft.com/office/drawing/2017/decorative" val="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780234" y="773781"/>
            <a:ext cx="457200" cy="457200"/>
          </a:xfrm>
          <a:prstGeom prst="rect">
            <a:avLst/>
          </a:prstGeom>
        </p:spPr>
      </p:pic>
      <p:pic>
        <p:nvPicPr>
          <p:cNvPr id="12" name="Graphic 11" descr="Hourglass icon">
            <a:extLst>
              <a:ext uri="{FF2B5EF4-FFF2-40B4-BE49-F238E27FC236}">
                <a16:creationId xmlns:a16="http://schemas.microsoft.com/office/drawing/2014/main" id="{6C816A49-DEFE-33FA-A01B-21C9279CE159}"/>
              </a:ext>
              <a:ext uri="{C183D7F6-B498-43B3-948B-1728B52AA6E4}">
                <adec:decorative xmlns:adec="http://schemas.microsoft.com/office/drawing/2017/decorative" val="0"/>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836972" y="773781"/>
            <a:ext cx="457200" cy="457200"/>
          </a:xfrm>
          <a:prstGeom prst="rect">
            <a:avLst/>
          </a:prstGeom>
        </p:spPr>
      </p:pic>
      <p:pic>
        <p:nvPicPr>
          <p:cNvPr id="14" name="Graphic 13" descr="Laptop icon">
            <a:extLst>
              <a:ext uri="{FF2B5EF4-FFF2-40B4-BE49-F238E27FC236}">
                <a16:creationId xmlns:a16="http://schemas.microsoft.com/office/drawing/2014/main" id="{EA2AB51F-EB5F-CF99-D23B-C9440EEA5D51}"/>
              </a:ext>
              <a:ext uri="{C183D7F6-B498-43B3-948B-1728B52AA6E4}">
                <adec:decorative xmlns:adec="http://schemas.microsoft.com/office/drawing/2017/decorative" val="0"/>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0895502" y="773781"/>
            <a:ext cx="457200" cy="457200"/>
          </a:xfrm>
          <a:prstGeom prst="rect">
            <a:avLst/>
          </a:prstGeom>
        </p:spPr>
      </p:pic>
      <p:pic>
        <p:nvPicPr>
          <p:cNvPr id="16" name="Graphic 15" descr="Cloud download icon">
            <a:extLst>
              <a:ext uri="{FF2B5EF4-FFF2-40B4-BE49-F238E27FC236}">
                <a16:creationId xmlns:a16="http://schemas.microsoft.com/office/drawing/2014/main" id="{E9997F3F-FBA4-BBDA-B7F7-0A20730CB45A}"/>
              </a:ext>
              <a:ext uri="{C183D7F6-B498-43B3-948B-1728B52AA6E4}">
                <adec:decorative xmlns:adec="http://schemas.microsoft.com/office/drawing/2017/decorative" val="0"/>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5535809" y="1647316"/>
            <a:ext cx="457200" cy="457200"/>
          </a:xfrm>
          <a:prstGeom prst="rect">
            <a:avLst/>
          </a:prstGeom>
        </p:spPr>
      </p:pic>
      <p:pic>
        <p:nvPicPr>
          <p:cNvPr id="18" name="Graphic 17" descr="Cloud Upload icon">
            <a:extLst>
              <a:ext uri="{FF2B5EF4-FFF2-40B4-BE49-F238E27FC236}">
                <a16:creationId xmlns:a16="http://schemas.microsoft.com/office/drawing/2014/main" id="{9BF0FDD8-5453-4B65-B51A-9CE830456E7F}"/>
              </a:ext>
              <a:ext uri="{C183D7F6-B498-43B3-948B-1728B52AA6E4}">
                <adec:decorative xmlns:adec="http://schemas.microsoft.com/office/drawing/2017/decorative" val="0"/>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6634882" y="1647316"/>
            <a:ext cx="457200" cy="457200"/>
          </a:xfrm>
          <a:prstGeom prst="rect">
            <a:avLst/>
          </a:prstGeom>
        </p:spPr>
      </p:pic>
      <p:pic>
        <p:nvPicPr>
          <p:cNvPr id="20" name="Graphic 19" descr="Coffee icon">
            <a:extLst>
              <a:ext uri="{FF2B5EF4-FFF2-40B4-BE49-F238E27FC236}">
                <a16:creationId xmlns:a16="http://schemas.microsoft.com/office/drawing/2014/main" id="{38EBD2E4-E4FA-D8DA-CBAC-1C2AEC82A6EA}"/>
              </a:ext>
              <a:ext uri="{C183D7F6-B498-43B3-948B-1728B52AA6E4}">
                <adec:decorative xmlns:adec="http://schemas.microsoft.com/office/drawing/2017/decorative" val="0"/>
              </a:ext>
            </a:extLst>
          </p:cNvPr>
          <p:cNvPicPr>
            <a:picLocks noChangeAspect="1"/>
          </p:cNvPicPr>
          <p:nvPr/>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7692813" y="1647316"/>
            <a:ext cx="457200" cy="457200"/>
          </a:xfrm>
          <a:prstGeom prst="rect">
            <a:avLst/>
          </a:prstGeom>
        </p:spPr>
      </p:pic>
      <p:pic>
        <p:nvPicPr>
          <p:cNvPr id="22" name="Graphic 21" descr="Down arrow icon">
            <a:extLst>
              <a:ext uri="{FF2B5EF4-FFF2-40B4-BE49-F238E27FC236}">
                <a16:creationId xmlns:a16="http://schemas.microsoft.com/office/drawing/2014/main" id="{50DE38F8-3F4D-D216-398A-E84C9BD1D97A}"/>
              </a:ext>
              <a:ext uri="{C183D7F6-B498-43B3-948B-1728B52AA6E4}">
                <adec:decorative xmlns:adec="http://schemas.microsoft.com/office/drawing/2017/decorative" val="0"/>
              </a:ext>
            </a:extLst>
          </p:cNvPr>
          <p:cNvPicPr>
            <a:picLocks noChangeAspect="1"/>
          </p:cNvPicPr>
          <p:nvPr/>
        </p:nvPicPr>
        <p:blipFill>
          <a:blip r:embed="rId22"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8712933" y="1647316"/>
            <a:ext cx="457200" cy="457200"/>
          </a:xfrm>
          <a:prstGeom prst="rect">
            <a:avLst/>
          </a:prstGeom>
        </p:spPr>
      </p:pic>
      <p:pic>
        <p:nvPicPr>
          <p:cNvPr id="24" name="Graphic 23" descr="Download icon">
            <a:extLst>
              <a:ext uri="{FF2B5EF4-FFF2-40B4-BE49-F238E27FC236}">
                <a16:creationId xmlns:a16="http://schemas.microsoft.com/office/drawing/2014/main" id="{109549B8-6DDF-FD1C-4519-22304E9708EF}"/>
              </a:ext>
              <a:ext uri="{C183D7F6-B498-43B3-948B-1728B52AA6E4}">
                <adec:decorative xmlns:adec="http://schemas.microsoft.com/office/drawing/2017/decorative" val="0"/>
              </a:ext>
            </a:extLst>
          </p:cNvPr>
          <p:cNvPicPr>
            <a:picLocks noChangeAspect="1"/>
          </p:cNvPicPr>
          <p:nvPr/>
        </p:nvPicPr>
        <p:blipFill>
          <a:blip r:embed="rId24" cstate="email">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828583" y="1647316"/>
            <a:ext cx="457200" cy="457200"/>
          </a:xfrm>
          <a:prstGeom prst="rect">
            <a:avLst/>
          </a:prstGeom>
        </p:spPr>
      </p:pic>
      <p:pic>
        <p:nvPicPr>
          <p:cNvPr id="26" name="Graphic 25" descr="Education icon">
            <a:extLst>
              <a:ext uri="{FF2B5EF4-FFF2-40B4-BE49-F238E27FC236}">
                <a16:creationId xmlns:a16="http://schemas.microsoft.com/office/drawing/2014/main" id="{6B3933BA-5818-6AAD-5EDB-B23BEE6B0BFB}"/>
              </a:ext>
              <a:ext uri="{C183D7F6-B498-43B3-948B-1728B52AA6E4}">
                <adec:decorative xmlns:adec="http://schemas.microsoft.com/office/drawing/2017/decorative" val="0"/>
              </a:ext>
            </a:extLst>
          </p:cNvPr>
          <p:cNvPicPr>
            <a:picLocks noChangeAspect="1"/>
          </p:cNvPicPr>
          <p:nvPr/>
        </p:nvPicPr>
        <p:blipFill>
          <a:blip r:embed="rId26" cstate="email">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0878724" y="1647316"/>
            <a:ext cx="457200" cy="457200"/>
          </a:xfrm>
          <a:prstGeom prst="rect">
            <a:avLst/>
          </a:prstGeom>
        </p:spPr>
      </p:pic>
      <p:pic>
        <p:nvPicPr>
          <p:cNvPr id="28" name="Graphic 27" descr="Left arrow icon">
            <a:extLst>
              <a:ext uri="{FF2B5EF4-FFF2-40B4-BE49-F238E27FC236}">
                <a16:creationId xmlns:a16="http://schemas.microsoft.com/office/drawing/2014/main" id="{07808222-EEB6-8205-1594-7FF906F84822}"/>
              </a:ext>
              <a:ext uri="{C183D7F6-B498-43B3-948B-1728B52AA6E4}">
                <adec:decorative xmlns:adec="http://schemas.microsoft.com/office/drawing/2017/decorative" val="0"/>
              </a:ext>
            </a:extLst>
          </p:cNvPr>
          <p:cNvPicPr>
            <a:picLocks noChangeAspect="1"/>
          </p:cNvPicPr>
          <p:nvPr/>
        </p:nvPicPr>
        <p:blipFill>
          <a:blip r:embed="rId28" cstate="email">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5543550" y="2572683"/>
            <a:ext cx="457200" cy="457200"/>
          </a:xfrm>
          <a:prstGeom prst="rect">
            <a:avLst/>
          </a:prstGeom>
        </p:spPr>
      </p:pic>
      <p:pic>
        <p:nvPicPr>
          <p:cNvPr id="72" name="Graphic 71" descr="Light bulb icon">
            <a:extLst>
              <a:ext uri="{FF2B5EF4-FFF2-40B4-BE49-F238E27FC236}">
                <a16:creationId xmlns:a16="http://schemas.microsoft.com/office/drawing/2014/main" id="{B1186BC8-D8D6-241E-25FC-D3A637E40B2A}"/>
              </a:ext>
            </a:extLst>
          </p:cNvPr>
          <p:cNvPicPr>
            <a:picLocks noChangeAspect="1"/>
          </p:cNvPicPr>
          <p:nvPr/>
        </p:nvPicPr>
        <p:blipFill>
          <a:blip r:embed="rId30" cstate="email">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649123" y="2561754"/>
            <a:ext cx="457200" cy="457200"/>
          </a:xfrm>
          <a:prstGeom prst="rect">
            <a:avLst/>
          </a:prstGeom>
        </p:spPr>
      </p:pic>
      <p:pic>
        <p:nvPicPr>
          <p:cNvPr id="30" name="Graphic 29" descr="Lightning bolt">
            <a:extLst>
              <a:ext uri="{FF2B5EF4-FFF2-40B4-BE49-F238E27FC236}">
                <a16:creationId xmlns:a16="http://schemas.microsoft.com/office/drawing/2014/main" id="{6221E8AA-28F1-FB4D-0CBE-4BEABDA9EEC7}"/>
              </a:ext>
              <a:ext uri="{C183D7F6-B498-43B3-948B-1728B52AA6E4}">
                <adec:decorative xmlns:adec="http://schemas.microsoft.com/office/drawing/2017/decorative" val="0"/>
              </a:ext>
            </a:extLst>
          </p:cNvPr>
          <p:cNvPicPr>
            <a:picLocks noChangeAspect="1"/>
          </p:cNvPicPr>
          <p:nvPr/>
        </p:nvPicPr>
        <p:blipFill>
          <a:blip r:embed="rId32" cstate="email">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7683046" y="2572683"/>
            <a:ext cx="457200" cy="457200"/>
          </a:xfrm>
          <a:prstGeom prst="rect">
            <a:avLst/>
          </a:prstGeom>
        </p:spPr>
      </p:pic>
      <p:pic>
        <p:nvPicPr>
          <p:cNvPr id="32" name="Graphic 31" descr="Line graph icon">
            <a:extLst>
              <a:ext uri="{FF2B5EF4-FFF2-40B4-BE49-F238E27FC236}">
                <a16:creationId xmlns:a16="http://schemas.microsoft.com/office/drawing/2014/main" id="{18FF29FD-962B-6EBC-51B7-C4859A7E1C17}"/>
              </a:ext>
              <a:ext uri="{C183D7F6-B498-43B3-948B-1728B52AA6E4}">
                <adec:decorative xmlns:adec="http://schemas.microsoft.com/office/drawing/2017/decorative" val="0"/>
              </a:ext>
            </a:extLst>
          </p:cNvPr>
          <p:cNvPicPr>
            <a:picLocks noChangeAspect="1"/>
          </p:cNvPicPr>
          <p:nvPr/>
        </p:nvPicPr>
        <p:blipFill>
          <a:blip r:embed="rId34" cstate="email">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8724178" y="2572683"/>
            <a:ext cx="457200" cy="457200"/>
          </a:xfrm>
          <a:prstGeom prst="rect">
            <a:avLst/>
          </a:prstGeom>
        </p:spPr>
      </p:pic>
      <p:pic>
        <p:nvPicPr>
          <p:cNvPr id="34" name="Graphic 33" descr="Mobile icon">
            <a:extLst>
              <a:ext uri="{FF2B5EF4-FFF2-40B4-BE49-F238E27FC236}">
                <a16:creationId xmlns:a16="http://schemas.microsoft.com/office/drawing/2014/main" id="{7539447F-44FB-D5E4-41B2-5BC0CF4D04C1}"/>
              </a:ext>
            </a:extLst>
          </p:cNvPr>
          <p:cNvPicPr>
            <a:picLocks noChangeAspect="1"/>
          </p:cNvPicPr>
          <p:nvPr/>
        </p:nvPicPr>
        <p:blipFill>
          <a:blip r:embed="rId36" cstate="email">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9831224" y="2572683"/>
            <a:ext cx="457200" cy="457200"/>
          </a:xfrm>
          <a:prstGeom prst="rect">
            <a:avLst/>
          </a:prstGeom>
        </p:spPr>
      </p:pic>
      <p:pic>
        <p:nvPicPr>
          <p:cNvPr id="36" name="Graphic 35" descr="Network icon">
            <a:extLst>
              <a:ext uri="{FF2B5EF4-FFF2-40B4-BE49-F238E27FC236}">
                <a16:creationId xmlns:a16="http://schemas.microsoft.com/office/drawing/2014/main" id="{5F70038C-1FA4-1047-2412-24D6EA5DACEA}"/>
              </a:ext>
            </a:extLst>
          </p:cNvPr>
          <p:cNvPicPr>
            <a:picLocks noChangeAspect="1"/>
          </p:cNvPicPr>
          <p:nvPr/>
        </p:nvPicPr>
        <p:blipFill>
          <a:blip r:embed="rId38" cstate="email">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10888092" y="2572683"/>
            <a:ext cx="457200" cy="457200"/>
          </a:xfrm>
          <a:prstGeom prst="rect">
            <a:avLst/>
          </a:prstGeom>
        </p:spPr>
      </p:pic>
      <p:pic>
        <p:nvPicPr>
          <p:cNvPr id="38" name="Graphic 37" descr="Right arrow icon">
            <a:extLst>
              <a:ext uri="{FF2B5EF4-FFF2-40B4-BE49-F238E27FC236}">
                <a16:creationId xmlns:a16="http://schemas.microsoft.com/office/drawing/2014/main" id="{3CBEB3AF-6DDF-17C9-1E45-70CFAB146AF8}"/>
              </a:ext>
            </a:extLst>
          </p:cNvPr>
          <p:cNvPicPr>
            <a:picLocks noChangeAspect="1"/>
          </p:cNvPicPr>
          <p:nvPr/>
        </p:nvPicPr>
        <p:blipFill>
          <a:blip r:embed="rId40" cstate="email">
            <a:extLst>
              <a:ext uri="{28A0092B-C50C-407E-A947-70E740481C1C}">
                <a14:useLocalDpi xmlns:a14="http://schemas.microsoft.com/office/drawing/2010/main"/>
              </a:ext>
              <a:ext uri="{96DAC541-7B7A-43D3-8B79-37D633B846F1}">
                <asvg:svgBlip xmlns:asvg="http://schemas.microsoft.com/office/drawing/2016/SVG/main" r:embed="rId41"/>
              </a:ext>
            </a:extLst>
          </a:blip>
          <a:stretch>
            <a:fillRect/>
          </a:stretch>
        </p:blipFill>
        <p:spPr>
          <a:xfrm>
            <a:off x="5543550" y="3476179"/>
            <a:ext cx="457200" cy="457200"/>
          </a:xfrm>
          <a:prstGeom prst="rect">
            <a:avLst/>
          </a:prstGeom>
        </p:spPr>
      </p:pic>
      <p:pic>
        <p:nvPicPr>
          <p:cNvPr id="40" name="Graphic 39" descr="Security icon">
            <a:extLst>
              <a:ext uri="{FF2B5EF4-FFF2-40B4-BE49-F238E27FC236}">
                <a16:creationId xmlns:a16="http://schemas.microsoft.com/office/drawing/2014/main" id="{945FD900-9FD7-D8D7-E403-5A24277A2078}"/>
              </a:ext>
            </a:extLst>
          </p:cNvPr>
          <p:cNvPicPr>
            <a:picLocks noChangeAspect="1"/>
          </p:cNvPicPr>
          <p:nvPr/>
        </p:nvPicPr>
        <p:blipFill>
          <a:blip r:embed="rId42" cstate="email">
            <a:extLst>
              <a:ext uri="{28A0092B-C50C-407E-A947-70E740481C1C}">
                <a14:useLocalDpi xmlns:a14="http://schemas.microsoft.com/office/drawing/2010/main"/>
              </a:ext>
              <a:ext uri="{96DAC541-7B7A-43D3-8B79-37D633B846F1}">
                <asvg:svgBlip xmlns:asvg="http://schemas.microsoft.com/office/drawing/2016/SVG/main" r:embed="rId43"/>
              </a:ext>
            </a:extLst>
          </a:blip>
          <a:stretch>
            <a:fillRect/>
          </a:stretch>
        </p:blipFill>
        <p:spPr>
          <a:xfrm>
            <a:off x="6636224" y="3476179"/>
            <a:ext cx="457200" cy="457200"/>
          </a:xfrm>
          <a:prstGeom prst="rect">
            <a:avLst/>
          </a:prstGeom>
        </p:spPr>
      </p:pic>
      <p:pic>
        <p:nvPicPr>
          <p:cNvPr id="42" name="Graphic 41" descr="Shipping icon">
            <a:extLst>
              <a:ext uri="{FF2B5EF4-FFF2-40B4-BE49-F238E27FC236}">
                <a16:creationId xmlns:a16="http://schemas.microsoft.com/office/drawing/2014/main" id="{7F950DC1-1EB9-D8FE-5C93-3525A65F89E3}"/>
              </a:ext>
            </a:extLst>
          </p:cNvPr>
          <p:cNvPicPr>
            <a:picLocks noChangeAspect="1"/>
          </p:cNvPicPr>
          <p:nvPr/>
        </p:nvPicPr>
        <p:blipFill>
          <a:blip r:embed="rId44" cstate="email">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7696021" y="3476179"/>
            <a:ext cx="457200" cy="457200"/>
          </a:xfrm>
          <a:prstGeom prst="rect">
            <a:avLst/>
          </a:prstGeom>
        </p:spPr>
      </p:pic>
      <p:pic>
        <p:nvPicPr>
          <p:cNvPr id="44" name="Graphic 43" descr="Shopping cart icon">
            <a:extLst>
              <a:ext uri="{FF2B5EF4-FFF2-40B4-BE49-F238E27FC236}">
                <a16:creationId xmlns:a16="http://schemas.microsoft.com/office/drawing/2014/main" id="{237D3EF6-0A40-1515-2388-D6B0A5F18A71}"/>
              </a:ext>
            </a:extLst>
          </p:cNvPr>
          <p:cNvPicPr>
            <a:picLocks noChangeAspect="1"/>
          </p:cNvPicPr>
          <p:nvPr/>
        </p:nvPicPr>
        <p:blipFill>
          <a:blip r:embed="rId46" cstate="email">
            <a:extLst>
              <a:ext uri="{28A0092B-C50C-407E-A947-70E740481C1C}">
                <a14:useLocalDpi xmlns:a14="http://schemas.microsoft.com/office/drawing/2010/main"/>
              </a:ext>
              <a:ext uri="{96DAC541-7B7A-43D3-8B79-37D633B846F1}">
                <asvg:svgBlip xmlns:asvg="http://schemas.microsoft.com/office/drawing/2016/SVG/main" r:embed="rId47"/>
              </a:ext>
            </a:extLst>
          </a:blip>
          <a:stretch>
            <a:fillRect/>
          </a:stretch>
        </p:blipFill>
        <p:spPr>
          <a:xfrm>
            <a:off x="8761946" y="3476179"/>
            <a:ext cx="457200" cy="457200"/>
          </a:xfrm>
          <a:prstGeom prst="rect">
            <a:avLst/>
          </a:prstGeom>
        </p:spPr>
      </p:pic>
      <p:pic>
        <p:nvPicPr>
          <p:cNvPr id="46" name="Graphic 45" descr="Speed icon">
            <a:extLst>
              <a:ext uri="{FF2B5EF4-FFF2-40B4-BE49-F238E27FC236}">
                <a16:creationId xmlns:a16="http://schemas.microsoft.com/office/drawing/2014/main" id="{CF434A7B-0F28-A401-ABFD-EFA346A9D3F4}"/>
              </a:ext>
            </a:extLst>
          </p:cNvPr>
          <p:cNvPicPr>
            <a:picLocks noChangeAspect="1"/>
          </p:cNvPicPr>
          <p:nvPr/>
        </p:nvPicPr>
        <p:blipFill>
          <a:blip r:embed="rId48" cstate="email">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9831224" y="3476179"/>
            <a:ext cx="457200" cy="457200"/>
          </a:xfrm>
          <a:prstGeom prst="rect">
            <a:avLst/>
          </a:prstGeom>
        </p:spPr>
      </p:pic>
      <p:pic>
        <p:nvPicPr>
          <p:cNvPr id="48" name="Graphic 47" descr="Sunshine icon">
            <a:extLst>
              <a:ext uri="{FF2B5EF4-FFF2-40B4-BE49-F238E27FC236}">
                <a16:creationId xmlns:a16="http://schemas.microsoft.com/office/drawing/2014/main" id="{AD69EB8A-A1BC-7E40-9203-FE28D2714633}"/>
              </a:ext>
            </a:extLst>
          </p:cNvPr>
          <p:cNvPicPr>
            <a:picLocks noChangeAspect="1"/>
          </p:cNvPicPr>
          <p:nvPr/>
        </p:nvPicPr>
        <p:blipFill>
          <a:blip r:embed="rId50" cstate="email">
            <a:extLst>
              <a:ext uri="{28A0092B-C50C-407E-A947-70E740481C1C}">
                <a14:useLocalDpi xmlns:a14="http://schemas.microsoft.com/office/drawing/2010/main"/>
              </a:ext>
              <a:ext uri="{96DAC541-7B7A-43D3-8B79-37D633B846F1}">
                <asvg:svgBlip xmlns:asvg="http://schemas.microsoft.com/office/drawing/2016/SVG/main" r:embed="rId51"/>
              </a:ext>
            </a:extLst>
          </a:blip>
          <a:stretch>
            <a:fillRect/>
          </a:stretch>
        </p:blipFill>
        <p:spPr>
          <a:xfrm>
            <a:off x="10896481" y="3476179"/>
            <a:ext cx="457200" cy="457200"/>
          </a:xfrm>
          <a:prstGeom prst="rect">
            <a:avLst/>
          </a:prstGeom>
        </p:spPr>
      </p:pic>
      <p:pic>
        <p:nvPicPr>
          <p:cNvPr id="50" name="Graphic 49" descr="Travel icon">
            <a:extLst>
              <a:ext uri="{FF2B5EF4-FFF2-40B4-BE49-F238E27FC236}">
                <a16:creationId xmlns:a16="http://schemas.microsoft.com/office/drawing/2014/main" id="{E111887F-1AD4-ECAA-F454-2D66D0E6F2E5}"/>
              </a:ext>
            </a:extLst>
          </p:cNvPr>
          <p:cNvPicPr>
            <a:picLocks noChangeAspect="1"/>
          </p:cNvPicPr>
          <p:nvPr/>
        </p:nvPicPr>
        <p:blipFill>
          <a:blip r:embed="rId52" cstate="email">
            <a:extLst>
              <a:ext uri="{28A0092B-C50C-407E-A947-70E740481C1C}">
                <a14:useLocalDpi xmlns:a14="http://schemas.microsoft.com/office/drawing/2010/main"/>
              </a:ext>
              <a:ext uri="{96DAC541-7B7A-43D3-8B79-37D633B846F1}">
                <asvg:svgBlip xmlns:asvg="http://schemas.microsoft.com/office/drawing/2016/SVG/main" r:embed="rId53"/>
              </a:ext>
            </a:extLst>
          </a:blip>
          <a:stretch>
            <a:fillRect/>
          </a:stretch>
        </p:blipFill>
        <p:spPr>
          <a:xfrm>
            <a:off x="5543550" y="4334719"/>
            <a:ext cx="457200" cy="457200"/>
          </a:xfrm>
          <a:prstGeom prst="rect">
            <a:avLst/>
          </a:prstGeom>
        </p:spPr>
      </p:pic>
      <p:pic>
        <p:nvPicPr>
          <p:cNvPr id="52" name="Graphic 51" descr="Trophy icon">
            <a:extLst>
              <a:ext uri="{FF2B5EF4-FFF2-40B4-BE49-F238E27FC236}">
                <a16:creationId xmlns:a16="http://schemas.microsoft.com/office/drawing/2014/main" id="{1ACE4376-D0E9-4B18-AA1C-E7612A0C1BE0}"/>
              </a:ext>
            </a:extLst>
          </p:cNvPr>
          <p:cNvPicPr>
            <a:picLocks noChangeAspect="1"/>
          </p:cNvPicPr>
          <p:nvPr/>
        </p:nvPicPr>
        <p:blipFill>
          <a:blip r:embed="rId54" cstate="email">
            <a:extLst>
              <a:ext uri="{28A0092B-C50C-407E-A947-70E740481C1C}">
                <a14:useLocalDpi xmlns:a14="http://schemas.microsoft.com/office/drawing/2010/main"/>
              </a:ext>
              <a:ext uri="{96DAC541-7B7A-43D3-8B79-37D633B846F1}">
                <asvg:svgBlip xmlns:asvg="http://schemas.microsoft.com/office/drawing/2016/SVG/main" r:embed="rId55"/>
              </a:ext>
            </a:extLst>
          </a:blip>
          <a:stretch>
            <a:fillRect/>
          </a:stretch>
        </p:blipFill>
        <p:spPr>
          <a:xfrm>
            <a:off x="6636224" y="4334719"/>
            <a:ext cx="457200" cy="457200"/>
          </a:xfrm>
          <a:prstGeom prst="rect">
            <a:avLst/>
          </a:prstGeom>
        </p:spPr>
      </p:pic>
      <p:pic>
        <p:nvPicPr>
          <p:cNvPr id="54" name="Graphic 53" descr="Up arrow icon">
            <a:extLst>
              <a:ext uri="{FF2B5EF4-FFF2-40B4-BE49-F238E27FC236}">
                <a16:creationId xmlns:a16="http://schemas.microsoft.com/office/drawing/2014/main" id="{E38BB32E-2812-B936-667D-F43C1CF14421}"/>
              </a:ext>
            </a:extLst>
          </p:cNvPr>
          <p:cNvPicPr>
            <a:picLocks noChangeAspect="1"/>
          </p:cNvPicPr>
          <p:nvPr/>
        </p:nvPicPr>
        <p:blipFill>
          <a:blip r:embed="rId56" cstate="email">
            <a:extLst>
              <a:ext uri="{28A0092B-C50C-407E-A947-70E740481C1C}">
                <a14:useLocalDpi xmlns:a14="http://schemas.microsoft.com/office/drawing/2010/main"/>
              </a:ext>
              <a:ext uri="{96DAC541-7B7A-43D3-8B79-37D633B846F1}">
                <asvg:svgBlip xmlns:asvg="http://schemas.microsoft.com/office/drawing/2016/SVG/main" r:embed="rId57"/>
              </a:ext>
            </a:extLst>
          </a:blip>
          <a:stretch>
            <a:fillRect/>
          </a:stretch>
        </p:blipFill>
        <p:spPr>
          <a:xfrm>
            <a:off x="7674657" y="4334719"/>
            <a:ext cx="457200" cy="457200"/>
          </a:xfrm>
          <a:prstGeom prst="rect">
            <a:avLst/>
          </a:prstGeom>
        </p:spPr>
      </p:pic>
      <p:pic>
        <p:nvPicPr>
          <p:cNvPr id="56" name="Graphic 55" descr="Upload icon">
            <a:extLst>
              <a:ext uri="{FF2B5EF4-FFF2-40B4-BE49-F238E27FC236}">
                <a16:creationId xmlns:a16="http://schemas.microsoft.com/office/drawing/2014/main" id="{D9D7EF26-239F-BACE-AB2F-8E417BBC5145}"/>
              </a:ext>
            </a:extLst>
          </p:cNvPr>
          <p:cNvPicPr>
            <a:picLocks noChangeAspect="1"/>
          </p:cNvPicPr>
          <p:nvPr/>
        </p:nvPicPr>
        <p:blipFill>
          <a:blip r:embed="rId58" cstate="email">
            <a:extLst>
              <a:ext uri="{28A0092B-C50C-407E-A947-70E740481C1C}">
                <a14:useLocalDpi xmlns:a14="http://schemas.microsoft.com/office/drawing/2010/main"/>
              </a:ext>
              <a:ext uri="{96DAC541-7B7A-43D3-8B79-37D633B846F1}">
                <asvg:svgBlip xmlns:asvg="http://schemas.microsoft.com/office/drawing/2016/SVG/main" r:embed="rId59"/>
              </a:ext>
            </a:extLst>
          </a:blip>
          <a:stretch>
            <a:fillRect/>
          </a:stretch>
        </p:blipFill>
        <p:spPr>
          <a:xfrm>
            <a:off x="8696344" y="4334719"/>
            <a:ext cx="457200" cy="457200"/>
          </a:xfrm>
          <a:prstGeom prst="rect">
            <a:avLst/>
          </a:prstGeom>
        </p:spPr>
      </p:pic>
      <p:pic>
        <p:nvPicPr>
          <p:cNvPr id="58" name="Graphic 57" descr="Vision icon">
            <a:extLst>
              <a:ext uri="{FF2B5EF4-FFF2-40B4-BE49-F238E27FC236}">
                <a16:creationId xmlns:a16="http://schemas.microsoft.com/office/drawing/2014/main" id="{0A1C1C36-D1D3-579B-DB28-71F5F30A220A}"/>
              </a:ext>
            </a:extLst>
          </p:cNvPr>
          <p:cNvPicPr>
            <a:picLocks noChangeAspect="1"/>
          </p:cNvPicPr>
          <p:nvPr/>
        </p:nvPicPr>
        <p:blipFill>
          <a:blip r:embed="rId60" cstate="email">
            <a:extLst>
              <a:ext uri="{28A0092B-C50C-407E-A947-70E740481C1C}">
                <a14:useLocalDpi xmlns:a14="http://schemas.microsoft.com/office/drawing/2010/main"/>
              </a:ext>
              <a:ext uri="{96DAC541-7B7A-43D3-8B79-37D633B846F1}">
                <asvg:svgBlip xmlns:asvg="http://schemas.microsoft.com/office/drawing/2016/SVG/main" r:embed="rId61"/>
              </a:ext>
            </a:extLst>
          </a:blip>
          <a:stretch>
            <a:fillRect/>
          </a:stretch>
        </p:blipFill>
        <p:spPr>
          <a:xfrm>
            <a:off x="9831224" y="4334719"/>
            <a:ext cx="457200" cy="457200"/>
          </a:xfrm>
          <a:prstGeom prst="rect">
            <a:avLst/>
          </a:prstGeom>
        </p:spPr>
      </p:pic>
      <p:pic>
        <p:nvPicPr>
          <p:cNvPr id="60" name="Graphic 59" descr="Write icon">
            <a:extLst>
              <a:ext uri="{FF2B5EF4-FFF2-40B4-BE49-F238E27FC236}">
                <a16:creationId xmlns:a16="http://schemas.microsoft.com/office/drawing/2014/main" id="{10E360D4-3AE1-34D7-FF47-C5A054F00E3E}"/>
              </a:ext>
            </a:extLst>
          </p:cNvPr>
          <p:cNvPicPr>
            <a:picLocks noChangeAspect="1"/>
          </p:cNvPicPr>
          <p:nvPr/>
        </p:nvPicPr>
        <p:blipFill>
          <a:blip r:embed="rId62" cstate="email">
            <a:extLst>
              <a:ext uri="{28A0092B-C50C-407E-A947-70E740481C1C}">
                <a14:useLocalDpi xmlns:a14="http://schemas.microsoft.com/office/drawing/2010/main"/>
              </a:ext>
              <a:ext uri="{96DAC541-7B7A-43D3-8B79-37D633B846F1}">
                <asvg:svgBlip xmlns:asvg="http://schemas.microsoft.com/office/drawing/2016/SVG/main" r:embed="rId63"/>
              </a:ext>
            </a:extLst>
          </a:blip>
          <a:stretch>
            <a:fillRect/>
          </a:stretch>
        </p:blipFill>
        <p:spPr>
          <a:xfrm>
            <a:off x="10913259" y="4334719"/>
            <a:ext cx="457200" cy="457200"/>
          </a:xfrm>
          <a:prstGeom prst="rect">
            <a:avLst/>
          </a:prstGeom>
        </p:spPr>
      </p:pic>
      <p:pic>
        <p:nvPicPr>
          <p:cNvPr id="62" name="Graphic 61" descr="Organic icon">
            <a:extLst>
              <a:ext uri="{FF2B5EF4-FFF2-40B4-BE49-F238E27FC236}">
                <a16:creationId xmlns:a16="http://schemas.microsoft.com/office/drawing/2014/main" id="{D4E4E713-8FFD-BB5D-7B28-9C0BCB350BE8}"/>
              </a:ext>
            </a:extLst>
          </p:cNvPr>
          <p:cNvPicPr>
            <a:picLocks noChangeAspect="1"/>
          </p:cNvPicPr>
          <p:nvPr/>
        </p:nvPicPr>
        <p:blipFill>
          <a:blip r:embed="rId64" cstate="email">
            <a:extLst>
              <a:ext uri="{28A0092B-C50C-407E-A947-70E740481C1C}">
                <a14:useLocalDpi xmlns:a14="http://schemas.microsoft.com/office/drawing/2010/main"/>
              </a:ext>
              <a:ext uri="{96DAC541-7B7A-43D3-8B79-37D633B846F1}">
                <asvg:svgBlip xmlns:asvg="http://schemas.microsoft.com/office/drawing/2016/SVG/main" r:embed="rId65"/>
              </a:ext>
            </a:extLst>
          </a:blip>
          <a:stretch>
            <a:fillRect/>
          </a:stretch>
        </p:blipFill>
        <p:spPr>
          <a:xfrm>
            <a:off x="5543550" y="5176333"/>
            <a:ext cx="457200" cy="457200"/>
          </a:xfrm>
          <a:prstGeom prst="rect">
            <a:avLst/>
          </a:prstGeom>
        </p:spPr>
      </p:pic>
      <p:pic>
        <p:nvPicPr>
          <p:cNvPr id="64" name="Graphic 63" descr="Pointer finger icon">
            <a:extLst>
              <a:ext uri="{FF2B5EF4-FFF2-40B4-BE49-F238E27FC236}">
                <a16:creationId xmlns:a16="http://schemas.microsoft.com/office/drawing/2014/main" id="{E1E09A9D-9739-1337-6A2C-9500EE8AD360}"/>
              </a:ext>
            </a:extLst>
          </p:cNvPr>
          <p:cNvPicPr>
            <a:picLocks noChangeAspect="1"/>
          </p:cNvPicPr>
          <p:nvPr/>
        </p:nvPicPr>
        <p:blipFill>
          <a:blip r:embed="rId66" cstate="email">
            <a:extLst>
              <a:ext uri="{28A0092B-C50C-407E-A947-70E740481C1C}">
                <a14:useLocalDpi xmlns:a14="http://schemas.microsoft.com/office/drawing/2010/main"/>
              </a:ext>
              <a:ext uri="{96DAC541-7B7A-43D3-8B79-37D633B846F1}">
                <asvg:svgBlip xmlns:asvg="http://schemas.microsoft.com/office/drawing/2016/SVG/main" r:embed="rId67"/>
              </a:ext>
            </a:extLst>
          </a:blip>
          <a:stretch>
            <a:fillRect/>
          </a:stretch>
        </p:blipFill>
        <p:spPr>
          <a:xfrm>
            <a:off x="6619446" y="5176333"/>
            <a:ext cx="457200" cy="457200"/>
          </a:xfrm>
          <a:prstGeom prst="rect">
            <a:avLst/>
          </a:prstGeom>
        </p:spPr>
      </p:pic>
      <p:pic>
        <p:nvPicPr>
          <p:cNvPr id="74" name="Graphic 73" descr="Rainbow icon">
            <a:extLst>
              <a:ext uri="{FF2B5EF4-FFF2-40B4-BE49-F238E27FC236}">
                <a16:creationId xmlns:a16="http://schemas.microsoft.com/office/drawing/2014/main" id="{DC8834E9-12E7-F831-0B9C-8111EB55CDD7}"/>
              </a:ext>
            </a:extLst>
          </p:cNvPr>
          <p:cNvPicPr>
            <a:picLocks noChangeAspect="1"/>
          </p:cNvPicPr>
          <p:nvPr/>
        </p:nvPicPr>
        <p:blipFill>
          <a:blip r:embed="rId68" cstate="email">
            <a:extLst>
              <a:ext uri="{28A0092B-C50C-407E-A947-70E740481C1C}">
                <a14:useLocalDpi xmlns:a14="http://schemas.microsoft.com/office/drawing/2010/main"/>
              </a:ext>
              <a:ext uri="{96DAC541-7B7A-43D3-8B79-37D633B846F1}">
                <asvg:svgBlip xmlns:asvg="http://schemas.microsoft.com/office/drawing/2016/SVG/main" r:embed="rId69"/>
              </a:ext>
            </a:extLst>
          </a:blip>
          <a:stretch>
            <a:fillRect/>
          </a:stretch>
        </p:blipFill>
        <p:spPr>
          <a:xfrm>
            <a:off x="7682170" y="5176333"/>
            <a:ext cx="457200" cy="457200"/>
          </a:xfrm>
          <a:prstGeom prst="rect">
            <a:avLst/>
          </a:prstGeom>
        </p:spPr>
      </p:pic>
      <p:pic>
        <p:nvPicPr>
          <p:cNvPr id="66" name="Graphic 65" descr="Target icon">
            <a:extLst>
              <a:ext uri="{FF2B5EF4-FFF2-40B4-BE49-F238E27FC236}">
                <a16:creationId xmlns:a16="http://schemas.microsoft.com/office/drawing/2014/main" id="{E8A3E4CA-9BFA-354D-03C4-522B89C54AB6}"/>
              </a:ext>
            </a:extLst>
          </p:cNvPr>
          <p:cNvPicPr>
            <a:picLocks noChangeAspect="1"/>
          </p:cNvPicPr>
          <p:nvPr/>
        </p:nvPicPr>
        <p:blipFill>
          <a:blip r:embed="rId70" cstate="email">
            <a:extLst>
              <a:ext uri="{28A0092B-C50C-407E-A947-70E740481C1C}">
                <a14:useLocalDpi xmlns:a14="http://schemas.microsoft.com/office/drawing/2010/main"/>
              </a:ext>
              <a:ext uri="{96DAC541-7B7A-43D3-8B79-37D633B846F1}">
                <asvg:svgBlip xmlns:asvg="http://schemas.microsoft.com/office/drawing/2016/SVG/main" r:embed="rId71"/>
              </a:ext>
            </a:extLst>
          </a:blip>
          <a:stretch>
            <a:fillRect/>
          </a:stretch>
        </p:blipFill>
        <p:spPr>
          <a:xfrm>
            <a:off x="8763456" y="5176333"/>
            <a:ext cx="457200" cy="457200"/>
          </a:xfrm>
          <a:prstGeom prst="rect">
            <a:avLst/>
          </a:prstGeom>
        </p:spPr>
      </p:pic>
      <p:pic>
        <p:nvPicPr>
          <p:cNvPr id="68" name="Graphic 67" descr="Telecom icon">
            <a:extLst>
              <a:ext uri="{FF2B5EF4-FFF2-40B4-BE49-F238E27FC236}">
                <a16:creationId xmlns:a16="http://schemas.microsoft.com/office/drawing/2014/main" id="{37C1B6C8-DE6F-FEE2-842E-1143763CBD44}"/>
              </a:ext>
            </a:extLst>
          </p:cNvPr>
          <p:cNvPicPr>
            <a:picLocks noChangeAspect="1"/>
          </p:cNvPicPr>
          <p:nvPr/>
        </p:nvPicPr>
        <p:blipFill>
          <a:blip r:embed="rId72" cstate="email">
            <a:extLst>
              <a:ext uri="{28A0092B-C50C-407E-A947-70E740481C1C}">
                <a14:useLocalDpi xmlns:a14="http://schemas.microsoft.com/office/drawing/2010/main"/>
              </a:ext>
              <a:ext uri="{96DAC541-7B7A-43D3-8B79-37D633B846F1}">
                <asvg:svgBlip xmlns:asvg="http://schemas.microsoft.com/office/drawing/2016/SVG/main" r:embed="rId73"/>
              </a:ext>
            </a:extLst>
          </a:blip>
          <a:stretch>
            <a:fillRect/>
          </a:stretch>
        </p:blipFill>
        <p:spPr>
          <a:xfrm>
            <a:off x="9889947" y="5176333"/>
            <a:ext cx="457200" cy="457200"/>
          </a:xfrm>
          <a:prstGeom prst="rect">
            <a:avLst/>
          </a:prstGeom>
        </p:spPr>
      </p:pic>
      <p:pic>
        <p:nvPicPr>
          <p:cNvPr id="70" name="Graphic 69" descr="Thumbs up icon">
            <a:extLst>
              <a:ext uri="{FF2B5EF4-FFF2-40B4-BE49-F238E27FC236}">
                <a16:creationId xmlns:a16="http://schemas.microsoft.com/office/drawing/2014/main" id="{CA2C10E5-CEC9-F89B-496B-E03DA70C849E}"/>
              </a:ext>
            </a:extLst>
          </p:cNvPr>
          <p:cNvPicPr>
            <a:picLocks noChangeAspect="1"/>
          </p:cNvPicPr>
          <p:nvPr/>
        </p:nvPicPr>
        <p:blipFill>
          <a:blip r:embed="rId74" cstate="email">
            <a:extLst>
              <a:ext uri="{28A0092B-C50C-407E-A947-70E740481C1C}">
                <a14:useLocalDpi xmlns:a14="http://schemas.microsoft.com/office/drawing/2010/main"/>
              </a:ext>
              <a:ext uri="{96DAC541-7B7A-43D3-8B79-37D633B846F1}">
                <asvg:svgBlip xmlns:asvg="http://schemas.microsoft.com/office/drawing/2016/SVG/main" r:embed="rId75"/>
              </a:ext>
            </a:extLst>
          </a:blip>
          <a:stretch>
            <a:fillRect/>
          </a:stretch>
        </p:blipFill>
        <p:spPr>
          <a:xfrm>
            <a:off x="10904870" y="5176333"/>
            <a:ext cx="457200" cy="457200"/>
          </a:xfrm>
          <a:prstGeom prst="rect">
            <a:avLst/>
          </a:prstGeom>
        </p:spPr>
      </p:pic>
      <p:sp>
        <p:nvSpPr>
          <p:cNvPr id="76" name="TextBox 75">
            <a:extLst>
              <a:ext uri="{FF2B5EF4-FFF2-40B4-BE49-F238E27FC236}">
                <a16:creationId xmlns:a16="http://schemas.microsoft.com/office/drawing/2014/main" id="{B463E6FD-D12A-3FD4-91AD-72CE57315D90}"/>
              </a:ext>
              <a:ext uri="{C183D7F6-B498-43B3-948B-1728B52AA6E4}">
                <adec:decorative xmlns:adec="http://schemas.microsoft.com/office/drawing/2017/decorative" val="1"/>
              </a:ext>
            </a:extLst>
          </p:cNvPr>
          <p:cNvSpPr txBox="1"/>
          <p:nvPr/>
        </p:nvSpPr>
        <p:spPr>
          <a:xfrm>
            <a:off x="5471619" y="1291219"/>
            <a:ext cx="623945" cy="172122"/>
          </a:xfrm>
          <a:prstGeom prst="rect">
            <a:avLst/>
          </a:prstGeom>
          <a:noFill/>
        </p:spPr>
        <p:txBody>
          <a:bodyPr wrap="square" lIns="0" tIns="0" rIns="0" bIns="0" rtlCol="0">
            <a:noAutofit/>
          </a:bodyPr>
          <a:lstStyle/>
          <a:p>
            <a:pPr algn="ctr">
              <a:lnSpc>
                <a:spcPct val="110000"/>
              </a:lnSpc>
              <a:spcBef>
                <a:spcPts val="1000"/>
              </a:spcBef>
            </a:pPr>
            <a:r>
              <a:rPr lang="en-US" sz="700"/>
              <a:t>Bar Chart</a:t>
            </a:r>
          </a:p>
        </p:txBody>
      </p:sp>
      <p:sp>
        <p:nvSpPr>
          <p:cNvPr id="78" name="TextBox 77">
            <a:extLst>
              <a:ext uri="{FF2B5EF4-FFF2-40B4-BE49-F238E27FC236}">
                <a16:creationId xmlns:a16="http://schemas.microsoft.com/office/drawing/2014/main" id="{64C82788-9588-BE46-5D37-652F8A081023}"/>
              </a:ext>
              <a:ext uri="{C183D7F6-B498-43B3-948B-1728B52AA6E4}">
                <adec:decorative xmlns:adec="http://schemas.microsoft.com/office/drawing/2017/decorative" val="1"/>
              </a:ext>
            </a:extLst>
          </p:cNvPr>
          <p:cNvSpPr txBox="1"/>
          <p:nvPr/>
        </p:nvSpPr>
        <p:spPr>
          <a:xfrm>
            <a:off x="6551510" y="1291219"/>
            <a:ext cx="623945" cy="172122"/>
          </a:xfrm>
          <a:prstGeom prst="rect">
            <a:avLst/>
          </a:prstGeom>
          <a:noFill/>
        </p:spPr>
        <p:txBody>
          <a:bodyPr wrap="square" lIns="0" tIns="0" rIns="0" bIns="0" rtlCol="0">
            <a:noAutofit/>
          </a:bodyPr>
          <a:lstStyle/>
          <a:p>
            <a:pPr algn="ctr">
              <a:lnSpc>
                <a:spcPct val="110000"/>
              </a:lnSpc>
              <a:spcBef>
                <a:spcPts val="1000"/>
              </a:spcBef>
            </a:pPr>
            <a:r>
              <a:rPr lang="en-US" sz="700"/>
              <a:t>Beverage</a:t>
            </a:r>
          </a:p>
        </p:txBody>
      </p:sp>
      <p:sp>
        <p:nvSpPr>
          <p:cNvPr id="79" name="TextBox 78">
            <a:extLst>
              <a:ext uri="{FF2B5EF4-FFF2-40B4-BE49-F238E27FC236}">
                <a16:creationId xmlns:a16="http://schemas.microsoft.com/office/drawing/2014/main" id="{A56278DF-9A45-E686-89FE-4D0C4FD4AA94}"/>
              </a:ext>
              <a:ext uri="{C183D7F6-B498-43B3-948B-1728B52AA6E4}">
                <adec:decorative xmlns:adec="http://schemas.microsoft.com/office/drawing/2017/decorative" val="1"/>
              </a:ext>
            </a:extLst>
          </p:cNvPr>
          <p:cNvSpPr txBox="1"/>
          <p:nvPr/>
        </p:nvSpPr>
        <p:spPr>
          <a:xfrm>
            <a:off x="7583867" y="1291219"/>
            <a:ext cx="623945" cy="172122"/>
          </a:xfrm>
          <a:prstGeom prst="rect">
            <a:avLst/>
          </a:prstGeom>
          <a:noFill/>
        </p:spPr>
        <p:txBody>
          <a:bodyPr wrap="square" lIns="0" tIns="0" rIns="0" bIns="0" rtlCol="0">
            <a:noAutofit/>
          </a:bodyPr>
          <a:lstStyle/>
          <a:p>
            <a:pPr algn="ctr">
              <a:lnSpc>
                <a:spcPct val="110000"/>
              </a:lnSpc>
              <a:spcBef>
                <a:spcPts val="1000"/>
              </a:spcBef>
            </a:pPr>
            <a:r>
              <a:rPr lang="en-US" sz="700"/>
              <a:t>Book</a:t>
            </a:r>
          </a:p>
        </p:txBody>
      </p:sp>
      <p:sp>
        <p:nvSpPr>
          <p:cNvPr id="83" name="TextBox 82">
            <a:extLst>
              <a:ext uri="{FF2B5EF4-FFF2-40B4-BE49-F238E27FC236}">
                <a16:creationId xmlns:a16="http://schemas.microsoft.com/office/drawing/2014/main" id="{DD3DF808-3CAA-305C-DBEC-4657570D3885}"/>
              </a:ext>
              <a:ext uri="{C183D7F6-B498-43B3-948B-1728B52AA6E4}">
                <adec:decorative xmlns:adec="http://schemas.microsoft.com/office/drawing/2017/decorative" val="1"/>
              </a:ext>
            </a:extLst>
          </p:cNvPr>
          <p:cNvSpPr txBox="1"/>
          <p:nvPr/>
        </p:nvSpPr>
        <p:spPr>
          <a:xfrm>
            <a:off x="8579087" y="1291219"/>
            <a:ext cx="623945" cy="172122"/>
          </a:xfrm>
          <a:prstGeom prst="rect">
            <a:avLst/>
          </a:prstGeom>
          <a:noFill/>
        </p:spPr>
        <p:txBody>
          <a:bodyPr wrap="square" lIns="0" tIns="0" rIns="0" bIns="0" rtlCol="0">
            <a:noAutofit/>
          </a:bodyPr>
          <a:lstStyle/>
          <a:p>
            <a:pPr algn="ctr">
              <a:lnSpc>
                <a:spcPct val="110000"/>
              </a:lnSpc>
              <a:spcBef>
                <a:spcPts val="1000"/>
              </a:spcBef>
            </a:pPr>
            <a:r>
              <a:rPr lang="en-US" sz="700"/>
              <a:t>Flag</a:t>
            </a:r>
          </a:p>
        </p:txBody>
      </p:sp>
      <p:sp>
        <p:nvSpPr>
          <p:cNvPr id="84" name="TextBox 83">
            <a:extLst>
              <a:ext uri="{FF2B5EF4-FFF2-40B4-BE49-F238E27FC236}">
                <a16:creationId xmlns:a16="http://schemas.microsoft.com/office/drawing/2014/main" id="{D25AB1CA-054D-5848-F7A3-2265F9519B2E}"/>
              </a:ext>
              <a:ext uri="{C183D7F6-B498-43B3-948B-1728B52AA6E4}">
                <adec:decorative xmlns:adec="http://schemas.microsoft.com/office/drawing/2017/decorative" val="1"/>
              </a:ext>
            </a:extLst>
          </p:cNvPr>
          <p:cNvSpPr txBox="1"/>
          <p:nvPr/>
        </p:nvSpPr>
        <p:spPr>
          <a:xfrm>
            <a:off x="9744009" y="1291219"/>
            <a:ext cx="623945" cy="172122"/>
          </a:xfrm>
          <a:prstGeom prst="rect">
            <a:avLst/>
          </a:prstGeom>
          <a:noFill/>
        </p:spPr>
        <p:txBody>
          <a:bodyPr wrap="square" lIns="0" tIns="0" rIns="0" bIns="0" rtlCol="0">
            <a:noAutofit/>
          </a:bodyPr>
          <a:lstStyle/>
          <a:p>
            <a:pPr algn="ctr">
              <a:lnSpc>
                <a:spcPct val="110000"/>
              </a:lnSpc>
              <a:spcBef>
                <a:spcPts val="1000"/>
              </a:spcBef>
            </a:pPr>
            <a:r>
              <a:rPr lang="en-US" sz="700"/>
              <a:t>Hourglass</a:t>
            </a:r>
          </a:p>
        </p:txBody>
      </p:sp>
      <p:sp>
        <p:nvSpPr>
          <p:cNvPr id="91" name="TextBox 90">
            <a:extLst>
              <a:ext uri="{FF2B5EF4-FFF2-40B4-BE49-F238E27FC236}">
                <a16:creationId xmlns:a16="http://schemas.microsoft.com/office/drawing/2014/main" id="{E0B67F43-4C52-9875-B689-DF16803DFCEA}"/>
              </a:ext>
              <a:ext uri="{C183D7F6-B498-43B3-948B-1728B52AA6E4}">
                <adec:decorative xmlns:adec="http://schemas.microsoft.com/office/drawing/2017/decorative" val="1"/>
              </a:ext>
            </a:extLst>
          </p:cNvPr>
          <p:cNvSpPr txBox="1"/>
          <p:nvPr/>
        </p:nvSpPr>
        <p:spPr>
          <a:xfrm>
            <a:off x="10801746" y="1291219"/>
            <a:ext cx="623945" cy="172122"/>
          </a:xfrm>
          <a:prstGeom prst="rect">
            <a:avLst/>
          </a:prstGeom>
          <a:noFill/>
        </p:spPr>
        <p:txBody>
          <a:bodyPr wrap="square" lIns="0" tIns="0" rIns="0" bIns="0" rtlCol="0">
            <a:noAutofit/>
          </a:bodyPr>
          <a:lstStyle/>
          <a:p>
            <a:pPr algn="ctr">
              <a:lnSpc>
                <a:spcPct val="110000"/>
              </a:lnSpc>
              <a:spcBef>
                <a:spcPts val="1000"/>
              </a:spcBef>
            </a:pPr>
            <a:r>
              <a:rPr lang="en-US" sz="700"/>
              <a:t>Laptop</a:t>
            </a:r>
          </a:p>
        </p:txBody>
      </p:sp>
      <p:sp>
        <p:nvSpPr>
          <p:cNvPr id="92" name="TextBox 91">
            <a:extLst>
              <a:ext uri="{FF2B5EF4-FFF2-40B4-BE49-F238E27FC236}">
                <a16:creationId xmlns:a16="http://schemas.microsoft.com/office/drawing/2014/main" id="{395D7ED3-C6C6-CB38-2891-0263A7E04BE2}"/>
              </a:ext>
              <a:ext uri="{C183D7F6-B498-43B3-948B-1728B52AA6E4}">
                <adec:decorative xmlns:adec="http://schemas.microsoft.com/office/drawing/2017/decorative" val="1"/>
              </a:ext>
            </a:extLst>
          </p:cNvPr>
          <p:cNvSpPr txBox="1"/>
          <p:nvPr/>
        </p:nvSpPr>
        <p:spPr>
          <a:xfrm>
            <a:off x="5428551" y="2166166"/>
            <a:ext cx="710080" cy="155597"/>
          </a:xfrm>
          <a:prstGeom prst="rect">
            <a:avLst/>
          </a:prstGeom>
          <a:noFill/>
        </p:spPr>
        <p:txBody>
          <a:bodyPr wrap="square" lIns="0" tIns="0" rIns="0" bIns="0" rtlCol="0">
            <a:noAutofit/>
          </a:bodyPr>
          <a:lstStyle/>
          <a:p>
            <a:pPr algn="ctr">
              <a:lnSpc>
                <a:spcPct val="110000"/>
              </a:lnSpc>
              <a:spcBef>
                <a:spcPts val="1000"/>
              </a:spcBef>
            </a:pPr>
            <a:r>
              <a:rPr lang="en-US" sz="700"/>
              <a:t>Cloud Download</a:t>
            </a:r>
          </a:p>
        </p:txBody>
      </p:sp>
      <p:sp>
        <p:nvSpPr>
          <p:cNvPr id="93" name="TextBox 92">
            <a:extLst>
              <a:ext uri="{FF2B5EF4-FFF2-40B4-BE49-F238E27FC236}">
                <a16:creationId xmlns:a16="http://schemas.microsoft.com/office/drawing/2014/main" id="{BC241AFF-BDC9-C525-1430-92AD23A57106}"/>
              </a:ext>
              <a:ext uri="{C183D7F6-B498-43B3-948B-1728B52AA6E4}">
                <adec:decorative xmlns:adec="http://schemas.microsoft.com/office/drawing/2017/decorative" val="1"/>
              </a:ext>
            </a:extLst>
          </p:cNvPr>
          <p:cNvSpPr txBox="1"/>
          <p:nvPr/>
        </p:nvSpPr>
        <p:spPr>
          <a:xfrm>
            <a:off x="7583867" y="21661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Coffee</a:t>
            </a:r>
          </a:p>
        </p:txBody>
      </p:sp>
      <p:sp>
        <p:nvSpPr>
          <p:cNvPr id="94" name="TextBox 93">
            <a:extLst>
              <a:ext uri="{FF2B5EF4-FFF2-40B4-BE49-F238E27FC236}">
                <a16:creationId xmlns:a16="http://schemas.microsoft.com/office/drawing/2014/main" id="{97147DA6-ABDD-3D4F-C54F-8C414DF16348}"/>
              </a:ext>
              <a:ext uri="{C183D7F6-B498-43B3-948B-1728B52AA6E4}">
                <adec:decorative xmlns:adec="http://schemas.microsoft.com/office/drawing/2017/decorative" val="1"/>
              </a:ext>
            </a:extLst>
          </p:cNvPr>
          <p:cNvSpPr txBox="1"/>
          <p:nvPr/>
        </p:nvSpPr>
        <p:spPr>
          <a:xfrm>
            <a:off x="8618415" y="21661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Down Arrow</a:t>
            </a:r>
          </a:p>
        </p:txBody>
      </p:sp>
      <p:sp>
        <p:nvSpPr>
          <p:cNvPr id="95" name="TextBox 94">
            <a:extLst>
              <a:ext uri="{FF2B5EF4-FFF2-40B4-BE49-F238E27FC236}">
                <a16:creationId xmlns:a16="http://schemas.microsoft.com/office/drawing/2014/main" id="{22D15B1E-1200-DE47-9E58-DE051311C154}"/>
              </a:ext>
              <a:ext uri="{C183D7F6-B498-43B3-948B-1728B52AA6E4}">
                <adec:decorative xmlns:adec="http://schemas.microsoft.com/office/drawing/2017/decorative" val="1"/>
              </a:ext>
            </a:extLst>
          </p:cNvPr>
          <p:cNvSpPr txBox="1"/>
          <p:nvPr/>
        </p:nvSpPr>
        <p:spPr>
          <a:xfrm>
            <a:off x="9744009" y="21661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Download</a:t>
            </a:r>
          </a:p>
        </p:txBody>
      </p:sp>
      <p:sp>
        <p:nvSpPr>
          <p:cNvPr id="96" name="TextBox 95">
            <a:extLst>
              <a:ext uri="{FF2B5EF4-FFF2-40B4-BE49-F238E27FC236}">
                <a16:creationId xmlns:a16="http://schemas.microsoft.com/office/drawing/2014/main" id="{43B281FE-51C0-7AB1-D288-0B0A85C75BA9}"/>
              </a:ext>
              <a:ext uri="{C183D7F6-B498-43B3-948B-1728B52AA6E4}">
                <adec:decorative xmlns:adec="http://schemas.microsoft.com/office/drawing/2017/decorative" val="1"/>
              </a:ext>
            </a:extLst>
          </p:cNvPr>
          <p:cNvSpPr txBox="1"/>
          <p:nvPr/>
        </p:nvSpPr>
        <p:spPr>
          <a:xfrm>
            <a:off x="10801746" y="2178358"/>
            <a:ext cx="623945" cy="172122"/>
          </a:xfrm>
          <a:prstGeom prst="rect">
            <a:avLst/>
          </a:prstGeom>
          <a:noFill/>
        </p:spPr>
        <p:txBody>
          <a:bodyPr wrap="square" lIns="0" tIns="0" rIns="0" bIns="0" rtlCol="0">
            <a:noAutofit/>
          </a:bodyPr>
          <a:lstStyle/>
          <a:p>
            <a:pPr algn="ctr">
              <a:lnSpc>
                <a:spcPct val="110000"/>
              </a:lnSpc>
              <a:spcBef>
                <a:spcPts val="1000"/>
              </a:spcBef>
            </a:pPr>
            <a:r>
              <a:rPr lang="en-US" sz="700"/>
              <a:t>Education</a:t>
            </a:r>
          </a:p>
        </p:txBody>
      </p:sp>
      <p:sp>
        <p:nvSpPr>
          <p:cNvPr id="97" name="TextBox 96">
            <a:extLst>
              <a:ext uri="{FF2B5EF4-FFF2-40B4-BE49-F238E27FC236}">
                <a16:creationId xmlns:a16="http://schemas.microsoft.com/office/drawing/2014/main" id="{80A6BFFB-AFA6-D3A9-13B6-B71B400181BB}"/>
              </a:ext>
              <a:ext uri="{C183D7F6-B498-43B3-948B-1728B52AA6E4}">
                <adec:decorative xmlns:adec="http://schemas.microsoft.com/office/drawing/2017/decorative" val="1"/>
              </a:ext>
            </a:extLst>
          </p:cNvPr>
          <p:cNvSpPr txBox="1"/>
          <p:nvPr/>
        </p:nvSpPr>
        <p:spPr>
          <a:xfrm>
            <a:off x="6508442" y="2166166"/>
            <a:ext cx="710080" cy="155597"/>
          </a:xfrm>
          <a:prstGeom prst="rect">
            <a:avLst/>
          </a:prstGeom>
          <a:noFill/>
        </p:spPr>
        <p:txBody>
          <a:bodyPr wrap="square" lIns="0" tIns="0" rIns="0" bIns="0" rtlCol="0">
            <a:noAutofit/>
          </a:bodyPr>
          <a:lstStyle/>
          <a:p>
            <a:pPr algn="ctr">
              <a:lnSpc>
                <a:spcPct val="110000"/>
              </a:lnSpc>
              <a:spcBef>
                <a:spcPts val="1000"/>
              </a:spcBef>
            </a:pPr>
            <a:r>
              <a:rPr lang="en-US" sz="700"/>
              <a:t>Cloud Upload</a:t>
            </a:r>
          </a:p>
        </p:txBody>
      </p:sp>
      <p:sp>
        <p:nvSpPr>
          <p:cNvPr id="98" name="TextBox 97">
            <a:extLst>
              <a:ext uri="{FF2B5EF4-FFF2-40B4-BE49-F238E27FC236}">
                <a16:creationId xmlns:a16="http://schemas.microsoft.com/office/drawing/2014/main" id="{A09CF1F6-577F-5ECB-E97F-EF2FE26D8549}"/>
              </a:ext>
              <a:ext uri="{C183D7F6-B498-43B3-948B-1728B52AA6E4}">
                <adec:decorative xmlns:adec="http://schemas.microsoft.com/office/drawing/2017/decorative" val="1"/>
              </a:ext>
            </a:extLst>
          </p:cNvPr>
          <p:cNvSpPr txBox="1"/>
          <p:nvPr/>
        </p:nvSpPr>
        <p:spPr>
          <a:xfrm>
            <a:off x="5428551" y="3092230"/>
            <a:ext cx="710080" cy="155597"/>
          </a:xfrm>
          <a:prstGeom prst="rect">
            <a:avLst/>
          </a:prstGeom>
          <a:noFill/>
        </p:spPr>
        <p:txBody>
          <a:bodyPr wrap="square" lIns="0" tIns="0" rIns="0" bIns="0" rtlCol="0">
            <a:noAutofit/>
          </a:bodyPr>
          <a:lstStyle/>
          <a:p>
            <a:pPr algn="ctr">
              <a:lnSpc>
                <a:spcPct val="110000"/>
              </a:lnSpc>
              <a:spcBef>
                <a:spcPts val="1000"/>
              </a:spcBef>
            </a:pPr>
            <a:r>
              <a:rPr lang="en-US" sz="700"/>
              <a:t>Left Arrow</a:t>
            </a:r>
          </a:p>
        </p:txBody>
      </p:sp>
      <p:sp>
        <p:nvSpPr>
          <p:cNvPr id="99" name="TextBox 98">
            <a:extLst>
              <a:ext uri="{FF2B5EF4-FFF2-40B4-BE49-F238E27FC236}">
                <a16:creationId xmlns:a16="http://schemas.microsoft.com/office/drawing/2014/main" id="{BDE1E9CD-73A0-CD62-0428-A2F470A68691}"/>
              </a:ext>
              <a:ext uri="{C183D7F6-B498-43B3-948B-1728B52AA6E4}">
                <adec:decorative xmlns:adec="http://schemas.microsoft.com/office/drawing/2017/decorative" val="1"/>
              </a:ext>
            </a:extLst>
          </p:cNvPr>
          <p:cNvSpPr txBox="1"/>
          <p:nvPr/>
        </p:nvSpPr>
        <p:spPr>
          <a:xfrm>
            <a:off x="7583867" y="3092230"/>
            <a:ext cx="623945" cy="172122"/>
          </a:xfrm>
          <a:prstGeom prst="rect">
            <a:avLst/>
          </a:prstGeom>
          <a:noFill/>
        </p:spPr>
        <p:txBody>
          <a:bodyPr wrap="square" lIns="0" tIns="0" rIns="0" bIns="0" rtlCol="0">
            <a:noAutofit/>
          </a:bodyPr>
          <a:lstStyle/>
          <a:p>
            <a:pPr algn="ctr">
              <a:lnSpc>
                <a:spcPct val="110000"/>
              </a:lnSpc>
              <a:spcBef>
                <a:spcPts val="1000"/>
              </a:spcBef>
            </a:pPr>
            <a:r>
              <a:rPr lang="en-US" sz="700"/>
              <a:t>Lightning Bolt</a:t>
            </a:r>
          </a:p>
        </p:txBody>
      </p:sp>
      <p:sp>
        <p:nvSpPr>
          <p:cNvPr id="100" name="TextBox 99">
            <a:extLst>
              <a:ext uri="{FF2B5EF4-FFF2-40B4-BE49-F238E27FC236}">
                <a16:creationId xmlns:a16="http://schemas.microsoft.com/office/drawing/2014/main" id="{E1E31B2A-5839-3B92-068E-DCFF39736421}"/>
              </a:ext>
              <a:ext uri="{C183D7F6-B498-43B3-948B-1728B52AA6E4}">
                <adec:decorative xmlns:adec="http://schemas.microsoft.com/office/drawing/2017/decorative" val="1"/>
              </a:ext>
            </a:extLst>
          </p:cNvPr>
          <p:cNvSpPr txBox="1"/>
          <p:nvPr/>
        </p:nvSpPr>
        <p:spPr>
          <a:xfrm>
            <a:off x="8618415" y="3092230"/>
            <a:ext cx="623945" cy="172122"/>
          </a:xfrm>
          <a:prstGeom prst="rect">
            <a:avLst/>
          </a:prstGeom>
          <a:noFill/>
        </p:spPr>
        <p:txBody>
          <a:bodyPr wrap="square" lIns="0" tIns="0" rIns="0" bIns="0" rtlCol="0">
            <a:noAutofit/>
          </a:bodyPr>
          <a:lstStyle/>
          <a:p>
            <a:pPr algn="ctr">
              <a:lnSpc>
                <a:spcPct val="110000"/>
              </a:lnSpc>
              <a:spcBef>
                <a:spcPts val="1000"/>
              </a:spcBef>
            </a:pPr>
            <a:r>
              <a:rPr lang="en-US" sz="700"/>
              <a:t>Line Graph</a:t>
            </a:r>
          </a:p>
        </p:txBody>
      </p:sp>
      <p:sp>
        <p:nvSpPr>
          <p:cNvPr id="101" name="TextBox 100">
            <a:extLst>
              <a:ext uri="{FF2B5EF4-FFF2-40B4-BE49-F238E27FC236}">
                <a16:creationId xmlns:a16="http://schemas.microsoft.com/office/drawing/2014/main" id="{5DA5F13F-0B2D-416A-E65E-388B67611608}"/>
              </a:ext>
              <a:ext uri="{C183D7F6-B498-43B3-948B-1728B52AA6E4}">
                <adec:decorative xmlns:adec="http://schemas.microsoft.com/office/drawing/2017/decorative" val="1"/>
              </a:ext>
            </a:extLst>
          </p:cNvPr>
          <p:cNvSpPr txBox="1"/>
          <p:nvPr/>
        </p:nvSpPr>
        <p:spPr>
          <a:xfrm>
            <a:off x="9744009" y="3092230"/>
            <a:ext cx="623945" cy="172122"/>
          </a:xfrm>
          <a:prstGeom prst="rect">
            <a:avLst/>
          </a:prstGeom>
          <a:noFill/>
        </p:spPr>
        <p:txBody>
          <a:bodyPr wrap="square" lIns="0" tIns="0" rIns="0" bIns="0" rtlCol="0">
            <a:noAutofit/>
          </a:bodyPr>
          <a:lstStyle/>
          <a:p>
            <a:pPr algn="ctr">
              <a:lnSpc>
                <a:spcPct val="110000"/>
              </a:lnSpc>
              <a:spcBef>
                <a:spcPts val="1000"/>
              </a:spcBef>
            </a:pPr>
            <a:r>
              <a:rPr lang="en-US" sz="700"/>
              <a:t>Mobile</a:t>
            </a:r>
          </a:p>
        </p:txBody>
      </p:sp>
      <p:sp>
        <p:nvSpPr>
          <p:cNvPr id="102" name="TextBox 101">
            <a:extLst>
              <a:ext uri="{FF2B5EF4-FFF2-40B4-BE49-F238E27FC236}">
                <a16:creationId xmlns:a16="http://schemas.microsoft.com/office/drawing/2014/main" id="{B1C5B4E8-93F7-59F5-5951-13A75234EF54}"/>
              </a:ext>
              <a:ext uri="{C183D7F6-B498-43B3-948B-1728B52AA6E4}">
                <adec:decorative xmlns:adec="http://schemas.microsoft.com/office/drawing/2017/decorative" val="1"/>
              </a:ext>
            </a:extLst>
          </p:cNvPr>
          <p:cNvSpPr txBox="1"/>
          <p:nvPr/>
        </p:nvSpPr>
        <p:spPr>
          <a:xfrm>
            <a:off x="10801746" y="3092230"/>
            <a:ext cx="623945" cy="172122"/>
          </a:xfrm>
          <a:prstGeom prst="rect">
            <a:avLst/>
          </a:prstGeom>
          <a:noFill/>
        </p:spPr>
        <p:txBody>
          <a:bodyPr wrap="square" lIns="0" tIns="0" rIns="0" bIns="0" rtlCol="0">
            <a:noAutofit/>
          </a:bodyPr>
          <a:lstStyle/>
          <a:p>
            <a:pPr algn="ctr">
              <a:lnSpc>
                <a:spcPct val="110000"/>
              </a:lnSpc>
              <a:spcBef>
                <a:spcPts val="1000"/>
              </a:spcBef>
            </a:pPr>
            <a:r>
              <a:rPr lang="en-US" sz="700"/>
              <a:t>Network</a:t>
            </a:r>
          </a:p>
        </p:txBody>
      </p:sp>
      <p:sp>
        <p:nvSpPr>
          <p:cNvPr id="103" name="TextBox 102">
            <a:extLst>
              <a:ext uri="{FF2B5EF4-FFF2-40B4-BE49-F238E27FC236}">
                <a16:creationId xmlns:a16="http://schemas.microsoft.com/office/drawing/2014/main" id="{625F7A6D-8F79-5899-E144-E44B2801D793}"/>
              </a:ext>
              <a:ext uri="{C183D7F6-B498-43B3-948B-1728B52AA6E4}">
                <adec:decorative xmlns:adec="http://schemas.microsoft.com/office/drawing/2017/decorative" val="1"/>
              </a:ext>
            </a:extLst>
          </p:cNvPr>
          <p:cNvSpPr txBox="1"/>
          <p:nvPr/>
        </p:nvSpPr>
        <p:spPr>
          <a:xfrm>
            <a:off x="6508442" y="3092230"/>
            <a:ext cx="710080" cy="155597"/>
          </a:xfrm>
          <a:prstGeom prst="rect">
            <a:avLst/>
          </a:prstGeom>
          <a:noFill/>
        </p:spPr>
        <p:txBody>
          <a:bodyPr wrap="square" lIns="0" tIns="0" rIns="0" bIns="0" rtlCol="0">
            <a:noAutofit/>
          </a:bodyPr>
          <a:lstStyle/>
          <a:p>
            <a:pPr algn="ctr">
              <a:lnSpc>
                <a:spcPct val="110000"/>
              </a:lnSpc>
              <a:spcBef>
                <a:spcPts val="1000"/>
              </a:spcBef>
            </a:pPr>
            <a:r>
              <a:rPr lang="en-US" sz="700"/>
              <a:t>Light Bulb</a:t>
            </a:r>
          </a:p>
        </p:txBody>
      </p:sp>
      <p:sp>
        <p:nvSpPr>
          <p:cNvPr id="104" name="TextBox 103">
            <a:extLst>
              <a:ext uri="{FF2B5EF4-FFF2-40B4-BE49-F238E27FC236}">
                <a16:creationId xmlns:a16="http://schemas.microsoft.com/office/drawing/2014/main" id="{0A2BAAE6-045E-8E6A-9C62-59B685E31625}"/>
              </a:ext>
              <a:ext uri="{C183D7F6-B498-43B3-948B-1728B52AA6E4}">
                <adec:decorative xmlns:adec="http://schemas.microsoft.com/office/drawing/2017/decorative" val="1"/>
              </a:ext>
            </a:extLst>
          </p:cNvPr>
          <p:cNvSpPr txBox="1"/>
          <p:nvPr/>
        </p:nvSpPr>
        <p:spPr>
          <a:xfrm>
            <a:off x="5428551" y="4000236"/>
            <a:ext cx="710080" cy="155597"/>
          </a:xfrm>
          <a:prstGeom prst="rect">
            <a:avLst/>
          </a:prstGeom>
          <a:noFill/>
        </p:spPr>
        <p:txBody>
          <a:bodyPr wrap="square" lIns="0" tIns="0" rIns="0" bIns="0" rtlCol="0">
            <a:noAutofit/>
          </a:bodyPr>
          <a:lstStyle/>
          <a:p>
            <a:pPr algn="ctr">
              <a:lnSpc>
                <a:spcPct val="110000"/>
              </a:lnSpc>
              <a:spcBef>
                <a:spcPts val="1000"/>
              </a:spcBef>
            </a:pPr>
            <a:r>
              <a:rPr lang="en-US" sz="700"/>
              <a:t>Right Arrow</a:t>
            </a:r>
          </a:p>
        </p:txBody>
      </p:sp>
      <p:sp>
        <p:nvSpPr>
          <p:cNvPr id="105" name="TextBox 104">
            <a:extLst>
              <a:ext uri="{FF2B5EF4-FFF2-40B4-BE49-F238E27FC236}">
                <a16:creationId xmlns:a16="http://schemas.microsoft.com/office/drawing/2014/main" id="{9C689D29-4E0A-EE27-3AA5-D7AB08A6B35F}"/>
              </a:ext>
              <a:ext uri="{C183D7F6-B498-43B3-948B-1728B52AA6E4}">
                <adec:decorative xmlns:adec="http://schemas.microsoft.com/office/drawing/2017/decorative" val="1"/>
              </a:ext>
            </a:extLst>
          </p:cNvPr>
          <p:cNvSpPr txBox="1"/>
          <p:nvPr/>
        </p:nvSpPr>
        <p:spPr>
          <a:xfrm>
            <a:off x="7583867" y="4000236"/>
            <a:ext cx="623945" cy="172122"/>
          </a:xfrm>
          <a:prstGeom prst="rect">
            <a:avLst/>
          </a:prstGeom>
          <a:noFill/>
        </p:spPr>
        <p:txBody>
          <a:bodyPr wrap="square" lIns="0" tIns="0" rIns="0" bIns="0" rtlCol="0">
            <a:noAutofit/>
          </a:bodyPr>
          <a:lstStyle/>
          <a:p>
            <a:pPr algn="ctr">
              <a:lnSpc>
                <a:spcPct val="110000"/>
              </a:lnSpc>
              <a:spcBef>
                <a:spcPts val="1000"/>
              </a:spcBef>
            </a:pPr>
            <a:r>
              <a:rPr lang="en-US" sz="700"/>
              <a:t>Shipping</a:t>
            </a:r>
          </a:p>
        </p:txBody>
      </p:sp>
      <p:sp>
        <p:nvSpPr>
          <p:cNvPr id="106" name="TextBox 105">
            <a:extLst>
              <a:ext uri="{FF2B5EF4-FFF2-40B4-BE49-F238E27FC236}">
                <a16:creationId xmlns:a16="http://schemas.microsoft.com/office/drawing/2014/main" id="{CDAF8004-C995-590B-3C84-80BE055DEFCB}"/>
              </a:ext>
              <a:ext uri="{C183D7F6-B498-43B3-948B-1728B52AA6E4}">
                <adec:decorative xmlns:adec="http://schemas.microsoft.com/office/drawing/2017/decorative" val="1"/>
              </a:ext>
            </a:extLst>
          </p:cNvPr>
          <p:cNvSpPr txBox="1"/>
          <p:nvPr/>
        </p:nvSpPr>
        <p:spPr>
          <a:xfrm>
            <a:off x="8618415" y="4000236"/>
            <a:ext cx="623945" cy="172122"/>
          </a:xfrm>
          <a:prstGeom prst="rect">
            <a:avLst/>
          </a:prstGeom>
          <a:noFill/>
        </p:spPr>
        <p:txBody>
          <a:bodyPr wrap="square" lIns="0" tIns="0" rIns="0" bIns="0" rtlCol="0">
            <a:noAutofit/>
          </a:bodyPr>
          <a:lstStyle/>
          <a:p>
            <a:pPr algn="ctr">
              <a:lnSpc>
                <a:spcPct val="110000"/>
              </a:lnSpc>
              <a:spcBef>
                <a:spcPts val="1000"/>
              </a:spcBef>
            </a:pPr>
            <a:r>
              <a:rPr lang="en-US" sz="700"/>
              <a:t>Shopping Cart</a:t>
            </a:r>
          </a:p>
        </p:txBody>
      </p:sp>
      <p:sp>
        <p:nvSpPr>
          <p:cNvPr id="107" name="TextBox 106">
            <a:extLst>
              <a:ext uri="{FF2B5EF4-FFF2-40B4-BE49-F238E27FC236}">
                <a16:creationId xmlns:a16="http://schemas.microsoft.com/office/drawing/2014/main" id="{481F0EF2-EB0C-0175-C0E8-6629CFE73BBB}"/>
              </a:ext>
              <a:ext uri="{C183D7F6-B498-43B3-948B-1728B52AA6E4}">
                <adec:decorative xmlns:adec="http://schemas.microsoft.com/office/drawing/2017/decorative" val="1"/>
              </a:ext>
            </a:extLst>
          </p:cNvPr>
          <p:cNvSpPr txBox="1"/>
          <p:nvPr/>
        </p:nvSpPr>
        <p:spPr>
          <a:xfrm>
            <a:off x="9744009" y="4000236"/>
            <a:ext cx="623945" cy="172122"/>
          </a:xfrm>
          <a:prstGeom prst="rect">
            <a:avLst/>
          </a:prstGeom>
          <a:noFill/>
        </p:spPr>
        <p:txBody>
          <a:bodyPr wrap="square" lIns="0" tIns="0" rIns="0" bIns="0" rtlCol="0">
            <a:noAutofit/>
          </a:bodyPr>
          <a:lstStyle/>
          <a:p>
            <a:pPr algn="ctr">
              <a:lnSpc>
                <a:spcPct val="110000"/>
              </a:lnSpc>
              <a:spcBef>
                <a:spcPts val="1000"/>
              </a:spcBef>
            </a:pPr>
            <a:r>
              <a:rPr lang="en-US" sz="700"/>
              <a:t>Speed</a:t>
            </a:r>
          </a:p>
        </p:txBody>
      </p:sp>
      <p:sp>
        <p:nvSpPr>
          <p:cNvPr id="108" name="TextBox 107">
            <a:extLst>
              <a:ext uri="{FF2B5EF4-FFF2-40B4-BE49-F238E27FC236}">
                <a16:creationId xmlns:a16="http://schemas.microsoft.com/office/drawing/2014/main" id="{810B61D6-03A6-FFD4-642E-99A65E7416BD}"/>
              </a:ext>
              <a:ext uri="{C183D7F6-B498-43B3-948B-1728B52AA6E4}">
                <adec:decorative xmlns:adec="http://schemas.microsoft.com/office/drawing/2017/decorative" val="1"/>
              </a:ext>
            </a:extLst>
          </p:cNvPr>
          <p:cNvSpPr txBox="1"/>
          <p:nvPr/>
        </p:nvSpPr>
        <p:spPr>
          <a:xfrm>
            <a:off x="10801746" y="4000236"/>
            <a:ext cx="623945" cy="172122"/>
          </a:xfrm>
          <a:prstGeom prst="rect">
            <a:avLst/>
          </a:prstGeom>
          <a:noFill/>
        </p:spPr>
        <p:txBody>
          <a:bodyPr wrap="square" lIns="0" tIns="0" rIns="0" bIns="0" rtlCol="0">
            <a:noAutofit/>
          </a:bodyPr>
          <a:lstStyle/>
          <a:p>
            <a:pPr algn="ctr">
              <a:lnSpc>
                <a:spcPct val="110000"/>
              </a:lnSpc>
              <a:spcBef>
                <a:spcPts val="1000"/>
              </a:spcBef>
            </a:pPr>
            <a:r>
              <a:rPr lang="en-US" sz="700"/>
              <a:t>Sunshine</a:t>
            </a:r>
          </a:p>
        </p:txBody>
      </p:sp>
      <p:sp>
        <p:nvSpPr>
          <p:cNvPr id="109" name="TextBox 108">
            <a:extLst>
              <a:ext uri="{FF2B5EF4-FFF2-40B4-BE49-F238E27FC236}">
                <a16:creationId xmlns:a16="http://schemas.microsoft.com/office/drawing/2014/main" id="{FF449ED5-28BE-207D-C5B7-E088FAB37984}"/>
              </a:ext>
              <a:ext uri="{C183D7F6-B498-43B3-948B-1728B52AA6E4}">
                <adec:decorative xmlns:adec="http://schemas.microsoft.com/office/drawing/2017/decorative" val="1"/>
              </a:ext>
            </a:extLst>
          </p:cNvPr>
          <p:cNvSpPr txBox="1"/>
          <p:nvPr/>
        </p:nvSpPr>
        <p:spPr>
          <a:xfrm>
            <a:off x="6508442" y="4000236"/>
            <a:ext cx="710080" cy="155597"/>
          </a:xfrm>
          <a:prstGeom prst="rect">
            <a:avLst/>
          </a:prstGeom>
          <a:noFill/>
        </p:spPr>
        <p:txBody>
          <a:bodyPr wrap="square" lIns="0" tIns="0" rIns="0" bIns="0" rtlCol="0">
            <a:noAutofit/>
          </a:bodyPr>
          <a:lstStyle/>
          <a:p>
            <a:pPr algn="ctr">
              <a:lnSpc>
                <a:spcPct val="110000"/>
              </a:lnSpc>
              <a:spcBef>
                <a:spcPts val="1000"/>
              </a:spcBef>
            </a:pPr>
            <a:r>
              <a:rPr lang="en-US" sz="700"/>
              <a:t>Security</a:t>
            </a:r>
          </a:p>
        </p:txBody>
      </p:sp>
      <p:sp>
        <p:nvSpPr>
          <p:cNvPr id="110" name="TextBox 109">
            <a:extLst>
              <a:ext uri="{FF2B5EF4-FFF2-40B4-BE49-F238E27FC236}">
                <a16:creationId xmlns:a16="http://schemas.microsoft.com/office/drawing/2014/main" id="{477E507E-B69E-8E00-F7FF-0646300A99B4}"/>
              </a:ext>
              <a:ext uri="{C183D7F6-B498-43B3-948B-1728B52AA6E4}">
                <adec:decorative xmlns:adec="http://schemas.microsoft.com/office/drawing/2017/decorative" val="1"/>
              </a:ext>
            </a:extLst>
          </p:cNvPr>
          <p:cNvSpPr txBox="1"/>
          <p:nvPr/>
        </p:nvSpPr>
        <p:spPr>
          <a:xfrm>
            <a:off x="5428551" y="4850330"/>
            <a:ext cx="710080" cy="155597"/>
          </a:xfrm>
          <a:prstGeom prst="rect">
            <a:avLst/>
          </a:prstGeom>
          <a:noFill/>
        </p:spPr>
        <p:txBody>
          <a:bodyPr wrap="square" lIns="0" tIns="0" rIns="0" bIns="0" rtlCol="0">
            <a:noAutofit/>
          </a:bodyPr>
          <a:lstStyle/>
          <a:p>
            <a:pPr algn="ctr">
              <a:lnSpc>
                <a:spcPct val="110000"/>
              </a:lnSpc>
              <a:spcBef>
                <a:spcPts val="1000"/>
              </a:spcBef>
            </a:pPr>
            <a:r>
              <a:rPr lang="en-US" sz="700"/>
              <a:t>Travel</a:t>
            </a:r>
          </a:p>
        </p:txBody>
      </p:sp>
      <p:sp>
        <p:nvSpPr>
          <p:cNvPr id="111" name="TextBox 110">
            <a:extLst>
              <a:ext uri="{FF2B5EF4-FFF2-40B4-BE49-F238E27FC236}">
                <a16:creationId xmlns:a16="http://schemas.microsoft.com/office/drawing/2014/main" id="{FF411689-4F63-4EB1-2F3C-FD6F5D52A5AC}"/>
              </a:ext>
              <a:ext uri="{C183D7F6-B498-43B3-948B-1728B52AA6E4}">
                <adec:decorative xmlns:adec="http://schemas.microsoft.com/office/drawing/2017/decorative" val="1"/>
              </a:ext>
            </a:extLst>
          </p:cNvPr>
          <p:cNvSpPr txBox="1"/>
          <p:nvPr/>
        </p:nvSpPr>
        <p:spPr>
          <a:xfrm>
            <a:off x="7583867" y="4850330"/>
            <a:ext cx="623945" cy="172122"/>
          </a:xfrm>
          <a:prstGeom prst="rect">
            <a:avLst/>
          </a:prstGeom>
          <a:noFill/>
        </p:spPr>
        <p:txBody>
          <a:bodyPr wrap="square" lIns="0" tIns="0" rIns="0" bIns="0" rtlCol="0">
            <a:noAutofit/>
          </a:bodyPr>
          <a:lstStyle/>
          <a:p>
            <a:pPr algn="ctr">
              <a:lnSpc>
                <a:spcPct val="110000"/>
              </a:lnSpc>
              <a:spcBef>
                <a:spcPts val="1000"/>
              </a:spcBef>
            </a:pPr>
            <a:r>
              <a:rPr lang="en-US" sz="700"/>
              <a:t>Up Arrow</a:t>
            </a:r>
          </a:p>
        </p:txBody>
      </p:sp>
      <p:sp>
        <p:nvSpPr>
          <p:cNvPr id="112" name="TextBox 111">
            <a:extLst>
              <a:ext uri="{FF2B5EF4-FFF2-40B4-BE49-F238E27FC236}">
                <a16:creationId xmlns:a16="http://schemas.microsoft.com/office/drawing/2014/main" id="{AC2D8908-A90D-F5BB-735A-AE474D8AD017}"/>
              </a:ext>
              <a:ext uri="{C183D7F6-B498-43B3-948B-1728B52AA6E4}">
                <adec:decorative xmlns:adec="http://schemas.microsoft.com/office/drawing/2017/decorative" val="1"/>
              </a:ext>
            </a:extLst>
          </p:cNvPr>
          <p:cNvSpPr txBox="1"/>
          <p:nvPr/>
        </p:nvSpPr>
        <p:spPr>
          <a:xfrm>
            <a:off x="8618415" y="4850330"/>
            <a:ext cx="623945" cy="172122"/>
          </a:xfrm>
          <a:prstGeom prst="rect">
            <a:avLst/>
          </a:prstGeom>
          <a:noFill/>
        </p:spPr>
        <p:txBody>
          <a:bodyPr wrap="square" lIns="0" tIns="0" rIns="0" bIns="0" rtlCol="0">
            <a:noAutofit/>
          </a:bodyPr>
          <a:lstStyle/>
          <a:p>
            <a:pPr algn="ctr">
              <a:lnSpc>
                <a:spcPct val="110000"/>
              </a:lnSpc>
              <a:spcBef>
                <a:spcPts val="1000"/>
              </a:spcBef>
            </a:pPr>
            <a:r>
              <a:rPr lang="en-US" sz="700"/>
              <a:t>Upload</a:t>
            </a:r>
          </a:p>
        </p:txBody>
      </p:sp>
      <p:sp>
        <p:nvSpPr>
          <p:cNvPr id="113" name="TextBox 112">
            <a:extLst>
              <a:ext uri="{FF2B5EF4-FFF2-40B4-BE49-F238E27FC236}">
                <a16:creationId xmlns:a16="http://schemas.microsoft.com/office/drawing/2014/main" id="{DEA18091-0CD2-2A36-9F84-6D5C89D0C631}"/>
              </a:ext>
              <a:ext uri="{C183D7F6-B498-43B3-948B-1728B52AA6E4}">
                <adec:decorative xmlns:adec="http://schemas.microsoft.com/office/drawing/2017/decorative" val="1"/>
              </a:ext>
            </a:extLst>
          </p:cNvPr>
          <p:cNvSpPr txBox="1"/>
          <p:nvPr/>
        </p:nvSpPr>
        <p:spPr>
          <a:xfrm>
            <a:off x="9744009" y="4850330"/>
            <a:ext cx="623945" cy="172122"/>
          </a:xfrm>
          <a:prstGeom prst="rect">
            <a:avLst/>
          </a:prstGeom>
          <a:noFill/>
        </p:spPr>
        <p:txBody>
          <a:bodyPr wrap="square" lIns="0" tIns="0" rIns="0" bIns="0" rtlCol="0">
            <a:noAutofit/>
          </a:bodyPr>
          <a:lstStyle/>
          <a:p>
            <a:pPr algn="ctr">
              <a:lnSpc>
                <a:spcPct val="110000"/>
              </a:lnSpc>
              <a:spcBef>
                <a:spcPts val="1000"/>
              </a:spcBef>
            </a:pPr>
            <a:r>
              <a:rPr lang="en-US" sz="700"/>
              <a:t>Vision</a:t>
            </a:r>
          </a:p>
        </p:txBody>
      </p:sp>
      <p:sp>
        <p:nvSpPr>
          <p:cNvPr id="114" name="TextBox 113">
            <a:extLst>
              <a:ext uri="{FF2B5EF4-FFF2-40B4-BE49-F238E27FC236}">
                <a16:creationId xmlns:a16="http://schemas.microsoft.com/office/drawing/2014/main" id="{F84990D3-B34D-A132-4371-D7B184F92097}"/>
              </a:ext>
              <a:ext uri="{C183D7F6-B498-43B3-948B-1728B52AA6E4}">
                <adec:decorative xmlns:adec="http://schemas.microsoft.com/office/drawing/2017/decorative" val="1"/>
              </a:ext>
            </a:extLst>
          </p:cNvPr>
          <p:cNvSpPr txBox="1"/>
          <p:nvPr/>
        </p:nvSpPr>
        <p:spPr>
          <a:xfrm>
            <a:off x="10801746" y="4832042"/>
            <a:ext cx="623945" cy="172122"/>
          </a:xfrm>
          <a:prstGeom prst="rect">
            <a:avLst/>
          </a:prstGeom>
          <a:noFill/>
        </p:spPr>
        <p:txBody>
          <a:bodyPr wrap="square" lIns="0" tIns="0" rIns="0" bIns="0" rtlCol="0">
            <a:noAutofit/>
          </a:bodyPr>
          <a:lstStyle/>
          <a:p>
            <a:pPr algn="ctr">
              <a:lnSpc>
                <a:spcPct val="110000"/>
              </a:lnSpc>
              <a:spcBef>
                <a:spcPts val="1000"/>
              </a:spcBef>
            </a:pPr>
            <a:r>
              <a:rPr lang="en-US" sz="700"/>
              <a:t>Write</a:t>
            </a:r>
          </a:p>
        </p:txBody>
      </p:sp>
      <p:sp>
        <p:nvSpPr>
          <p:cNvPr id="115" name="TextBox 114">
            <a:extLst>
              <a:ext uri="{FF2B5EF4-FFF2-40B4-BE49-F238E27FC236}">
                <a16:creationId xmlns:a16="http://schemas.microsoft.com/office/drawing/2014/main" id="{4D533156-C085-A63C-4F6A-CBFA53354187}"/>
              </a:ext>
              <a:ext uri="{C183D7F6-B498-43B3-948B-1728B52AA6E4}">
                <adec:decorative xmlns:adec="http://schemas.microsoft.com/office/drawing/2017/decorative" val="1"/>
              </a:ext>
            </a:extLst>
          </p:cNvPr>
          <p:cNvSpPr txBox="1"/>
          <p:nvPr/>
        </p:nvSpPr>
        <p:spPr>
          <a:xfrm>
            <a:off x="6508442" y="4850330"/>
            <a:ext cx="710080" cy="155597"/>
          </a:xfrm>
          <a:prstGeom prst="rect">
            <a:avLst/>
          </a:prstGeom>
          <a:noFill/>
        </p:spPr>
        <p:txBody>
          <a:bodyPr wrap="square" lIns="0" tIns="0" rIns="0" bIns="0" rtlCol="0">
            <a:noAutofit/>
          </a:bodyPr>
          <a:lstStyle/>
          <a:p>
            <a:pPr algn="ctr">
              <a:lnSpc>
                <a:spcPct val="110000"/>
              </a:lnSpc>
              <a:spcBef>
                <a:spcPts val="1000"/>
              </a:spcBef>
            </a:pPr>
            <a:r>
              <a:rPr lang="en-US" sz="700"/>
              <a:t>Trophy</a:t>
            </a:r>
          </a:p>
        </p:txBody>
      </p:sp>
      <p:sp>
        <p:nvSpPr>
          <p:cNvPr id="116" name="TextBox 115">
            <a:extLst>
              <a:ext uri="{FF2B5EF4-FFF2-40B4-BE49-F238E27FC236}">
                <a16:creationId xmlns:a16="http://schemas.microsoft.com/office/drawing/2014/main" id="{B2F5EC00-F620-90F6-5356-8C6DFDCF9B09}"/>
              </a:ext>
              <a:ext uri="{C183D7F6-B498-43B3-948B-1728B52AA6E4}">
                <adec:decorative xmlns:adec="http://schemas.microsoft.com/office/drawing/2017/decorative" val="1"/>
              </a:ext>
            </a:extLst>
          </p:cNvPr>
          <p:cNvSpPr txBox="1"/>
          <p:nvPr/>
        </p:nvSpPr>
        <p:spPr>
          <a:xfrm>
            <a:off x="5428551" y="5708076"/>
            <a:ext cx="710080" cy="155597"/>
          </a:xfrm>
          <a:prstGeom prst="rect">
            <a:avLst/>
          </a:prstGeom>
          <a:noFill/>
        </p:spPr>
        <p:txBody>
          <a:bodyPr wrap="square" lIns="0" tIns="0" rIns="0" bIns="0" rtlCol="0">
            <a:noAutofit/>
          </a:bodyPr>
          <a:lstStyle/>
          <a:p>
            <a:pPr algn="ctr">
              <a:lnSpc>
                <a:spcPct val="110000"/>
              </a:lnSpc>
              <a:spcBef>
                <a:spcPts val="1000"/>
              </a:spcBef>
            </a:pPr>
            <a:r>
              <a:rPr lang="en-US" sz="700"/>
              <a:t>Organic</a:t>
            </a:r>
          </a:p>
        </p:txBody>
      </p:sp>
      <p:sp>
        <p:nvSpPr>
          <p:cNvPr id="117" name="TextBox 116">
            <a:extLst>
              <a:ext uri="{FF2B5EF4-FFF2-40B4-BE49-F238E27FC236}">
                <a16:creationId xmlns:a16="http://schemas.microsoft.com/office/drawing/2014/main" id="{7B1680A7-6035-2D4B-EA63-1A3936F53A84}"/>
              </a:ext>
              <a:ext uri="{C183D7F6-B498-43B3-948B-1728B52AA6E4}">
                <adec:decorative xmlns:adec="http://schemas.microsoft.com/office/drawing/2017/decorative" val="1"/>
              </a:ext>
            </a:extLst>
          </p:cNvPr>
          <p:cNvSpPr txBox="1"/>
          <p:nvPr/>
        </p:nvSpPr>
        <p:spPr>
          <a:xfrm>
            <a:off x="7583867" y="5708076"/>
            <a:ext cx="623945" cy="172122"/>
          </a:xfrm>
          <a:prstGeom prst="rect">
            <a:avLst/>
          </a:prstGeom>
          <a:noFill/>
        </p:spPr>
        <p:txBody>
          <a:bodyPr wrap="square" lIns="0" tIns="0" rIns="0" bIns="0" rtlCol="0">
            <a:noAutofit/>
          </a:bodyPr>
          <a:lstStyle/>
          <a:p>
            <a:pPr algn="ctr">
              <a:lnSpc>
                <a:spcPct val="110000"/>
              </a:lnSpc>
              <a:spcBef>
                <a:spcPts val="1000"/>
              </a:spcBef>
            </a:pPr>
            <a:r>
              <a:rPr lang="en-US" sz="700"/>
              <a:t>Rainbow</a:t>
            </a:r>
          </a:p>
        </p:txBody>
      </p:sp>
      <p:sp>
        <p:nvSpPr>
          <p:cNvPr id="118" name="TextBox 117">
            <a:extLst>
              <a:ext uri="{FF2B5EF4-FFF2-40B4-BE49-F238E27FC236}">
                <a16:creationId xmlns:a16="http://schemas.microsoft.com/office/drawing/2014/main" id="{F13F457E-BFC8-44D7-730B-D18D0911E67A}"/>
              </a:ext>
              <a:ext uri="{C183D7F6-B498-43B3-948B-1728B52AA6E4}">
                <adec:decorative xmlns:adec="http://schemas.microsoft.com/office/drawing/2017/decorative" val="1"/>
              </a:ext>
            </a:extLst>
          </p:cNvPr>
          <p:cNvSpPr txBox="1"/>
          <p:nvPr/>
        </p:nvSpPr>
        <p:spPr>
          <a:xfrm>
            <a:off x="8618415" y="5708076"/>
            <a:ext cx="623945" cy="172122"/>
          </a:xfrm>
          <a:prstGeom prst="rect">
            <a:avLst/>
          </a:prstGeom>
          <a:noFill/>
        </p:spPr>
        <p:txBody>
          <a:bodyPr wrap="square" lIns="0" tIns="0" rIns="0" bIns="0" rtlCol="0">
            <a:noAutofit/>
          </a:bodyPr>
          <a:lstStyle/>
          <a:p>
            <a:pPr algn="ctr">
              <a:lnSpc>
                <a:spcPct val="110000"/>
              </a:lnSpc>
              <a:spcBef>
                <a:spcPts val="1000"/>
              </a:spcBef>
            </a:pPr>
            <a:r>
              <a:rPr lang="en-US" sz="700"/>
              <a:t>Target</a:t>
            </a:r>
          </a:p>
        </p:txBody>
      </p:sp>
      <p:sp>
        <p:nvSpPr>
          <p:cNvPr id="119" name="TextBox 118">
            <a:extLst>
              <a:ext uri="{FF2B5EF4-FFF2-40B4-BE49-F238E27FC236}">
                <a16:creationId xmlns:a16="http://schemas.microsoft.com/office/drawing/2014/main" id="{376C4E17-7664-FAB4-6393-D83BD72CA0BC}"/>
              </a:ext>
              <a:ext uri="{C183D7F6-B498-43B3-948B-1728B52AA6E4}">
                <adec:decorative xmlns:adec="http://schemas.microsoft.com/office/drawing/2017/decorative" val="1"/>
              </a:ext>
            </a:extLst>
          </p:cNvPr>
          <p:cNvSpPr txBox="1"/>
          <p:nvPr/>
        </p:nvSpPr>
        <p:spPr>
          <a:xfrm>
            <a:off x="9744009" y="5708076"/>
            <a:ext cx="623945" cy="172122"/>
          </a:xfrm>
          <a:prstGeom prst="rect">
            <a:avLst/>
          </a:prstGeom>
          <a:noFill/>
        </p:spPr>
        <p:txBody>
          <a:bodyPr wrap="square" lIns="0" tIns="0" rIns="0" bIns="0" rtlCol="0">
            <a:noAutofit/>
          </a:bodyPr>
          <a:lstStyle/>
          <a:p>
            <a:pPr algn="ctr">
              <a:lnSpc>
                <a:spcPct val="110000"/>
              </a:lnSpc>
              <a:spcBef>
                <a:spcPts val="1000"/>
              </a:spcBef>
            </a:pPr>
            <a:r>
              <a:rPr lang="en-US" sz="700"/>
              <a:t>Telecom</a:t>
            </a:r>
          </a:p>
        </p:txBody>
      </p:sp>
      <p:sp>
        <p:nvSpPr>
          <p:cNvPr id="120" name="TextBox 119">
            <a:extLst>
              <a:ext uri="{FF2B5EF4-FFF2-40B4-BE49-F238E27FC236}">
                <a16:creationId xmlns:a16="http://schemas.microsoft.com/office/drawing/2014/main" id="{A00AAD6B-C2E7-8479-5659-23031C9B0B21}"/>
              </a:ext>
              <a:ext uri="{C183D7F6-B498-43B3-948B-1728B52AA6E4}">
                <adec:decorative xmlns:adec="http://schemas.microsoft.com/office/drawing/2017/decorative" val="1"/>
              </a:ext>
            </a:extLst>
          </p:cNvPr>
          <p:cNvSpPr txBox="1"/>
          <p:nvPr/>
        </p:nvSpPr>
        <p:spPr>
          <a:xfrm>
            <a:off x="10801746" y="5708076"/>
            <a:ext cx="623945" cy="172122"/>
          </a:xfrm>
          <a:prstGeom prst="rect">
            <a:avLst/>
          </a:prstGeom>
          <a:noFill/>
        </p:spPr>
        <p:txBody>
          <a:bodyPr wrap="square" lIns="0" tIns="0" rIns="0" bIns="0" rtlCol="0">
            <a:noAutofit/>
          </a:bodyPr>
          <a:lstStyle/>
          <a:p>
            <a:pPr algn="ctr">
              <a:lnSpc>
                <a:spcPct val="110000"/>
              </a:lnSpc>
              <a:spcBef>
                <a:spcPts val="1000"/>
              </a:spcBef>
            </a:pPr>
            <a:r>
              <a:rPr lang="en-US" sz="700"/>
              <a:t>Thumbs Up</a:t>
            </a:r>
          </a:p>
        </p:txBody>
      </p:sp>
      <p:sp>
        <p:nvSpPr>
          <p:cNvPr id="121" name="TextBox 120">
            <a:extLst>
              <a:ext uri="{FF2B5EF4-FFF2-40B4-BE49-F238E27FC236}">
                <a16:creationId xmlns:a16="http://schemas.microsoft.com/office/drawing/2014/main" id="{11034B31-5B03-D30D-8799-D75F7657D6D8}"/>
              </a:ext>
              <a:ext uri="{C183D7F6-B498-43B3-948B-1728B52AA6E4}">
                <adec:decorative xmlns:adec="http://schemas.microsoft.com/office/drawing/2017/decorative" val="1"/>
              </a:ext>
            </a:extLst>
          </p:cNvPr>
          <p:cNvSpPr txBox="1"/>
          <p:nvPr/>
        </p:nvSpPr>
        <p:spPr>
          <a:xfrm>
            <a:off x="6508442" y="5708076"/>
            <a:ext cx="710080" cy="155597"/>
          </a:xfrm>
          <a:prstGeom prst="rect">
            <a:avLst/>
          </a:prstGeom>
          <a:noFill/>
        </p:spPr>
        <p:txBody>
          <a:bodyPr wrap="square" lIns="0" tIns="0" rIns="0" bIns="0" rtlCol="0">
            <a:noAutofit/>
          </a:bodyPr>
          <a:lstStyle/>
          <a:p>
            <a:pPr algn="ctr">
              <a:lnSpc>
                <a:spcPct val="110000"/>
              </a:lnSpc>
              <a:spcBef>
                <a:spcPts val="1000"/>
              </a:spcBef>
            </a:pPr>
            <a:r>
              <a:rPr lang="en-US" sz="700"/>
              <a:t>Pointer Finger</a:t>
            </a:r>
          </a:p>
        </p:txBody>
      </p:sp>
      <p:sp>
        <p:nvSpPr>
          <p:cNvPr id="7" name="TextBox 6">
            <a:extLst>
              <a:ext uri="{FF2B5EF4-FFF2-40B4-BE49-F238E27FC236}">
                <a16:creationId xmlns:a16="http://schemas.microsoft.com/office/drawing/2014/main" id="{717EA795-660C-688F-3C5E-55E3526DEC4C}"/>
              </a:ext>
            </a:extLst>
          </p:cNvPr>
          <p:cNvSpPr txBox="1"/>
          <p:nvPr/>
        </p:nvSpPr>
        <p:spPr>
          <a:xfrm>
            <a:off x="587703" y="5245992"/>
            <a:ext cx="3331153" cy="457199"/>
          </a:xfrm>
          <a:prstGeom prst="rect">
            <a:avLst/>
          </a:prstGeom>
          <a:noFill/>
        </p:spPr>
        <p:txBody>
          <a:bodyPr wrap="square" lIns="0" tIns="0" rIns="0" bIns="0" rtlCol="0">
            <a:noAutofit/>
          </a:bodyPr>
          <a:lstStyle/>
          <a:p>
            <a:pPr>
              <a:lnSpc>
                <a:spcPct val="110000"/>
              </a:lnSpc>
              <a:spcBef>
                <a:spcPts val="1000"/>
              </a:spcBef>
              <a:spcAft>
                <a:spcPts val="1000"/>
              </a:spcAft>
            </a:pPr>
            <a:r>
              <a:rPr lang="en-US" sz="1400" dirty="0">
                <a:solidFill>
                  <a:schemeClr val="accent4"/>
                </a:solidFill>
              </a:rPr>
              <a:t>Note: </a:t>
            </a:r>
            <a:r>
              <a:rPr lang="en-US" sz="1400" dirty="0"/>
              <a:t>Icons are released periodically, visit the </a:t>
            </a:r>
            <a:r>
              <a:rPr lang="en-US" sz="1400" dirty="0">
                <a:hlinkClick r:id="rId76"/>
              </a:rPr>
              <a:t>icon library </a:t>
            </a:r>
            <a:r>
              <a:rPr lang="en-US" sz="1400" dirty="0"/>
              <a:t>for the full set.                         </a:t>
            </a:r>
          </a:p>
        </p:txBody>
      </p:sp>
      <p:sp>
        <p:nvSpPr>
          <p:cNvPr id="9" name="TextBox 8">
            <a:extLst>
              <a:ext uri="{FF2B5EF4-FFF2-40B4-BE49-F238E27FC236}">
                <a16:creationId xmlns:a16="http://schemas.microsoft.com/office/drawing/2014/main" id="{D61714DF-D2E0-D157-0FBF-ADFC893703CE}"/>
              </a:ext>
            </a:extLst>
          </p:cNvPr>
          <p:cNvSpPr txBox="1"/>
          <p:nvPr/>
        </p:nvSpPr>
        <p:spPr>
          <a:xfrm>
            <a:off x="10285783" y="6096489"/>
            <a:ext cx="1139908" cy="137160"/>
          </a:xfrm>
          <a:prstGeom prst="rect">
            <a:avLst/>
          </a:prstGeom>
          <a:noFill/>
        </p:spPr>
        <p:txBody>
          <a:bodyPr wrap="square" lIns="0" tIns="0" rIns="0" bIns="0" rtlCol="0">
            <a:noAutofit/>
          </a:bodyPr>
          <a:lstStyle/>
          <a:p>
            <a:pPr algn="r">
              <a:lnSpc>
                <a:spcPct val="110000"/>
              </a:lnSpc>
              <a:spcBef>
                <a:spcPts val="1000"/>
              </a:spcBef>
            </a:pPr>
            <a:r>
              <a:rPr lang="en-US" sz="800" i="1">
                <a:solidFill>
                  <a:schemeClr val="tx2"/>
                </a:solidFill>
                <a:latin typeface="Avenir Next LT Pro" panose="020B0504020202020204" pitchFamily="34" charset="77"/>
              </a:rPr>
              <a:t>More icons on next page</a:t>
            </a:r>
          </a:p>
        </p:txBody>
      </p:sp>
    </p:spTree>
    <p:extLst>
      <p:ext uri="{BB962C8B-B14F-4D97-AF65-F5344CB8AC3E}">
        <p14:creationId xmlns:p14="http://schemas.microsoft.com/office/powerpoint/2010/main" val="7043631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D72821-3846-ACD4-16BB-A7C19FD65358}"/>
              </a:ext>
            </a:extLst>
          </p:cNvPr>
          <p:cNvSpPr>
            <a:spLocks noGrp="1"/>
          </p:cNvSpPr>
          <p:nvPr>
            <p:ph type="title"/>
          </p:nvPr>
        </p:nvSpPr>
        <p:spPr/>
        <p:txBody>
          <a:bodyPr/>
          <a:lstStyle/>
          <a:p>
            <a:r>
              <a:rPr lang="en-US"/>
              <a:t>Iconography</a:t>
            </a:r>
          </a:p>
        </p:txBody>
      </p:sp>
      <p:sp>
        <p:nvSpPr>
          <p:cNvPr id="5" name="Footer Placeholder 4">
            <a:extLst>
              <a:ext uri="{FF2B5EF4-FFF2-40B4-BE49-F238E27FC236}">
                <a16:creationId xmlns:a16="http://schemas.microsoft.com/office/drawing/2014/main" id="{84AE16EB-091D-6938-9BCF-793655A226B8}"/>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69F0138D-6D0F-6690-9892-3EB9DFB94ED1}"/>
              </a:ext>
            </a:extLst>
          </p:cNvPr>
          <p:cNvSpPr>
            <a:spLocks noGrp="1"/>
          </p:cNvSpPr>
          <p:nvPr>
            <p:ph type="dt" sz="half" idx="11"/>
          </p:nvPr>
        </p:nvSpPr>
        <p:spPr/>
        <p:txBody>
          <a:bodyPr/>
          <a:lstStyle/>
          <a:p>
            <a:fld id="{A72C76F0-9AD4-44D0-B01E-3E4DA444BBFE}" type="datetimeyyyy">
              <a:rPr lang="en-US" smtClean="0"/>
              <a:t>2025</a:t>
            </a:fld>
            <a:endParaRPr lang="en-US"/>
          </a:p>
        </p:txBody>
      </p:sp>
      <p:sp>
        <p:nvSpPr>
          <p:cNvPr id="6" name="Slide Number Placeholder 5">
            <a:extLst>
              <a:ext uri="{FF2B5EF4-FFF2-40B4-BE49-F238E27FC236}">
                <a16:creationId xmlns:a16="http://schemas.microsoft.com/office/drawing/2014/main" id="{AEFC92D1-0F9F-1FB1-DFF1-F73A534EAF42}"/>
              </a:ext>
            </a:extLst>
          </p:cNvPr>
          <p:cNvSpPr>
            <a:spLocks noGrp="1"/>
          </p:cNvSpPr>
          <p:nvPr>
            <p:ph type="sldNum" sz="quarter" idx="12"/>
          </p:nvPr>
        </p:nvSpPr>
        <p:spPr/>
        <p:txBody>
          <a:bodyPr/>
          <a:lstStyle/>
          <a:p>
            <a:fld id="{B2643E34-DC33-45ED-8E33-EC0D5991E9A4}" type="slidenum">
              <a:rPr lang="en-US" smtClean="0"/>
              <a:pPr/>
              <a:t>79</a:t>
            </a:fld>
            <a:endParaRPr lang="en-US"/>
          </a:p>
        </p:txBody>
      </p:sp>
      <p:pic>
        <p:nvPicPr>
          <p:cNvPr id="9" name="Graphic 8" descr="Alliance icon">
            <a:extLst>
              <a:ext uri="{FF2B5EF4-FFF2-40B4-BE49-F238E27FC236}">
                <a16:creationId xmlns:a16="http://schemas.microsoft.com/office/drawing/2014/main" id="{145B3573-F2BF-D7B5-8C93-8E405C88334A}"/>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82479" y="1385395"/>
            <a:ext cx="457200" cy="457200"/>
          </a:xfrm>
          <a:prstGeom prst="rect">
            <a:avLst/>
          </a:prstGeom>
        </p:spPr>
      </p:pic>
      <p:pic>
        <p:nvPicPr>
          <p:cNvPr id="10" name="Graphic 9" descr="Award icon">
            <a:extLst>
              <a:ext uri="{FF2B5EF4-FFF2-40B4-BE49-F238E27FC236}">
                <a16:creationId xmlns:a16="http://schemas.microsoft.com/office/drawing/2014/main" id="{AA2B063D-79A4-0779-11D7-DC006FA358F2}"/>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93926" y="1385395"/>
            <a:ext cx="457200" cy="457200"/>
          </a:xfrm>
          <a:prstGeom prst="rect">
            <a:avLst/>
          </a:prstGeom>
        </p:spPr>
      </p:pic>
      <p:pic>
        <p:nvPicPr>
          <p:cNvPr id="11" name="Graphic 10" descr="Cancel icon">
            <a:extLst>
              <a:ext uri="{FF2B5EF4-FFF2-40B4-BE49-F238E27FC236}">
                <a16:creationId xmlns:a16="http://schemas.microsoft.com/office/drawing/2014/main" id="{7F689EAD-2A6C-570E-B40D-7DE3F6B3A026}"/>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657957" y="1385395"/>
            <a:ext cx="457200" cy="457200"/>
          </a:xfrm>
          <a:prstGeom prst="rect">
            <a:avLst/>
          </a:prstGeom>
        </p:spPr>
      </p:pic>
      <p:pic>
        <p:nvPicPr>
          <p:cNvPr id="12" name="Graphic 11" descr="Chat icon">
            <a:extLst>
              <a:ext uri="{FF2B5EF4-FFF2-40B4-BE49-F238E27FC236}">
                <a16:creationId xmlns:a16="http://schemas.microsoft.com/office/drawing/2014/main" id="{519740F8-9324-C2CA-CC94-6E1E5B1605CE}"/>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656787" y="1385395"/>
            <a:ext cx="457200" cy="457200"/>
          </a:xfrm>
          <a:prstGeom prst="rect">
            <a:avLst/>
          </a:prstGeom>
        </p:spPr>
      </p:pic>
      <p:pic>
        <p:nvPicPr>
          <p:cNvPr id="13" name="Graphic 12" descr="Check box icon">
            <a:extLst>
              <a:ext uri="{FF2B5EF4-FFF2-40B4-BE49-F238E27FC236}">
                <a16:creationId xmlns:a16="http://schemas.microsoft.com/office/drawing/2014/main" id="{DED44D8C-95FB-87A4-0F7E-0D242F6270A0}"/>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8364" y="1385395"/>
            <a:ext cx="457200" cy="457200"/>
          </a:xfrm>
          <a:prstGeom prst="rect">
            <a:avLst/>
          </a:prstGeom>
        </p:spPr>
      </p:pic>
      <p:pic>
        <p:nvPicPr>
          <p:cNvPr id="14" name="Graphic 13" descr="Choice icon">
            <a:extLst>
              <a:ext uri="{FF2B5EF4-FFF2-40B4-BE49-F238E27FC236}">
                <a16:creationId xmlns:a16="http://schemas.microsoft.com/office/drawing/2014/main" id="{A2B62935-BAE9-4C80-9583-0FFE4B8211FF}"/>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5707434" y="1385395"/>
            <a:ext cx="457200" cy="457200"/>
          </a:xfrm>
          <a:prstGeom prst="rect">
            <a:avLst/>
          </a:prstGeom>
        </p:spPr>
      </p:pic>
      <p:pic>
        <p:nvPicPr>
          <p:cNvPr id="15" name="Graphic 14" descr="Cloud icon">
            <a:extLst>
              <a:ext uri="{FF2B5EF4-FFF2-40B4-BE49-F238E27FC236}">
                <a16:creationId xmlns:a16="http://schemas.microsoft.com/office/drawing/2014/main" id="{111C8882-061F-6DDB-2654-AC87EF01C5EA}"/>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730275" y="1385395"/>
            <a:ext cx="457200" cy="457200"/>
          </a:xfrm>
          <a:prstGeom prst="rect">
            <a:avLst/>
          </a:prstGeom>
        </p:spPr>
      </p:pic>
      <p:pic>
        <p:nvPicPr>
          <p:cNvPr id="16" name="Graphic 15" descr="Customer service icon">
            <a:extLst>
              <a:ext uri="{FF2B5EF4-FFF2-40B4-BE49-F238E27FC236}">
                <a16:creationId xmlns:a16="http://schemas.microsoft.com/office/drawing/2014/main" id="{AD746CDD-C248-D5F8-C446-C6E5C2EDF78E}"/>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792860" y="1385395"/>
            <a:ext cx="457200" cy="457200"/>
          </a:xfrm>
          <a:prstGeom prst="rect">
            <a:avLst/>
          </a:prstGeom>
        </p:spPr>
      </p:pic>
      <p:pic>
        <p:nvPicPr>
          <p:cNvPr id="17" name="Graphic 16" descr="Data lake icon">
            <a:extLst>
              <a:ext uri="{FF2B5EF4-FFF2-40B4-BE49-F238E27FC236}">
                <a16:creationId xmlns:a16="http://schemas.microsoft.com/office/drawing/2014/main" id="{0865A5FB-7CE8-C4C9-92A5-776EAE6EB185}"/>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8802202" y="1385395"/>
            <a:ext cx="457200" cy="457200"/>
          </a:xfrm>
          <a:prstGeom prst="rect">
            <a:avLst/>
          </a:prstGeom>
        </p:spPr>
      </p:pic>
      <p:pic>
        <p:nvPicPr>
          <p:cNvPr id="18" name="Graphic 17" descr="Document icon">
            <a:extLst>
              <a:ext uri="{FF2B5EF4-FFF2-40B4-BE49-F238E27FC236}">
                <a16:creationId xmlns:a16="http://schemas.microsoft.com/office/drawing/2014/main" id="{32AF7815-12E5-0216-500C-D53DEB327A6D}"/>
              </a:ext>
            </a:extLst>
          </p:cNvPr>
          <p:cNvPicPr>
            <a:picLocks noChangeAspect="1"/>
          </p:cNvPicPr>
          <p:nvPr/>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9820150" y="1385395"/>
            <a:ext cx="457200" cy="457200"/>
          </a:xfrm>
          <a:prstGeom prst="rect">
            <a:avLst/>
          </a:prstGeom>
        </p:spPr>
      </p:pic>
      <p:pic>
        <p:nvPicPr>
          <p:cNvPr id="19" name="Graphic 18" descr="Gear icon">
            <a:extLst>
              <a:ext uri="{FF2B5EF4-FFF2-40B4-BE49-F238E27FC236}">
                <a16:creationId xmlns:a16="http://schemas.microsoft.com/office/drawing/2014/main" id="{55D6AE18-273C-9E95-F2BE-94B4CF2DBAD2}"/>
              </a:ext>
            </a:extLst>
          </p:cNvPr>
          <p:cNvPicPr>
            <a:picLocks noChangeAspect="1"/>
          </p:cNvPicPr>
          <p:nvPr/>
        </p:nvPicPr>
        <p:blipFill>
          <a:blip r:embed="rId22"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889075" y="1385395"/>
            <a:ext cx="457200" cy="457200"/>
          </a:xfrm>
          <a:prstGeom prst="rect">
            <a:avLst/>
          </a:prstGeom>
        </p:spPr>
      </p:pic>
      <p:pic>
        <p:nvPicPr>
          <p:cNvPr id="36" name="Graphic 35" descr="Engineering / infrastructure icon">
            <a:extLst>
              <a:ext uri="{FF2B5EF4-FFF2-40B4-BE49-F238E27FC236}">
                <a16:creationId xmlns:a16="http://schemas.microsoft.com/office/drawing/2014/main" id="{E76820AF-A095-5F1E-E610-7710AABB4D2F}"/>
              </a:ext>
            </a:extLst>
          </p:cNvPr>
          <p:cNvPicPr>
            <a:picLocks noChangeAspect="1"/>
          </p:cNvPicPr>
          <p:nvPr/>
        </p:nvPicPr>
        <p:blipFill>
          <a:blip r:embed="rId24" cstate="email">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582479" y="2324554"/>
            <a:ext cx="457200" cy="457200"/>
          </a:xfrm>
          <a:prstGeom prst="rect">
            <a:avLst/>
          </a:prstGeom>
        </p:spPr>
      </p:pic>
      <p:pic>
        <p:nvPicPr>
          <p:cNvPr id="37" name="Graphic 36" descr="Finance / government icon">
            <a:extLst>
              <a:ext uri="{FF2B5EF4-FFF2-40B4-BE49-F238E27FC236}">
                <a16:creationId xmlns:a16="http://schemas.microsoft.com/office/drawing/2014/main" id="{5B6EF149-41FD-A0B5-4AFD-9BA2052B8459}"/>
              </a:ext>
            </a:extLst>
          </p:cNvPr>
          <p:cNvPicPr>
            <a:picLocks noChangeAspect="1"/>
          </p:cNvPicPr>
          <p:nvPr/>
        </p:nvPicPr>
        <p:blipFill>
          <a:blip r:embed="rId26" cstate="email">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593926" y="2324554"/>
            <a:ext cx="457200" cy="457200"/>
          </a:xfrm>
          <a:prstGeom prst="rect">
            <a:avLst/>
          </a:prstGeom>
        </p:spPr>
      </p:pic>
      <p:pic>
        <p:nvPicPr>
          <p:cNvPr id="46" name="Graphic 45" descr="Venn diagram icon">
            <a:extLst>
              <a:ext uri="{FF2B5EF4-FFF2-40B4-BE49-F238E27FC236}">
                <a16:creationId xmlns:a16="http://schemas.microsoft.com/office/drawing/2014/main" id="{B773E052-2C1B-C8DA-628C-7F33A46AC035}"/>
              </a:ext>
            </a:extLst>
          </p:cNvPr>
          <p:cNvPicPr>
            <a:picLocks noChangeAspect="1"/>
          </p:cNvPicPr>
          <p:nvPr/>
        </p:nvPicPr>
        <p:blipFill>
          <a:blip r:embed="rId28" cstate="email">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643287" y="2324554"/>
            <a:ext cx="457200" cy="457200"/>
          </a:xfrm>
          <a:prstGeom prst="rect">
            <a:avLst/>
          </a:prstGeom>
        </p:spPr>
      </p:pic>
      <p:pic>
        <p:nvPicPr>
          <p:cNvPr id="38" name="Graphic 37" descr="Growth icon">
            <a:extLst>
              <a:ext uri="{FF2B5EF4-FFF2-40B4-BE49-F238E27FC236}">
                <a16:creationId xmlns:a16="http://schemas.microsoft.com/office/drawing/2014/main" id="{924E1D20-37FF-A73E-C15E-F4DEA4D3B711}"/>
              </a:ext>
            </a:extLst>
          </p:cNvPr>
          <p:cNvPicPr>
            <a:picLocks noChangeAspect="1"/>
          </p:cNvPicPr>
          <p:nvPr/>
        </p:nvPicPr>
        <p:blipFill>
          <a:blip r:embed="rId30" cstate="email">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3656787" y="2324554"/>
            <a:ext cx="457200" cy="457200"/>
          </a:xfrm>
          <a:prstGeom prst="rect">
            <a:avLst/>
          </a:prstGeom>
        </p:spPr>
      </p:pic>
      <p:pic>
        <p:nvPicPr>
          <p:cNvPr id="39" name="Graphic 38" descr="Healthcare icon">
            <a:extLst>
              <a:ext uri="{FF2B5EF4-FFF2-40B4-BE49-F238E27FC236}">
                <a16:creationId xmlns:a16="http://schemas.microsoft.com/office/drawing/2014/main" id="{729B0A4F-9661-CCE5-0631-C462CC775607}"/>
              </a:ext>
            </a:extLst>
          </p:cNvPr>
          <p:cNvPicPr>
            <a:picLocks noChangeAspect="1"/>
          </p:cNvPicPr>
          <p:nvPr/>
        </p:nvPicPr>
        <p:blipFill>
          <a:blip r:embed="rId32" cstate="email">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4604794" y="2324554"/>
            <a:ext cx="457200" cy="457200"/>
          </a:xfrm>
          <a:prstGeom prst="rect">
            <a:avLst/>
          </a:prstGeom>
        </p:spPr>
      </p:pic>
      <p:pic>
        <p:nvPicPr>
          <p:cNvPr id="40" name="Graphic 39" descr="Home icon">
            <a:extLst>
              <a:ext uri="{FF2B5EF4-FFF2-40B4-BE49-F238E27FC236}">
                <a16:creationId xmlns:a16="http://schemas.microsoft.com/office/drawing/2014/main" id="{F9DB1AC2-ACFC-B877-211D-795D3B3B5DA5}"/>
              </a:ext>
            </a:extLst>
          </p:cNvPr>
          <p:cNvPicPr>
            <a:picLocks noChangeAspect="1"/>
          </p:cNvPicPr>
          <p:nvPr/>
        </p:nvPicPr>
        <p:blipFill>
          <a:blip r:embed="rId34" cstate="email">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5698808" y="2324554"/>
            <a:ext cx="457200" cy="457200"/>
          </a:xfrm>
          <a:prstGeom prst="rect">
            <a:avLst/>
          </a:prstGeom>
        </p:spPr>
      </p:pic>
      <p:pic>
        <p:nvPicPr>
          <p:cNvPr id="41" name="Graphic 40" descr="Integration icon">
            <a:extLst>
              <a:ext uri="{FF2B5EF4-FFF2-40B4-BE49-F238E27FC236}">
                <a16:creationId xmlns:a16="http://schemas.microsoft.com/office/drawing/2014/main" id="{E253DE43-EF82-1C66-9AEC-9763DD295112}"/>
              </a:ext>
            </a:extLst>
          </p:cNvPr>
          <p:cNvPicPr>
            <a:picLocks noChangeAspect="1"/>
          </p:cNvPicPr>
          <p:nvPr/>
        </p:nvPicPr>
        <p:blipFill>
          <a:blip r:embed="rId36" cstate="email">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6725385" y="2324554"/>
            <a:ext cx="457200" cy="457200"/>
          </a:xfrm>
          <a:prstGeom prst="rect">
            <a:avLst/>
          </a:prstGeom>
        </p:spPr>
      </p:pic>
      <p:pic>
        <p:nvPicPr>
          <p:cNvPr id="42" name="Graphic 41" descr="Location icon">
            <a:extLst>
              <a:ext uri="{FF2B5EF4-FFF2-40B4-BE49-F238E27FC236}">
                <a16:creationId xmlns:a16="http://schemas.microsoft.com/office/drawing/2014/main" id="{3587D46A-AE32-7ADE-D03F-A52D8CD25560}"/>
              </a:ext>
            </a:extLst>
          </p:cNvPr>
          <p:cNvPicPr>
            <a:picLocks noChangeAspect="1"/>
          </p:cNvPicPr>
          <p:nvPr/>
        </p:nvPicPr>
        <p:blipFill>
          <a:blip r:embed="rId38" cstate="email">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7797750" y="2324554"/>
            <a:ext cx="457200" cy="457200"/>
          </a:xfrm>
          <a:prstGeom prst="rect">
            <a:avLst/>
          </a:prstGeom>
        </p:spPr>
      </p:pic>
      <p:pic>
        <p:nvPicPr>
          <p:cNvPr id="43" name="Graphic 42" descr="Lock icon">
            <a:extLst>
              <a:ext uri="{FF2B5EF4-FFF2-40B4-BE49-F238E27FC236}">
                <a16:creationId xmlns:a16="http://schemas.microsoft.com/office/drawing/2014/main" id="{12CADD21-7D60-2DCC-783C-4934D28D86A9}"/>
              </a:ext>
            </a:extLst>
          </p:cNvPr>
          <p:cNvPicPr>
            <a:picLocks noChangeAspect="1"/>
          </p:cNvPicPr>
          <p:nvPr/>
        </p:nvPicPr>
        <p:blipFill>
          <a:blip r:embed="rId40" cstate="email">
            <a:extLst>
              <a:ext uri="{28A0092B-C50C-407E-A947-70E740481C1C}">
                <a14:useLocalDpi xmlns:a14="http://schemas.microsoft.com/office/drawing/2010/main"/>
              </a:ext>
              <a:ext uri="{96DAC541-7B7A-43D3-8B79-37D633B846F1}">
                <asvg:svgBlip xmlns:asvg="http://schemas.microsoft.com/office/drawing/2016/SVG/main" r:embed="rId41"/>
              </a:ext>
            </a:extLst>
          </a:blip>
          <a:stretch>
            <a:fillRect/>
          </a:stretch>
        </p:blipFill>
        <p:spPr>
          <a:xfrm>
            <a:off x="8816872" y="2324554"/>
            <a:ext cx="457200" cy="457200"/>
          </a:xfrm>
          <a:prstGeom prst="rect">
            <a:avLst/>
          </a:prstGeom>
        </p:spPr>
      </p:pic>
      <p:pic>
        <p:nvPicPr>
          <p:cNvPr id="45" name="Graphic 44" descr="Unlock icon">
            <a:extLst>
              <a:ext uri="{FF2B5EF4-FFF2-40B4-BE49-F238E27FC236}">
                <a16:creationId xmlns:a16="http://schemas.microsoft.com/office/drawing/2014/main" id="{1F292151-82B4-DC00-115F-808D1F3004D9}"/>
              </a:ext>
            </a:extLst>
          </p:cNvPr>
          <p:cNvPicPr>
            <a:picLocks noChangeAspect="1"/>
          </p:cNvPicPr>
          <p:nvPr/>
        </p:nvPicPr>
        <p:blipFill>
          <a:blip r:embed="rId42" cstate="email">
            <a:extLst>
              <a:ext uri="{28A0092B-C50C-407E-A947-70E740481C1C}">
                <a14:useLocalDpi xmlns:a14="http://schemas.microsoft.com/office/drawing/2010/main"/>
              </a:ext>
              <a:ext uri="{96DAC541-7B7A-43D3-8B79-37D633B846F1}">
                <asvg:svgBlip xmlns:asvg="http://schemas.microsoft.com/office/drawing/2016/SVG/main" r:embed="rId43"/>
              </a:ext>
            </a:extLst>
          </a:blip>
          <a:stretch>
            <a:fillRect/>
          </a:stretch>
        </p:blipFill>
        <p:spPr>
          <a:xfrm>
            <a:off x="9829930" y="2324554"/>
            <a:ext cx="457200" cy="457200"/>
          </a:xfrm>
          <a:prstGeom prst="rect">
            <a:avLst/>
          </a:prstGeom>
        </p:spPr>
      </p:pic>
      <p:pic>
        <p:nvPicPr>
          <p:cNvPr id="44" name="Graphic 43" descr="Love icon">
            <a:extLst>
              <a:ext uri="{FF2B5EF4-FFF2-40B4-BE49-F238E27FC236}">
                <a16:creationId xmlns:a16="http://schemas.microsoft.com/office/drawing/2014/main" id="{9490D300-1097-F3E9-14AD-66A7714686ED}"/>
              </a:ext>
            </a:extLst>
          </p:cNvPr>
          <p:cNvPicPr>
            <a:picLocks noChangeAspect="1"/>
          </p:cNvPicPr>
          <p:nvPr/>
        </p:nvPicPr>
        <p:blipFill>
          <a:blip r:embed="rId44" cstate="email">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10884185" y="2324554"/>
            <a:ext cx="457200" cy="457200"/>
          </a:xfrm>
          <a:prstGeom prst="rect">
            <a:avLst/>
          </a:prstGeom>
        </p:spPr>
      </p:pic>
      <p:pic>
        <p:nvPicPr>
          <p:cNvPr id="20" name="Graphic 19" descr="Mail icon">
            <a:extLst>
              <a:ext uri="{FF2B5EF4-FFF2-40B4-BE49-F238E27FC236}">
                <a16:creationId xmlns:a16="http://schemas.microsoft.com/office/drawing/2014/main" id="{170E2F96-FCE0-E123-9A8D-88580667AC81}"/>
              </a:ext>
            </a:extLst>
          </p:cNvPr>
          <p:cNvPicPr>
            <a:picLocks noChangeAspect="1"/>
          </p:cNvPicPr>
          <p:nvPr/>
        </p:nvPicPr>
        <p:blipFill>
          <a:blip r:embed="rId46" cstate="email">
            <a:extLst>
              <a:ext uri="{28A0092B-C50C-407E-A947-70E740481C1C}">
                <a14:useLocalDpi xmlns:a14="http://schemas.microsoft.com/office/drawing/2010/main"/>
              </a:ext>
              <a:ext uri="{96DAC541-7B7A-43D3-8B79-37D633B846F1}">
                <asvg:svgBlip xmlns:asvg="http://schemas.microsoft.com/office/drawing/2016/SVG/main" r:embed="rId47"/>
              </a:ext>
            </a:extLst>
          </a:blip>
          <a:stretch>
            <a:fillRect/>
          </a:stretch>
        </p:blipFill>
        <p:spPr>
          <a:xfrm>
            <a:off x="582479" y="3250970"/>
            <a:ext cx="457200" cy="457200"/>
          </a:xfrm>
          <a:prstGeom prst="rect">
            <a:avLst/>
          </a:prstGeom>
        </p:spPr>
      </p:pic>
      <p:pic>
        <p:nvPicPr>
          <p:cNvPr id="21" name="Graphic 20" descr="Market icon">
            <a:extLst>
              <a:ext uri="{FF2B5EF4-FFF2-40B4-BE49-F238E27FC236}">
                <a16:creationId xmlns:a16="http://schemas.microsoft.com/office/drawing/2014/main" id="{8E6B2D32-1684-AF96-AB6B-FD810C615A49}"/>
              </a:ext>
            </a:extLst>
          </p:cNvPr>
          <p:cNvPicPr>
            <a:picLocks noChangeAspect="1"/>
          </p:cNvPicPr>
          <p:nvPr/>
        </p:nvPicPr>
        <p:blipFill>
          <a:blip r:embed="rId48" cstate="email">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593926" y="3250970"/>
            <a:ext cx="457200" cy="457200"/>
          </a:xfrm>
          <a:prstGeom prst="rect">
            <a:avLst/>
          </a:prstGeom>
        </p:spPr>
      </p:pic>
      <p:pic>
        <p:nvPicPr>
          <p:cNvPr id="22" name="Graphic 21" descr="Monitor icon">
            <a:extLst>
              <a:ext uri="{FF2B5EF4-FFF2-40B4-BE49-F238E27FC236}">
                <a16:creationId xmlns:a16="http://schemas.microsoft.com/office/drawing/2014/main" id="{06B4F1C8-B054-006B-C9B6-640CFA5DCC43}"/>
              </a:ext>
            </a:extLst>
          </p:cNvPr>
          <p:cNvPicPr>
            <a:picLocks noChangeAspect="1"/>
          </p:cNvPicPr>
          <p:nvPr/>
        </p:nvPicPr>
        <p:blipFill>
          <a:blip r:embed="rId50" cstate="email">
            <a:extLst>
              <a:ext uri="{28A0092B-C50C-407E-A947-70E740481C1C}">
                <a14:useLocalDpi xmlns:a14="http://schemas.microsoft.com/office/drawing/2010/main"/>
              </a:ext>
              <a:ext uri="{96DAC541-7B7A-43D3-8B79-37D633B846F1}">
                <asvg:svgBlip xmlns:asvg="http://schemas.microsoft.com/office/drawing/2016/SVG/main" r:embed="rId51"/>
              </a:ext>
            </a:extLst>
          </a:blip>
          <a:stretch>
            <a:fillRect/>
          </a:stretch>
        </p:blipFill>
        <p:spPr>
          <a:xfrm>
            <a:off x="2653067" y="3250970"/>
            <a:ext cx="457200" cy="457200"/>
          </a:xfrm>
          <a:prstGeom prst="rect">
            <a:avLst/>
          </a:prstGeom>
        </p:spPr>
      </p:pic>
      <p:pic>
        <p:nvPicPr>
          <p:cNvPr id="23" name="Graphic 22" descr="News icon">
            <a:extLst>
              <a:ext uri="{FF2B5EF4-FFF2-40B4-BE49-F238E27FC236}">
                <a16:creationId xmlns:a16="http://schemas.microsoft.com/office/drawing/2014/main" id="{B3C4505F-D458-EB90-8CB6-89716B2BAF06}"/>
              </a:ext>
            </a:extLst>
          </p:cNvPr>
          <p:cNvPicPr>
            <a:picLocks noChangeAspect="1"/>
          </p:cNvPicPr>
          <p:nvPr/>
        </p:nvPicPr>
        <p:blipFill>
          <a:blip r:embed="rId52" cstate="email">
            <a:extLst>
              <a:ext uri="{28A0092B-C50C-407E-A947-70E740481C1C}">
                <a14:useLocalDpi xmlns:a14="http://schemas.microsoft.com/office/drawing/2010/main"/>
              </a:ext>
              <a:ext uri="{96DAC541-7B7A-43D3-8B79-37D633B846F1}">
                <asvg:svgBlip xmlns:asvg="http://schemas.microsoft.com/office/drawing/2016/SVG/main" r:embed="rId53"/>
              </a:ext>
            </a:extLst>
          </a:blip>
          <a:stretch>
            <a:fillRect/>
          </a:stretch>
        </p:blipFill>
        <p:spPr>
          <a:xfrm>
            <a:off x="3656787" y="3250970"/>
            <a:ext cx="457200" cy="457200"/>
          </a:xfrm>
          <a:prstGeom prst="rect">
            <a:avLst/>
          </a:prstGeom>
        </p:spPr>
      </p:pic>
      <p:pic>
        <p:nvPicPr>
          <p:cNvPr id="24" name="Graphic 23" descr="Options icon">
            <a:extLst>
              <a:ext uri="{FF2B5EF4-FFF2-40B4-BE49-F238E27FC236}">
                <a16:creationId xmlns:a16="http://schemas.microsoft.com/office/drawing/2014/main" id="{AA1454AE-DCD2-FF3E-ABD6-3C7263A044B7}"/>
              </a:ext>
            </a:extLst>
          </p:cNvPr>
          <p:cNvPicPr>
            <a:picLocks noChangeAspect="1"/>
          </p:cNvPicPr>
          <p:nvPr/>
        </p:nvPicPr>
        <p:blipFill>
          <a:blip r:embed="rId54" cstate="email">
            <a:extLst>
              <a:ext uri="{28A0092B-C50C-407E-A947-70E740481C1C}">
                <a14:useLocalDpi xmlns:a14="http://schemas.microsoft.com/office/drawing/2010/main"/>
              </a:ext>
              <a:ext uri="{96DAC541-7B7A-43D3-8B79-37D633B846F1}">
                <asvg:svgBlip xmlns:asvg="http://schemas.microsoft.com/office/drawing/2016/SVG/main" r:embed="rId55"/>
              </a:ext>
            </a:extLst>
          </a:blip>
          <a:stretch>
            <a:fillRect/>
          </a:stretch>
        </p:blipFill>
        <p:spPr>
          <a:xfrm>
            <a:off x="4653694" y="3250970"/>
            <a:ext cx="457200" cy="457200"/>
          </a:xfrm>
          <a:prstGeom prst="rect">
            <a:avLst/>
          </a:prstGeom>
        </p:spPr>
      </p:pic>
      <p:pic>
        <p:nvPicPr>
          <p:cNvPr id="25" name="Graphic 24" descr="People icon">
            <a:extLst>
              <a:ext uri="{FF2B5EF4-FFF2-40B4-BE49-F238E27FC236}">
                <a16:creationId xmlns:a16="http://schemas.microsoft.com/office/drawing/2014/main" id="{D95A3B3B-A92E-F3E9-0565-C3C213374B12}"/>
              </a:ext>
            </a:extLst>
          </p:cNvPr>
          <p:cNvPicPr>
            <a:picLocks noChangeAspect="1"/>
          </p:cNvPicPr>
          <p:nvPr/>
        </p:nvPicPr>
        <p:blipFill>
          <a:blip r:embed="rId56" cstate="email">
            <a:extLst>
              <a:ext uri="{28A0092B-C50C-407E-A947-70E740481C1C}">
                <a14:useLocalDpi xmlns:a14="http://schemas.microsoft.com/office/drawing/2010/main"/>
              </a:ext>
              <a:ext uri="{96DAC541-7B7A-43D3-8B79-37D633B846F1}">
                <asvg:svgBlip xmlns:asvg="http://schemas.microsoft.com/office/drawing/2016/SVG/main" r:embed="rId57"/>
              </a:ext>
            </a:extLst>
          </a:blip>
          <a:stretch>
            <a:fillRect/>
          </a:stretch>
        </p:blipFill>
        <p:spPr>
          <a:xfrm>
            <a:off x="5707434" y="3250970"/>
            <a:ext cx="457200" cy="457200"/>
          </a:xfrm>
          <a:prstGeom prst="rect">
            <a:avLst/>
          </a:prstGeom>
        </p:spPr>
      </p:pic>
      <p:pic>
        <p:nvPicPr>
          <p:cNvPr id="26" name="Graphic 25" descr="Pivot icon">
            <a:extLst>
              <a:ext uri="{FF2B5EF4-FFF2-40B4-BE49-F238E27FC236}">
                <a16:creationId xmlns:a16="http://schemas.microsoft.com/office/drawing/2014/main" id="{819713A2-C439-CCF7-2974-84EC0CE3779A}"/>
              </a:ext>
            </a:extLst>
          </p:cNvPr>
          <p:cNvPicPr>
            <a:picLocks noChangeAspect="1"/>
          </p:cNvPicPr>
          <p:nvPr/>
        </p:nvPicPr>
        <p:blipFill>
          <a:blip r:embed="rId58" cstate="email">
            <a:extLst>
              <a:ext uri="{28A0092B-C50C-407E-A947-70E740481C1C}">
                <a14:useLocalDpi xmlns:a14="http://schemas.microsoft.com/office/drawing/2010/main"/>
              </a:ext>
              <a:ext uri="{96DAC541-7B7A-43D3-8B79-37D633B846F1}">
                <asvg:svgBlip xmlns:asvg="http://schemas.microsoft.com/office/drawing/2016/SVG/main" r:embed="rId59"/>
              </a:ext>
            </a:extLst>
          </a:blip>
          <a:stretch>
            <a:fillRect/>
          </a:stretch>
        </p:blipFill>
        <p:spPr>
          <a:xfrm>
            <a:off x="6744945" y="3250970"/>
            <a:ext cx="457200" cy="457200"/>
          </a:xfrm>
          <a:prstGeom prst="rect">
            <a:avLst/>
          </a:prstGeom>
        </p:spPr>
      </p:pic>
      <p:pic>
        <p:nvPicPr>
          <p:cNvPr id="47" name="Graphic 46" descr="Presentation icon">
            <a:extLst>
              <a:ext uri="{FF2B5EF4-FFF2-40B4-BE49-F238E27FC236}">
                <a16:creationId xmlns:a16="http://schemas.microsoft.com/office/drawing/2014/main" id="{11CD274C-D908-DF2D-167A-34AAF53A49D9}"/>
              </a:ext>
            </a:extLst>
          </p:cNvPr>
          <p:cNvPicPr>
            <a:picLocks noChangeAspect="1"/>
          </p:cNvPicPr>
          <p:nvPr/>
        </p:nvPicPr>
        <p:blipFill>
          <a:blip r:embed="rId60" cstate="email">
            <a:extLst>
              <a:ext uri="{28A0092B-C50C-407E-A947-70E740481C1C}">
                <a14:useLocalDpi xmlns:a14="http://schemas.microsoft.com/office/drawing/2010/main"/>
              </a:ext>
              <a:ext uri="{96DAC541-7B7A-43D3-8B79-37D633B846F1}">
                <asvg:svgBlip xmlns:asvg="http://schemas.microsoft.com/office/drawing/2016/SVG/main" r:embed="rId61"/>
              </a:ext>
            </a:extLst>
          </a:blip>
          <a:stretch>
            <a:fillRect/>
          </a:stretch>
        </p:blipFill>
        <p:spPr>
          <a:xfrm>
            <a:off x="7806376" y="3250970"/>
            <a:ext cx="457200" cy="457200"/>
          </a:xfrm>
          <a:prstGeom prst="rect">
            <a:avLst/>
          </a:prstGeom>
        </p:spPr>
      </p:pic>
      <p:pic>
        <p:nvPicPr>
          <p:cNvPr id="27" name="Graphic 26" descr="Progress icon">
            <a:extLst>
              <a:ext uri="{FF2B5EF4-FFF2-40B4-BE49-F238E27FC236}">
                <a16:creationId xmlns:a16="http://schemas.microsoft.com/office/drawing/2014/main" id="{4721AECC-4EB5-3738-FAE2-E99AEAF6F8F7}"/>
              </a:ext>
            </a:extLst>
          </p:cNvPr>
          <p:cNvPicPr>
            <a:picLocks noChangeAspect="1"/>
          </p:cNvPicPr>
          <p:nvPr/>
        </p:nvPicPr>
        <p:blipFill>
          <a:blip r:embed="rId62" cstate="email">
            <a:extLst>
              <a:ext uri="{28A0092B-C50C-407E-A947-70E740481C1C}">
                <a14:useLocalDpi xmlns:a14="http://schemas.microsoft.com/office/drawing/2010/main"/>
              </a:ext>
              <a:ext uri="{96DAC541-7B7A-43D3-8B79-37D633B846F1}">
                <asvg:svgBlip xmlns:asvg="http://schemas.microsoft.com/office/drawing/2016/SVG/main" r:embed="rId63"/>
              </a:ext>
            </a:extLst>
          </a:blip>
          <a:stretch>
            <a:fillRect/>
          </a:stretch>
        </p:blipFill>
        <p:spPr>
          <a:xfrm>
            <a:off x="8802202" y="3250970"/>
            <a:ext cx="457200" cy="457200"/>
          </a:xfrm>
          <a:prstGeom prst="rect">
            <a:avLst/>
          </a:prstGeom>
        </p:spPr>
      </p:pic>
      <p:pic>
        <p:nvPicPr>
          <p:cNvPr id="28" name="Graphic 27" descr="Pyramid icon">
            <a:extLst>
              <a:ext uri="{FF2B5EF4-FFF2-40B4-BE49-F238E27FC236}">
                <a16:creationId xmlns:a16="http://schemas.microsoft.com/office/drawing/2014/main" id="{348D39A1-EEAC-2923-310A-6E07A83B5556}"/>
              </a:ext>
            </a:extLst>
          </p:cNvPr>
          <p:cNvPicPr>
            <a:picLocks noChangeAspect="1"/>
          </p:cNvPicPr>
          <p:nvPr/>
        </p:nvPicPr>
        <p:blipFill>
          <a:blip r:embed="rId64" cstate="email">
            <a:extLst>
              <a:ext uri="{28A0092B-C50C-407E-A947-70E740481C1C}">
                <a14:useLocalDpi xmlns:a14="http://schemas.microsoft.com/office/drawing/2010/main"/>
              </a:ext>
              <a:ext uri="{96DAC541-7B7A-43D3-8B79-37D633B846F1}">
                <asvg:svgBlip xmlns:asvg="http://schemas.microsoft.com/office/drawing/2016/SVG/main" r:embed="rId65"/>
              </a:ext>
            </a:extLst>
          </a:blip>
          <a:stretch>
            <a:fillRect/>
          </a:stretch>
        </p:blipFill>
        <p:spPr>
          <a:xfrm>
            <a:off x="9834820" y="3250970"/>
            <a:ext cx="457200" cy="457200"/>
          </a:xfrm>
          <a:prstGeom prst="rect">
            <a:avLst/>
          </a:prstGeom>
        </p:spPr>
      </p:pic>
      <p:pic>
        <p:nvPicPr>
          <p:cNvPr id="29" name="Graphic 28" descr="Refresh icon">
            <a:extLst>
              <a:ext uri="{FF2B5EF4-FFF2-40B4-BE49-F238E27FC236}">
                <a16:creationId xmlns:a16="http://schemas.microsoft.com/office/drawing/2014/main" id="{6DD23AF3-21F1-85DC-F30E-FB7ED365BB6B}"/>
              </a:ext>
            </a:extLst>
          </p:cNvPr>
          <p:cNvPicPr>
            <a:picLocks noChangeAspect="1"/>
          </p:cNvPicPr>
          <p:nvPr/>
        </p:nvPicPr>
        <p:blipFill>
          <a:blip r:embed="rId66" cstate="email">
            <a:extLst>
              <a:ext uri="{28A0092B-C50C-407E-A947-70E740481C1C}">
                <a14:useLocalDpi xmlns:a14="http://schemas.microsoft.com/office/drawing/2010/main"/>
              </a:ext>
              <a:ext uri="{96DAC541-7B7A-43D3-8B79-37D633B846F1}">
                <asvg:svgBlip xmlns:asvg="http://schemas.microsoft.com/office/drawing/2016/SVG/main" r:embed="rId67"/>
              </a:ext>
            </a:extLst>
          </a:blip>
          <a:stretch>
            <a:fillRect/>
          </a:stretch>
        </p:blipFill>
        <p:spPr>
          <a:xfrm>
            <a:off x="10889075" y="3250970"/>
            <a:ext cx="457200" cy="457200"/>
          </a:xfrm>
          <a:prstGeom prst="rect">
            <a:avLst/>
          </a:prstGeom>
        </p:spPr>
      </p:pic>
      <p:pic>
        <p:nvPicPr>
          <p:cNvPr id="30" name="Graphic 29" descr="Roadmap icon">
            <a:extLst>
              <a:ext uri="{FF2B5EF4-FFF2-40B4-BE49-F238E27FC236}">
                <a16:creationId xmlns:a16="http://schemas.microsoft.com/office/drawing/2014/main" id="{98E1B43E-D905-6C6E-60F6-1C637C7DF1B0}"/>
              </a:ext>
            </a:extLst>
          </p:cNvPr>
          <p:cNvPicPr>
            <a:picLocks noChangeAspect="1"/>
          </p:cNvPicPr>
          <p:nvPr/>
        </p:nvPicPr>
        <p:blipFill>
          <a:blip r:embed="rId68" cstate="email">
            <a:extLst>
              <a:ext uri="{28A0092B-C50C-407E-A947-70E740481C1C}">
                <a14:useLocalDpi xmlns:a14="http://schemas.microsoft.com/office/drawing/2010/main"/>
              </a:ext>
              <a:ext uri="{96DAC541-7B7A-43D3-8B79-37D633B846F1}">
                <asvg:svgBlip xmlns:asvg="http://schemas.microsoft.com/office/drawing/2016/SVG/main" r:embed="rId69"/>
              </a:ext>
            </a:extLst>
          </a:blip>
          <a:stretch>
            <a:fillRect/>
          </a:stretch>
        </p:blipFill>
        <p:spPr>
          <a:xfrm>
            <a:off x="565227" y="4194006"/>
            <a:ext cx="457200" cy="457200"/>
          </a:xfrm>
          <a:prstGeom prst="rect">
            <a:avLst/>
          </a:prstGeom>
        </p:spPr>
      </p:pic>
      <p:pic>
        <p:nvPicPr>
          <p:cNvPr id="48" name="Graphic 47" descr="Retail icon">
            <a:extLst>
              <a:ext uri="{FF2B5EF4-FFF2-40B4-BE49-F238E27FC236}">
                <a16:creationId xmlns:a16="http://schemas.microsoft.com/office/drawing/2014/main" id="{5E0D6F99-8649-9D56-78EC-F4DECD69AB79}"/>
              </a:ext>
            </a:extLst>
          </p:cNvPr>
          <p:cNvPicPr>
            <a:picLocks noChangeAspect="1"/>
          </p:cNvPicPr>
          <p:nvPr/>
        </p:nvPicPr>
        <p:blipFill>
          <a:blip r:embed="rId70" cstate="email">
            <a:extLst>
              <a:ext uri="{28A0092B-C50C-407E-A947-70E740481C1C}">
                <a14:useLocalDpi xmlns:a14="http://schemas.microsoft.com/office/drawing/2010/main"/>
              </a:ext>
              <a:ext uri="{96DAC541-7B7A-43D3-8B79-37D633B846F1}">
                <asvg:svgBlip xmlns:asvg="http://schemas.microsoft.com/office/drawing/2016/SVG/main" r:embed="rId71"/>
              </a:ext>
            </a:extLst>
          </a:blip>
          <a:stretch>
            <a:fillRect/>
          </a:stretch>
        </p:blipFill>
        <p:spPr>
          <a:xfrm>
            <a:off x="1593926" y="4212572"/>
            <a:ext cx="457200" cy="457200"/>
          </a:xfrm>
          <a:prstGeom prst="rect">
            <a:avLst/>
          </a:prstGeom>
        </p:spPr>
      </p:pic>
      <p:pic>
        <p:nvPicPr>
          <p:cNvPr id="31" name="Graphic 30" descr="Scale icon">
            <a:extLst>
              <a:ext uri="{FF2B5EF4-FFF2-40B4-BE49-F238E27FC236}">
                <a16:creationId xmlns:a16="http://schemas.microsoft.com/office/drawing/2014/main" id="{748CA774-00FA-82D4-43E1-18FEA086DD0A}"/>
              </a:ext>
            </a:extLst>
          </p:cNvPr>
          <p:cNvPicPr>
            <a:picLocks noChangeAspect="1"/>
          </p:cNvPicPr>
          <p:nvPr/>
        </p:nvPicPr>
        <p:blipFill>
          <a:blip r:embed="rId72" cstate="email">
            <a:extLst>
              <a:ext uri="{28A0092B-C50C-407E-A947-70E740481C1C}">
                <a14:useLocalDpi xmlns:a14="http://schemas.microsoft.com/office/drawing/2010/main"/>
              </a:ext>
              <a:ext uri="{96DAC541-7B7A-43D3-8B79-37D633B846F1}">
                <asvg:svgBlip xmlns:asvg="http://schemas.microsoft.com/office/drawing/2016/SVG/main" r:embed="rId73"/>
              </a:ext>
            </a:extLst>
          </a:blip>
          <a:stretch>
            <a:fillRect/>
          </a:stretch>
        </p:blipFill>
        <p:spPr>
          <a:xfrm>
            <a:off x="2701967" y="4194006"/>
            <a:ext cx="457200" cy="457200"/>
          </a:xfrm>
          <a:prstGeom prst="rect">
            <a:avLst/>
          </a:prstGeom>
        </p:spPr>
      </p:pic>
      <p:pic>
        <p:nvPicPr>
          <p:cNvPr id="32" name="Graphic 31" descr="Science icon">
            <a:extLst>
              <a:ext uri="{FF2B5EF4-FFF2-40B4-BE49-F238E27FC236}">
                <a16:creationId xmlns:a16="http://schemas.microsoft.com/office/drawing/2014/main" id="{29D19A0A-7B9E-3344-C83F-C4EF5C4F8F21}"/>
              </a:ext>
            </a:extLst>
          </p:cNvPr>
          <p:cNvPicPr>
            <a:picLocks noChangeAspect="1"/>
          </p:cNvPicPr>
          <p:nvPr/>
        </p:nvPicPr>
        <p:blipFill>
          <a:blip r:embed="rId74" cstate="email">
            <a:extLst>
              <a:ext uri="{28A0092B-C50C-407E-A947-70E740481C1C}">
                <a14:useLocalDpi xmlns:a14="http://schemas.microsoft.com/office/drawing/2010/main"/>
              </a:ext>
              <a:ext uri="{96DAC541-7B7A-43D3-8B79-37D633B846F1}">
                <asvg:svgBlip xmlns:asvg="http://schemas.microsoft.com/office/drawing/2016/SVG/main" r:embed="rId75"/>
              </a:ext>
            </a:extLst>
          </a:blip>
          <a:stretch>
            <a:fillRect/>
          </a:stretch>
        </p:blipFill>
        <p:spPr>
          <a:xfrm>
            <a:off x="3675193" y="4194006"/>
            <a:ext cx="457200" cy="457200"/>
          </a:xfrm>
          <a:prstGeom prst="rect">
            <a:avLst/>
          </a:prstGeom>
        </p:spPr>
      </p:pic>
      <p:pic>
        <p:nvPicPr>
          <p:cNvPr id="35" name="Graphic 34" descr="Technology">
            <a:extLst>
              <a:ext uri="{FF2B5EF4-FFF2-40B4-BE49-F238E27FC236}">
                <a16:creationId xmlns:a16="http://schemas.microsoft.com/office/drawing/2014/main" id="{B08E71CB-3593-EC51-148E-0A35958A1D59}"/>
              </a:ext>
            </a:extLst>
          </p:cNvPr>
          <p:cNvPicPr>
            <a:picLocks noChangeAspect="1"/>
          </p:cNvPicPr>
          <p:nvPr/>
        </p:nvPicPr>
        <p:blipFill>
          <a:blip r:embed="rId76" cstate="email">
            <a:extLst>
              <a:ext uri="{28A0092B-C50C-407E-A947-70E740481C1C}">
                <a14:useLocalDpi xmlns:a14="http://schemas.microsoft.com/office/drawing/2010/main"/>
              </a:ext>
              <a:ext uri="{96DAC541-7B7A-43D3-8B79-37D633B846F1}">
                <asvg:svgBlip xmlns:asvg="http://schemas.microsoft.com/office/drawing/2016/SVG/main" r:embed="rId77"/>
              </a:ext>
            </a:extLst>
          </a:blip>
          <a:stretch>
            <a:fillRect/>
          </a:stretch>
        </p:blipFill>
        <p:spPr>
          <a:xfrm>
            <a:off x="4575454" y="4194006"/>
            <a:ext cx="457200" cy="457200"/>
          </a:xfrm>
          <a:prstGeom prst="rect">
            <a:avLst/>
          </a:prstGeom>
        </p:spPr>
      </p:pic>
      <p:pic>
        <p:nvPicPr>
          <p:cNvPr id="33" name="Graphic 32" descr="Stopwatch icon">
            <a:extLst>
              <a:ext uri="{FF2B5EF4-FFF2-40B4-BE49-F238E27FC236}">
                <a16:creationId xmlns:a16="http://schemas.microsoft.com/office/drawing/2014/main" id="{A3A5DA8A-D1D2-72FF-5443-6BACF22CDC5F}"/>
              </a:ext>
            </a:extLst>
          </p:cNvPr>
          <p:cNvPicPr>
            <a:picLocks noChangeAspect="1"/>
          </p:cNvPicPr>
          <p:nvPr/>
        </p:nvPicPr>
        <p:blipFill>
          <a:blip r:embed="rId78" cstate="email">
            <a:extLst>
              <a:ext uri="{28A0092B-C50C-407E-A947-70E740481C1C}">
                <a14:useLocalDpi xmlns:a14="http://schemas.microsoft.com/office/drawing/2010/main"/>
              </a:ext>
              <a:ext uri="{96DAC541-7B7A-43D3-8B79-37D633B846F1}">
                <asvg:svgBlip xmlns:asvg="http://schemas.microsoft.com/office/drawing/2016/SVG/main" r:embed="rId79"/>
              </a:ext>
            </a:extLst>
          </a:blip>
          <a:stretch>
            <a:fillRect/>
          </a:stretch>
        </p:blipFill>
        <p:spPr>
          <a:xfrm>
            <a:off x="5690182" y="4194006"/>
            <a:ext cx="457200" cy="457200"/>
          </a:xfrm>
          <a:prstGeom prst="rect">
            <a:avLst/>
          </a:prstGeom>
        </p:spPr>
      </p:pic>
      <p:pic>
        <p:nvPicPr>
          <p:cNvPr id="34" name="Graphic 33" descr="Strategy icon">
            <a:extLst>
              <a:ext uri="{FF2B5EF4-FFF2-40B4-BE49-F238E27FC236}">
                <a16:creationId xmlns:a16="http://schemas.microsoft.com/office/drawing/2014/main" id="{B144709A-40EB-E0C7-29B0-03ECD8B0DE6C}"/>
              </a:ext>
            </a:extLst>
          </p:cNvPr>
          <p:cNvPicPr>
            <a:picLocks noChangeAspect="1"/>
          </p:cNvPicPr>
          <p:nvPr/>
        </p:nvPicPr>
        <p:blipFill>
          <a:blip r:embed="rId80" cstate="email">
            <a:extLst>
              <a:ext uri="{28A0092B-C50C-407E-A947-70E740481C1C}">
                <a14:useLocalDpi xmlns:a14="http://schemas.microsoft.com/office/drawing/2010/main"/>
              </a:ext>
              <a:ext uri="{96DAC541-7B7A-43D3-8B79-37D633B846F1}">
                <asvg:svgBlip xmlns:asvg="http://schemas.microsoft.com/office/drawing/2016/SVG/main" r:embed="rId81"/>
              </a:ext>
            </a:extLst>
          </a:blip>
          <a:stretch>
            <a:fillRect/>
          </a:stretch>
        </p:blipFill>
        <p:spPr>
          <a:xfrm>
            <a:off x="6730275" y="4194006"/>
            <a:ext cx="457200" cy="457200"/>
          </a:xfrm>
          <a:prstGeom prst="rect">
            <a:avLst/>
          </a:prstGeom>
        </p:spPr>
      </p:pic>
      <p:pic>
        <p:nvPicPr>
          <p:cNvPr id="49" name="Graphic 48" descr="Search icon">
            <a:extLst>
              <a:ext uri="{FF2B5EF4-FFF2-40B4-BE49-F238E27FC236}">
                <a16:creationId xmlns:a16="http://schemas.microsoft.com/office/drawing/2014/main" id="{E73889D4-23FC-BBE1-AD74-A28B00C0CA24}"/>
              </a:ext>
            </a:extLst>
          </p:cNvPr>
          <p:cNvPicPr>
            <a:picLocks noChangeAspect="1"/>
          </p:cNvPicPr>
          <p:nvPr/>
        </p:nvPicPr>
        <p:blipFill>
          <a:blip r:embed="rId82" cstate="email">
            <a:extLst>
              <a:ext uri="{28A0092B-C50C-407E-A947-70E740481C1C}">
                <a14:useLocalDpi xmlns:a14="http://schemas.microsoft.com/office/drawing/2010/main"/>
              </a:ext>
              <a:ext uri="{96DAC541-7B7A-43D3-8B79-37D633B846F1}">
                <asvg:svgBlip xmlns:asvg="http://schemas.microsoft.com/office/drawing/2016/SVG/main" r:embed="rId83"/>
              </a:ext>
            </a:extLst>
          </a:blip>
          <a:stretch>
            <a:fillRect/>
          </a:stretch>
        </p:blipFill>
        <p:spPr>
          <a:xfrm>
            <a:off x="7807530" y="4194006"/>
            <a:ext cx="457200" cy="457200"/>
          </a:xfrm>
          <a:prstGeom prst="rect">
            <a:avLst/>
          </a:prstGeom>
        </p:spPr>
      </p:pic>
      <p:pic>
        <p:nvPicPr>
          <p:cNvPr id="51" name="Graphic 50" descr="Smile icon">
            <a:extLst>
              <a:ext uri="{FF2B5EF4-FFF2-40B4-BE49-F238E27FC236}">
                <a16:creationId xmlns:a16="http://schemas.microsoft.com/office/drawing/2014/main" id="{32AFE136-4454-05E8-CECA-FA2A8AC49486}"/>
              </a:ext>
            </a:extLst>
          </p:cNvPr>
          <p:cNvPicPr>
            <a:picLocks noChangeAspect="1"/>
          </p:cNvPicPr>
          <p:nvPr/>
        </p:nvPicPr>
        <p:blipFill>
          <a:blip r:embed="rId84" cstate="email">
            <a:extLst>
              <a:ext uri="{28A0092B-C50C-407E-A947-70E740481C1C}">
                <a14:useLocalDpi xmlns:a14="http://schemas.microsoft.com/office/drawing/2010/main"/>
              </a:ext>
              <a:ext uri="{96DAC541-7B7A-43D3-8B79-37D633B846F1}">
                <asvg:svgBlip xmlns:asvg="http://schemas.microsoft.com/office/drawing/2016/SVG/main" r:embed="rId85"/>
              </a:ext>
            </a:extLst>
          </a:blip>
          <a:stretch>
            <a:fillRect/>
          </a:stretch>
        </p:blipFill>
        <p:spPr>
          <a:xfrm>
            <a:off x="8802202" y="4194006"/>
            <a:ext cx="457200" cy="457200"/>
          </a:xfrm>
          <a:prstGeom prst="rect">
            <a:avLst/>
          </a:prstGeom>
        </p:spPr>
      </p:pic>
      <p:pic>
        <p:nvPicPr>
          <p:cNvPr id="52" name="Graphic 51" descr="Mountain peak icon">
            <a:extLst>
              <a:ext uri="{FF2B5EF4-FFF2-40B4-BE49-F238E27FC236}">
                <a16:creationId xmlns:a16="http://schemas.microsoft.com/office/drawing/2014/main" id="{934378FE-2D9C-356E-987B-992B518E5DAF}"/>
              </a:ext>
            </a:extLst>
          </p:cNvPr>
          <p:cNvPicPr>
            <a:picLocks noChangeAspect="1"/>
          </p:cNvPicPr>
          <p:nvPr/>
        </p:nvPicPr>
        <p:blipFill>
          <a:blip r:embed="rId86" cstate="email">
            <a:extLst>
              <a:ext uri="{28A0092B-C50C-407E-A947-70E740481C1C}">
                <a14:useLocalDpi xmlns:a14="http://schemas.microsoft.com/office/drawing/2010/main"/>
              </a:ext>
              <a:ext uri="{96DAC541-7B7A-43D3-8B79-37D633B846F1}">
                <asvg:svgBlip xmlns:asvg="http://schemas.microsoft.com/office/drawing/2016/SVG/main" r:embed="rId87"/>
              </a:ext>
            </a:extLst>
          </a:blip>
          <a:stretch>
            <a:fillRect/>
          </a:stretch>
        </p:blipFill>
        <p:spPr>
          <a:xfrm>
            <a:off x="9807788" y="4194006"/>
            <a:ext cx="457200" cy="457200"/>
          </a:xfrm>
          <a:prstGeom prst="rect">
            <a:avLst/>
          </a:prstGeom>
        </p:spPr>
      </p:pic>
      <p:pic>
        <p:nvPicPr>
          <p:cNvPr id="50" name="Graphic 49" descr="Celebration icon">
            <a:extLst>
              <a:ext uri="{FF2B5EF4-FFF2-40B4-BE49-F238E27FC236}">
                <a16:creationId xmlns:a16="http://schemas.microsoft.com/office/drawing/2014/main" id="{F6CA9DBB-DA93-665E-ED09-6D11A9253163}"/>
              </a:ext>
            </a:extLst>
          </p:cNvPr>
          <p:cNvPicPr>
            <a:picLocks noChangeAspect="1"/>
          </p:cNvPicPr>
          <p:nvPr/>
        </p:nvPicPr>
        <p:blipFill>
          <a:blip r:embed="rId88" cstate="email">
            <a:extLst>
              <a:ext uri="{28A0092B-C50C-407E-A947-70E740481C1C}">
                <a14:useLocalDpi xmlns:a14="http://schemas.microsoft.com/office/drawing/2010/main"/>
              </a:ext>
              <a:ext uri="{96DAC541-7B7A-43D3-8B79-37D633B846F1}">
                <asvg:svgBlip xmlns:asvg="http://schemas.microsoft.com/office/drawing/2016/SVG/main" r:embed="rId89"/>
              </a:ext>
            </a:extLst>
          </a:blip>
          <a:stretch>
            <a:fillRect/>
          </a:stretch>
        </p:blipFill>
        <p:spPr>
          <a:xfrm>
            <a:off x="10911217" y="4194006"/>
            <a:ext cx="457200" cy="457200"/>
          </a:xfrm>
          <a:prstGeom prst="rect">
            <a:avLst/>
          </a:prstGeom>
        </p:spPr>
      </p:pic>
      <p:sp>
        <p:nvSpPr>
          <p:cNvPr id="53" name="TextBox 52">
            <a:extLst>
              <a:ext uri="{FF2B5EF4-FFF2-40B4-BE49-F238E27FC236}">
                <a16:creationId xmlns:a16="http://schemas.microsoft.com/office/drawing/2014/main" id="{D86D926E-0364-763C-8B8B-BE0610997930}"/>
              </a:ext>
              <a:ext uri="{C183D7F6-B498-43B3-948B-1728B52AA6E4}">
                <adec:decorative xmlns:adec="http://schemas.microsoft.com/office/drawing/2017/decorative" val="1"/>
              </a:ext>
            </a:extLst>
          </p:cNvPr>
          <p:cNvSpPr txBox="1"/>
          <p:nvPr/>
        </p:nvSpPr>
        <p:spPr>
          <a:xfrm>
            <a:off x="484840" y="1937643"/>
            <a:ext cx="623945" cy="172122"/>
          </a:xfrm>
          <a:prstGeom prst="rect">
            <a:avLst/>
          </a:prstGeom>
          <a:noFill/>
        </p:spPr>
        <p:txBody>
          <a:bodyPr wrap="square" lIns="0" tIns="0" rIns="0" bIns="0" rtlCol="0">
            <a:noAutofit/>
          </a:bodyPr>
          <a:lstStyle/>
          <a:p>
            <a:pPr algn="ctr">
              <a:lnSpc>
                <a:spcPct val="110000"/>
              </a:lnSpc>
              <a:spcBef>
                <a:spcPts val="1000"/>
              </a:spcBef>
            </a:pPr>
            <a:r>
              <a:rPr lang="en-US" sz="700"/>
              <a:t>Alliance</a:t>
            </a:r>
          </a:p>
        </p:txBody>
      </p:sp>
      <p:sp>
        <p:nvSpPr>
          <p:cNvPr id="54" name="TextBox 53">
            <a:extLst>
              <a:ext uri="{FF2B5EF4-FFF2-40B4-BE49-F238E27FC236}">
                <a16:creationId xmlns:a16="http://schemas.microsoft.com/office/drawing/2014/main" id="{BCF4B0D6-B54E-2506-E382-C258EAF99557}"/>
              </a:ext>
              <a:ext uri="{C183D7F6-B498-43B3-948B-1728B52AA6E4}">
                <adec:decorative xmlns:adec="http://schemas.microsoft.com/office/drawing/2017/decorative" val="1"/>
              </a:ext>
            </a:extLst>
          </p:cNvPr>
          <p:cNvSpPr txBox="1"/>
          <p:nvPr/>
        </p:nvSpPr>
        <p:spPr>
          <a:xfrm>
            <a:off x="1498743" y="1937643"/>
            <a:ext cx="623945" cy="172122"/>
          </a:xfrm>
          <a:prstGeom prst="rect">
            <a:avLst/>
          </a:prstGeom>
          <a:noFill/>
        </p:spPr>
        <p:txBody>
          <a:bodyPr wrap="square" lIns="0" tIns="0" rIns="0" bIns="0" rtlCol="0">
            <a:noAutofit/>
          </a:bodyPr>
          <a:lstStyle/>
          <a:p>
            <a:pPr algn="ctr">
              <a:lnSpc>
                <a:spcPct val="110000"/>
              </a:lnSpc>
              <a:spcBef>
                <a:spcPts val="1000"/>
              </a:spcBef>
            </a:pPr>
            <a:r>
              <a:rPr lang="en-US" sz="700"/>
              <a:t>Award v-1</a:t>
            </a:r>
          </a:p>
        </p:txBody>
      </p:sp>
      <p:sp>
        <p:nvSpPr>
          <p:cNvPr id="55" name="TextBox 54">
            <a:extLst>
              <a:ext uri="{FF2B5EF4-FFF2-40B4-BE49-F238E27FC236}">
                <a16:creationId xmlns:a16="http://schemas.microsoft.com/office/drawing/2014/main" id="{B823928A-1F3F-8E86-CB14-1693320801A2}"/>
              </a:ext>
              <a:ext uri="{C183D7F6-B498-43B3-948B-1728B52AA6E4}">
                <adec:decorative xmlns:adec="http://schemas.microsoft.com/office/drawing/2017/decorative" val="1"/>
              </a:ext>
            </a:extLst>
          </p:cNvPr>
          <p:cNvSpPr txBox="1"/>
          <p:nvPr/>
        </p:nvSpPr>
        <p:spPr>
          <a:xfrm>
            <a:off x="2568482" y="1937643"/>
            <a:ext cx="623945" cy="172122"/>
          </a:xfrm>
          <a:prstGeom prst="rect">
            <a:avLst/>
          </a:prstGeom>
          <a:noFill/>
        </p:spPr>
        <p:txBody>
          <a:bodyPr wrap="square" lIns="0" tIns="0" rIns="0" bIns="0" rtlCol="0">
            <a:noAutofit/>
          </a:bodyPr>
          <a:lstStyle/>
          <a:p>
            <a:pPr algn="ctr">
              <a:lnSpc>
                <a:spcPct val="110000"/>
              </a:lnSpc>
              <a:spcBef>
                <a:spcPts val="1000"/>
              </a:spcBef>
            </a:pPr>
            <a:r>
              <a:rPr lang="en-US" sz="700"/>
              <a:t>Cancel</a:t>
            </a:r>
          </a:p>
        </p:txBody>
      </p:sp>
      <p:sp>
        <p:nvSpPr>
          <p:cNvPr id="56" name="TextBox 55">
            <a:extLst>
              <a:ext uri="{FF2B5EF4-FFF2-40B4-BE49-F238E27FC236}">
                <a16:creationId xmlns:a16="http://schemas.microsoft.com/office/drawing/2014/main" id="{D0FEC117-C2EE-A087-08F5-AB6A53F672D1}"/>
              </a:ext>
              <a:ext uri="{C183D7F6-B498-43B3-948B-1728B52AA6E4}">
                <adec:decorative xmlns:adec="http://schemas.microsoft.com/office/drawing/2017/decorative" val="1"/>
              </a:ext>
            </a:extLst>
          </p:cNvPr>
          <p:cNvSpPr txBox="1"/>
          <p:nvPr/>
        </p:nvSpPr>
        <p:spPr>
          <a:xfrm>
            <a:off x="3577152" y="1937643"/>
            <a:ext cx="623945" cy="172122"/>
          </a:xfrm>
          <a:prstGeom prst="rect">
            <a:avLst/>
          </a:prstGeom>
          <a:noFill/>
        </p:spPr>
        <p:txBody>
          <a:bodyPr wrap="square" lIns="0" tIns="0" rIns="0" bIns="0" rtlCol="0">
            <a:noAutofit/>
          </a:bodyPr>
          <a:lstStyle/>
          <a:p>
            <a:pPr algn="ctr">
              <a:lnSpc>
                <a:spcPct val="110000"/>
              </a:lnSpc>
              <a:spcBef>
                <a:spcPts val="1000"/>
              </a:spcBef>
            </a:pPr>
            <a:r>
              <a:rPr lang="en-US" sz="700"/>
              <a:t>Chat</a:t>
            </a:r>
          </a:p>
        </p:txBody>
      </p:sp>
      <p:sp>
        <p:nvSpPr>
          <p:cNvPr id="57" name="TextBox 56">
            <a:extLst>
              <a:ext uri="{FF2B5EF4-FFF2-40B4-BE49-F238E27FC236}">
                <a16:creationId xmlns:a16="http://schemas.microsoft.com/office/drawing/2014/main" id="{E29C2736-61AF-959F-47D1-056A384EEC58}"/>
              </a:ext>
              <a:ext uri="{C183D7F6-B498-43B3-948B-1728B52AA6E4}">
                <adec:decorative xmlns:adec="http://schemas.microsoft.com/office/drawing/2017/decorative" val="1"/>
              </a:ext>
            </a:extLst>
          </p:cNvPr>
          <p:cNvSpPr txBox="1"/>
          <p:nvPr/>
        </p:nvSpPr>
        <p:spPr>
          <a:xfrm>
            <a:off x="4491405" y="1937643"/>
            <a:ext cx="623945" cy="172122"/>
          </a:xfrm>
          <a:prstGeom prst="rect">
            <a:avLst/>
          </a:prstGeom>
          <a:noFill/>
        </p:spPr>
        <p:txBody>
          <a:bodyPr wrap="square" lIns="0" tIns="0" rIns="0" bIns="0" rtlCol="0">
            <a:noAutofit/>
          </a:bodyPr>
          <a:lstStyle/>
          <a:p>
            <a:pPr algn="ctr">
              <a:lnSpc>
                <a:spcPct val="110000"/>
              </a:lnSpc>
              <a:spcBef>
                <a:spcPts val="1000"/>
              </a:spcBef>
            </a:pPr>
            <a:r>
              <a:rPr lang="en-US" sz="700"/>
              <a:t>Check Box</a:t>
            </a:r>
          </a:p>
        </p:txBody>
      </p:sp>
      <p:sp>
        <p:nvSpPr>
          <p:cNvPr id="58" name="TextBox 57">
            <a:extLst>
              <a:ext uri="{FF2B5EF4-FFF2-40B4-BE49-F238E27FC236}">
                <a16:creationId xmlns:a16="http://schemas.microsoft.com/office/drawing/2014/main" id="{8B2D8C77-710D-6A2C-DD85-5BA8115A0822}"/>
              </a:ext>
              <a:ext uri="{C183D7F6-B498-43B3-948B-1728B52AA6E4}">
                <adec:decorative xmlns:adec="http://schemas.microsoft.com/office/drawing/2017/decorative" val="1"/>
              </a:ext>
            </a:extLst>
          </p:cNvPr>
          <p:cNvSpPr txBox="1"/>
          <p:nvPr/>
        </p:nvSpPr>
        <p:spPr>
          <a:xfrm>
            <a:off x="5610956" y="1937643"/>
            <a:ext cx="623945" cy="172122"/>
          </a:xfrm>
          <a:prstGeom prst="rect">
            <a:avLst/>
          </a:prstGeom>
          <a:noFill/>
        </p:spPr>
        <p:txBody>
          <a:bodyPr wrap="square" lIns="0" tIns="0" rIns="0" bIns="0" rtlCol="0">
            <a:noAutofit/>
          </a:bodyPr>
          <a:lstStyle/>
          <a:p>
            <a:pPr algn="ctr">
              <a:lnSpc>
                <a:spcPct val="110000"/>
              </a:lnSpc>
              <a:spcBef>
                <a:spcPts val="1000"/>
              </a:spcBef>
            </a:pPr>
            <a:r>
              <a:rPr lang="en-US" sz="700"/>
              <a:t>Choice</a:t>
            </a:r>
          </a:p>
        </p:txBody>
      </p:sp>
      <p:sp>
        <p:nvSpPr>
          <p:cNvPr id="59" name="TextBox 58">
            <a:extLst>
              <a:ext uri="{FF2B5EF4-FFF2-40B4-BE49-F238E27FC236}">
                <a16:creationId xmlns:a16="http://schemas.microsoft.com/office/drawing/2014/main" id="{36166F45-D25A-AA03-FD2A-1BBBBF0A06C5}"/>
              </a:ext>
              <a:ext uri="{C183D7F6-B498-43B3-948B-1728B52AA6E4}">
                <adec:decorative xmlns:adec="http://schemas.microsoft.com/office/drawing/2017/decorative" val="1"/>
              </a:ext>
            </a:extLst>
          </p:cNvPr>
          <p:cNvSpPr txBox="1"/>
          <p:nvPr/>
        </p:nvSpPr>
        <p:spPr>
          <a:xfrm>
            <a:off x="6628042" y="1937643"/>
            <a:ext cx="623945" cy="172122"/>
          </a:xfrm>
          <a:prstGeom prst="rect">
            <a:avLst/>
          </a:prstGeom>
          <a:noFill/>
        </p:spPr>
        <p:txBody>
          <a:bodyPr wrap="square" lIns="0" tIns="0" rIns="0" bIns="0" rtlCol="0">
            <a:noAutofit/>
          </a:bodyPr>
          <a:lstStyle/>
          <a:p>
            <a:pPr algn="ctr">
              <a:lnSpc>
                <a:spcPct val="110000"/>
              </a:lnSpc>
              <a:spcBef>
                <a:spcPts val="1000"/>
              </a:spcBef>
            </a:pPr>
            <a:r>
              <a:rPr lang="en-US" sz="700"/>
              <a:t>Cloud</a:t>
            </a:r>
          </a:p>
        </p:txBody>
      </p:sp>
      <p:sp>
        <p:nvSpPr>
          <p:cNvPr id="60" name="TextBox 59">
            <a:extLst>
              <a:ext uri="{FF2B5EF4-FFF2-40B4-BE49-F238E27FC236}">
                <a16:creationId xmlns:a16="http://schemas.microsoft.com/office/drawing/2014/main" id="{309B56FF-87E3-1C09-6747-526E230F9F69}"/>
              </a:ext>
              <a:ext uri="{C183D7F6-B498-43B3-948B-1728B52AA6E4}">
                <adec:decorative xmlns:adec="http://schemas.microsoft.com/office/drawing/2017/decorative" val="1"/>
              </a:ext>
            </a:extLst>
          </p:cNvPr>
          <p:cNvSpPr txBox="1"/>
          <p:nvPr/>
        </p:nvSpPr>
        <p:spPr>
          <a:xfrm>
            <a:off x="7655944" y="1937643"/>
            <a:ext cx="746185" cy="142841"/>
          </a:xfrm>
          <a:prstGeom prst="rect">
            <a:avLst/>
          </a:prstGeom>
          <a:noFill/>
        </p:spPr>
        <p:txBody>
          <a:bodyPr wrap="square" lIns="0" tIns="0" rIns="0" bIns="0" rtlCol="0">
            <a:noAutofit/>
          </a:bodyPr>
          <a:lstStyle/>
          <a:p>
            <a:pPr algn="ctr">
              <a:lnSpc>
                <a:spcPct val="110000"/>
              </a:lnSpc>
              <a:spcBef>
                <a:spcPts val="1000"/>
              </a:spcBef>
            </a:pPr>
            <a:r>
              <a:rPr lang="en-US" sz="700"/>
              <a:t>Customer Service</a:t>
            </a:r>
          </a:p>
        </p:txBody>
      </p:sp>
      <p:sp>
        <p:nvSpPr>
          <p:cNvPr id="61" name="TextBox 60">
            <a:extLst>
              <a:ext uri="{FF2B5EF4-FFF2-40B4-BE49-F238E27FC236}">
                <a16:creationId xmlns:a16="http://schemas.microsoft.com/office/drawing/2014/main" id="{4F811C5B-40DC-41F0-0329-685917DD3622}"/>
              </a:ext>
              <a:ext uri="{C183D7F6-B498-43B3-948B-1728B52AA6E4}">
                <adec:decorative xmlns:adec="http://schemas.microsoft.com/office/drawing/2017/decorative" val="1"/>
              </a:ext>
            </a:extLst>
          </p:cNvPr>
          <p:cNvSpPr txBox="1"/>
          <p:nvPr/>
        </p:nvSpPr>
        <p:spPr>
          <a:xfrm>
            <a:off x="8817634" y="1937644"/>
            <a:ext cx="435634" cy="137090"/>
          </a:xfrm>
          <a:prstGeom prst="rect">
            <a:avLst/>
          </a:prstGeom>
          <a:noFill/>
        </p:spPr>
        <p:txBody>
          <a:bodyPr wrap="square" lIns="0" tIns="0" rIns="0" bIns="0" rtlCol="0">
            <a:noAutofit/>
          </a:bodyPr>
          <a:lstStyle/>
          <a:p>
            <a:pPr algn="ctr">
              <a:lnSpc>
                <a:spcPct val="110000"/>
              </a:lnSpc>
              <a:spcBef>
                <a:spcPts val="1000"/>
              </a:spcBef>
            </a:pPr>
            <a:r>
              <a:rPr lang="en-US" sz="700"/>
              <a:t>Data Lake</a:t>
            </a:r>
          </a:p>
        </p:txBody>
      </p:sp>
      <p:sp>
        <p:nvSpPr>
          <p:cNvPr id="62" name="TextBox 61">
            <a:extLst>
              <a:ext uri="{FF2B5EF4-FFF2-40B4-BE49-F238E27FC236}">
                <a16:creationId xmlns:a16="http://schemas.microsoft.com/office/drawing/2014/main" id="{18FA8477-1721-0CB2-FD51-DECD3606BCB3}"/>
              </a:ext>
              <a:ext uri="{C183D7F6-B498-43B3-948B-1728B52AA6E4}">
                <adec:decorative xmlns:adec="http://schemas.microsoft.com/office/drawing/2017/decorative" val="1"/>
              </a:ext>
            </a:extLst>
          </p:cNvPr>
          <p:cNvSpPr txBox="1"/>
          <p:nvPr/>
        </p:nvSpPr>
        <p:spPr>
          <a:xfrm>
            <a:off x="9834052" y="1937644"/>
            <a:ext cx="435634" cy="137090"/>
          </a:xfrm>
          <a:prstGeom prst="rect">
            <a:avLst/>
          </a:prstGeom>
          <a:noFill/>
        </p:spPr>
        <p:txBody>
          <a:bodyPr wrap="square" lIns="0" tIns="0" rIns="0" bIns="0" rtlCol="0">
            <a:noAutofit/>
          </a:bodyPr>
          <a:lstStyle/>
          <a:p>
            <a:pPr algn="ctr">
              <a:lnSpc>
                <a:spcPct val="110000"/>
              </a:lnSpc>
              <a:spcBef>
                <a:spcPts val="1000"/>
              </a:spcBef>
            </a:pPr>
            <a:r>
              <a:rPr lang="en-US" sz="700"/>
              <a:t>Document</a:t>
            </a:r>
          </a:p>
        </p:txBody>
      </p:sp>
      <p:sp>
        <p:nvSpPr>
          <p:cNvPr id="63" name="TextBox 62">
            <a:extLst>
              <a:ext uri="{FF2B5EF4-FFF2-40B4-BE49-F238E27FC236}">
                <a16:creationId xmlns:a16="http://schemas.microsoft.com/office/drawing/2014/main" id="{4413A8F6-BEF4-6D54-2315-5B48A310D109}"/>
              </a:ext>
              <a:ext uri="{C183D7F6-B498-43B3-948B-1728B52AA6E4}">
                <adec:decorative xmlns:adec="http://schemas.microsoft.com/office/drawing/2017/decorative" val="1"/>
              </a:ext>
            </a:extLst>
          </p:cNvPr>
          <p:cNvSpPr txBox="1"/>
          <p:nvPr/>
        </p:nvSpPr>
        <p:spPr>
          <a:xfrm>
            <a:off x="10901120" y="1937644"/>
            <a:ext cx="435634" cy="137090"/>
          </a:xfrm>
          <a:prstGeom prst="rect">
            <a:avLst/>
          </a:prstGeom>
          <a:noFill/>
        </p:spPr>
        <p:txBody>
          <a:bodyPr wrap="square" lIns="0" tIns="0" rIns="0" bIns="0" rtlCol="0">
            <a:noAutofit/>
          </a:bodyPr>
          <a:lstStyle/>
          <a:p>
            <a:pPr algn="ctr">
              <a:lnSpc>
                <a:spcPct val="110000"/>
              </a:lnSpc>
              <a:spcBef>
                <a:spcPts val="1000"/>
              </a:spcBef>
            </a:pPr>
            <a:r>
              <a:rPr lang="en-US" sz="700"/>
              <a:t>Gear</a:t>
            </a:r>
          </a:p>
        </p:txBody>
      </p:sp>
      <p:sp>
        <p:nvSpPr>
          <p:cNvPr id="64" name="TextBox 63">
            <a:extLst>
              <a:ext uri="{FF2B5EF4-FFF2-40B4-BE49-F238E27FC236}">
                <a16:creationId xmlns:a16="http://schemas.microsoft.com/office/drawing/2014/main" id="{AD1BCC5E-A7FD-3470-F4D8-7BB568FA9244}"/>
              </a:ext>
              <a:ext uri="{C183D7F6-B498-43B3-948B-1728B52AA6E4}">
                <adec:decorative xmlns:adec="http://schemas.microsoft.com/office/drawing/2017/decorative" val="1"/>
              </a:ext>
            </a:extLst>
          </p:cNvPr>
          <p:cNvSpPr txBox="1"/>
          <p:nvPr/>
        </p:nvSpPr>
        <p:spPr>
          <a:xfrm>
            <a:off x="484840" y="28402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Engineering /</a:t>
            </a:r>
            <a:br>
              <a:rPr lang="en-US" sz="700"/>
            </a:br>
            <a:r>
              <a:rPr lang="en-US" sz="700"/>
              <a:t>Infrastructure</a:t>
            </a:r>
          </a:p>
        </p:txBody>
      </p:sp>
      <p:sp>
        <p:nvSpPr>
          <p:cNvPr id="65" name="TextBox 64">
            <a:extLst>
              <a:ext uri="{FF2B5EF4-FFF2-40B4-BE49-F238E27FC236}">
                <a16:creationId xmlns:a16="http://schemas.microsoft.com/office/drawing/2014/main" id="{2AE0C4F5-DB7C-339E-72DE-85487A2A120C}"/>
              </a:ext>
              <a:ext uri="{C183D7F6-B498-43B3-948B-1728B52AA6E4}">
                <adec:decorative xmlns:adec="http://schemas.microsoft.com/office/drawing/2017/decorative" val="1"/>
              </a:ext>
            </a:extLst>
          </p:cNvPr>
          <p:cNvSpPr txBox="1"/>
          <p:nvPr/>
        </p:nvSpPr>
        <p:spPr>
          <a:xfrm>
            <a:off x="1498743" y="28402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Public Sector</a:t>
            </a:r>
          </a:p>
        </p:txBody>
      </p:sp>
      <p:sp>
        <p:nvSpPr>
          <p:cNvPr id="66" name="TextBox 65">
            <a:extLst>
              <a:ext uri="{FF2B5EF4-FFF2-40B4-BE49-F238E27FC236}">
                <a16:creationId xmlns:a16="http://schemas.microsoft.com/office/drawing/2014/main" id="{57CB84AB-C696-397C-1E24-535AC380B6D7}"/>
              </a:ext>
              <a:ext uri="{C183D7F6-B498-43B3-948B-1728B52AA6E4}">
                <adec:decorative xmlns:adec="http://schemas.microsoft.com/office/drawing/2017/decorative" val="1"/>
              </a:ext>
            </a:extLst>
          </p:cNvPr>
          <p:cNvSpPr txBox="1"/>
          <p:nvPr/>
        </p:nvSpPr>
        <p:spPr>
          <a:xfrm>
            <a:off x="2568482" y="28402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Venn Diagram</a:t>
            </a:r>
          </a:p>
        </p:txBody>
      </p:sp>
      <p:sp>
        <p:nvSpPr>
          <p:cNvPr id="67" name="TextBox 66">
            <a:extLst>
              <a:ext uri="{FF2B5EF4-FFF2-40B4-BE49-F238E27FC236}">
                <a16:creationId xmlns:a16="http://schemas.microsoft.com/office/drawing/2014/main" id="{16FA815A-D158-A1B4-C739-2A05EB0994BC}"/>
              </a:ext>
              <a:ext uri="{C183D7F6-B498-43B3-948B-1728B52AA6E4}">
                <adec:decorative xmlns:adec="http://schemas.microsoft.com/office/drawing/2017/decorative" val="1"/>
              </a:ext>
            </a:extLst>
          </p:cNvPr>
          <p:cNvSpPr txBox="1"/>
          <p:nvPr/>
        </p:nvSpPr>
        <p:spPr>
          <a:xfrm>
            <a:off x="3577152" y="28402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Growth</a:t>
            </a:r>
          </a:p>
        </p:txBody>
      </p:sp>
      <p:sp>
        <p:nvSpPr>
          <p:cNvPr id="68" name="TextBox 67">
            <a:extLst>
              <a:ext uri="{FF2B5EF4-FFF2-40B4-BE49-F238E27FC236}">
                <a16:creationId xmlns:a16="http://schemas.microsoft.com/office/drawing/2014/main" id="{1AF25230-9463-D581-103C-3F10BA332954}"/>
              </a:ext>
              <a:ext uri="{C183D7F6-B498-43B3-948B-1728B52AA6E4}">
                <adec:decorative xmlns:adec="http://schemas.microsoft.com/office/drawing/2017/decorative" val="1"/>
              </a:ext>
            </a:extLst>
          </p:cNvPr>
          <p:cNvSpPr txBox="1"/>
          <p:nvPr/>
        </p:nvSpPr>
        <p:spPr>
          <a:xfrm>
            <a:off x="4491405" y="28402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Healthcare</a:t>
            </a:r>
          </a:p>
        </p:txBody>
      </p:sp>
      <p:sp>
        <p:nvSpPr>
          <p:cNvPr id="69" name="TextBox 68">
            <a:extLst>
              <a:ext uri="{FF2B5EF4-FFF2-40B4-BE49-F238E27FC236}">
                <a16:creationId xmlns:a16="http://schemas.microsoft.com/office/drawing/2014/main" id="{7F708869-4280-AAEE-0E83-3C867A3EBD88}"/>
              </a:ext>
              <a:ext uri="{C183D7F6-B498-43B3-948B-1728B52AA6E4}">
                <adec:decorative xmlns:adec="http://schemas.microsoft.com/office/drawing/2017/decorative" val="1"/>
              </a:ext>
            </a:extLst>
          </p:cNvPr>
          <p:cNvSpPr txBox="1"/>
          <p:nvPr/>
        </p:nvSpPr>
        <p:spPr>
          <a:xfrm>
            <a:off x="5610956" y="28402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Home</a:t>
            </a:r>
          </a:p>
        </p:txBody>
      </p:sp>
      <p:sp>
        <p:nvSpPr>
          <p:cNvPr id="70" name="TextBox 69">
            <a:extLst>
              <a:ext uri="{FF2B5EF4-FFF2-40B4-BE49-F238E27FC236}">
                <a16:creationId xmlns:a16="http://schemas.microsoft.com/office/drawing/2014/main" id="{E7A3AA60-A860-D9A2-6C84-16891484A2B3}"/>
              </a:ext>
              <a:ext uri="{C183D7F6-B498-43B3-948B-1728B52AA6E4}">
                <adec:decorative xmlns:adec="http://schemas.microsoft.com/office/drawing/2017/decorative" val="1"/>
              </a:ext>
            </a:extLst>
          </p:cNvPr>
          <p:cNvSpPr txBox="1"/>
          <p:nvPr/>
        </p:nvSpPr>
        <p:spPr>
          <a:xfrm>
            <a:off x="6628042" y="2840266"/>
            <a:ext cx="623945" cy="172122"/>
          </a:xfrm>
          <a:prstGeom prst="rect">
            <a:avLst/>
          </a:prstGeom>
          <a:noFill/>
        </p:spPr>
        <p:txBody>
          <a:bodyPr wrap="square" lIns="0" tIns="0" rIns="0" bIns="0" rtlCol="0">
            <a:noAutofit/>
          </a:bodyPr>
          <a:lstStyle/>
          <a:p>
            <a:pPr algn="ctr">
              <a:lnSpc>
                <a:spcPct val="110000"/>
              </a:lnSpc>
              <a:spcBef>
                <a:spcPts val="1000"/>
              </a:spcBef>
            </a:pPr>
            <a:r>
              <a:rPr lang="en-US" sz="700"/>
              <a:t>Integration</a:t>
            </a:r>
          </a:p>
        </p:txBody>
      </p:sp>
      <p:sp>
        <p:nvSpPr>
          <p:cNvPr id="71" name="TextBox 70">
            <a:extLst>
              <a:ext uri="{FF2B5EF4-FFF2-40B4-BE49-F238E27FC236}">
                <a16:creationId xmlns:a16="http://schemas.microsoft.com/office/drawing/2014/main" id="{EEAEF9B5-C379-8821-19EE-32E49AA2504A}"/>
              </a:ext>
              <a:ext uri="{C183D7F6-B498-43B3-948B-1728B52AA6E4}">
                <adec:decorative xmlns:adec="http://schemas.microsoft.com/office/drawing/2017/decorative" val="1"/>
              </a:ext>
            </a:extLst>
          </p:cNvPr>
          <p:cNvSpPr txBox="1"/>
          <p:nvPr/>
        </p:nvSpPr>
        <p:spPr>
          <a:xfrm>
            <a:off x="7655944" y="2840266"/>
            <a:ext cx="746185" cy="142841"/>
          </a:xfrm>
          <a:prstGeom prst="rect">
            <a:avLst/>
          </a:prstGeom>
          <a:noFill/>
        </p:spPr>
        <p:txBody>
          <a:bodyPr wrap="square" lIns="0" tIns="0" rIns="0" bIns="0" rtlCol="0">
            <a:noAutofit/>
          </a:bodyPr>
          <a:lstStyle/>
          <a:p>
            <a:pPr algn="ctr">
              <a:lnSpc>
                <a:spcPct val="110000"/>
              </a:lnSpc>
              <a:spcBef>
                <a:spcPts val="1000"/>
              </a:spcBef>
            </a:pPr>
            <a:r>
              <a:rPr lang="en-US" sz="700"/>
              <a:t>Location</a:t>
            </a:r>
          </a:p>
        </p:txBody>
      </p:sp>
      <p:sp>
        <p:nvSpPr>
          <p:cNvPr id="72" name="TextBox 71">
            <a:extLst>
              <a:ext uri="{FF2B5EF4-FFF2-40B4-BE49-F238E27FC236}">
                <a16:creationId xmlns:a16="http://schemas.microsoft.com/office/drawing/2014/main" id="{6AB27049-565E-0999-C5E9-6D6341FE10D7}"/>
              </a:ext>
              <a:ext uri="{C183D7F6-B498-43B3-948B-1728B52AA6E4}">
                <adec:decorative xmlns:adec="http://schemas.microsoft.com/office/drawing/2017/decorative" val="1"/>
              </a:ext>
            </a:extLst>
          </p:cNvPr>
          <p:cNvSpPr txBox="1"/>
          <p:nvPr/>
        </p:nvSpPr>
        <p:spPr>
          <a:xfrm>
            <a:off x="8817634" y="2840266"/>
            <a:ext cx="435634" cy="137090"/>
          </a:xfrm>
          <a:prstGeom prst="rect">
            <a:avLst/>
          </a:prstGeom>
          <a:noFill/>
        </p:spPr>
        <p:txBody>
          <a:bodyPr wrap="square" lIns="0" tIns="0" rIns="0" bIns="0" rtlCol="0">
            <a:noAutofit/>
          </a:bodyPr>
          <a:lstStyle/>
          <a:p>
            <a:pPr algn="ctr">
              <a:lnSpc>
                <a:spcPct val="110000"/>
              </a:lnSpc>
              <a:spcBef>
                <a:spcPts val="1000"/>
              </a:spcBef>
            </a:pPr>
            <a:r>
              <a:rPr lang="en-US" sz="700"/>
              <a:t>Lock</a:t>
            </a:r>
          </a:p>
        </p:txBody>
      </p:sp>
      <p:sp>
        <p:nvSpPr>
          <p:cNvPr id="73" name="TextBox 72">
            <a:extLst>
              <a:ext uri="{FF2B5EF4-FFF2-40B4-BE49-F238E27FC236}">
                <a16:creationId xmlns:a16="http://schemas.microsoft.com/office/drawing/2014/main" id="{7DACC042-932E-3765-61C4-B301080C9EA4}"/>
              </a:ext>
              <a:ext uri="{C183D7F6-B498-43B3-948B-1728B52AA6E4}">
                <adec:decorative xmlns:adec="http://schemas.microsoft.com/office/drawing/2017/decorative" val="1"/>
              </a:ext>
            </a:extLst>
          </p:cNvPr>
          <p:cNvSpPr txBox="1"/>
          <p:nvPr/>
        </p:nvSpPr>
        <p:spPr>
          <a:xfrm>
            <a:off x="9834052" y="2840266"/>
            <a:ext cx="435634" cy="137090"/>
          </a:xfrm>
          <a:prstGeom prst="rect">
            <a:avLst/>
          </a:prstGeom>
          <a:noFill/>
        </p:spPr>
        <p:txBody>
          <a:bodyPr wrap="square" lIns="0" tIns="0" rIns="0" bIns="0" rtlCol="0">
            <a:noAutofit/>
          </a:bodyPr>
          <a:lstStyle/>
          <a:p>
            <a:pPr algn="ctr">
              <a:lnSpc>
                <a:spcPct val="110000"/>
              </a:lnSpc>
              <a:spcBef>
                <a:spcPts val="1000"/>
              </a:spcBef>
            </a:pPr>
            <a:r>
              <a:rPr lang="en-US" sz="700"/>
              <a:t>Unlock</a:t>
            </a:r>
          </a:p>
        </p:txBody>
      </p:sp>
      <p:sp>
        <p:nvSpPr>
          <p:cNvPr id="74" name="TextBox 73">
            <a:extLst>
              <a:ext uri="{FF2B5EF4-FFF2-40B4-BE49-F238E27FC236}">
                <a16:creationId xmlns:a16="http://schemas.microsoft.com/office/drawing/2014/main" id="{BB87B9EB-5D91-00FE-4FB8-61A7BC56EA88}"/>
              </a:ext>
              <a:ext uri="{C183D7F6-B498-43B3-948B-1728B52AA6E4}">
                <adec:decorative xmlns:adec="http://schemas.microsoft.com/office/drawing/2017/decorative" val="1"/>
              </a:ext>
            </a:extLst>
          </p:cNvPr>
          <p:cNvSpPr txBox="1"/>
          <p:nvPr/>
        </p:nvSpPr>
        <p:spPr>
          <a:xfrm>
            <a:off x="10901120" y="2840266"/>
            <a:ext cx="435634" cy="137090"/>
          </a:xfrm>
          <a:prstGeom prst="rect">
            <a:avLst/>
          </a:prstGeom>
          <a:noFill/>
        </p:spPr>
        <p:txBody>
          <a:bodyPr wrap="square" lIns="0" tIns="0" rIns="0" bIns="0" rtlCol="0">
            <a:noAutofit/>
          </a:bodyPr>
          <a:lstStyle/>
          <a:p>
            <a:pPr algn="ctr">
              <a:lnSpc>
                <a:spcPct val="110000"/>
              </a:lnSpc>
              <a:spcBef>
                <a:spcPts val="1000"/>
              </a:spcBef>
            </a:pPr>
            <a:r>
              <a:rPr lang="en-US" sz="700"/>
              <a:t>Love</a:t>
            </a:r>
          </a:p>
        </p:txBody>
      </p:sp>
      <p:sp>
        <p:nvSpPr>
          <p:cNvPr id="75" name="TextBox 74">
            <a:extLst>
              <a:ext uri="{FF2B5EF4-FFF2-40B4-BE49-F238E27FC236}">
                <a16:creationId xmlns:a16="http://schemas.microsoft.com/office/drawing/2014/main" id="{AF9F4901-3BD9-6641-3314-D0BBA402928E}"/>
              </a:ext>
              <a:ext uri="{C183D7F6-B498-43B3-948B-1728B52AA6E4}">
                <adec:decorative xmlns:adec="http://schemas.microsoft.com/office/drawing/2017/decorative" val="1"/>
              </a:ext>
            </a:extLst>
          </p:cNvPr>
          <p:cNvSpPr txBox="1"/>
          <p:nvPr/>
        </p:nvSpPr>
        <p:spPr>
          <a:xfrm>
            <a:off x="484840" y="3787321"/>
            <a:ext cx="623945" cy="172122"/>
          </a:xfrm>
          <a:prstGeom prst="rect">
            <a:avLst/>
          </a:prstGeom>
          <a:noFill/>
        </p:spPr>
        <p:txBody>
          <a:bodyPr wrap="square" lIns="0" tIns="0" rIns="0" bIns="0" rtlCol="0">
            <a:noAutofit/>
          </a:bodyPr>
          <a:lstStyle/>
          <a:p>
            <a:pPr algn="ctr">
              <a:lnSpc>
                <a:spcPct val="110000"/>
              </a:lnSpc>
              <a:spcBef>
                <a:spcPts val="1000"/>
              </a:spcBef>
            </a:pPr>
            <a:r>
              <a:rPr lang="en-US" sz="700"/>
              <a:t>Mail</a:t>
            </a:r>
          </a:p>
        </p:txBody>
      </p:sp>
      <p:sp>
        <p:nvSpPr>
          <p:cNvPr id="76" name="TextBox 75">
            <a:extLst>
              <a:ext uri="{FF2B5EF4-FFF2-40B4-BE49-F238E27FC236}">
                <a16:creationId xmlns:a16="http://schemas.microsoft.com/office/drawing/2014/main" id="{90A28D33-93B8-6F26-0476-DA5140FCBA3D}"/>
              </a:ext>
              <a:ext uri="{C183D7F6-B498-43B3-948B-1728B52AA6E4}">
                <adec:decorative xmlns:adec="http://schemas.microsoft.com/office/drawing/2017/decorative" val="1"/>
              </a:ext>
            </a:extLst>
          </p:cNvPr>
          <p:cNvSpPr txBox="1"/>
          <p:nvPr/>
        </p:nvSpPr>
        <p:spPr>
          <a:xfrm>
            <a:off x="1498743" y="3787321"/>
            <a:ext cx="623945" cy="172122"/>
          </a:xfrm>
          <a:prstGeom prst="rect">
            <a:avLst/>
          </a:prstGeom>
          <a:noFill/>
        </p:spPr>
        <p:txBody>
          <a:bodyPr wrap="square" lIns="0" tIns="0" rIns="0" bIns="0" rtlCol="0">
            <a:noAutofit/>
          </a:bodyPr>
          <a:lstStyle/>
          <a:p>
            <a:pPr algn="ctr">
              <a:lnSpc>
                <a:spcPct val="110000"/>
              </a:lnSpc>
              <a:spcBef>
                <a:spcPts val="1000"/>
              </a:spcBef>
            </a:pPr>
            <a:r>
              <a:rPr lang="en-US" sz="700"/>
              <a:t>Market</a:t>
            </a:r>
          </a:p>
        </p:txBody>
      </p:sp>
      <p:sp>
        <p:nvSpPr>
          <p:cNvPr id="77" name="TextBox 76">
            <a:extLst>
              <a:ext uri="{FF2B5EF4-FFF2-40B4-BE49-F238E27FC236}">
                <a16:creationId xmlns:a16="http://schemas.microsoft.com/office/drawing/2014/main" id="{59D44EB9-B44D-E0A2-B9EB-1AE08BAAA6BB}"/>
              </a:ext>
              <a:ext uri="{C183D7F6-B498-43B3-948B-1728B52AA6E4}">
                <adec:decorative xmlns:adec="http://schemas.microsoft.com/office/drawing/2017/decorative" val="1"/>
              </a:ext>
            </a:extLst>
          </p:cNvPr>
          <p:cNvSpPr txBox="1"/>
          <p:nvPr/>
        </p:nvSpPr>
        <p:spPr>
          <a:xfrm>
            <a:off x="2568482" y="3787321"/>
            <a:ext cx="623945" cy="172122"/>
          </a:xfrm>
          <a:prstGeom prst="rect">
            <a:avLst/>
          </a:prstGeom>
          <a:noFill/>
        </p:spPr>
        <p:txBody>
          <a:bodyPr wrap="square" lIns="0" tIns="0" rIns="0" bIns="0" rtlCol="0">
            <a:noAutofit/>
          </a:bodyPr>
          <a:lstStyle/>
          <a:p>
            <a:pPr algn="ctr">
              <a:lnSpc>
                <a:spcPct val="110000"/>
              </a:lnSpc>
              <a:spcBef>
                <a:spcPts val="1000"/>
              </a:spcBef>
            </a:pPr>
            <a:r>
              <a:rPr lang="en-US" sz="700"/>
              <a:t>Monitor</a:t>
            </a:r>
          </a:p>
        </p:txBody>
      </p:sp>
      <p:sp>
        <p:nvSpPr>
          <p:cNvPr id="78" name="TextBox 77">
            <a:extLst>
              <a:ext uri="{FF2B5EF4-FFF2-40B4-BE49-F238E27FC236}">
                <a16:creationId xmlns:a16="http://schemas.microsoft.com/office/drawing/2014/main" id="{A9058496-243F-B6F4-D685-C0965E72FA9C}"/>
              </a:ext>
              <a:ext uri="{C183D7F6-B498-43B3-948B-1728B52AA6E4}">
                <adec:decorative xmlns:adec="http://schemas.microsoft.com/office/drawing/2017/decorative" val="1"/>
              </a:ext>
            </a:extLst>
          </p:cNvPr>
          <p:cNvSpPr txBox="1"/>
          <p:nvPr/>
        </p:nvSpPr>
        <p:spPr>
          <a:xfrm>
            <a:off x="3577152" y="3787321"/>
            <a:ext cx="623945" cy="172122"/>
          </a:xfrm>
          <a:prstGeom prst="rect">
            <a:avLst/>
          </a:prstGeom>
          <a:noFill/>
        </p:spPr>
        <p:txBody>
          <a:bodyPr wrap="square" lIns="0" tIns="0" rIns="0" bIns="0" rtlCol="0">
            <a:noAutofit/>
          </a:bodyPr>
          <a:lstStyle/>
          <a:p>
            <a:pPr algn="ctr">
              <a:lnSpc>
                <a:spcPct val="110000"/>
              </a:lnSpc>
              <a:spcBef>
                <a:spcPts val="1000"/>
              </a:spcBef>
            </a:pPr>
            <a:r>
              <a:rPr lang="en-US" sz="700"/>
              <a:t>News</a:t>
            </a:r>
          </a:p>
        </p:txBody>
      </p:sp>
      <p:sp>
        <p:nvSpPr>
          <p:cNvPr id="79" name="TextBox 78">
            <a:extLst>
              <a:ext uri="{FF2B5EF4-FFF2-40B4-BE49-F238E27FC236}">
                <a16:creationId xmlns:a16="http://schemas.microsoft.com/office/drawing/2014/main" id="{2FE37062-1681-9D9A-2F79-165F1FA8DD54}"/>
              </a:ext>
              <a:ext uri="{C183D7F6-B498-43B3-948B-1728B52AA6E4}">
                <adec:decorative xmlns:adec="http://schemas.microsoft.com/office/drawing/2017/decorative" val="1"/>
              </a:ext>
            </a:extLst>
          </p:cNvPr>
          <p:cNvSpPr txBox="1"/>
          <p:nvPr/>
        </p:nvSpPr>
        <p:spPr>
          <a:xfrm>
            <a:off x="4491405" y="3787321"/>
            <a:ext cx="623945" cy="172122"/>
          </a:xfrm>
          <a:prstGeom prst="rect">
            <a:avLst/>
          </a:prstGeom>
          <a:noFill/>
        </p:spPr>
        <p:txBody>
          <a:bodyPr wrap="square" lIns="0" tIns="0" rIns="0" bIns="0" rtlCol="0">
            <a:noAutofit/>
          </a:bodyPr>
          <a:lstStyle/>
          <a:p>
            <a:pPr algn="ctr">
              <a:lnSpc>
                <a:spcPct val="110000"/>
              </a:lnSpc>
              <a:spcBef>
                <a:spcPts val="1000"/>
              </a:spcBef>
            </a:pPr>
            <a:r>
              <a:rPr lang="en-US" sz="700"/>
              <a:t>Options</a:t>
            </a:r>
          </a:p>
        </p:txBody>
      </p:sp>
      <p:sp>
        <p:nvSpPr>
          <p:cNvPr id="80" name="TextBox 79">
            <a:extLst>
              <a:ext uri="{FF2B5EF4-FFF2-40B4-BE49-F238E27FC236}">
                <a16:creationId xmlns:a16="http://schemas.microsoft.com/office/drawing/2014/main" id="{DCE05AE3-D376-77C4-6967-56FB880EAAEC}"/>
              </a:ext>
              <a:ext uri="{C183D7F6-B498-43B3-948B-1728B52AA6E4}">
                <adec:decorative xmlns:adec="http://schemas.microsoft.com/office/drawing/2017/decorative" val="1"/>
              </a:ext>
            </a:extLst>
          </p:cNvPr>
          <p:cNvSpPr txBox="1"/>
          <p:nvPr/>
        </p:nvSpPr>
        <p:spPr>
          <a:xfrm>
            <a:off x="5610956" y="3787321"/>
            <a:ext cx="623945" cy="172122"/>
          </a:xfrm>
          <a:prstGeom prst="rect">
            <a:avLst/>
          </a:prstGeom>
          <a:noFill/>
        </p:spPr>
        <p:txBody>
          <a:bodyPr wrap="square" lIns="0" tIns="0" rIns="0" bIns="0" rtlCol="0">
            <a:noAutofit/>
          </a:bodyPr>
          <a:lstStyle/>
          <a:p>
            <a:pPr algn="ctr">
              <a:lnSpc>
                <a:spcPct val="110000"/>
              </a:lnSpc>
              <a:spcBef>
                <a:spcPts val="1000"/>
              </a:spcBef>
            </a:pPr>
            <a:r>
              <a:rPr lang="en-US" sz="700"/>
              <a:t>People</a:t>
            </a:r>
          </a:p>
        </p:txBody>
      </p:sp>
      <p:sp>
        <p:nvSpPr>
          <p:cNvPr id="81" name="TextBox 80">
            <a:extLst>
              <a:ext uri="{FF2B5EF4-FFF2-40B4-BE49-F238E27FC236}">
                <a16:creationId xmlns:a16="http://schemas.microsoft.com/office/drawing/2014/main" id="{6CC28184-F598-CE77-ACD1-0D0AA318D68B}"/>
              </a:ext>
              <a:ext uri="{C183D7F6-B498-43B3-948B-1728B52AA6E4}">
                <adec:decorative xmlns:adec="http://schemas.microsoft.com/office/drawing/2017/decorative" val="1"/>
              </a:ext>
            </a:extLst>
          </p:cNvPr>
          <p:cNvSpPr txBox="1"/>
          <p:nvPr/>
        </p:nvSpPr>
        <p:spPr>
          <a:xfrm>
            <a:off x="6628042" y="3787321"/>
            <a:ext cx="623945" cy="172122"/>
          </a:xfrm>
          <a:prstGeom prst="rect">
            <a:avLst/>
          </a:prstGeom>
          <a:noFill/>
        </p:spPr>
        <p:txBody>
          <a:bodyPr wrap="square" lIns="0" tIns="0" rIns="0" bIns="0" rtlCol="0">
            <a:noAutofit/>
          </a:bodyPr>
          <a:lstStyle/>
          <a:p>
            <a:pPr algn="ctr">
              <a:lnSpc>
                <a:spcPct val="110000"/>
              </a:lnSpc>
              <a:spcBef>
                <a:spcPts val="1000"/>
              </a:spcBef>
            </a:pPr>
            <a:r>
              <a:rPr lang="en-US" sz="700"/>
              <a:t>Pivot</a:t>
            </a:r>
          </a:p>
        </p:txBody>
      </p:sp>
      <p:sp>
        <p:nvSpPr>
          <p:cNvPr id="82" name="TextBox 81">
            <a:extLst>
              <a:ext uri="{FF2B5EF4-FFF2-40B4-BE49-F238E27FC236}">
                <a16:creationId xmlns:a16="http://schemas.microsoft.com/office/drawing/2014/main" id="{01CE619E-4D49-CC22-8004-B2E93203A35B}"/>
              </a:ext>
              <a:ext uri="{C183D7F6-B498-43B3-948B-1728B52AA6E4}">
                <adec:decorative xmlns:adec="http://schemas.microsoft.com/office/drawing/2017/decorative" val="1"/>
              </a:ext>
            </a:extLst>
          </p:cNvPr>
          <p:cNvSpPr txBox="1"/>
          <p:nvPr/>
        </p:nvSpPr>
        <p:spPr>
          <a:xfrm>
            <a:off x="7655944" y="3787321"/>
            <a:ext cx="746185" cy="142841"/>
          </a:xfrm>
          <a:prstGeom prst="rect">
            <a:avLst/>
          </a:prstGeom>
          <a:noFill/>
        </p:spPr>
        <p:txBody>
          <a:bodyPr wrap="square" lIns="0" tIns="0" rIns="0" bIns="0" rtlCol="0">
            <a:noAutofit/>
          </a:bodyPr>
          <a:lstStyle/>
          <a:p>
            <a:pPr algn="ctr">
              <a:lnSpc>
                <a:spcPct val="110000"/>
              </a:lnSpc>
              <a:spcBef>
                <a:spcPts val="1000"/>
              </a:spcBef>
            </a:pPr>
            <a:r>
              <a:rPr lang="en-US" sz="700"/>
              <a:t>Presentation</a:t>
            </a:r>
          </a:p>
        </p:txBody>
      </p:sp>
      <p:sp>
        <p:nvSpPr>
          <p:cNvPr id="83" name="TextBox 82">
            <a:extLst>
              <a:ext uri="{FF2B5EF4-FFF2-40B4-BE49-F238E27FC236}">
                <a16:creationId xmlns:a16="http://schemas.microsoft.com/office/drawing/2014/main" id="{67193C7F-1467-965F-D325-B4472E617943}"/>
              </a:ext>
              <a:ext uri="{C183D7F6-B498-43B3-948B-1728B52AA6E4}">
                <adec:decorative xmlns:adec="http://schemas.microsoft.com/office/drawing/2017/decorative" val="1"/>
              </a:ext>
            </a:extLst>
          </p:cNvPr>
          <p:cNvSpPr txBox="1"/>
          <p:nvPr/>
        </p:nvSpPr>
        <p:spPr>
          <a:xfrm>
            <a:off x="8817634" y="3787322"/>
            <a:ext cx="435634" cy="137090"/>
          </a:xfrm>
          <a:prstGeom prst="rect">
            <a:avLst/>
          </a:prstGeom>
          <a:noFill/>
        </p:spPr>
        <p:txBody>
          <a:bodyPr wrap="square" lIns="0" tIns="0" rIns="0" bIns="0" rtlCol="0">
            <a:noAutofit/>
          </a:bodyPr>
          <a:lstStyle/>
          <a:p>
            <a:pPr algn="ctr">
              <a:lnSpc>
                <a:spcPct val="110000"/>
              </a:lnSpc>
              <a:spcBef>
                <a:spcPts val="1000"/>
              </a:spcBef>
            </a:pPr>
            <a:r>
              <a:rPr lang="en-US" sz="700"/>
              <a:t>Progress</a:t>
            </a:r>
          </a:p>
        </p:txBody>
      </p:sp>
      <p:sp>
        <p:nvSpPr>
          <p:cNvPr id="84" name="TextBox 83">
            <a:extLst>
              <a:ext uri="{FF2B5EF4-FFF2-40B4-BE49-F238E27FC236}">
                <a16:creationId xmlns:a16="http://schemas.microsoft.com/office/drawing/2014/main" id="{3BCA9FD2-2DB6-3371-DEE2-4F94471F6A08}"/>
              </a:ext>
              <a:ext uri="{C183D7F6-B498-43B3-948B-1728B52AA6E4}">
                <adec:decorative xmlns:adec="http://schemas.microsoft.com/office/drawing/2017/decorative" val="1"/>
              </a:ext>
            </a:extLst>
          </p:cNvPr>
          <p:cNvSpPr txBox="1"/>
          <p:nvPr/>
        </p:nvSpPr>
        <p:spPr>
          <a:xfrm>
            <a:off x="9834052" y="3787322"/>
            <a:ext cx="435634" cy="137090"/>
          </a:xfrm>
          <a:prstGeom prst="rect">
            <a:avLst/>
          </a:prstGeom>
          <a:noFill/>
        </p:spPr>
        <p:txBody>
          <a:bodyPr wrap="square" lIns="0" tIns="0" rIns="0" bIns="0" rtlCol="0">
            <a:noAutofit/>
          </a:bodyPr>
          <a:lstStyle/>
          <a:p>
            <a:pPr algn="ctr">
              <a:lnSpc>
                <a:spcPct val="110000"/>
              </a:lnSpc>
              <a:spcBef>
                <a:spcPts val="1000"/>
              </a:spcBef>
            </a:pPr>
            <a:r>
              <a:rPr lang="en-US" sz="700"/>
              <a:t>Pyramid</a:t>
            </a:r>
          </a:p>
        </p:txBody>
      </p:sp>
      <p:sp>
        <p:nvSpPr>
          <p:cNvPr id="85" name="TextBox 84">
            <a:extLst>
              <a:ext uri="{FF2B5EF4-FFF2-40B4-BE49-F238E27FC236}">
                <a16:creationId xmlns:a16="http://schemas.microsoft.com/office/drawing/2014/main" id="{B4C988E8-7100-10BC-CAE9-63DB34C7B06E}"/>
              </a:ext>
              <a:ext uri="{C183D7F6-B498-43B3-948B-1728B52AA6E4}">
                <adec:decorative xmlns:adec="http://schemas.microsoft.com/office/drawing/2017/decorative" val="1"/>
              </a:ext>
            </a:extLst>
          </p:cNvPr>
          <p:cNvSpPr txBox="1"/>
          <p:nvPr/>
        </p:nvSpPr>
        <p:spPr>
          <a:xfrm>
            <a:off x="10901120" y="3787322"/>
            <a:ext cx="435634" cy="137090"/>
          </a:xfrm>
          <a:prstGeom prst="rect">
            <a:avLst/>
          </a:prstGeom>
          <a:noFill/>
        </p:spPr>
        <p:txBody>
          <a:bodyPr wrap="square" lIns="0" tIns="0" rIns="0" bIns="0" rtlCol="0">
            <a:noAutofit/>
          </a:bodyPr>
          <a:lstStyle/>
          <a:p>
            <a:pPr algn="ctr">
              <a:lnSpc>
                <a:spcPct val="110000"/>
              </a:lnSpc>
              <a:spcBef>
                <a:spcPts val="1000"/>
              </a:spcBef>
            </a:pPr>
            <a:r>
              <a:rPr lang="en-US" sz="700"/>
              <a:t>Refresh</a:t>
            </a:r>
          </a:p>
        </p:txBody>
      </p:sp>
      <p:sp>
        <p:nvSpPr>
          <p:cNvPr id="86" name="TextBox 85">
            <a:extLst>
              <a:ext uri="{FF2B5EF4-FFF2-40B4-BE49-F238E27FC236}">
                <a16:creationId xmlns:a16="http://schemas.microsoft.com/office/drawing/2014/main" id="{5FD0889E-063D-874F-B229-5974C408218F}"/>
              </a:ext>
              <a:ext uri="{C183D7F6-B498-43B3-948B-1728B52AA6E4}">
                <adec:decorative xmlns:adec="http://schemas.microsoft.com/office/drawing/2017/decorative" val="1"/>
              </a:ext>
            </a:extLst>
          </p:cNvPr>
          <p:cNvSpPr txBox="1"/>
          <p:nvPr/>
        </p:nvSpPr>
        <p:spPr>
          <a:xfrm>
            <a:off x="484840" y="4743094"/>
            <a:ext cx="623945" cy="172122"/>
          </a:xfrm>
          <a:prstGeom prst="rect">
            <a:avLst/>
          </a:prstGeom>
          <a:noFill/>
        </p:spPr>
        <p:txBody>
          <a:bodyPr wrap="square" lIns="0" tIns="0" rIns="0" bIns="0" rtlCol="0">
            <a:noAutofit/>
          </a:bodyPr>
          <a:lstStyle/>
          <a:p>
            <a:pPr algn="ctr">
              <a:lnSpc>
                <a:spcPct val="110000"/>
              </a:lnSpc>
              <a:spcBef>
                <a:spcPts val="1000"/>
              </a:spcBef>
            </a:pPr>
            <a:r>
              <a:rPr lang="en-US" sz="700"/>
              <a:t>Roadmap</a:t>
            </a:r>
          </a:p>
        </p:txBody>
      </p:sp>
      <p:sp>
        <p:nvSpPr>
          <p:cNvPr id="87" name="TextBox 86">
            <a:extLst>
              <a:ext uri="{FF2B5EF4-FFF2-40B4-BE49-F238E27FC236}">
                <a16:creationId xmlns:a16="http://schemas.microsoft.com/office/drawing/2014/main" id="{8FC18B2A-8C68-D63B-41FD-64DEDEE4EF05}"/>
              </a:ext>
              <a:ext uri="{C183D7F6-B498-43B3-948B-1728B52AA6E4}">
                <adec:decorative xmlns:adec="http://schemas.microsoft.com/office/drawing/2017/decorative" val="1"/>
              </a:ext>
            </a:extLst>
          </p:cNvPr>
          <p:cNvSpPr txBox="1"/>
          <p:nvPr/>
        </p:nvSpPr>
        <p:spPr>
          <a:xfrm>
            <a:off x="1498743" y="4743094"/>
            <a:ext cx="623945" cy="172122"/>
          </a:xfrm>
          <a:prstGeom prst="rect">
            <a:avLst/>
          </a:prstGeom>
          <a:noFill/>
        </p:spPr>
        <p:txBody>
          <a:bodyPr wrap="square" lIns="0" tIns="0" rIns="0" bIns="0" rtlCol="0">
            <a:noAutofit/>
          </a:bodyPr>
          <a:lstStyle/>
          <a:p>
            <a:pPr algn="ctr">
              <a:lnSpc>
                <a:spcPct val="110000"/>
              </a:lnSpc>
              <a:spcBef>
                <a:spcPts val="1000"/>
              </a:spcBef>
            </a:pPr>
            <a:r>
              <a:rPr lang="en-US" sz="700"/>
              <a:t>Retail</a:t>
            </a:r>
          </a:p>
        </p:txBody>
      </p:sp>
      <p:sp>
        <p:nvSpPr>
          <p:cNvPr id="88" name="TextBox 87">
            <a:extLst>
              <a:ext uri="{FF2B5EF4-FFF2-40B4-BE49-F238E27FC236}">
                <a16:creationId xmlns:a16="http://schemas.microsoft.com/office/drawing/2014/main" id="{DC45213E-D61E-1092-E0E7-503E6DEACE10}"/>
              </a:ext>
              <a:ext uri="{C183D7F6-B498-43B3-948B-1728B52AA6E4}">
                <adec:decorative xmlns:adec="http://schemas.microsoft.com/office/drawing/2017/decorative" val="1"/>
              </a:ext>
            </a:extLst>
          </p:cNvPr>
          <p:cNvSpPr txBox="1"/>
          <p:nvPr/>
        </p:nvSpPr>
        <p:spPr>
          <a:xfrm>
            <a:off x="2568482" y="4743094"/>
            <a:ext cx="623945" cy="172122"/>
          </a:xfrm>
          <a:prstGeom prst="rect">
            <a:avLst/>
          </a:prstGeom>
          <a:noFill/>
        </p:spPr>
        <p:txBody>
          <a:bodyPr wrap="square" lIns="0" tIns="0" rIns="0" bIns="0" rtlCol="0">
            <a:noAutofit/>
          </a:bodyPr>
          <a:lstStyle/>
          <a:p>
            <a:pPr algn="ctr">
              <a:lnSpc>
                <a:spcPct val="110000"/>
              </a:lnSpc>
              <a:spcBef>
                <a:spcPts val="1000"/>
              </a:spcBef>
            </a:pPr>
            <a:r>
              <a:rPr lang="en-US" sz="700"/>
              <a:t>Scale</a:t>
            </a:r>
          </a:p>
        </p:txBody>
      </p:sp>
      <p:sp>
        <p:nvSpPr>
          <p:cNvPr id="89" name="TextBox 88">
            <a:extLst>
              <a:ext uri="{FF2B5EF4-FFF2-40B4-BE49-F238E27FC236}">
                <a16:creationId xmlns:a16="http://schemas.microsoft.com/office/drawing/2014/main" id="{64AA5DF1-3089-5A68-7FDE-379834D47986}"/>
              </a:ext>
              <a:ext uri="{C183D7F6-B498-43B3-948B-1728B52AA6E4}">
                <adec:decorative xmlns:adec="http://schemas.microsoft.com/office/drawing/2017/decorative" val="1"/>
              </a:ext>
            </a:extLst>
          </p:cNvPr>
          <p:cNvSpPr txBox="1"/>
          <p:nvPr/>
        </p:nvSpPr>
        <p:spPr>
          <a:xfrm>
            <a:off x="3577152" y="4743094"/>
            <a:ext cx="623945" cy="172122"/>
          </a:xfrm>
          <a:prstGeom prst="rect">
            <a:avLst/>
          </a:prstGeom>
          <a:noFill/>
        </p:spPr>
        <p:txBody>
          <a:bodyPr wrap="square" lIns="0" tIns="0" rIns="0" bIns="0" rtlCol="0">
            <a:noAutofit/>
          </a:bodyPr>
          <a:lstStyle/>
          <a:p>
            <a:pPr algn="ctr">
              <a:lnSpc>
                <a:spcPct val="110000"/>
              </a:lnSpc>
              <a:spcBef>
                <a:spcPts val="1000"/>
              </a:spcBef>
            </a:pPr>
            <a:r>
              <a:rPr lang="en-US" sz="700"/>
              <a:t>Science</a:t>
            </a:r>
          </a:p>
        </p:txBody>
      </p:sp>
      <p:sp>
        <p:nvSpPr>
          <p:cNvPr id="90" name="TextBox 89">
            <a:extLst>
              <a:ext uri="{FF2B5EF4-FFF2-40B4-BE49-F238E27FC236}">
                <a16:creationId xmlns:a16="http://schemas.microsoft.com/office/drawing/2014/main" id="{BA60A272-F279-585E-3C9A-1820127FCBE2}"/>
              </a:ext>
              <a:ext uri="{C183D7F6-B498-43B3-948B-1728B52AA6E4}">
                <adec:decorative xmlns:adec="http://schemas.microsoft.com/office/drawing/2017/decorative" val="1"/>
              </a:ext>
            </a:extLst>
          </p:cNvPr>
          <p:cNvSpPr txBox="1"/>
          <p:nvPr/>
        </p:nvSpPr>
        <p:spPr>
          <a:xfrm>
            <a:off x="4491405" y="4743094"/>
            <a:ext cx="623945" cy="172122"/>
          </a:xfrm>
          <a:prstGeom prst="rect">
            <a:avLst/>
          </a:prstGeom>
          <a:noFill/>
        </p:spPr>
        <p:txBody>
          <a:bodyPr wrap="square" lIns="0" tIns="0" rIns="0" bIns="0" rtlCol="0">
            <a:noAutofit/>
          </a:bodyPr>
          <a:lstStyle/>
          <a:p>
            <a:pPr algn="ctr">
              <a:lnSpc>
                <a:spcPct val="110000"/>
              </a:lnSpc>
              <a:spcBef>
                <a:spcPts val="1000"/>
              </a:spcBef>
            </a:pPr>
            <a:r>
              <a:rPr lang="en-US" sz="700"/>
              <a:t>Technology</a:t>
            </a:r>
          </a:p>
        </p:txBody>
      </p:sp>
      <p:sp>
        <p:nvSpPr>
          <p:cNvPr id="91" name="TextBox 90">
            <a:extLst>
              <a:ext uri="{FF2B5EF4-FFF2-40B4-BE49-F238E27FC236}">
                <a16:creationId xmlns:a16="http://schemas.microsoft.com/office/drawing/2014/main" id="{7D1B336A-BAED-DB6A-0886-A0876AA745E9}"/>
              </a:ext>
              <a:ext uri="{C183D7F6-B498-43B3-948B-1728B52AA6E4}">
                <adec:decorative xmlns:adec="http://schemas.microsoft.com/office/drawing/2017/decorative" val="1"/>
              </a:ext>
            </a:extLst>
          </p:cNvPr>
          <p:cNvSpPr txBox="1"/>
          <p:nvPr/>
        </p:nvSpPr>
        <p:spPr>
          <a:xfrm>
            <a:off x="5610956" y="4743094"/>
            <a:ext cx="623945" cy="172122"/>
          </a:xfrm>
          <a:prstGeom prst="rect">
            <a:avLst/>
          </a:prstGeom>
          <a:noFill/>
        </p:spPr>
        <p:txBody>
          <a:bodyPr wrap="square" lIns="0" tIns="0" rIns="0" bIns="0" rtlCol="0">
            <a:noAutofit/>
          </a:bodyPr>
          <a:lstStyle/>
          <a:p>
            <a:pPr algn="ctr">
              <a:lnSpc>
                <a:spcPct val="110000"/>
              </a:lnSpc>
              <a:spcBef>
                <a:spcPts val="1000"/>
              </a:spcBef>
            </a:pPr>
            <a:r>
              <a:rPr lang="en-US" sz="700"/>
              <a:t>Stopwatch</a:t>
            </a:r>
          </a:p>
        </p:txBody>
      </p:sp>
      <p:sp>
        <p:nvSpPr>
          <p:cNvPr id="92" name="TextBox 91">
            <a:extLst>
              <a:ext uri="{FF2B5EF4-FFF2-40B4-BE49-F238E27FC236}">
                <a16:creationId xmlns:a16="http://schemas.microsoft.com/office/drawing/2014/main" id="{24DDAC2F-45B5-BE24-7BDC-69A50333FD2B}"/>
              </a:ext>
              <a:ext uri="{C183D7F6-B498-43B3-948B-1728B52AA6E4}">
                <adec:decorative xmlns:adec="http://schemas.microsoft.com/office/drawing/2017/decorative" val="1"/>
              </a:ext>
            </a:extLst>
          </p:cNvPr>
          <p:cNvSpPr txBox="1"/>
          <p:nvPr/>
        </p:nvSpPr>
        <p:spPr>
          <a:xfrm>
            <a:off x="6628042" y="4743094"/>
            <a:ext cx="623945" cy="172122"/>
          </a:xfrm>
          <a:prstGeom prst="rect">
            <a:avLst/>
          </a:prstGeom>
          <a:noFill/>
        </p:spPr>
        <p:txBody>
          <a:bodyPr wrap="square" lIns="0" tIns="0" rIns="0" bIns="0" rtlCol="0">
            <a:noAutofit/>
          </a:bodyPr>
          <a:lstStyle/>
          <a:p>
            <a:pPr algn="ctr">
              <a:lnSpc>
                <a:spcPct val="110000"/>
              </a:lnSpc>
              <a:spcBef>
                <a:spcPts val="1000"/>
              </a:spcBef>
            </a:pPr>
            <a:r>
              <a:rPr lang="en-US" sz="700"/>
              <a:t>Strategy</a:t>
            </a:r>
          </a:p>
        </p:txBody>
      </p:sp>
      <p:sp>
        <p:nvSpPr>
          <p:cNvPr id="93" name="TextBox 92">
            <a:extLst>
              <a:ext uri="{FF2B5EF4-FFF2-40B4-BE49-F238E27FC236}">
                <a16:creationId xmlns:a16="http://schemas.microsoft.com/office/drawing/2014/main" id="{D1074426-F37B-694E-3BB0-9CBEADF22D46}"/>
              </a:ext>
              <a:ext uri="{C183D7F6-B498-43B3-948B-1728B52AA6E4}">
                <adec:decorative xmlns:adec="http://schemas.microsoft.com/office/drawing/2017/decorative" val="1"/>
              </a:ext>
            </a:extLst>
          </p:cNvPr>
          <p:cNvSpPr txBox="1"/>
          <p:nvPr/>
        </p:nvSpPr>
        <p:spPr>
          <a:xfrm>
            <a:off x="7655944" y="4743094"/>
            <a:ext cx="746185" cy="142841"/>
          </a:xfrm>
          <a:prstGeom prst="rect">
            <a:avLst/>
          </a:prstGeom>
          <a:noFill/>
        </p:spPr>
        <p:txBody>
          <a:bodyPr wrap="square" lIns="0" tIns="0" rIns="0" bIns="0" rtlCol="0">
            <a:noAutofit/>
          </a:bodyPr>
          <a:lstStyle/>
          <a:p>
            <a:pPr algn="ctr">
              <a:lnSpc>
                <a:spcPct val="110000"/>
              </a:lnSpc>
              <a:spcBef>
                <a:spcPts val="1000"/>
              </a:spcBef>
            </a:pPr>
            <a:r>
              <a:rPr lang="en-US" sz="700"/>
              <a:t>Search</a:t>
            </a:r>
          </a:p>
        </p:txBody>
      </p:sp>
      <p:sp>
        <p:nvSpPr>
          <p:cNvPr id="94" name="TextBox 93">
            <a:extLst>
              <a:ext uri="{FF2B5EF4-FFF2-40B4-BE49-F238E27FC236}">
                <a16:creationId xmlns:a16="http://schemas.microsoft.com/office/drawing/2014/main" id="{B91E9348-0E1A-E001-E5AB-F5222A2AF9D2}"/>
              </a:ext>
              <a:ext uri="{C183D7F6-B498-43B3-948B-1728B52AA6E4}">
                <adec:decorative xmlns:adec="http://schemas.microsoft.com/office/drawing/2017/decorative" val="1"/>
              </a:ext>
            </a:extLst>
          </p:cNvPr>
          <p:cNvSpPr txBox="1"/>
          <p:nvPr/>
        </p:nvSpPr>
        <p:spPr>
          <a:xfrm>
            <a:off x="8817634" y="4743095"/>
            <a:ext cx="435634" cy="137090"/>
          </a:xfrm>
          <a:prstGeom prst="rect">
            <a:avLst/>
          </a:prstGeom>
          <a:noFill/>
        </p:spPr>
        <p:txBody>
          <a:bodyPr wrap="square" lIns="0" tIns="0" rIns="0" bIns="0" rtlCol="0">
            <a:noAutofit/>
          </a:bodyPr>
          <a:lstStyle/>
          <a:p>
            <a:pPr algn="ctr">
              <a:lnSpc>
                <a:spcPct val="110000"/>
              </a:lnSpc>
              <a:spcBef>
                <a:spcPts val="1000"/>
              </a:spcBef>
            </a:pPr>
            <a:r>
              <a:rPr lang="en-US" sz="700"/>
              <a:t>Smile</a:t>
            </a:r>
          </a:p>
        </p:txBody>
      </p:sp>
      <p:sp>
        <p:nvSpPr>
          <p:cNvPr id="95" name="TextBox 94">
            <a:extLst>
              <a:ext uri="{FF2B5EF4-FFF2-40B4-BE49-F238E27FC236}">
                <a16:creationId xmlns:a16="http://schemas.microsoft.com/office/drawing/2014/main" id="{2B768CA3-CA50-D4B3-0B4F-85302C1344FD}"/>
              </a:ext>
              <a:ext uri="{C183D7F6-B498-43B3-948B-1728B52AA6E4}">
                <adec:decorative xmlns:adec="http://schemas.microsoft.com/office/drawing/2017/decorative" val="1"/>
              </a:ext>
            </a:extLst>
          </p:cNvPr>
          <p:cNvSpPr txBox="1"/>
          <p:nvPr/>
        </p:nvSpPr>
        <p:spPr>
          <a:xfrm>
            <a:off x="9731829" y="4743094"/>
            <a:ext cx="640080" cy="152393"/>
          </a:xfrm>
          <a:prstGeom prst="rect">
            <a:avLst/>
          </a:prstGeom>
          <a:noFill/>
        </p:spPr>
        <p:txBody>
          <a:bodyPr wrap="square" lIns="0" tIns="0" rIns="0" bIns="0" rtlCol="0">
            <a:noAutofit/>
          </a:bodyPr>
          <a:lstStyle/>
          <a:p>
            <a:pPr algn="ctr">
              <a:lnSpc>
                <a:spcPct val="110000"/>
              </a:lnSpc>
              <a:spcBef>
                <a:spcPts val="1000"/>
              </a:spcBef>
            </a:pPr>
            <a:r>
              <a:rPr lang="en-US" sz="700"/>
              <a:t>Mountain Peak</a:t>
            </a:r>
          </a:p>
        </p:txBody>
      </p:sp>
      <p:sp>
        <p:nvSpPr>
          <p:cNvPr id="96" name="TextBox 95">
            <a:extLst>
              <a:ext uri="{FF2B5EF4-FFF2-40B4-BE49-F238E27FC236}">
                <a16:creationId xmlns:a16="http://schemas.microsoft.com/office/drawing/2014/main" id="{001E06AF-BF5F-09C2-5DD4-711152BCC527}"/>
              </a:ext>
              <a:ext uri="{C183D7F6-B498-43B3-948B-1728B52AA6E4}">
                <adec:decorative xmlns:adec="http://schemas.microsoft.com/office/drawing/2017/decorative" val="1"/>
              </a:ext>
            </a:extLst>
          </p:cNvPr>
          <p:cNvSpPr txBox="1"/>
          <p:nvPr/>
        </p:nvSpPr>
        <p:spPr>
          <a:xfrm>
            <a:off x="10855503" y="4743095"/>
            <a:ext cx="526869" cy="119736"/>
          </a:xfrm>
          <a:prstGeom prst="rect">
            <a:avLst/>
          </a:prstGeom>
          <a:noFill/>
        </p:spPr>
        <p:txBody>
          <a:bodyPr wrap="square" lIns="0" tIns="0" rIns="0" bIns="0" rtlCol="0">
            <a:noAutofit/>
          </a:bodyPr>
          <a:lstStyle/>
          <a:p>
            <a:pPr algn="ctr">
              <a:lnSpc>
                <a:spcPct val="110000"/>
              </a:lnSpc>
              <a:spcBef>
                <a:spcPts val="1000"/>
              </a:spcBef>
            </a:pPr>
            <a:r>
              <a:rPr lang="en-US" sz="700"/>
              <a:t>Celebration</a:t>
            </a:r>
          </a:p>
        </p:txBody>
      </p:sp>
      <p:pic>
        <p:nvPicPr>
          <p:cNvPr id="2" name="Graphic 1">
            <a:extLst>
              <a:ext uri="{FF2B5EF4-FFF2-40B4-BE49-F238E27FC236}">
                <a16:creationId xmlns:a16="http://schemas.microsoft.com/office/drawing/2014/main" id="{4F4506B7-9EC7-2019-8A52-DB15A1FF3A6A}"/>
              </a:ext>
            </a:extLst>
          </p:cNvPr>
          <p:cNvPicPr>
            <a:picLocks noChangeAspect="1"/>
          </p:cNvPicPr>
          <p:nvPr/>
        </p:nvPicPr>
        <p:blipFill>
          <a:blip r:embed="rId90" cstate="email">
            <a:extLst>
              <a:ext uri="{28A0092B-C50C-407E-A947-70E740481C1C}">
                <a14:useLocalDpi xmlns:a14="http://schemas.microsoft.com/office/drawing/2010/main"/>
              </a:ext>
              <a:ext uri="{96DAC541-7B7A-43D3-8B79-37D633B846F1}">
                <asvg:svgBlip xmlns:asvg="http://schemas.microsoft.com/office/drawing/2016/SVG/main" r:embed="rId91"/>
              </a:ext>
            </a:extLst>
          </a:blip>
          <a:stretch>
            <a:fillRect/>
          </a:stretch>
        </p:blipFill>
        <p:spPr>
          <a:xfrm>
            <a:off x="1582115" y="5208769"/>
            <a:ext cx="457200" cy="457200"/>
          </a:xfrm>
          <a:prstGeom prst="rect">
            <a:avLst/>
          </a:prstGeom>
        </p:spPr>
      </p:pic>
      <p:pic>
        <p:nvPicPr>
          <p:cNvPr id="3" name="Graphic 2">
            <a:extLst>
              <a:ext uri="{FF2B5EF4-FFF2-40B4-BE49-F238E27FC236}">
                <a16:creationId xmlns:a16="http://schemas.microsoft.com/office/drawing/2014/main" id="{B02CE5CA-1C29-1C67-2D50-269812152405}"/>
              </a:ext>
            </a:extLst>
          </p:cNvPr>
          <p:cNvPicPr>
            <a:picLocks noChangeAspect="1"/>
          </p:cNvPicPr>
          <p:nvPr/>
        </p:nvPicPr>
        <p:blipFill>
          <a:blip r:embed="rId92" cstate="email">
            <a:extLst>
              <a:ext uri="{28A0092B-C50C-407E-A947-70E740481C1C}">
                <a14:useLocalDpi xmlns:a14="http://schemas.microsoft.com/office/drawing/2010/main"/>
              </a:ext>
              <a:ext uri="{96DAC541-7B7A-43D3-8B79-37D633B846F1}">
                <asvg:svgBlip xmlns:asvg="http://schemas.microsoft.com/office/drawing/2016/SVG/main" r:embed="rId93"/>
              </a:ext>
            </a:extLst>
          </a:blip>
          <a:stretch>
            <a:fillRect/>
          </a:stretch>
        </p:blipFill>
        <p:spPr>
          <a:xfrm>
            <a:off x="568212" y="5208769"/>
            <a:ext cx="457200" cy="457200"/>
          </a:xfrm>
          <a:prstGeom prst="rect">
            <a:avLst/>
          </a:prstGeom>
        </p:spPr>
      </p:pic>
      <p:sp>
        <p:nvSpPr>
          <p:cNvPr id="8" name="TextBox 7">
            <a:extLst>
              <a:ext uri="{FF2B5EF4-FFF2-40B4-BE49-F238E27FC236}">
                <a16:creationId xmlns:a16="http://schemas.microsoft.com/office/drawing/2014/main" id="{05E3A8D7-BF8B-7124-C357-FCEBF5E19B5A}"/>
              </a:ext>
              <a:ext uri="{C183D7F6-B498-43B3-948B-1728B52AA6E4}">
                <adec:decorative xmlns:adec="http://schemas.microsoft.com/office/drawing/2017/decorative" val="1"/>
              </a:ext>
            </a:extLst>
          </p:cNvPr>
          <p:cNvSpPr txBox="1"/>
          <p:nvPr/>
        </p:nvSpPr>
        <p:spPr>
          <a:xfrm>
            <a:off x="484840" y="5739082"/>
            <a:ext cx="623945" cy="172122"/>
          </a:xfrm>
          <a:prstGeom prst="rect">
            <a:avLst/>
          </a:prstGeom>
          <a:noFill/>
        </p:spPr>
        <p:txBody>
          <a:bodyPr wrap="square" lIns="0" tIns="0" rIns="0" bIns="0" rtlCol="0">
            <a:noAutofit/>
          </a:bodyPr>
          <a:lstStyle/>
          <a:p>
            <a:pPr algn="ctr">
              <a:lnSpc>
                <a:spcPct val="110000"/>
              </a:lnSpc>
              <a:spcBef>
                <a:spcPts val="1000"/>
              </a:spcBef>
            </a:pPr>
            <a:r>
              <a:rPr lang="en-US" sz="700"/>
              <a:t>Calendar</a:t>
            </a:r>
          </a:p>
        </p:txBody>
      </p:sp>
      <p:sp>
        <p:nvSpPr>
          <p:cNvPr id="97" name="TextBox 96">
            <a:extLst>
              <a:ext uri="{FF2B5EF4-FFF2-40B4-BE49-F238E27FC236}">
                <a16:creationId xmlns:a16="http://schemas.microsoft.com/office/drawing/2014/main" id="{703AEB02-025F-5373-4A57-3CDBC86B3E49}"/>
              </a:ext>
              <a:ext uri="{C183D7F6-B498-43B3-948B-1728B52AA6E4}">
                <adec:decorative xmlns:adec="http://schemas.microsoft.com/office/drawing/2017/decorative" val="1"/>
              </a:ext>
            </a:extLst>
          </p:cNvPr>
          <p:cNvSpPr txBox="1"/>
          <p:nvPr/>
        </p:nvSpPr>
        <p:spPr>
          <a:xfrm>
            <a:off x="1498743" y="5739082"/>
            <a:ext cx="623945" cy="172122"/>
          </a:xfrm>
          <a:prstGeom prst="rect">
            <a:avLst/>
          </a:prstGeom>
          <a:noFill/>
        </p:spPr>
        <p:txBody>
          <a:bodyPr wrap="square" lIns="0" tIns="0" rIns="0" bIns="0" rtlCol="0">
            <a:noAutofit/>
          </a:bodyPr>
          <a:lstStyle/>
          <a:p>
            <a:pPr algn="ctr">
              <a:lnSpc>
                <a:spcPct val="110000"/>
              </a:lnSpc>
              <a:spcBef>
                <a:spcPts val="1000"/>
              </a:spcBef>
            </a:pPr>
            <a:r>
              <a:rPr lang="en-US" sz="700"/>
              <a:t>Car</a:t>
            </a:r>
          </a:p>
        </p:txBody>
      </p:sp>
      <p:sp>
        <p:nvSpPr>
          <p:cNvPr id="98" name="TextBox 97">
            <a:extLst>
              <a:ext uri="{FF2B5EF4-FFF2-40B4-BE49-F238E27FC236}">
                <a16:creationId xmlns:a16="http://schemas.microsoft.com/office/drawing/2014/main" id="{CAE06CBB-B905-31D8-06C1-AB138A4588D2}"/>
              </a:ext>
              <a:ext uri="{C183D7F6-B498-43B3-948B-1728B52AA6E4}">
                <adec:decorative xmlns:adec="http://schemas.microsoft.com/office/drawing/2017/decorative" val="1"/>
              </a:ext>
            </a:extLst>
          </p:cNvPr>
          <p:cNvSpPr txBox="1"/>
          <p:nvPr/>
        </p:nvSpPr>
        <p:spPr>
          <a:xfrm>
            <a:off x="2568482" y="5739082"/>
            <a:ext cx="623945" cy="172122"/>
          </a:xfrm>
          <a:prstGeom prst="rect">
            <a:avLst/>
          </a:prstGeom>
          <a:noFill/>
        </p:spPr>
        <p:txBody>
          <a:bodyPr wrap="square" lIns="0" tIns="0" rIns="0" bIns="0" rtlCol="0">
            <a:noAutofit/>
          </a:bodyPr>
          <a:lstStyle/>
          <a:p>
            <a:pPr algn="ctr">
              <a:lnSpc>
                <a:spcPct val="110000"/>
              </a:lnSpc>
              <a:spcBef>
                <a:spcPts val="1000"/>
              </a:spcBef>
            </a:pPr>
            <a:r>
              <a:rPr lang="en-US" sz="700"/>
              <a:t>Card Reader</a:t>
            </a:r>
          </a:p>
        </p:txBody>
      </p:sp>
      <p:sp>
        <p:nvSpPr>
          <p:cNvPr id="99" name="TextBox 98">
            <a:extLst>
              <a:ext uri="{FF2B5EF4-FFF2-40B4-BE49-F238E27FC236}">
                <a16:creationId xmlns:a16="http://schemas.microsoft.com/office/drawing/2014/main" id="{18D1C175-F49D-BB5F-9839-C9B8C5C23D59}"/>
              </a:ext>
              <a:ext uri="{C183D7F6-B498-43B3-948B-1728B52AA6E4}">
                <adec:decorative xmlns:adec="http://schemas.microsoft.com/office/drawing/2017/decorative" val="1"/>
              </a:ext>
            </a:extLst>
          </p:cNvPr>
          <p:cNvSpPr txBox="1"/>
          <p:nvPr/>
        </p:nvSpPr>
        <p:spPr>
          <a:xfrm>
            <a:off x="3577152" y="5739082"/>
            <a:ext cx="623945" cy="172122"/>
          </a:xfrm>
          <a:prstGeom prst="rect">
            <a:avLst/>
          </a:prstGeom>
          <a:noFill/>
        </p:spPr>
        <p:txBody>
          <a:bodyPr wrap="square" lIns="0" tIns="0" rIns="0" bIns="0" rtlCol="0">
            <a:noAutofit/>
          </a:bodyPr>
          <a:lstStyle/>
          <a:p>
            <a:pPr algn="ctr">
              <a:lnSpc>
                <a:spcPct val="110000"/>
              </a:lnSpc>
              <a:spcBef>
                <a:spcPts val="1000"/>
              </a:spcBef>
            </a:pPr>
            <a:r>
              <a:rPr lang="en-US" sz="700"/>
              <a:t>Cash Register</a:t>
            </a:r>
          </a:p>
        </p:txBody>
      </p:sp>
      <p:sp>
        <p:nvSpPr>
          <p:cNvPr id="100" name="TextBox 99">
            <a:extLst>
              <a:ext uri="{FF2B5EF4-FFF2-40B4-BE49-F238E27FC236}">
                <a16:creationId xmlns:a16="http://schemas.microsoft.com/office/drawing/2014/main" id="{7949E332-7702-CF6B-8D6D-A573F38CDB37}"/>
              </a:ext>
              <a:ext uri="{C183D7F6-B498-43B3-948B-1728B52AA6E4}">
                <adec:decorative xmlns:adec="http://schemas.microsoft.com/office/drawing/2017/decorative" val="1"/>
              </a:ext>
            </a:extLst>
          </p:cNvPr>
          <p:cNvSpPr txBox="1"/>
          <p:nvPr/>
        </p:nvSpPr>
        <p:spPr>
          <a:xfrm>
            <a:off x="4635074" y="5739082"/>
            <a:ext cx="623945" cy="172122"/>
          </a:xfrm>
          <a:prstGeom prst="rect">
            <a:avLst/>
          </a:prstGeom>
          <a:noFill/>
        </p:spPr>
        <p:txBody>
          <a:bodyPr wrap="square" lIns="0" tIns="0" rIns="0" bIns="0" rtlCol="0">
            <a:noAutofit/>
          </a:bodyPr>
          <a:lstStyle/>
          <a:p>
            <a:pPr algn="ctr">
              <a:lnSpc>
                <a:spcPct val="110000"/>
              </a:lnSpc>
              <a:spcBef>
                <a:spcPts val="1000"/>
              </a:spcBef>
            </a:pPr>
            <a:r>
              <a:rPr lang="en-US" sz="700"/>
              <a:t>Dollar Bills</a:t>
            </a:r>
          </a:p>
        </p:txBody>
      </p:sp>
      <p:sp>
        <p:nvSpPr>
          <p:cNvPr id="101" name="TextBox 100">
            <a:extLst>
              <a:ext uri="{FF2B5EF4-FFF2-40B4-BE49-F238E27FC236}">
                <a16:creationId xmlns:a16="http://schemas.microsoft.com/office/drawing/2014/main" id="{90FBAB4A-BAB6-62F0-F1FF-A5401DC892DA}"/>
              </a:ext>
              <a:ext uri="{C183D7F6-B498-43B3-948B-1728B52AA6E4}">
                <adec:decorative xmlns:adec="http://schemas.microsoft.com/office/drawing/2017/decorative" val="1"/>
              </a:ext>
            </a:extLst>
          </p:cNvPr>
          <p:cNvSpPr txBox="1"/>
          <p:nvPr/>
        </p:nvSpPr>
        <p:spPr>
          <a:xfrm>
            <a:off x="5645092" y="5739082"/>
            <a:ext cx="623945" cy="172122"/>
          </a:xfrm>
          <a:prstGeom prst="rect">
            <a:avLst/>
          </a:prstGeom>
          <a:noFill/>
        </p:spPr>
        <p:txBody>
          <a:bodyPr wrap="square" lIns="0" tIns="0" rIns="0" bIns="0" rtlCol="0">
            <a:noAutofit/>
          </a:bodyPr>
          <a:lstStyle/>
          <a:p>
            <a:pPr algn="ctr">
              <a:lnSpc>
                <a:spcPct val="110000"/>
              </a:lnSpc>
              <a:spcBef>
                <a:spcPts val="1000"/>
              </a:spcBef>
            </a:pPr>
            <a:r>
              <a:rPr lang="en-US" sz="700"/>
              <a:t>Dollar Sign</a:t>
            </a:r>
          </a:p>
        </p:txBody>
      </p:sp>
      <p:sp>
        <p:nvSpPr>
          <p:cNvPr id="102" name="TextBox 101">
            <a:extLst>
              <a:ext uri="{FF2B5EF4-FFF2-40B4-BE49-F238E27FC236}">
                <a16:creationId xmlns:a16="http://schemas.microsoft.com/office/drawing/2014/main" id="{E71754D3-5B3F-CDDE-B7F5-9D548B54118C}"/>
              </a:ext>
              <a:ext uri="{C183D7F6-B498-43B3-948B-1728B52AA6E4}">
                <adec:decorative xmlns:adec="http://schemas.microsoft.com/office/drawing/2017/decorative" val="1"/>
              </a:ext>
            </a:extLst>
          </p:cNvPr>
          <p:cNvSpPr txBox="1"/>
          <p:nvPr/>
        </p:nvSpPr>
        <p:spPr>
          <a:xfrm>
            <a:off x="6628042" y="5739082"/>
            <a:ext cx="623945" cy="172122"/>
          </a:xfrm>
          <a:prstGeom prst="rect">
            <a:avLst/>
          </a:prstGeom>
          <a:noFill/>
        </p:spPr>
        <p:txBody>
          <a:bodyPr wrap="square" lIns="0" tIns="0" rIns="0" bIns="0" rtlCol="0">
            <a:noAutofit/>
          </a:bodyPr>
          <a:lstStyle/>
          <a:p>
            <a:pPr algn="ctr">
              <a:lnSpc>
                <a:spcPct val="110000"/>
              </a:lnSpc>
              <a:spcBef>
                <a:spcPts val="1000"/>
              </a:spcBef>
            </a:pPr>
            <a:r>
              <a:rPr lang="en-US" sz="700"/>
              <a:t>Ear</a:t>
            </a:r>
          </a:p>
        </p:txBody>
      </p:sp>
      <p:sp>
        <p:nvSpPr>
          <p:cNvPr id="103" name="TextBox 102">
            <a:extLst>
              <a:ext uri="{FF2B5EF4-FFF2-40B4-BE49-F238E27FC236}">
                <a16:creationId xmlns:a16="http://schemas.microsoft.com/office/drawing/2014/main" id="{C2E7D7FC-ACAB-6563-87FA-C8118CF60D1C}"/>
              </a:ext>
              <a:ext uri="{C183D7F6-B498-43B3-948B-1728B52AA6E4}">
                <adec:decorative xmlns:adec="http://schemas.microsoft.com/office/drawing/2017/decorative" val="1"/>
              </a:ext>
            </a:extLst>
          </p:cNvPr>
          <p:cNvSpPr txBox="1"/>
          <p:nvPr/>
        </p:nvSpPr>
        <p:spPr>
          <a:xfrm>
            <a:off x="7655944" y="5739082"/>
            <a:ext cx="746185" cy="142841"/>
          </a:xfrm>
          <a:prstGeom prst="rect">
            <a:avLst/>
          </a:prstGeom>
          <a:noFill/>
        </p:spPr>
        <p:txBody>
          <a:bodyPr wrap="square" lIns="0" tIns="0" rIns="0" bIns="0" rtlCol="0">
            <a:noAutofit/>
          </a:bodyPr>
          <a:lstStyle/>
          <a:p>
            <a:pPr algn="ctr">
              <a:lnSpc>
                <a:spcPct val="110000"/>
              </a:lnSpc>
              <a:spcBef>
                <a:spcPts val="1000"/>
              </a:spcBef>
            </a:pPr>
            <a:r>
              <a:rPr lang="en-US" sz="700"/>
              <a:t>Factory</a:t>
            </a:r>
          </a:p>
        </p:txBody>
      </p:sp>
      <p:sp>
        <p:nvSpPr>
          <p:cNvPr id="104" name="TextBox 103">
            <a:extLst>
              <a:ext uri="{FF2B5EF4-FFF2-40B4-BE49-F238E27FC236}">
                <a16:creationId xmlns:a16="http://schemas.microsoft.com/office/drawing/2014/main" id="{F5F2B0E3-52D3-30EB-8132-E89B1790E18A}"/>
              </a:ext>
              <a:ext uri="{C183D7F6-B498-43B3-948B-1728B52AA6E4}">
                <adec:decorative xmlns:adec="http://schemas.microsoft.com/office/drawing/2017/decorative" val="1"/>
              </a:ext>
            </a:extLst>
          </p:cNvPr>
          <p:cNvSpPr txBox="1"/>
          <p:nvPr/>
        </p:nvSpPr>
        <p:spPr>
          <a:xfrm>
            <a:off x="8681476" y="5739083"/>
            <a:ext cx="696448" cy="128103"/>
          </a:xfrm>
          <a:prstGeom prst="rect">
            <a:avLst/>
          </a:prstGeom>
          <a:noFill/>
        </p:spPr>
        <p:txBody>
          <a:bodyPr wrap="square" lIns="0" tIns="0" rIns="0" bIns="0" rtlCol="0">
            <a:noAutofit/>
          </a:bodyPr>
          <a:lstStyle/>
          <a:p>
            <a:pPr algn="ctr">
              <a:lnSpc>
                <a:spcPct val="110000"/>
              </a:lnSpc>
              <a:spcBef>
                <a:spcPts val="1000"/>
              </a:spcBef>
            </a:pPr>
            <a:r>
              <a:rPr lang="en-US" sz="700"/>
              <a:t>Game Controller</a:t>
            </a:r>
          </a:p>
        </p:txBody>
      </p:sp>
      <p:sp>
        <p:nvSpPr>
          <p:cNvPr id="105" name="TextBox 104">
            <a:extLst>
              <a:ext uri="{FF2B5EF4-FFF2-40B4-BE49-F238E27FC236}">
                <a16:creationId xmlns:a16="http://schemas.microsoft.com/office/drawing/2014/main" id="{EA661F79-51AF-7BF9-CFC5-1FE84CAA70B6}"/>
              </a:ext>
              <a:ext uri="{C183D7F6-B498-43B3-948B-1728B52AA6E4}">
                <adec:decorative xmlns:adec="http://schemas.microsoft.com/office/drawing/2017/decorative" val="1"/>
              </a:ext>
            </a:extLst>
          </p:cNvPr>
          <p:cNvSpPr txBox="1"/>
          <p:nvPr/>
        </p:nvSpPr>
        <p:spPr>
          <a:xfrm>
            <a:off x="9836521" y="5739083"/>
            <a:ext cx="499061" cy="156678"/>
          </a:xfrm>
          <a:prstGeom prst="rect">
            <a:avLst/>
          </a:prstGeom>
          <a:noFill/>
        </p:spPr>
        <p:txBody>
          <a:bodyPr wrap="square" lIns="0" tIns="0" rIns="0" bIns="0" rtlCol="0">
            <a:noAutofit/>
          </a:bodyPr>
          <a:lstStyle/>
          <a:p>
            <a:pPr algn="ctr">
              <a:lnSpc>
                <a:spcPct val="110000"/>
              </a:lnSpc>
              <a:spcBef>
                <a:spcPts val="1000"/>
              </a:spcBef>
            </a:pPr>
            <a:r>
              <a:rPr lang="en-US" sz="700"/>
              <a:t>Handshake</a:t>
            </a:r>
          </a:p>
        </p:txBody>
      </p:sp>
      <p:sp>
        <p:nvSpPr>
          <p:cNvPr id="106" name="TextBox 105">
            <a:extLst>
              <a:ext uri="{FF2B5EF4-FFF2-40B4-BE49-F238E27FC236}">
                <a16:creationId xmlns:a16="http://schemas.microsoft.com/office/drawing/2014/main" id="{1F2DEF10-64BC-577C-0C5F-C2F33D00AD7E}"/>
              </a:ext>
              <a:ext uri="{C183D7F6-B498-43B3-948B-1728B52AA6E4}">
                <adec:decorative xmlns:adec="http://schemas.microsoft.com/office/drawing/2017/decorative" val="1"/>
              </a:ext>
            </a:extLst>
          </p:cNvPr>
          <p:cNvSpPr txBox="1"/>
          <p:nvPr/>
        </p:nvSpPr>
        <p:spPr>
          <a:xfrm>
            <a:off x="10915993" y="5739083"/>
            <a:ext cx="435634" cy="137090"/>
          </a:xfrm>
          <a:prstGeom prst="rect">
            <a:avLst/>
          </a:prstGeom>
          <a:noFill/>
        </p:spPr>
        <p:txBody>
          <a:bodyPr wrap="square" lIns="0" tIns="0" rIns="0" bIns="0" rtlCol="0">
            <a:noAutofit/>
          </a:bodyPr>
          <a:lstStyle/>
          <a:p>
            <a:pPr algn="ctr">
              <a:lnSpc>
                <a:spcPct val="110000"/>
              </a:lnSpc>
              <a:spcBef>
                <a:spcPts val="1000"/>
              </a:spcBef>
            </a:pPr>
            <a:r>
              <a:rPr lang="en-US" sz="700"/>
              <a:t>Heart</a:t>
            </a:r>
          </a:p>
        </p:txBody>
      </p:sp>
      <p:pic>
        <p:nvPicPr>
          <p:cNvPr id="107" name="Graphic 106">
            <a:extLst>
              <a:ext uri="{FF2B5EF4-FFF2-40B4-BE49-F238E27FC236}">
                <a16:creationId xmlns:a16="http://schemas.microsoft.com/office/drawing/2014/main" id="{F3C6017F-967C-4B4D-D94A-6842C62ACBA4}"/>
              </a:ext>
            </a:extLst>
          </p:cNvPr>
          <p:cNvPicPr>
            <a:picLocks noChangeAspect="1"/>
          </p:cNvPicPr>
          <p:nvPr/>
        </p:nvPicPr>
        <p:blipFill>
          <a:blip r:embed="rId94" cstate="email">
            <a:extLst>
              <a:ext uri="{28A0092B-C50C-407E-A947-70E740481C1C}">
                <a14:useLocalDpi xmlns:a14="http://schemas.microsoft.com/office/drawing/2010/main"/>
              </a:ext>
              <a:ext uri="{96DAC541-7B7A-43D3-8B79-37D633B846F1}">
                <asvg:svgBlip xmlns:asvg="http://schemas.microsoft.com/office/drawing/2016/SVG/main" r:embed="rId95"/>
              </a:ext>
            </a:extLst>
          </a:blip>
          <a:stretch>
            <a:fillRect/>
          </a:stretch>
        </p:blipFill>
        <p:spPr>
          <a:xfrm>
            <a:off x="2651854" y="5208769"/>
            <a:ext cx="457200" cy="457200"/>
          </a:xfrm>
          <a:prstGeom prst="rect">
            <a:avLst/>
          </a:prstGeom>
        </p:spPr>
      </p:pic>
      <p:pic>
        <p:nvPicPr>
          <p:cNvPr id="108" name="Graphic 107">
            <a:extLst>
              <a:ext uri="{FF2B5EF4-FFF2-40B4-BE49-F238E27FC236}">
                <a16:creationId xmlns:a16="http://schemas.microsoft.com/office/drawing/2014/main" id="{4A6D22DC-BE6A-35D8-E352-28E3B7649864}"/>
              </a:ext>
            </a:extLst>
          </p:cNvPr>
          <p:cNvPicPr>
            <a:picLocks noChangeAspect="1"/>
          </p:cNvPicPr>
          <p:nvPr/>
        </p:nvPicPr>
        <p:blipFill>
          <a:blip r:embed="rId96" cstate="email">
            <a:extLst>
              <a:ext uri="{28A0092B-C50C-407E-A947-70E740481C1C}">
                <a14:useLocalDpi xmlns:a14="http://schemas.microsoft.com/office/drawing/2010/main"/>
              </a:ext>
              <a:ext uri="{96DAC541-7B7A-43D3-8B79-37D633B846F1}">
                <asvg:svgBlip xmlns:asvg="http://schemas.microsoft.com/office/drawing/2016/SVG/main" r:embed="rId97"/>
              </a:ext>
            </a:extLst>
          </a:blip>
          <a:stretch>
            <a:fillRect/>
          </a:stretch>
        </p:blipFill>
        <p:spPr>
          <a:xfrm>
            <a:off x="3660524" y="5208769"/>
            <a:ext cx="457200" cy="457200"/>
          </a:xfrm>
          <a:prstGeom prst="rect">
            <a:avLst/>
          </a:prstGeom>
        </p:spPr>
      </p:pic>
      <p:pic>
        <p:nvPicPr>
          <p:cNvPr id="109" name="Graphic 108">
            <a:extLst>
              <a:ext uri="{FF2B5EF4-FFF2-40B4-BE49-F238E27FC236}">
                <a16:creationId xmlns:a16="http://schemas.microsoft.com/office/drawing/2014/main" id="{05E5B013-472E-B2EE-AD64-47B9815879BD}"/>
              </a:ext>
            </a:extLst>
          </p:cNvPr>
          <p:cNvPicPr>
            <a:picLocks noChangeAspect="1"/>
          </p:cNvPicPr>
          <p:nvPr/>
        </p:nvPicPr>
        <p:blipFill>
          <a:blip r:embed="rId98" cstate="email">
            <a:extLst>
              <a:ext uri="{28A0092B-C50C-407E-A947-70E740481C1C}">
                <a14:useLocalDpi xmlns:a14="http://schemas.microsoft.com/office/drawing/2010/main"/>
              </a:ext>
              <a:ext uri="{96DAC541-7B7A-43D3-8B79-37D633B846F1}">
                <asvg:svgBlip xmlns:asvg="http://schemas.microsoft.com/office/drawing/2016/SVG/main" r:embed="rId99"/>
              </a:ext>
            </a:extLst>
          </a:blip>
          <a:stretch>
            <a:fillRect/>
          </a:stretch>
        </p:blipFill>
        <p:spPr>
          <a:xfrm>
            <a:off x="4718446" y="5208769"/>
            <a:ext cx="457200" cy="457200"/>
          </a:xfrm>
          <a:prstGeom prst="rect">
            <a:avLst/>
          </a:prstGeom>
        </p:spPr>
      </p:pic>
      <p:pic>
        <p:nvPicPr>
          <p:cNvPr id="110" name="Graphic 109">
            <a:extLst>
              <a:ext uri="{FF2B5EF4-FFF2-40B4-BE49-F238E27FC236}">
                <a16:creationId xmlns:a16="http://schemas.microsoft.com/office/drawing/2014/main" id="{BF8140DB-37D1-EBFA-44CF-26A94921B713}"/>
              </a:ext>
            </a:extLst>
          </p:cNvPr>
          <p:cNvPicPr>
            <a:picLocks noChangeAspect="1"/>
          </p:cNvPicPr>
          <p:nvPr/>
        </p:nvPicPr>
        <p:blipFill>
          <a:blip r:embed="rId100" cstate="email">
            <a:extLst>
              <a:ext uri="{28A0092B-C50C-407E-A947-70E740481C1C}">
                <a14:useLocalDpi xmlns:a14="http://schemas.microsoft.com/office/drawing/2010/main"/>
              </a:ext>
              <a:ext uri="{96DAC541-7B7A-43D3-8B79-37D633B846F1}">
                <asvg:svgBlip xmlns:asvg="http://schemas.microsoft.com/office/drawing/2016/SVG/main" r:embed="rId101"/>
              </a:ext>
            </a:extLst>
          </a:blip>
          <a:stretch>
            <a:fillRect/>
          </a:stretch>
        </p:blipFill>
        <p:spPr>
          <a:xfrm>
            <a:off x="6711414" y="5208769"/>
            <a:ext cx="457200" cy="457200"/>
          </a:xfrm>
          <a:prstGeom prst="rect">
            <a:avLst/>
          </a:prstGeom>
        </p:spPr>
      </p:pic>
      <p:pic>
        <p:nvPicPr>
          <p:cNvPr id="111" name="Graphic 110">
            <a:extLst>
              <a:ext uri="{FF2B5EF4-FFF2-40B4-BE49-F238E27FC236}">
                <a16:creationId xmlns:a16="http://schemas.microsoft.com/office/drawing/2014/main" id="{1B237AA5-1762-11EE-2683-97FDBAF064FD}"/>
              </a:ext>
            </a:extLst>
          </p:cNvPr>
          <p:cNvPicPr>
            <a:picLocks noChangeAspect="1"/>
          </p:cNvPicPr>
          <p:nvPr/>
        </p:nvPicPr>
        <p:blipFill>
          <a:blip r:embed="rId102" cstate="email">
            <a:extLst>
              <a:ext uri="{28A0092B-C50C-407E-A947-70E740481C1C}">
                <a14:useLocalDpi xmlns:a14="http://schemas.microsoft.com/office/drawing/2010/main"/>
              </a:ext>
              <a:ext uri="{96DAC541-7B7A-43D3-8B79-37D633B846F1}">
                <asvg:svgBlip xmlns:asvg="http://schemas.microsoft.com/office/drawing/2016/SVG/main" r:embed="rId103"/>
              </a:ext>
            </a:extLst>
          </a:blip>
          <a:stretch>
            <a:fillRect/>
          </a:stretch>
        </p:blipFill>
        <p:spPr>
          <a:xfrm>
            <a:off x="5728464" y="5208769"/>
            <a:ext cx="457200" cy="457200"/>
          </a:xfrm>
          <a:prstGeom prst="rect">
            <a:avLst/>
          </a:prstGeom>
        </p:spPr>
      </p:pic>
      <p:pic>
        <p:nvPicPr>
          <p:cNvPr id="112" name="Graphic 111">
            <a:extLst>
              <a:ext uri="{FF2B5EF4-FFF2-40B4-BE49-F238E27FC236}">
                <a16:creationId xmlns:a16="http://schemas.microsoft.com/office/drawing/2014/main" id="{BA0E5429-DBE1-5A11-BB54-C309EB432653}"/>
              </a:ext>
            </a:extLst>
          </p:cNvPr>
          <p:cNvPicPr>
            <a:picLocks noChangeAspect="1"/>
          </p:cNvPicPr>
          <p:nvPr/>
        </p:nvPicPr>
        <p:blipFill>
          <a:blip r:embed="rId104" cstate="email">
            <a:extLst>
              <a:ext uri="{28A0092B-C50C-407E-A947-70E740481C1C}">
                <a14:useLocalDpi xmlns:a14="http://schemas.microsoft.com/office/drawing/2010/main"/>
              </a:ext>
              <a:ext uri="{96DAC541-7B7A-43D3-8B79-37D633B846F1}">
                <asvg:svgBlip xmlns:asvg="http://schemas.microsoft.com/office/drawing/2016/SVG/main" r:embed="rId105"/>
              </a:ext>
            </a:extLst>
          </a:blip>
          <a:stretch>
            <a:fillRect/>
          </a:stretch>
        </p:blipFill>
        <p:spPr>
          <a:xfrm>
            <a:off x="7800436" y="5208769"/>
            <a:ext cx="457200" cy="457200"/>
          </a:xfrm>
          <a:prstGeom prst="rect">
            <a:avLst/>
          </a:prstGeom>
        </p:spPr>
      </p:pic>
      <p:pic>
        <p:nvPicPr>
          <p:cNvPr id="113" name="Graphic 112">
            <a:extLst>
              <a:ext uri="{FF2B5EF4-FFF2-40B4-BE49-F238E27FC236}">
                <a16:creationId xmlns:a16="http://schemas.microsoft.com/office/drawing/2014/main" id="{E70AA7E3-C0C2-C613-AF8F-FA3D4BC20983}"/>
              </a:ext>
            </a:extLst>
          </p:cNvPr>
          <p:cNvPicPr>
            <a:picLocks noChangeAspect="1"/>
          </p:cNvPicPr>
          <p:nvPr/>
        </p:nvPicPr>
        <p:blipFill>
          <a:blip r:embed="rId106" cstate="email">
            <a:extLst>
              <a:ext uri="{28A0092B-C50C-407E-A947-70E740481C1C}">
                <a14:useLocalDpi xmlns:a14="http://schemas.microsoft.com/office/drawing/2010/main"/>
              </a:ext>
              <a:ext uri="{96DAC541-7B7A-43D3-8B79-37D633B846F1}">
                <asvg:svgBlip xmlns:asvg="http://schemas.microsoft.com/office/drawing/2016/SVG/main" r:embed="rId107"/>
              </a:ext>
            </a:extLst>
          </a:blip>
          <a:stretch>
            <a:fillRect/>
          </a:stretch>
        </p:blipFill>
        <p:spPr>
          <a:xfrm>
            <a:off x="8801100" y="5208769"/>
            <a:ext cx="457200" cy="457200"/>
          </a:xfrm>
          <a:prstGeom prst="rect">
            <a:avLst/>
          </a:prstGeom>
        </p:spPr>
      </p:pic>
      <p:pic>
        <p:nvPicPr>
          <p:cNvPr id="114" name="Graphic 113">
            <a:extLst>
              <a:ext uri="{FF2B5EF4-FFF2-40B4-BE49-F238E27FC236}">
                <a16:creationId xmlns:a16="http://schemas.microsoft.com/office/drawing/2014/main" id="{7A051EE1-840F-3BBC-1217-6EBE6375C239}"/>
              </a:ext>
            </a:extLst>
          </p:cNvPr>
          <p:cNvPicPr>
            <a:picLocks noChangeAspect="1"/>
          </p:cNvPicPr>
          <p:nvPr/>
        </p:nvPicPr>
        <p:blipFill>
          <a:blip r:embed="rId108" cstate="email">
            <a:extLst>
              <a:ext uri="{28A0092B-C50C-407E-A947-70E740481C1C}">
                <a14:useLocalDpi xmlns:a14="http://schemas.microsoft.com/office/drawing/2010/main"/>
              </a:ext>
              <a:ext uri="{96DAC541-7B7A-43D3-8B79-37D633B846F1}">
                <asvg:svgBlip xmlns:asvg="http://schemas.microsoft.com/office/drawing/2016/SVG/main" r:embed="rId109"/>
              </a:ext>
            </a:extLst>
          </a:blip>
          <a:stretch>
            <a:fillRect/>
          </a:stretch>
        </p:blipFill>
        <p:spPr>
          <a:xfrm>
            <a:off x="9857451" y="5208769"/>
            <a:ext cx="457200" cy="457200"/>
          </a:xfrm>
          <a:prstGeom prst="rect">
            <a:avLst/>
          </a:prstGeom>
        </p:spPr>
      </p:pic>
      <p:pic>
        <p:nvPicPr>
          <p:cNvPr id="115" name="Graphic 114">
            <a:extLst>
              <a:ext uri="{FF2B5EF4-FFF2-40B4-BE49-F238E27FC236}">
                <a16:creationId xmlns:a16="http://schemas.microsoft.com/office/drawing/2014/main" id="{2F386987-789A-EBF4-0CE8-72DAFBF58931}"/>
              </a:ext>
            </a:extLst>
          </p:cNvPr>
          <p:cNvPicPr>
            <a:picLocks noChangeAspect="1"/>
          </p:cNvPicPr>
          <p:nvPr/>
        </p:nvPicPr>
        <p:blipFill>
          <a:blip r:embed="rId110" cstate="email">
            <a:extLst>
              <a:ext uri="{28A0092B-C50C-407E-A947-70E740481C1C}">
                <a14:useLocalDpi xmlns:a14="http://schemas.microsoft.com/office/drawing/2010/main"/>
              </a:ext>
              <a:ext uri="{96DAC541-7B7A-43D3-8B79-37D633B846F1}">
                <asvg:svgBlip xmlns:asvg="http://schemas.microsoft.com/office/drawing/2016/SVG/main" r:embed="rId111"/>
              </a:ext>
            </a:extLst>
          </a:blip>
          <a:stretch>
            <a:fillRect/>
          </a:stretch>
        </p:blipFill>
        <p:spPr>
          <a:xfrm>
            <a:off x="10905210" y="5208769"/>
            <a:ext cx="457200" cy="457200"/>
          </a:xfrm>
          <a:prstGeom prst="rect">
            <a:avLst/>
          </a:prstGeom>
        </p:spPr>
      </p:pic>
      <p:sp>
        <p:nvSpPr>
          <p:cNvPr id="116" name="TextBox 115">
            <a:extLst>
              <a:ext uri="{FF2B5EF4-FFF2-40B4-BE49-F238E27FC236}">
                <a16:creationId xmlns:a16="http://schemas.microsoft.com/office/drawing/2014/main" id="{A96C787E-4524-A4BB-CE25-F851DD19EEFC}"/>
              </a:ext>
            </a:extLst>
          </p:cNvPr>
          <p:cNvSpPr txBox="1"/>
          <p:nvPr/>
        </p:nvSpPr>
        <p:spPr>
          <a:xfrm>
            <a:off x="10285783" y="6096489"/>
            <a:ext cx="1139908" cy="137160"/>
          </a:xfrm>
          <a:prstGeom prst="rect">
            <a:avLst/>
          </a:prstGeom>
          <a:noFill/>
        </p:spPr>
        <p:txBody>
          <a:bodyPr wrap="square" lIns="0" tIns="0" rIns="0" bIns="0" rtlCol="0">
            <a:noAutofit/>
          </a:bodyPr>
          <a:lstStyle/>
          <a:p>
            <a:pPr algn="r">
              <a:lnSpc>
                <a:spcPct val="110000"/>
              </a:lnSpc>
              <a:spcBef>
                <a:spcPts val="1000"/>
              </a:spcBef>
            </a:pPr>
            <a:r>
              <a:rPr lang="en-US" sz="800" i="1">
                <a:solidFill>
                  <a:schemeClr val="tx2"/>
                </a:solidFill>
                <a:latin typeface="Avenir Next LT Pro" panose="020B0504020202020204" pitchFamily="34" charset="77"/>
              </a:rPr>
              <a:t>More icons on next page</a:t>
            </a:r>
          </a:p>
        </p:txBody>
      </p:sp>
    </p:spTree>
    <p:extLst>
      <p:ext uri="{BB962C8B-B14F-4D97-AF65-F5344CB8AC3E}">
        <p14:creationId xmlns:p14="http://schemas.microsoft.com/office/powerpoint/2010/main" val="4213898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D72821-3846-ACD4-16BB-A7C19FD65358}"/>
              </a:ext>
            </a:extLst>
          </p:cNvPr>
          <p:cNvSpPr>
            <a:spLocks noGrp="1"/>
          </p:cNvSpPr>
          <p:nvPr>
            <p:ph type="title"/>
          </p:nvPr>
        </p:nvSpPr>
        <p:spPr/>
        <p:txBody>
          <a:bodyPr/>
          <a:lstStyle/>
          <a:p>
            <a:r>
              <a:rPr lang="en-US"/>
              <a:t>Iconography</a:t>
            </a:r>
          </a:p>
        </p:txBody>
      </p:sp>
      <p:sp>
        <p:nvSpPr>
          <p:cNvPr id="5" name="Footer Placeholder 4">
            <a:extLst>
              <a:ext uri="{FF2B5EF4-FFF2-40B4-BE49-F238E27FC236}">
                <a16:creationId xmlns:a16="http://schemas.microsoft.com/office/drawing/2014/main" id="{84AE16EB-091D-6938-9BCF-793655A226B8}"/>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69F0138D-6D0F-6690-9892-3EB9DFB94ED1}"/>
              </a:ext>
            </a:extLst>
          </p:cNvPr>
          <p:cNvSpPr>
            <a:spLocks noGrp="1"/>
          </p:cNvSpPr>
          <p:nvPr>
            <p:ph type="dt" sz="half" idx="11"/>
          </p:nvPr>
        </p:nvSpPr>
        <p:spPr/>
        <p:txBody>
          <a:bodyPr/>
          <a:lstStyle/>
          <a:p>
            <a:fld id="{A72C76F0-9AD4-44D0-B01E-3E4DA444BBFE}" type="datetimeyyyy">
              <a:rPr lang="en-US" smtClean="0"/>
              <a:t>2025</a:t>
            </a:fld>
            <a:endParaRPr lang="en-US"/>
          </a:p>
        </p:txBody>
      </p:sp>
      <p:sp>
        <p:nvSpPr>
          <p:cNvPr id="6" name="Slide Number Placeholder 5">
            <a:extLst>
              <a:ext uri="{FF2B5EF4-FFF2-40B4-BE49-F238E27FC236}">
                <a16:creationId xmlns:a16="http://schemas.microsoft.com/office/drawing/2014/main" id="{AEFC92D1-0F9F-1FB1-DFF1-F73A534EAF42}"/>
              </a:ext>
            </a:extLst>
          </p:cNvPr>
          <p:cNvSpPr>
            <a:spLocks noGrp="1"/>
          </p:cNvSpPr>
          <p:nvPr>
            <p:ph type="sldNum" sz="quarter" idx="12"/>
          </p:nvPr>
        </p:nvSpPr>
        <p:spPr/>
        <p:txBody>
          <a:bodyPr/>
          <a:lstStyle/>
          <a:p>
            <a:fld id="{B2643E34-DC33-45ED-8E33-EC0D5991E9A4}" type="slidenum">
              <a:rPr lang="en-US" smtClean="0"/>
              <a:pPr/>
              <a:t>80</a:t>
            </a:fld>
            <a:endParaRPr lang="en-US"/>
          </a:p>
        </p:txBody>
      </p:sp>
      <p:sp>
        <p:nvSpPr>
          <p:cNvPr id="64" name="TextBox 63">
            <a:extLst>
              <a:ext uri="{FF2B5EF4-FFF2-40B4-BE49-F238E27FC236}">
                <a16:creationId xmlns:a16="http://schemas.microsoft.com/office/drawing/2014/main" id="{AD1BCC5E-A7FD-3470-F4D8-7BB568FA9244}"/>
              </a:ext>
              <a:ext uri="{C183D7F6-B498-43B3-948B-1728B52AA6E4}">
                <adec:decorative xmlns:adec="http://schemas.microsoft.com/office/drawing/2017/decorative" val="1"/>
              </a:ext>
            </a:extLst>
          </p:cNvPr>
          <p:cNvSpPr txBox="1"/>
          <p:nvPr/>
        </p:nvSpPr>
        <p:spPr>
          <a:xfrm>
            <a:off x="484840" y="1891326"/>
            <a:ext cx="623945" cy="172122"/>
          </a:xfrm>
          <a:prstGeom prst="rect">
            <a:avLst/>
          </a:prstGeom>
          <a:noFill/>
        </p:spPr>
        <p:txBody>
          <a:bodyPr wrap="square" lIns="0" tIns="0" rIns="0" bIns="0" rtlCol="0">
            <a:noAutofit/>
          </a:bodyPr>
          <a:lstStyle/>
          <a:p>
            <a:pPr algn="ctr">
              <a:lnSpc>
                <a:spcPct val="110000"/>
              </a:lnSpc>
              <a:spcBef>
                <a:spcPts val="1000"/>
              </a:spcBef>
            </a:pPr>
            <a:r>
              <a:rPr lang="en-US" sz="700"/>
              <a:t>Lungs</a:t>
            </a:r>
          </a:p>
        </p:txBody>
      </p:sp>
      <p:sp>
        <p:nvSpPr>
          <p:cNvPr id="65" name="TextBox 64">
            <a:extLst>
              <a:ext uri="{FF2B5EF4-FFF2-40B4-BE49-F238E27FC236}">
                <a16:creationId xmlns:a16="http://schemas.microsoft.com/office/drawing/2014/main" id="{2AE0C4F5-DB7C-339E-72DE-85487A2A120C}"/>
              </a:ext>
              <a:ext uri="{C183D7F6-B498-43B3-948B-1728B52AA6E4}">
                <adec:decorative xmlns:adec="http://schemas.microsoft.com/office/drawing/2017/decorative" val="1"/>
              </a:ext>
            </a:extLst>
          </p:cNvPr>
          <p:cNvSpPr txBox="1"/>
          <p:nvPr/>
        </p:nvSpPr>
        <p:spPr>
          <a:xfrm>
            <a:off x="1498743" y="1891326"/>
            <a:ext cx="623945" cy="172122"/>
          </a:xfrm>
          <a:prstGeom prst="rect">
            <a:avLst/>
          </a:prstGeom>
          <a:noFill/>
        </p:spPr>
        <p:txBody>
          <a:bodyPr wrap="square" lIns="0" tIns="0" rIns="0" bIns="0" rtlCol="0">
            <a:noAutofit/>
          </a:bodyPr>
          <a:lstStyle/>
          <a:p>
            <a:pPr algn="ctr">
              <a:lnSpc>
                <a:spcPct val="110000"/>
              </a:lnSpc>
              <a:spcBef>
                <a:spcPts val="1000"/>
              </a:spcBef>
            </a:pPr>
            <a:r>
              <a:rPr lang="en-US" sz="700"/>
              <a:t>Molecule</a:t>
            </a:r>
          </a:p>
        </p:txBody>
      </p:sp>
      <p:sp>
        <p:nvSpPr>
          <p:cNvPr id="66" name="TextBox 65">
            <a:extLst>
              <a:ext uri="{FF2B5EF4-FFF2-40B4-BE49-F238E27FC236}">
                <a16:creationId xmlns:a16="http://schemas.microsoft.com/office/drawing/2014/main" id="{57CB84AB-C696-397C-1E24-535AC380B6D7}"/>
              </a:ext>
              <a:ext uri="{C183D7F6-B498-43B3-948B-1728B52AA6E4}">
                <adec:decorative xmlns:adec="http://schemas.microsoft.com/office/drawing/2017/decorative" val="1"/>
              </a:ext>
            </a:extLst>
          </p:cNvPr>
          <p:cNvSpPr txBox="1"/>
          <p:nvPr/>
        </p:nvSpPr>
        <p:spPr>
          <a:xfrm>
            <a:off x="2560591" y="1891326"/>
            <a:ext cx="623945" cy="172122"/>
          </a:xfrm>
          <a:prstGeom prst="rect">
            <a:avLst/>
          </a:prstGeom>
          <a:noFill/>
        </p:spPr>
        <p:txBody>
          <a:bodyPr wrap="square" lIns="0" tIns="0" rIns="0" bIns="0" rtlCol="0">
            <a:noAutofit/>
          </a:bodyPr>
          <a:lstStyle/>
          <a:p>
            <a:pPr algn="ctr">
              <a:lnSpc>
                <a:spcPct val="110000"/>
              </a:lnSpc>
              <a:spcBef>
                <a:spcPts val="1000"/>
              </a:spcBef>
            </a:pPr>
            <a:r>
              <a:rPr lang="en-US" sz="700"/>
              <a:t>Mouse Pointer</a:t>
            </a:r>
          </a:p>
        </p:txBody>
      </p:sp>
      <p:sp>
        <p:nvSpPr>
          <p:cNvPr id="67" name="TextBox 66">
            <a:extLst>
              <a:ext uri="{FF2B5EF4-FFF2-40B4-BE49-F238E27FC236}">
                <a16:creationId xmlns:a16="http://schemas.microsoft.com/office/drawing/2014/main" id="{16FA815A-D158-A1B4-C739-2A05EB0994BC}"/>
              </a:ext>
              <a:ext uri="{C183D7F6-B498-43B3-948B-1728B52AA6E4}">
                <adec:decorative xmlns:adec="http://schemas.microsoft.com/office/drawing/2017/decorative" val="1"/>
              </a:ext>
            </a:extLst>
          </p:cNvPr>
          <p:cNvSpPr txBox="1"/>
          <p:nvPr/>
        </p:nvSpPr>
        <p:spPr>
          <a:xfrm>
            <a:off x="3577152" y="1891326"/>
            <a:ext cx="623945" cy="172122"/>
          </a:xfrm>
          <a:prstGeom prst="rect">
            <a:avLst/>
          </a:prstGeom>
          <a:noFill/>
        </p:spPr>
        <p:txBody>
          <a:bodyPr wrap="square" lIns="0" tIns="0" rIns="0" bIns="0" rtlCol="0">
            <a:noAutofit/>
          </a:bodyPr>
          <a:lstStyle/>
          <a:p>
            <a:pPr algn="ctr">
              <a:lnSpc>
                <a:spcPct val="110000"/>
              </a:lnSpc>
              <a:spcBef>
                <a:spcPts val="1000"/>
              </a:spcBef>
            </a:pPr>
            <a:r>
              <a:rPr lang="en-US" sz="700"/>
              <a:t>Sneaker</a:t>
            </a:r>
          </a:p>
        </p:txBody>
      </p:sp>
      <p:sp>
        <p:nvSpPr>
          <p:cNvPr id="68" name="TextBox 67">
            <a:extLst>
              <a:ext uri="{FF2B5EF4-FFF2-40B4-BE49-F238E27FC236}">
                <a16:creationId xmlns:a16="http://schemas.microsoft.com/office/drawing/2014/main" id="{1AF25230-9463-D581-103C-3F10BA332954}"/>
              </a:ext>
              <a:ext uri="{C183D7F6-B498-43B3-948B-1728B52AA6E4}">
                <adec:decorative xmlns:adec="http://schemas.microsoft.com/office/drawing/2017/decorative" val="1"/>
              </a:ext>
            </a:extLst>
          </p:cNvPr>
          <p:cNvSpPr txBox="1"/>
          <p:nvPr/>
        </p:nvSpPr>
        <p:spPr>
          <a:xfrm>
            <a:off x="4633645" y="1891326"/>
            <a:ext cx="623945" cy="172122"/>
          </a:xfrm>
          <a:prstGeom prst="rect">
            <a:avLst/>
          </a:prstGeom>
          <a:noFill/>
        </p:spPr>
        <p:txBody>
          <a:bodyPr wrap="square" lIns="0" tIns="0" rIns="0" bIns="0" rtlCol="0">
            <a:noAutofit/>
          </a:bodyPr>
          <a:lstStyle/>
          <a:p>
            <a:pPr algn="ctr">
              <a:lnSpc>
                <a:spcPct val="110000"/>
              </a:lnSpc>
              <a:spcBef>
                <a:spcPts val="1000"/>
              </a:spcBef>
            </a:pPr>
            <a:r>
              <a:rPr lang="en-US" sz="700"/>
              <a:t>Stethoscope</a:t>
            </a:r>
          </a:p>
        </p:txBody>
      </p:sp>
      <p:sp>
        <p:nvSpPr>
          <p:cNvPr id="69" name="TextBox 68">
            <a:extLst>
              <a:ext uri="{FF2B5EF4-FFF2-40B4-BE49-F238E27FC236}">
                <a16:creationId xmlns:a16="http://schemas.microsoft.com/office/drawing/2014/main" id="{7F708869-4280-AAEE-0E83-3C867A3EBD88}"/>
              </a:ext>
              <a:ext uri="{C183D7F6-B498-43B3-948B-1728B52AA6E4}">
                <adec:decorative xmlns:adec="http://schemas.microsoft.com/office/drawing/2017/decorative" val="1"/>
              </a:ext>
            </a:extLst>
          </p:cNvPr>
          <p:cNvSpPr txBox="1"/>
          <p:nvPr/>
        </p:nvSpPr>
        <p:spPr>
          <a:xfrm>
            <a:off x="5645092" y="1891326"/>
            <a:ext cx="623945" cy="172122"/>
          </a:xfrm>
          <a:prstGeom prst="rect">
            <a:avLst/>
          </a:prstGeom>
          <a:noFill/>
        </p:spPr>
        <p:txBody>
          <a:bodyPr wrap="square" lIns="0" tIns="0" rIns="0" bIns="0" rtlCol="0">
            <a:noAutofit/>
          </a:bodyPr>
          <a:lstStyle/>
          <a:p>
            <a:pPr algn="ctr">
              <a:lnSpc>
                <a:spcPct val="110000"/>
              </a:lnSpc>
              <a:spcBef>
                <a:spcPts val="1000"/>
              </a:spcBef>
            </a:pPr>
            <a:r>
              <a:rPr lang="en-US" sz="700"/>
              <a:t>Syringe</a:t>
            </a:r>
          </a:p>
        </p:txBody>
      </p:sp>
      <p:sp>
        <p:nvSpPr>
          <p:cNvPr id="70" name="TextBox 69">
            <a:extLst>
              <a:ext uri="{FF2B5EF4-FFF2-40B4-BE49-F238E27FC236}">
                <a16:creationId xmlns:a16="http://schemas.microsoft.com/office/drawing/2014/main" id="{E7A3AA60-A860-D9A2-6C84-16891484A2B3}"/>
              </a:ext>
              <a:ext uri="{C183D7F6-B498-43B3-948B-1728B52AA6E4}">
                <adec:decorative xmlns:adec="http://schemas.microsoft.com/office/drawing/2017/decorative" val="1"/>
              </a:ext>
            </a:extLst>
          </p:cNvPr>
          <p:cNvSpPr txBox="1"/>
          <p:nvPr/>
        </p:nvSpPr>
        <p:spPr>
          <a:xfrm>
            <a:off x="6628042" y="1891326"/>
            <a:ext cx="623945" cy="172122"/>
          </a:xfrm>
          <a:prstGeom prst="rect">
            <a:avLst/>
          </a:prstGeom>
          <a:noFill/>
        </p:spPr>
        <p:txBody>
          <a:bodyPr wrap="square" lIns="0" tIns="0" rIns="0" bIns="0" rtlCol="0">
            <a:noAutofit/>
          </a:bodyPr>
          <a:lstStyle/>
          <a:p>
            <a:pPr algn="ctr">
              <a:lnSpc>
                <a:spcPct val="110000"/>
              </a:lnSpc>
              <a:spcBef>
                <a:spcPts val="1000"/>
              </a:spcBef>
            </a:pPr>
            <a:r>
              <a:rPr lang="en-US" sz="700"/>
              <a:t>Teddy Bear</a:t>
            </a:r>
          </a:p>
        </p:txBody>
      </p:sp>
      <p:sp>
        <p:nvSpPr>
          <p:cNvPr id="71" name="TextBox 70">
            <a:extLst>
              <a:ext uri="{FF2B5EF4-FFF2-40B4-BE49-F238E27FC236}">
                <a16:creationId xmlns:a16="http://schemas.microsoft.com/office/drawing/2014/main" id="{EEAEF9B5-C379-8821-19EE-32E49AA2504A}"/>
              </a:ext>
              <a:ext uri="{C183D7F6-B498-43B3-948B-1728B52AA6E4}">
                <adec:decorative xmlns:adec="http://schemas.microsoft.com/office/drawing/2017/decorative" val="1"/>
              </a:ext>
            </a:extLst>
          </p:cNvPr>
          <p:cNvSpPr txBox="1"/>
          <p:nvPr/>
        </p:nvSpPr>
        <p:spPr>
          <a:xfrm>
            <a:off x="7655944" y="1891326"/>
            <a:ext cx="746185" cy="142841"/>
          </a:xfrm>
          <a:prstGeom prst="rect">
            <a:avLst/>
          </a:prstGeom>
          <a:noFill/>
        </p:spPr>
        <p:txBody>
          <a:bodyPr wrap="square" lIns="0" tIns="0" rIns="0" bIns="0" rtlCol="0">
            <a:noAutofit/>
          </a:bodyPr>
          <a:lstStyle/>
          <a:p>
            <a:pPr algn="ctr">
              <a:lnSpc>
                <a:spcPct val="110000"/>
              </a:lnSpc>
              <a:spcBef>
                <a:spcPts val="1000"/>
              </a:spcBef>
            </a:pPr>
            <a:r>
              <a:rPr lang="en-US" sz="700"/>
              <a:t>Video Camera</a:t>
            </a:r>
          </a:p>
        </p:txBody>
      </p:sp>
      <p:sp>
        <p:nvSpPr>
          <p:cNvPr id="72" name="TextBox 71">
            <a:extLst>
              <a:ext uri="{FF2B5EF4-FFF2-40B4-BE49-F238E27FC236}">
                <a16:creationId xmlns:a16="http://schemas.microsoft.com/office/drawing/2014/main" id="{6AB27049-565E-0999-C5E9-6D6341FE10D7}"/>
              </a:ext>
              <a:ext uri="{C183D7F6-B498-43B3-948B-1728B52AA6E4}">
                <adec:decorative xmlns:adec="http://schemas.microsoft.com/office/drawing/2017/decorative" val="1"/>
              </a:ext>
            </a:extLst>
          </p:cNvPr>
          <p:cNvSpPr txBox="1"/>
          <p:nvPr/>
        </p:nvSpPr>
        <p:spPr>
          <a:xfrm>
            <a:off x="8801100" y="1891326"/>
            <a:ext cx="640692" cy="139882"/>
          </a:xfrm>
          <a:prstGeom prst="rect">
            <a:avLst/>
          </a:prstGeom>
          <a:noFill/>
        </p:spPr>
        <p:txBody>
          <a:bodyPr wrap="square" lIns="0" tIns="0" rIns="0" bIns="0" rtlCol="0">
            <a:noAutofit/>
          </a:bodyPr>
          <a:lstStyle/>
          <a:p>
            <a:pPr algn="ctr">
              <a:lnSpc>
                <a:spcPct val="110000"/>
              </a:lnSpc>
              <a:spcBef>
                <a:spcPts val="1000"/>
              </a:spcBef>
            </a:pPr>
            <a:r>
              <a:rPr lang="en-US" sz="700"/>
              <a:t>Water Droplets</a:t>
            </a:r>
          </a:p>
        </p:txBody>
      </p:sp>
      <p:sp>
        <p:nvSpPr>
          <p:cNvPr id="73" name="TextBox 72">
            <a:extLst>
              <a:ext uri="{FF2B5EF4-FFF2-40B4-BE49-F238E27FC236}">
                <a16:creationId xmlns:a16="http://schemas.microsoft.com/office/drawing/2014/main" id="{7DACC042-932E-3765-61C4-B301080C9EA4}"/>
              </a:ext>
              <a:ext uri="{C183D7F6-B498-43B3-948B-1728B52AA6E4}">
                <adec:decorative xmlns:adec="http://schemas.microsoft.com/office/drawing/2017/decorative" val="1"/>
              </a:ext>
            </a:extLst>
          </p:cNvPr>
          <p:cNvSpPr txBox="1"/>
          <p:nvPr/>
        </p:nvSpPr>
        <p:spPr>
          <a:xfrm>
            <a:off x="9790483" y="1891325"/>
            <a:ext cx="591136" cy="154169"/>
          </a:xfrm>
          <a:prstGeom prst="rect">
            <a:avLst/>
          </a:prstGeom>
          <a:noFill/>
        </p:spPr>
        <p:txBody>
          <a:bodyPr wrap="square" lIns="0" tIns="0" rIns="0" bIns="0" rtlCol="0">
            <a:noAutofit/>
          </a:bodyPr>
          <a:lstStyle/>
          <a:p>
            <a:pPr algn="ctr">
              <a:lnSpc>
                <a:spcPct val="110000"/>
              </a:lnSpc>
              <a:spcBef>
                <a:spcPts val="1000"/>
              </a:spcBef>
            </a:pPr>
            <a:r>
              <a:rPr lang="en-US" sz="700"/>
              <a:t>Wind Turbine</a:t>
            </a:r>
          </a:p>
        </p:txBody>
      </p:sp>
      <p:sp>
        <p:nvSpPr>
          <p:cNvPr id="74" name="TextBox 73">
            <a:extLst>
              <a:ext uri="{FF2B5EF4-FFF2-40B4-BE49-F238E27FC236}">
                <a16:creationId xmlns:a16="http://schemas.microsoft.com/office/drawing/2014/main" id="{BB87B9EB-5D91-00FE-4FB8-61A7BC56EA88}"/>
              </a:ext>
              <a:ext uri="{C183D7F6-B498-43B3-948B-1728B52AA6E4}">
                <adec:decorative xmlns:adec="http://schemas.microsoft.com/office/drawing/2017/decorative" val="1"/>
              </a:ext>
            </a:extLst>
          </p:cNvPr>
          <p:cNvSpPr txBox="1"/>
          <p:nvPr/>
        </p:nvSpPr>
        <p:spPr>
          <a:xfrm>
            <a:off x="10942980" y="1891326"/>
            <a:ext cx="435634" cy="137090"/>
          </a:xfrm>
          <a:prstGeom prst="rect">
            <a:avLst/>
          </a:prstGeom>
          <a:noFill/>
        </p:spPr>
        <p:txBody>
          <a:bodyPr wrap="square" lIns="0" tIns="0" rIns="0" bIns="0" rtlCol="0">
            <a:noAutofit/>
          </a:bodyPr>
          <a:lstStyle/>
          <a:p>
            <a:pPr algn="ctr">
              <a:lnSpc>
                <a:spcPct val="110000"/>
              </a:lnSpc>
              <a:spcBef>
                <a:spcPts val="1000"/>
              </a:spcBef>
            </a:pPr>
            <a:r>
              <a:rPr lang="en-US" sz="700"/>
              <a:t>Wrench</a:t>
            </a:r>
          </a:p>
        </p:txBody>
      </p:sp>
      <p:pic>
        <p:nvPicPr>
          <p:cNvPr id="119" name="Graphic 118">
            <a:extLst>
              <a:ext uri="{FF2B5EF4-FFF2-40B4-BE49-F238E27FC236}">
                <a16:creationId xmlns:a16="http://schemas.microsoft.com/office/drawing/2014/main" id="{E996F79D-A1B3-185A-E69D-F4E30C765D62}"/>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71380" y="1371601"/>
            <a:ext cx="457200" cy="457200"/>
          </a:xfrm>
          <a:prstGeom prst="rect">
            <a:avLst/>
          </a:prstGeom>
        </p:spPr>
      </p:pic>
      <p:pic>
        <p:nvPicPr>
          <p:cNvPr id="121" name="Graphic 120">
            <a:extLst>
              <a:ext uri="{FF2B5EF4-FFF2-40B4-BE49-F238E27FC236}">
                <a16:creationId xmlns:a16="http://schemas.microsoft.com/office/drawing/2014/main" id="{87CD9A6D-C1AB-24F8-0E3B-E9C89A99A25C}"/>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67040" y="1364457"/>
            <a:ext cx="457200" cy="457200"/>
          </a:xfrm>
          <a:prstGeom prst="rect">
            <a:avLst/>
          </a:prstGeom>
        </p:spPr>
      </p:pic>
      <p:pic>
        <p:nvPicPr>
          <p:cNvPr id="123" name="Graphic 122">
            <a:extLst>
              <a:ext uri="{FF2B5EF4-FFF2-40B4-BE49-F238E27FC236}">
                <a16:creationId xmlns:a16="http://schemas.microsoft.com/office/drawing/2014/main" id="{252ADF3C-D87E-0EDF-42CC-B673194C1FF9}"/>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616911" y="1378745"/>
            <a:ext cx="457200" cy="457200"/>
          </a:xfrm>
          <a:prstGeom prst="rect">
            <a:avLst/>
          </a:prstGeom>
        </p:spPr>
      </p:pic>
      <p:pic>
        <p:nvPicPr>
          <p:cNvPr id="125" name="Graphic 124">
            <a:extLst>
              <a:ext uri="{FF2B5EF4-FFF2-40B4-BE49-F238E27FC236}">
                <a16:creationId xmlns:a16="http://schemas.microsoft.com/office/drawing/2014/main" id="{14B2562F-425F-FBB2-C204-6065E7074312}"/>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660524" y="1412082"/>
            <a:ext cx="457200" cy="457200"/>
          </a:xfrm>
          <a:prstGeom prst="rect">
            <a:avLst/>
          </a:prstGeom>
        </p:spPr>
      </p:pic>
      <p:pic>
        <p:nvPicPr>
          <p:cNvPr id="127" name="Graphic 126">
            <a:extLst>
              <a:ext uri="{FF2B5EF4-FFF2-40B4-BE49-F238E27FC236}">
                <a16:creationId xmlns:a16="http://schemas.microsoft.com/office/drawing/2014/main" id="{4260B2F5-B40B-59D6-15C7-CE489F160C47}"/>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717017" y="1378745"/>
            <a:ext cx="457200" cy="457200"/>
          </a:xfrm>
          <a:prstGeom prst="rect">
            <a:avLst/>
          </a:prstGeom>
        </p:spPr>
      </p:pic>
      <p:pic>
        <p:nvPicPr>
          <p:cNvPr id="129" name="Graphic 128">
            <a:extLst>
              <a:ext uri="{FF2B5EF4-FFF2-40B4-BE49-F238E27FC236}">
                <a16:creationId xmlns:a16="http://schemas.microsoft.com/office/drawing/2014/main" id="{EDBC4875-B11D-AFA8-2DE0-9653FABA71ED}"/>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5728464" y="1378745"/>
            <a:ext cx="457200" cy="457200"/>
          </a:xfrm>
          <a:prstGeom prst="rect">
            <a:avLst/>
          </a:prstGeom>
        </p:spPr>
      </p:pic>
      <p:pic>
        <p:nvPicPr>
          <p:cNvPr id="131" name="Graphic 130">
            <a:extLst>
              <a:ext uri="{FF2B5EF4-FFF2-40B4-BE49-F238E27FC236}">
                <a16:creationId xmlns:a16="http://schemas.microsoft.com/office/drawing/2014/main" id="{9001128B-DBCE-33E1-8358-0BC8A7CC12D9}"/>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711414" y="1371601"/>
            <a:ext cx="457200" cy="457200"/>
          </a:xfrm>
          <a:prstGeom prst="rect">
            <a:avLst/>
          </a:prstGeom>
        </p:spPr>
      </p:pic>
      <p:pic>
        <p:nvPicPr>
          <p:cNvPr id="133" name="Graphic 132">
            <a:extLst>
              <a:ext uri="{FF2B5EF4-FFF2-40B4-BE49-F238E27FC236}">
                <a16:creationId xmlns:a16="http://schemas.microsoft.com/office/drawing/2014/main" id="{79B9124D-B70C-3CEE-B534-A3A65BD31EB2}"/>
              </a:ext>
            </a:extLst>
          </p:cNvPr>
          <p:cNvPicPr>
            <a:picLocks noChangeAspect="1"/>
          </p:cNvPicPr>
          <p:nvPr/>
        </p:nvPicPr>
        <p:blipFill>
          <a:blip r:embed="rId16" cstate="email">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00436" y="1385888"/>
            <a:ext cx="457200" cy="457200"/>
          </a:xfrm>
          <a:prstGeom prst="rect">
            <a:avLst/>
          </a:prstGeom>
        </p:spPr>
      </p:pic>
      <p:pic>
        <p:nvPicPr>
          <p:cNvPr id="135" name="Graphic 134">
            <a:extLst>
              <a:ext uri="{FF2B5EF4-FFF2-40B4-BE49-F238E27FC236}">
                <a16:creationId xmlns:a16="http://schemas.microsoft.com/office/drawing/2014/main" id="{2A634C67-A220-40CF-9C44-57189CE031AE}"/>
              </a:ext>
            </a:extLst>
          </p:cNvPr>
          <p:cNvPicPr>
            <a:picLocks noChangeAspect="1"/>
          </p:cNvPicPr>
          <p:nvPr/>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8892846" y="1385889"/>
            <a:ext cx="457200" cy="457200"/>
          </a:xfrm>
          <a:prstGeom prst="rect">
            <a:avLst/>
          </a:prstGeom>
        </p:spPr>
      </p:pic>
      <p:pic>
        <p:nvPicPr>
          <p:cNvPr id="137" name="Graphic 136">
            <a:extLst>
              <a:ext uri="{FF2B5EF4-FFF2-40B4-BE49-F238E27FC236}">
                <a16:creationId xmlns:a16="http://schemas.microsoft.com/office/drawing/2014/main" id="{E0F743D6-2031-A885-4DCF-B7940B3D1865}"/>
              </a:ext>
            </a:extLst>
          </p:cNvPr>
          <p:cNvPicPr>
            <a:picLocks noChangeAspect="1"/>
          </p:cNvPicPr>
          <p:nvPr/>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9857451" y="1364457"/>
            <a:ext cx="457200" cy="457200"/>
          </a:xfrm>
          <a:prstGeom prst="rect">
            <a:avLst/>
          </a:prstGeom>
        </p:spPr>
      </p:pic>
      <p:pic>
        <p:nvPicPr>
          <p:cNvPr id="139" name="Graphic 138">
            <a:extLst>
              <a:ext uri="{FF2B5EF4-FFF2-40B4-BE49-F238E27FC236}">
                <a16:creationId xmlns:a16="http://schemas.microsoft.com/office/drawing/2014/main" id="{197C41B8-B20A-CE84-8A2B-618B0EE8349D}"/>
              </a:ext>
            </a:extLst>
          </p:cNvPr>
          <p:cNvPicPr>
            <a:picLocks noChangeAspect="1"/>
          </p:cNvPicPr>
          <p:nvPr/>
        </p:nvPicPr>
        <p:blipFill>
          <a:blip r:embed="rId22"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932197" y="1371600"/>
            <a:ext cx="457200" cy="457200"/>
          </a:xfrm>
          <a:prstGeom prst="rect">
            <a:avLst/>
          </a:prstGeom>
        </p:spPr>
      </p:pic>
      <p:pic>
        <p:nvPicPr>
          <p:cNvPr id="9" name="Graphic 8">
            <a:extLst>
              <a:ext uri="{FF2B5EF4-FFF2-40B4-BE49-F238E27FC236}">
                <a16:creationId xmlns:a16="http://schemas.microsoft.com/office/drawing/2014/main" id="{B8191EF7-774C-A1FC-128E-9E6A50D6A9DB}"/>
              </a:ext>
            </a:extLst>
          </p:cNvPr>
          <p:cNvPicPr>
            <a:picLocks noChangeAspect="1"/>
          </p:cNvPicPr>
          <p:nvPr/>
        </p:nvPicPr>
        <p:blipFill>
          <a:blip r:embed="rId24" cstate="email">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568332" y="2324100"/>
            <a:ext cx="463296" cy="463296"/>
          </a:xfrm>
          <a:prstGeom prst="rect">
            <a:avLst/>
          </a:prstGeom>
        </p:spPr>
      </p:pic>
      <p:pic>
        <p:nvPicPr>
          <p:cNvPr id="11" name="Graphic 10">
            <a:extLst>
              <a:ext uri="{FF2B5EF4-FFF2-40B4-BE49-F238E27FC236}">
                <a16:creationId xmlns:a16="http://schemas.microsoft.com/office/drawing/2014/main" id="{C18FDAF9-486F-37B8-A281-C05C0019FE28}"/>
              </a:ext>
            </a:extLst>
          </p:cNvPr>
          <p:cNvPicPr>
            <a:picLocks noChangeAspect="1"/>
          </p:cNvPicPr>
          <p:nvPr/>
        </p:nvPicPr>
        <p:blipFill>
          <a:blip r:embed="rId26" cstate="email">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563992" y="2347692"/>
            <a:ext cx="463296" cy="463296"/>
          </a:xfrm>
          <a:prstGeom prst="rect">
            <a:avLst/>
          </a:prstGeom>
        </p:spPr>
      </p:pic>
      <p:pic>
        <p:nvPicPr>
          <p:cNvPr id="13" name="Graphic 12">
            <a:extLst>
              <a:ext uri="{FF2B5EF4-FFF2-40B4-BE49-F238E27FC236}">
                <a16:creationId xmlns:a16="http://schemas.microsoft.com/office/drawing/2014/main" id="{0BD9A4D5-9BFC-3F06-4D55-9FFFACD8F83C}"/>
              </a:ext>
            </a:extLst>
          </p:cNvPr>
          <p:cNvPicPr>
            <a:picLocks noChangeAspect="1"/>
          </p:cNvPicPr>
          <p:nvPr/>
        </p:nvPicPr>
        <p:blipFill>
          <a:blip r:embed="rId28" cstate="email">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613863" y="2279904"/>
            <a:ext cx="463296" cy="463296"/>
          </a:xfrm>
          <a:prstGeom prst="rect">
            <a:avLst/>
          </a:prstGeom>
        </p:spPr>
      </p:pic>
      <p:pic>
        <p:nvPicPr>
          <p:cNvPr id="15" name="Graphic 14">
            <a:extLst>
              <a:ext uri="{FF2B5EF4-FFF2-40B4-BE49-F238E27FC236}">
                <a16:creationId xmlns:a16="http://schemas.microsoft.com/office/drawing/2014/main" id="{2EE8B4F5-4947-D731-200F-CA873F5AB66F}"/>
              </a:ext>
            </a:extLst>
          </p:cNvPr>
          <p:cNvPicPr>
            <a:picLocks noChangeAspect="1"/>
          </p:cNvPicPr>
          <p:nvPr/>
        </p:nvPicPr>
        <p:blipFill>
          <a:blip r:embed="rId30" cstate="email">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3626920" y="2324100"/>
            <a:ext cx="463296" cy="463296"/>
          </a:xfrm>
          <a:prstGeom prst="rect">
            <a:avLst/>
          </a:prstGeom>
        </p:spPr>
      </p:pic>
      <p:pic>
        <p:nvPicPr>
          <p:cNvPr id="17" name="Graphic 16">
            <a:extLst>
              <a:ext uri="{FF2B5EF4-FFF2-40B4-BE49-F238E27FC236}">
                <a16:creationId xmlns:a16="http://schemas.microsoft.com/office/drawing/2014/main" id="{484DA8BB-3972-B652-FFDD-7E463C0505E0}"/>
              </a:ext>
            </a:extLst>
          </p:cNvPr>
          <p:cNvPicPr>
            <a:picLocks noChangeAspect="1"/>
          </p:cNvPicPr>
          <p:nvPr/>
        </p:nvPicPr>
        <p:blipFill>
          <a:blip r:embed="rId32" cstate="email">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4637979" y="2335975"/>
            <a:ext cx="463296" cy="463296"/>
          </a:xfrm>
          <a:prstGeom prst="rect">
            <a:avLst/>
          </a:prstGeom>
        </p:spPr>
      </p:pic>
      <p:pic>
        <p:nvPicPr>
          <p:cNvPr id="19" name="Graphic 18">
            <a:extLst>
              <a:ext uri="{FF2B5EF4-FFF2-40B4-BE49-F238E27FC236}">
                <a16:creationId xmlns:a16="http://schemas.microsoft.com/office/drawing/2014/main" id="{02C920E2-4BDA-7FAA-EEB4-75323FE0A6BD}"/>
              </a:ext>
            </a:extLst>
          </p:cNvPr>
          <p:cNvPicPr>
            <a:picLocks noChangeAspect="1"/>
          </p:cNvPicPr>
          <p:nvPr/>
        </p:nvPicPr>
        <p:blipFill>
          <a:blip r:embed="rId34" cstate="email">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5726875" y="2324100"/>
            <a:ext cx="463296" cy="463296"/>
          </a:xfrm>
          <a:prstGeom prst="rect">
            <a:avLst/>
          </a:prstGeom>
        </p:spPr>
      </p:pic>
      <p:pic>
        <p:nvPicPr>
          <p:cNvPr id="21" name="Graphic 20">
            <a:extLst>
              <a:ext uri="{FF2B5EF4-FFF2-40B4-BE49-F238E27FC236}">
                <a16:creationId xmlns:a16="http://schemas.microsoft.com/office/drawing/2014/main" id="{7E0AB4D0-5A3D-BA7F-B4B9-496A498D66A6}"/>
              </a:ext>
            </a:extLst>
          </p:cNvPr>
          <p:cNvPicPr>
            <a:picLocks noChangeAspect="1"/>
          </p:cNvPicPr>
          <p:nvPr/>
        </p:nvPicPr>
        <p:blipFill>
          <a:blip r:embed="rId36" cstate="email">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6729192" y="2335817"/>
            <a:ext cx="463296" cy="463296"/>
          </a:xfrm>
          <a:prstGeom prst="rect">
            <a:avLst/>
          </a:prstGeom>
        </p:spPr>
      </p:pic>
      <p:pic>
        <p:nvPicPr>
          <p:cNvPr id="23" name="Graphic 22">
            <a:extLst>
              <a:ext uri="{FF2B5EF4-FFF2-40B4-BE49-F238E27FC236}">
                <a16:creationId xmlns:a16="http://schemas.microsoft.com/office/drawing/2014/main" id="{D961DAE5-AED3-F573-5971-106D37EBD6ED}"/>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759535" y="2324100"/>
            <a:ext cx="463296" cy="463296"/>
          </a:xfrm>
          <a:prstGeom prst="rect">
            <a:avLst/>
          </a:prstGeom>
        </p:spPr>
      </p:pic>
      <p:pic>
        <p:nvPicPr>
          <p:cNvPr id="25" name="Graphic 24">
            <a:extLst>
              <a:ext uri="{FF2B5EF4-FFF2-40B4-BE49-F238E27FC236}">
                <a16:creationId xmlns:a16="http://schemas.microsoft.com/office/drawing/2014/main" id="{13448428-23CD-049C-0E4A-B9DE57995B49}"/>
              </a:ext>
            </a:extLst>
          </p:cNvPr>
          <p:cNvPicPr>
            <a:picLocks noChangeAspect="1"/>
          </p:cNvPicPr>
          <p:nvPr/>
        </p:nvPicPr>
        <p:blipFill>
          <a:blip r:embed="rId38" cstate="email">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8896100" y="2279904"/>
            <a:ext cx="463296" cy="463296"/>
          </a:xfrm>
          <a:prstGeom prst="rect">
            <a:avLst/>
          </a:prstGeom>
        </p:spPr>
      </p:pic>
      <p:pic>
        <p:nvPicPr>
          <p:cNvPr id="27" name="Graphic 26">
            <a:extLst>
              <a:ext uri="{FF2B5EF4-FFF2-40B4-BE49-F238E27FC236}">
                <a16:creationId xmlns:a16="http://schemas.microsoft.com/office/drawing/2014/main" id="{D44C71F5-027B-3D7B-B133-36D26E8B8DB7}"/>
              </a:ext>
            </a:extLst>
          </p:cNvPr>
          <p:cNvPicPr>
            <a:picLocks noChangeAspect="1"/>
          </p:cNvPicPr>
          <p:nvPr/>
        </p:nvPicPr>
        <p:blipFill>
          <a:blip r:embed="rId40" cstate="email">
            <a:extLst>
              <a:ext uri="{28A0092B-C50C-407E-A947-70E740481C1C}">
                <a14:useLocalDpi xmlns:a14="http://schemas.microsoft.com/office/drawing/2010/main"/>
              </a:ext>
              <a:ext uri="{96DAC541-7B7A-43D3-8B79-37D633B846F1}">
                <asvg:svgBlip xmlns:asvg="http://schemas.microsoft.com/office/drawing/2016/SVG/main" r:embed="rId41"/>
              </a:ext>
            </a:extLst>
          </a:blip>
          <a:stretch>
            <a:fillRect/>
          </a:stretch>
        </p:blipFill>
        <p:spPr>
          <a:xfrm>
            <a:off x="9849593" y="2324100"/>
            <a:ext cx="463296" cy="463296"/>
          </a:xfrm>
          <a:prstGeom prst="rect">
            <a:avLst/>
          </a:prstGeom>
        </p:spPr>
      </p:pic>
      <p:pic>
        <p:nvPicPr>
          <p:cNvPr id="29" name="Graphic 28">
            <a:extLst>
              <a:ext uri="{FF2B5EF4-FFF2-40B4-BE49-F238E27FC236}">
                <a16:creationId xmlns:a16="http://schemas.microsoft.com/office/drawing/2014/main" id="{246BA720-1C37-79A7-CE76-14DFA5F4646D}"/>
              </a:ext>
            </a:extLst>
          </p:cNvPr>
          <p:cNvPicPr>
            <a:picLocks noChangeAspect="1"/>
          </p:cNvPicPr>
          <p:nvPr/>
        </p:nvPicPr>
        <p:blipFill>
          <a:blip r:embed="rId42" cstate="email">
            <a:extLst>
              <a:ext uri="{28A0092B-C50C-407E-A947-70E740481C1C}">
                <a14:useLocalDpi xmlns:a14="http://schemas.microsoft.com/office/drawing/2010/main"/>
              </a:ext>
              <a:ext uri="{96DAC541-7B7A-43D3-8B79-37D633B846F1}">
                <asvg:svgBlip xmlns:asvg="http://schemas.microsoft.com/office/drawing/2016/SVG/main" r:embed="rId43"/>
              </a:ext>
            </a:extLst>
          </a:blip>
          <a:stretch>
            <a:fillRect/>
          </a:stretch>
        </p:blipFill>
        <p:spPr>
          <a:xfrm>
            <a:off x="10921175" y="2324100"/>
            <a:ext cx="463296" cy="463296"/>
          </a:xfrm>
          <a:prstGeom prst="rect">
            <a:avLst/>
          </a:prstGeom>
        </p:spPr>
      </p:pic>
      <p:sp>
        <p:nvSpPr>
          <p:cNvPr id="30" name="TextBox 29">
            <a:extLst>
              <a:ext uri="{FF2B5EF4-FFF2-40B4-BE49-F238E27FC236}">
                <a16:creationId xmlns:a16="http://schemas.microsoft.com/office/drawing/2014/main" id="{D79DCF9D-E821-0D10-3CA1-BDC7CC44A962}"/>
              </a:ext>
              <a:ext uri="{C183D7F6-B498-43B3-948B-1728B52AA6E4}">
                <adec:decorative xmlns:adec="http://schemas.microsoft.com/office/drawing/2017/decorative" val="1"/>
              </a:ext>
            </a:extLst>
          </p:cNvPr>
          <p:cNvSpPr txBox="1"/>
          <p:nvPr/>
        </p:nvSpPr>
        <p:spPr>
          <a:xfrm>
            <a:off x="484840" y="2855025"/>
            <a:ext cx="623945" cy="172122"/>
          </a:xfrm>
          <a:prstGeom prst="rect">
            <a:avLst/>
          </a:prstGeom>
          <a:noFill/>
        </p:spPr>
        <p:txBody>
          <a:bodyPr wrap="square" lIns="0" tIns="0" rIns="0" bIns="0" rtlCol="0">
            <a:noAutofit/>
          </a:bodyPr>
          <a:lstStyle/>
          <a:p>
            <a:pPr algn="ctr">
              <a:lnSpc>
                <a:spcPct val="110000"/>
              </a:lnSpc>
              <a:spcBef>
                <a:spcPts val="1000"/>
              </a:spcBef>
            </a:pPr>
            <a:r>
              <a:rPr lang="en-US" sz="700"/>
              <a:t>Plus</a:t>
            </a:r>
          </a:p>
        </p:txBody>
      </p:sp>
      <p:sp>
        <p:nvSpPr>
          <p:cNvPr id="31" name="TextBox 30">
            <a:extLst>
              <a:ext uri="{FF2B5EF4-FFF2-40B4-BE49-F238E27FC236}">
                <a16:creationId xmlns:a16="http://schemas.microsoft.com/office/drawing/2014/main" id="{35C2A273-0BBE-F9BF-D680-871770C8CA9A}"/>
              </a:ext>
              <a:ext uri="{C183D7F6-B498-43B3-948B-1728B52AA6E4}">
                <adec:decorative xmlns:adec="http://schemas.microsoft.com/office/drawing/2017/decorative" val="1"/>
              </a:ext>
            </a:extLst>
          </p:cNvPr>
          <p:cNvSpPr txBox="1"/>
          <p:nvPr/>
        </p:nvSpPr>
        <p:spPr>
          <a:xfrm>
            <a:off x="1498743" y="2855025"/>
            <a:ext cx="623945" cy="172122"/>
          </a:xfrm>
          <a:prstGeom prst="rect">
            <a:avLst/>
          </a:prstGeom>
          <a:noFill/>
        </p:spPr>
        <p:txBody>
          <a:bodyPr wrap="square" lIns="0" tIns="0" rIns="0" bIns="0" rtlCol="0">
            <a:noAutofit/>
          </a:bodyPr>
          <a:lstStyle/>
          <a:p>
            <a:pPr algn="ctr">
              <a:lnSpc>
                <a:spcPct val="110000"/>
              </a:lnSpc>
              <a:spcBef>
                <a:spcPts val="1000"/>
              </a:spcBef>
            </a:pPr>
            <a:r>
              <a:rPr lang="en-US" sz="700"/>
              <a:t>Minus</a:t>
            </a:r>
          </a:p>
        </p:txBody>
      </p:sp>
      <p:sp>
        <p:nvSpPr>
          <p:cNvPr id="32" name="TextBox 31">
            <a:extLst>
              <a:ext uri="{FF2B5EF4-FFF2-40B4-BE49-F238E27FC236}">
                <a16:creationId xmlns:a16="http://schemas.microsoft.com/office/drawing/2014/main" id="{FA77CDBE-4672-3A39-4A46-0A9EDED5FA91}"/>
              </a:ext>
              <a:ext uri="{C183D7F6-B498-43B3-948B-1728B52AA6E4}">
                <adec:decorative xmlns:adec="http://schemas.microsoft.com/office/drawing/2017/decorative" val="1"/>
              </a:ext>
            </a:extLst>
          </p:cNvPr>
          <p:cNvSpPr txBox="1"/>
          <p:nvPr/>
        </p:nvSpPr>
        <p:spPr>
          <a:xfrm>
            <a:off x="2531095" y="2855025"/>
            <a:ext cx="623945" cy="172122"/>
          </a:xfrm>
          <a:prstGeom prst="rect">
            <a:avLst/>
          </a:prstGeom>
          <a:noFill/>
        </p:spPr>
        <p:txBody>
          <a:bodyPr wrap="square" lIns="0" tIns="0" rIns="0" bIns="0" rtlCol="0">
            <a:noAutofit/>
          </a:bodyPr>
          <a:lstStyle/>
          <a:p>
            <a:pPr algn="ctr">
              <a:lnSpc>
                <a:spcPct val="110000"/>
              </a:lnSpc>
              <a:spcBef>
                <a:spcPts val="1000"/>
              </a:spcBef>
            </a:pPr>
            <a:r>
              <a:rPr lang="en-US" sz="700"/>
              <a:t>X Mark</a:t>
            </a:r>
          </a:p>
        </p:txBody>
      </p:sp>
      <p:sp>
        <p:nvSpPr>
          <p:cNvPr id="33" name="TextBox 32">
            <a:extLst>
              <a:ext uri="{FF2B5EF4-FFF2-40B4-BE49-F238E27FC236}">
                <a16:creationId xmlns:a16="http://schemas.microsoft.com/office/drawing/2014/main" id="{6977510F-BB60-D481-38BF-DFC987A70B34}"/>
              </a:ext>
              <a:ext uri="{C183D7F6-B498-43B3-948B-1728B52AA6E4}">
                <adec:decorative xmlns:adec="http://schemas.microsoft.com/office/drawing/2017/decorative" val="1"/>
              </a:ext>
            </a:extLst>
          </p:cNvPr>
          <p:cNvSpPr txBox="1"/>
          <p:nvPr/>
        </p:nvSpPr>
        <p:spPr>
          <a:xfrm>
            <a:off x="3577152" y="2855025"/>
            <a:ext cx="623945" cy="172122"/>
          </a:xfrm>
          <a:prstGeom prst="rect">
            <a:avLst/>
          </a:prstGeom>
          <a:noFill/>
        </p:spPr>
        <p:txBody>
          <a:bodyPr wrap="square" lIns="0" tIns="0" rIns="0" bIns="0" rtlCol="0">
            <a:noAutofit/>
          </a:bodyPr>
          <a:lstStyle/>
          <a:p>
            <a:pPr algn="ctr">
              <a:lnSpc>
                <a:spcPct val="110000"/>
              </a:lnSpc>
              <a:spcBef>
                <a:spcPts val="1000"/>
              </a:spcBef>
            </a:pPr>
            <a:r>
              <a:rPr lang="en-US" sz="700"/>
              <a:t>Check Mark</a:t>
            </a:r>
          </a:p>
        </p:txBody>
      </p:sp>
      <p:sp>
        <p:nvSpPr>
          <p:cNvPr id="34" name="TextBox 33">
            <a:extLst>
              <a:ext uri="{FF2B5EF4-FFF2-40B4-BE49-F238E27FC236}">
                <a16:creationId xmlns:a16="http://schemas.microsoft.com/office/drawing/2014/main" id="{F1491AA6-10BF-F823-8780-08BF174E78F5}"/>
              </a:ext>
              <a:ext uri="{C183D7F6-B498-43B3-948B-1728B52AA6E4}">
                <adec:decorative xmlns:adec="http://schemas.microsoft.com/office/drawing/2017/decorative" val="1"/>
              </a:ext>
            </a:extLst>
          </p:cNvPr>
          <p:cNvSpPr txBox="1"/>
          <p:nvPr/>
        </p:nvSpPr>
        <p:spPr>
          <a:xfrm>
            <a:off x="4633645" y="2855025"/>
            <a:ext cx="623945" cy="172122"/>
          </a:xfrm>
          <a:prstGeom prst="rect">
            <a:avLst/>
          </a:prstGeom>
          <a:noFill/>
        </p:spPr>
        <p:txBody>
          <a:bodyPr wrap="square" lIns="0" tIns="0" rIns="0" bIns="0" rtlCol="0">
            <a:noAutofit/>
          </a:bodyPr>
          <a:lstStyle/>
          <a:p>
            <a:pPr algn="ctr">
              <a:lnSpc>
                <a:spcPct val="110000"/>
              </a:lnSpc>
              <a:spcBef>
                <a:spcPts val="1000"/>
              </a:spcBef>
            </a:pPr>
            <a:r>
              <a:rPr lang="en-US" sz="700"/>
              <a:t>Person 1</a:t>
            </a:r>
          </a:p>
        </p:txBody>
      </p:sp>
      <p:sp>
        <p:nvSpPr>
          <p:cNvPr id="35" name="TextBox 34">
            <a:extLst>
              <a:ext uri="{FF2B5EF4-FFF2-40B4-BE49-F238E27FC236}">
                <a16:creationId xmlns:a16="http://schemas.microsoft.com/office/drawing/2014/main" id="{72BC3824-9691-F694-1E6F-9C20227EA77C}"/>
              </a:ext>
              <a:ext uri="{C183D7F6-B498-43B3-948B-1728B52AA6E4}">
                <adec:decorative xmlns:adec="http://schemas.microsoft.com/office/drawing/2017/decorative" val="1"/>
              </a:ext>
            </a:extLst>
          </p:cNvPr>
          <p:cNvSpPr txBox="1"/>
          <p:nvPr/>
        </p:nvSpPr>
        <p:spPr>
          <a:xfrm>
            <a:off x="5645092" y="2855025"/>
            <a:ext cx="623945" cy="172122"/>
          </a:xfrm>
          <a:prstGeom prst="rect">
            <a:avLst/>
          </a:prstGeom>
          <a:noFill/>
        </p:spPr>
        <p:txBody>
          <a:bodyPr wrap="square" lIns="0" tIns="0" rIns="0" bIns="0" rtlCol="0">
            <a:noAutofit/>
          </a:bodyPr>
          <a:lstStyle/>
          <a:p>
            <a:pPr algn="ctr">
              <a:lnSpc>
                <a:spcPct val="110000"/>
              </a:lnSpc>
              <a:spcBef>
                <a:spcPts val="1000"/>
              </a:spcBef>
            </a:pPr>
            <a:r>
              <a:rPr lang="en-US" sz="700"/>
              <a:t>Person 2</a:t>
            </a:r>
          </a:p>
        </p:txBody>
      </p:sp>
      <p:sp>
        <p:nvSpPr>
          <p:cNvPr id="36" name="TextBox 35">
            <a:extLst>
              <a:ext uri="{FF2B5EF4-FFF2-40B4-BE49-F238E27FC236}">
                <a16:creationId xmlns:a16="http://schemas.microsoft.com/office/drawing/2014/main" id="{C40A55F8-2E1C-86AC-DD0C-619671A10B86}"/>
              </a:ext>
              <a:ext uri="{C183D7F6-B498-43B3-948B-1728B52AA6E4}">
                <adec:decorative xmlns:adec="http://schemas.microsoft.com/office/drawing/2017/decorative" val="1"/>
              </a:ext>
            </a:extLst>
          </p:cNvPr>
          <p:cNvSpPr txBox="1"/>
          <p:nvPr/>
        </p:nvSpPr>
        <p:spPr>
          <a:xfrm>
            <a:off x="6628042" y="2855025"/>
            <a:ext cx="623945" cy="172122"/>
          </a:xfrm>
          <a:prstGeom prst="rect">
            <a:avLst/>
          </a:prstGeom>
          <a:noFill/>
        </p:spPr>
        <p:txBody>
          <a:bodyPr wrap="square" lIns="0" tIns="0" rIns="0" bIns="0" rtlCol="0">
            <a:noAutofit/>
          </a:bodyPr>
          <a:lstStyle/>
          <a:p>
            <a:pPr algn="ctr">
              <a:lnSpc>
                <a:spcPct val="110000"/>
              </a:lnSpc>
              <a:spcBef>
                <a:spcPts val="1000"/>
              </a:spcBef>
            </a:pPr>
            <a:r>
              <a:rPr lang="en-US" sz="700"/>
              <a:t>Person 3</a:t>
            </a:r>
          </a:p>
        </p:txBody>
      </p:sp>
      <p:sp>
        <p:nvSpPr>
          <p:cNvPr id="37" name="TextBox 36">
            <a:extLst>
              <a:ext uri="{FF2B5EF4-FFF2-40B4-BE49-F238E27FC236}">
                <a16:creationId xmlns:a16="http://schemas.microsoft.com/office/drawing/2014/main" id="{CA19A922-FD8B-66D4-DA92-D2427367D11E}"/>
              </a:ext>
              <a:ext uri="{C183D7F6-B498-43B3-948B-1728B52AA6E4}">
                <adec:decorative xmlns:adec="http://schemas.microsoft.com/office/drawing/2017/decorative" val="1"/>
              </a:ext>
            </a:extLst>
          </p:cNvPr>
          <p:cNvSpPr txBox="1"/>
          <p:nvPr/>
        </p:nvSpPr>
        <p:spPr>
          <a:xfrm>
            <a:off x="7655944" y="2855025"/>
            <a:ext cx="746185" cy="142841"/>
          </a:xfrm>
          <a:prstGeom prst="rect">
            <a:avLst/>
          </a:prstGeom>
          <a:noFill/>
        </p:spPr>
        <p:txBody>
          <a:bodyPr wrap="square" lIns="0" tIns="0" rIns="0" bIns="0" rtlCol="0">
            <a:noAutofit/>
          </a:bodyPr>
          <a:lstStyle/>
          <a:p>
            <a:pPr algn="ctr">
              <a:lnSpc>
                <a:spcPct val="110000"/>
              </a:lnSpc>
              <a:spcBef>
                <a:spcPts val="1000"/>
              </a:spcBef>
            </a:pPr>
            <a:r>
              <a:rPr lang="en-US" sz="700"/>
              <a:t>Molecule</a:t>
            </a:r>
          </a:p>
        </p:txBody>
      </p:sp>
      <p:sp>
        <p:nvSpPr>
          <p:cNvPr id="38" name="TextBox 37">
            <a:extLst>
              <a:ext uri="{FF2B5EF4-FFF2-40B4-BE49-F238E27FC236}">
                <a16:creationId xmlns:a16="http://schemas.microsoft.com/office/drawing/2014/main" id="{3C85A1C5-D414-7044-F492-7436CDFAD9B0}"/>
              </a:ext>
              <a:ext uri="{C183D7F6-B498-43B3-948B-1728B52AA6E4}">
                <adec:decorative xmlns:adec="http://schemas.microsoft.com/office/drawing/2017/decorative" val="1"/>
              </a:ext>
            </a:extLst>
          </p:cNvPr>
          <p:cNvSpPr txBox="1"/>
          <p:nvPr/>
        </p:nvSpPr>
        <p:spPr>
          <a:xfrm>
            <a:off x="8801100" y="2855025"/>
            <a:ext cx="640692" cy="139882"/>
          </a:xfrm>
          <a:prstGeom prst="rect">
            <a:avLst/>
          </a:prstGeom>
          <a:noFill/>
        </p:spPr>
        <p:txBody>
          <a:bodyPr wrap="square" lIns="0" tIns="0" rIns="0" bIns="0" rtlCol="0">
            <a:noAutofit/>
          </a:bodyPr>
          <a:lstStyle/>
          <a:p>
            <a:pPr algn="ctr">
              <a:lnSpc>
                <a:spcPct val="110000"/>
              </a:lnSpc>
              <a:spcBef>
                <a:spcPts val="1000"/>
              </a:spcBef>
            </a:pPr>
            <a:r>
              <a:rPr lang="en-US" sz="700"/>
              <a:t>City</a:t>
            </a:r>
          </a:p>
        </p:txBody>
      </p:sp>
      <p:sp>
        <p:nvSpPr>
          <p:cNvPr id="39" name="TextBox 38">
            <a:extLst>
              <a:ext uri="{FF2B5EF4-FFF2-40B4-BE49-F238E27FC236}">
                <a16:creationId xmlns:a16="http://schemas.microsoft.com/office/drawing/2014/main" id="{91A2050A-2B52-C0D6-7EA7-1C1C7B00AD21}"/>
              </a:ext>
              <a:ext uri="{C183D7F6-B498-43B3-948B-1728B52AA6E4}">
                <adec:decorative xmlns:adec="http://schemas.microsoft.com/office/drawing/2017/decorative" val="1"/>
              </a:ext>
            </a:extLst>
          </p:cNvPr>
          <p:cNvSpPr txBox="1"/>
          <p:nvPr/>
        </p:nvSpPr>
        <p:spPr>
          <a:xfrm>
            <a:off x="9790483" y="2855024"/>
            <a:ext cx="591136" cy="154169"/>
          </a:xfrm>
          <a:prstGeom prst="rect">
            <a:avLst/>
          </a:prstGeom>
          <a:noFill/>
        </p:spPr>
        <p:txBody>
          <a:bodyPr wrap="square" lIns="0" tIns="0" rIns="0" bIns="0" rtlCol="0">
            <a:noAutofit/>
          </a:bodyPr>
          <a:lstStyle/>
          <a:p>
            <a:pPr algn="ctr">
              <a:lnSpc>
                <a:spcPct val="110000"/>
              </a:lnSpc>
              <a:spcBef>
                <a:spcPts val="1000"/>
              </a:spcBef>
            </a:pPr>
            <a:r>
              <a:rPr lang="en-US" sz="700"/>
              <a:t>Award v-2</a:t>
            </a:r>
          </a:p>
        </p:txBody>
      </p:sp>
      <p:sp>
        <p:nvSpPr>
          <p:cNvPr id="40" name="TextBox 39">
            <a:extLst>
              <a:ext uri="{FF2B5EF4-FFF2-40B4-BE49-F238E27FC236}">
                <a16:creationId xmlns:a16="http://schemas.microsoft.com/office/drawing/2014/main" id="{9988E4D6-F695-2217-0E6F-3A0EAEF080B9}"/>
              </a:ext>
              <a:ext uri="{C183D7F6-B498-43B3-948B-1728B52AA6E4}">
                <adec:decorative xmlns:adec="http://schemas.microsoft.com/office/drawing/2017/decorative" val="1"/>
              </a:ext>
            </a:extLst>
          </p:cNvPr>
          <p:cNvSpPr txBox="1"/>
          <p:nvPr/>
        </p:nvSpPr>
        <p:spPr>
          <a:xfrm>
            <a:off x="10942980" y="2855025"/>
            <a:ext cx="435634" cy="137090"/>
          </a:xfrm>
          <a:prstGeom prst="rect">
            <a:avLst/>
          </a:prstGeom>
          <a:noFill/>
        </p:spPr>
        <p:txBody>
          <a:bodyPr wrap="square" lIns="0" tIns="0" rIns="0" bIns="0" rtlCol="0">
            <a:noAutofit/>
          </a:bodyPr>
          <a:lstStyle/>
          <a:p>
            <a:pPr algn="ctr">
              <a:lnSpc>
                <a:spcPct val="110000"/>
              </a:lnSpc>
              <a:spcBef>
                <a:spcPts val="1000"/>
              </a:spcBef>
            </a:pPr>
            <a:r>
              <a:rPr lang="en-US" sz="700"/>
              <a:t>Design</a:t>
            </a:r>
          </a:p>
        </p:txBody>
      </p:sp>
      <p:pic>
        <p:nvPicPr>
          <p:cNvPr id="42" name="Graphic 41">
            <a:extLst>
              <a:ext uri="{FF2B5EF4-FFF2-40B4-BE49-F238E27FC236}">
                <a16:creationId xmlns:a16="http://schemas.microsoft.com/office/drawing/2014/main" id="{7FA69B04-260F-A95B-D196-48BFA7F0E2F1}"/>
              </a:ext>
            </a:extLst>
          </p:cNvPr>
          <p:cNvPicPr>
            <a:picLocks noChangeAspect="1"/>
          </p:cNvPicPr>
          <p:nvPr/>
        </p:nvPicPr>
        <p:blipFill>
          <a:blip r:embed="rId44" cstate="email">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568332" y="3250870"/>
            <a:ext cx="463296" cy="463296"/>
          </a:xfrm>
          <a:prstGeom prst="rect">
            <a:avLst/>
          </a:prstGeom>
        </p:spPr>
      </p:pic>
      <p:pic>
        <p:nvPicPr>
          <p:cNvPr id="44" name="Graphic 43">
            <a:extLst>
              <a:ext uri="{FF2B5EF4-FFF2-40B4-BE49-F238E27FC236}">
                <a16:creationId xmlns:a16="http://schemas.microsoft.com/office/drawing/2014/main" id="{FBA9BD17-C542-E78F-EFE2-1AA7C98900FD}"/>
              </a:ext>
            </a:extLst>
          </p:cNvPr>
          <p:cNvPicPr>
            <a:picLocks noChangeAspect="1"/>
          </p:cNvPicPr>
          <p:nvPr/>
        </p:nvPicPr>
        <p:blipFill>
          <a:blip r:embed="rId46" cstate="email">
            <a:extLst>
              <a:ext uri="{28A0092B-C50C-407E-A947-70E740481C1C}">
                <a14:useLocalDpi xmlns:a14="http://schemas.microsoft.com/office/drawing/2010/main"/>
              </a:ext>
              <a:ext uri="{96DAC541-7B7A-43D3-8B79-37D633B846F1}">
                <asvg:svgBlip xmlns:asvg="http://schemas.microsoft.com/office/drawing/2016/SVG/main" r:embed="rId47"/>
              </a:ext>
            </a:extLst>
          </a:blip>
          <a:stretch>
            <a:fillRect/>
          </a:stretch>
        </p:blipFill>
        <p:spPr>
          <a:xfrm>
            <a:off x="1563992" y="3232404"/>
            <a:ext cx="463296" cy="463296"/>
          </a:xfrm>
          <a:prstGeom prst="rect">
            <a:avLst/>
          </a:prstGeom>
        </p:spPr>
      </p:pic>
      <p:pic>
        <p:nvPicPr>
          <p:cNvPr id="46" name="Graphic 45">
            <a:extLst>
              <a:ext uri="{FF2B5EF4-FFF2-40B4-BE49-F238E27FC236}">
                <a16:creationId xmlns:a16="http://schemas.microsoft.com/office/drawing/2014/main" id="{E071FCBA-109E-269F-2900-454121B17965}"/>
              </a:ext>
            </a:extLst>
          </p:cNvPr>
          <p:cNvPicPr>
            <a:picLocks noChangeAspect="1"/>
          </p:cNvPicPr>
          <p:nvPr/>
        </p:nvPicPr>
        <p:blipFill>
          <a:blip r:embed="rId48" cstate="email">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2613863" y="3232404"/>
            <a:ext cx="463296" cy="463296"/>
          </a:xfrm>
          <a:prstGeom prst="rect">
            <a:avLst/>
          </a:prstGeom>
        </p:spPr>
      </p:pic>
      <p:pic>
        <p:nvPicPr>
          <p:cNvPr id="48" name="Graphic 47">
            <a:extLst>
              <a:ext uri="{FF2B5EF4-FFF2-40B4-BE49-F238E27FC236}">
                <a16:creationId xmlns:a16="http://schemas.microsoft.com/office/drawing/2014/main" id="{7EFE5942-D216-442C-E367-3D57ADE9D2A6}"/>
              </a:ext>
            </a:extLst>
          </p:cNvPr>
          <p:cNvPicPr>
            <a:picLocks noChangeAspect="1"/>
          </p:cNvPicPr>
          <p:nvPr/>
        </p:nvPicPr>
        <p:blipFill>
          <a:blip r:embed="rId50" cstate="email">
            <a:extLst>
              <a:ext uri="{28A0092B-C50C-407E-A947-70E740481C1C}">
                <a14:useLocalDpi xmlns:a14="http://schemas.microsoft.com/office/drawing/2010/main"/>
              </a:ext>
              <a:ext uri="{96DAC541-7B7A-43D3-8B79-37D633B846F1}">
                <asvg:svgBlip xmlns:asvg="http://schemas.microsoft.com/office/drawing/2016/SVG/main" r:embed="rId51"/>
              </a:ext>
            </a:extLst>
          </a:blip>
          <a:stretch>
            <a:fillRect/>
          </a:stretch>
        </p:blipFill>
        <p:spPr>
          <a:xfrm>
            <a:off x="3647439" y="3238500"/>
            <a:ext cx="463296" cy="463296"/>
          </a:xfrm>
          <a:prstGeom prst="rect">
            <a:avLst/>
          </a:prstGeom>
        </p:spPr>
      </p:pic>
      <p:pic>
        <p:nvPicPr>
          <p:cNvPr id="50" name="Graphic 49">
            <a:extLst>
              <a:ext uri="{FF2B5EF4-FFF2-40B4-BE49-F238E27FC236}">
                <a16:creationId xmlns:a16="http://schemas.microsoft.com/office/drawing/2014/main" id="{80A680B7-E33A-71C9-9520-3849132B7317}"/>
              </a:ext>
            </a:extLst>
          </p:cNvPr>
          <p:cNvPicPr>
            <a:picLocks noChangeAspect="1"/>
          </p:cNvPicPr>
          <p:nvPr/>
        </p:nvPicPr>
        <p:blipFill>
          <a:blip r:embed="rId52" cstate="email">
            <a:extLst>
              <a:ext uri="{28A0092B-C50C-407E-A947-70E740481C1C}">
                <a14:useLocalDpi xmlns:a14="http://schemas.microsoft.com/office/drawing/2010/main"/>
              </a:ext>
              <a:ext uri="{96DAC541-7B7A-43D3-8B79-37D633B846F1}">
                <asvg:svgBlip xmlns:asvg="http://schemas.microsoft.com/office/drawing/2016/SVG/main" r:embed="rId53"/>
              </a:ext>
            </a:extLst>
          </a:blip>
          <a:stretch>
            <a:fillRect/>
          </a:stretch>
        </p:blipFill>
        <p:spPr>
          <a:xfrm>
            <a:off x="4713969" y="3219705"/>
            <a:ext cx="463296" cy="463296"/>
          </a:xfrm>
          <a:prstGeom prst="rect">
            <a:avLst/>
          </a:prstGeom>
        </p:spPr>
      </p:pic>
      <p:pic>
        <p:nvPicPr>
          <p:cNvPr id="52" name="Graphic 51">
            <a:extLst>
              <a:ext uri="{FF2B5EF4-FFF2-40B4-BE49-F238E27FC236}">
                <a16:creationId xmlns:a16="http://schemas.microsoft.com/office/drawing/2014/main" id="{FEB50F2D-A242-773C-BC28-39C5C1063131}"/>
              </a:ext>
            </a:extLst>
          </p:cNvPr>
          <p:cNvPicPr>
            <a:picLocks noChangeAspect="1"/>
          </p:cNvPicPr>
          <p:nvPr/>
        </p:nvPicPr>
        <p:blipFill>
          <a:blip r:embed="rId54" cstate="email">
            <a:extLst>
              <a:ext uri="{28A0092B-C50C-407E-A947-70E740481C1C}">
                <a14:useLocalDpi xmlns:a14="http://schemas.microsoft.com/office/drawing/2010/main"/>
              </a:ext>
              <a:ext uri="{96DAC541-7B7A-43D3-8B79-37D633B846F1}">
                <asvg:svgBlip xmlns:asvg="http://schemas.microsoft.com/office/drawing/2016/SVG/main" r:embed="rId55"/>
              </a:ext>
            </a:extLst>
          </a:blip>
          <a:stretch>
            <a:fillRect/>
          </a:stretch>
        </p:blipFill>
        <p:spPr>
          <a:xfrm>
            <a:off x="5725416" y="3232404"/>
            <a:ext cx="463296" cy="463296"/>
          </a:xfrm>
          <a:prstGeom prst="rect">
            <a:avLst/>
          </a:prstGeom>
        </p:spPr>
      </p:pic>
      <p:pic>
        <p:nvPicPr>
          <p:cNvPr id="76" name="Graphic 75">
            <a:extLst>
              <a:ext uri="{FF2B5EF4-FFF2-40B4-BE49-F238E27FC236}">
                <a16:creationId xmlns:a16="http://schemas.microsoft.com/office/drawing/2014/main" id="{993B69C1-7AA9-8E14-4E7C-43BC1E5BE224}"/>
              </a:ext>
            </a:extLst>
          </p:cNvPr>
          <p:cNvPicPr>
            <a:picLocks noChangeAspect="1"/>
          </p:cNvPicPr>
          <p:nvPr/>
        </p:nvPicPr>
        <p:blipFill>
          <a:blip r:embed="rId56" cstate="email">
            <a:extLst>
              <a:ext uri="{28A0092B-C50C-407E-A947-70E740481C1C}">
                <a14:useLocalDpi xmlns:a14="http://schemas.microsoft.com/office/drawing/2010/main"/>
              </a:ext>
              <a:ext uri="{96DAC541-7B7A-43D3-8B79-37D633B846F1}">
                <asvg:svgBlip xmlns:asvg="http://schemas.microsoft.com/office/drawing/2016/SVG/main" r:embed="rId57"/>
              </a:ext>
            </a:extLst>
          </a:blip>
          <a:stretch>
            <a:fillRect/>
          </a:stretch>
        </p:blipFill>
        <p:spPr>
          <a:xfrm>
            <a:off x="6721183" y="3239331"/>
            <a:ext cx="463296" cy="463296"/>
          </a:xfrm>
          <a:prstGeom prst="rect">
            <a:avLst/>
          </a:prstGeom>
        </p:spPr>
      </p:pic>
      <p:pic>
        <p:nvPicPr>
          <p:cNvPr id="78" name="Graphic 77">
            <a:extLst>
              <a:ext uri="{FF2B5EF4-FFF2-40B4-BE49-F238E27FC236}">
                <a16:creationId xmlns:a16="http://schemas.microsoft.com/office/drawing/2014/main" id="{6A6FCDFD-F8FD-5FDB-E88C-E201AD040752}"/>
              </a:ext>
            </a:extLst>
          </p:cNvPr>
          <p:cNvPicPr>
            <a:picLocks noChangeAspect="1"/>
          </p:cNvPicPr>
          <p:nvPr/>
        </p:nvPicPr>
        <p:blipFill>
          <a:blip r:embed="rId58" cstate="email">
            <a:extLst>
              <a:ext uri="{28A0092B-C50C-407E-A947-70E740481C1C}">
                <a14:useLocalDpi xmlns:a14="http://schemas.microsoft.com/office/drawing/2010/main"/>
              </a:ext>
              <a:ext uri="{96DAC541-7B7A-43D3-8B79-37D633B846F1}">
                <asvg:svgBlip xmlns:asvg="http://schemas.microsoft.com/office/drawing/2016/SVG/main" r:embed="rId59"/>
              </a:ext>
            </a:extLst>
          </a:blip>
          <a:stretch>
            <a:fillRect/>
          </a:stretch>
        </p:blipFill>
        <p:spPr>
          <a:xfrm>
            <a:off x="7789412" y="3238500"/>
            <a:ext cx="463296" cy="463296"/>
          </a:xfrm>
          <a:prstGeom prst="rect">
            <a:avLst/>
          </a:prstGeom>
        </p:spPr>
      </p:pic>
      <p:sp>
        <p:nvSpPr>
          <p:cNvPr id="79" name="TextBox 78">
            <a:extLst>
              <a:ext uri="{FF2B5EF4-FFF2-40B4-BE49-F238E27FC236}">
                <a16:creationId xmlns:a16="http://schemas.microsoft.com/office/drawing/2014/main" id="{41422D4D-0EC3-C526-D5FB-FCD28C58070A}"/>
              </a:ext>
              <a:ext uri="{C183D7F6-B498-43B3-948B-1728B52AA6E4}">
                <adec:decorative xmlns:adec="http://schemas.microsoft.com/office/drawing/2017/decorative" val="1"/>
              </a:ext>
            </a:extLst>
          </p:cNvPr>
          <p:cNvSpPr txBox="1"/>
          <p:nvPr/>
        </p:nvSpPr>
        <p:spPr>
          <a:xfrm>
            <a:off x="484840" y="3833947"/>
            <a:ext cx="623945" cy="172122"/>
          </a:xfrm>
          <a:prstGeom prst="rect">
            <a:avLst/>
          </a:prstGeom>
          <a:noFill/>
        </p:spPr>
        <p:txBody>
          <a:bodyPr wrap="square" lIns="0" tIns="0" rIns="0" bIns="0" rtlCol="0">
            <a:noAutofit/>
          </a:bodyPr>
          <a:lstStyle/>
          <a:p>
            <a:pPr algn="ctr">
              <a:lnSpc>
                <a:spcPct val="110000"/>
              </a:lnSpc>
              <a:spcBef>
                <a:spcPts val="1000"/>
              </a:spcBef>
            </a:pPr>
            <a:r>
              <a:rPr lang="en-US" sz="700"/>
              <a:t>Database</a:t>
            </a:r>
          </a:p>
        </p:txBody>
      </p:sp>
      <p:sp>
        <p:nvSpPr>
          <p:cNvPr id="80" name="TextBox 79">
            <a:extLst>
              <a:ext uri="{FF2B5EF4-FFF2-40B4-BE49-F238E27FC236}">
                <a16:creationId xmlns:a16="http://schemas.microsoft.com/office/drawing/2014/main" id="{D9E755A1-F987-499B-8225-E5F4D9B2EAE4}"/>
              </a:ext>
              <a:ext uri="{C183D7F6-B498-43B3-948B-1728B52AA6E4}">
                <adec:decorative xmlns:adec="http://schemas.microsoft.com/office/drawing/2017/decorative" val="1"/>
              </a:ext>
            </a:extLst>
          </p:cNvPr>
          <p:cNvSpPr txBox="1"/>
          <p:nvPr/>
        </p:nvSpPr>
        <p:spPr>
          <a:xfrm>
            <a:off x="1402916" y="3833947"/>
            <a:ext cx="819584" cy="193107"/>
          </a:xfrm>
          <a:prstGeom prst="rect">
            <a:avLst/>
          </a:prstGeom>
          <a:noFill/>
        </p:spPr>
        <p:txBody>
          <a:bodyPr wrap="square" lIns="0" tIns="0" rIns="0" bIns="0" rtlCol="0">
            <a:noAutofit/>
          </a:bodyPr>
          <a:lstStyle/>
          <a:p>
            <a:pPr algn="ctr">
              <a:lnSpc>
                <a:spcPct val="110000"/>
              </a:lnSpc>
              <a:spcBef>
                <a:spcPts val="1000"/>
              </a:spcBef>
            </a:pPr>
            <a:r>
              <a:rPr lang="en-US" sz="700"/>
              <a:t>Agile Process Loop</a:t>
            </a:r>
          </a:p>
        </p:txBody>
      </p:sp>
      <p:sp>
        <p:nvSpPr>
          <p:cNvPr id="81" name="TextBox 80">
            <a:extLst>
              <a:ext uri="{FF2B5EF4-FFF2-40B4-BE49-F238E27FC236}">
                <a16:creationId xmlns:a16="http://schemas.microsoft.com/office/drawing/2014/main" id="{622B861A-DBB6-CDD8-9768-94292370332B}"/>
              </a:ext>
              <a:ext uri="{C183D7F6-B498-43B3-948B-1728B52AA6E4}">
                <adec:decorative xmlns:adec="http://schemas.microsoft.com/office/drawing/2017/decorative" val="1"/>
              </a:ext>
            </a:extLst>
          </p:cNvPr>
          <p:cNvSpPr txBox="1"/>
          <p:nvPr/>
        </p:nvSpPr>
        <p:spPr>
          <a:xfrm>
            <a:off x="2560591" y="3833947"/>
            <a:ext cx="623945" cy="172122"/>
          </a:xfrm>
          <a:prstGeom prst="rect">
            <a:avLst/>
          </a:prstGeom>
          <a:noFill/>
        </p:spPr>
        <p:txBody>
          <a:bodyPr wrap="square" lIns="0" tIns="0" rIns="0" bIns="0" rtlCol="0">
            <a:noAutofit/>
          </a:bodyPr>
          <a:lstStyle/>
          <a:p>
            <a:pPr algn="ctr">
              <a:lnSpc>
                <a:spcPct val="110000"/>
              </a:lnSpc>
              <a:spcBef>
                <a:spcPts val="1000"/>
              </a:spcBef>
            </a:pPr>
            <a:r>
              <a:rPr lang="en-US" sz="700"/>
              <a:t>Government</a:t>
            </a:r>
          </a:p>
        </p:txBody>
      </p:sp>
      <p:sp>
        <p:nvSpPr>
          <p:cNvPr id="82" name="TextBox 81">
            <a:extLst>
              <a:ext uri="{FF2B5EF4-FFF2-40B4-BE49-F238E27FC236}">
                <a16:creationId xmlns:a16="http://schemas.microsoft.com/office/drawing/2014/main" id="{2526B7D2-4A3E-CC6B-E9F1-CD3325D2EA32}"/>
              </a:ext>
              <a:ext uri="{C183D7F6-B498-43B3-948B-1728B52AA6E4}">
                <adec:decorative xmlns:adec="http://schemas.microsoft.com/office/drawing/2017/decorative" val="1"/>
              </a:ext>
            </a:extLst>
          </p:cNvPr>
          <p:cNvSpPr txBox="1"/>
          <p:nvPr/>
        </p:nvSpPr>
        <p:spPr>
          <a:xfrm>
            <a:off x="3390900" y="3833947"/>
            <a:ext cx="976375" cy="90352"/>
          </a:xfrm>
          <a:prstGeom prst="rect">
            <a:avLst/>
          </a:prstGeom>
          <a:noFill/>
        </p:spPr>
        <p:txBody>
          <a:bodyPr wrap="square" lIns="0" tIns="0" rIns="0" bIns="0" rtlCol="0">
            <a:noAutofit/>
          </a:bodyPr>
          <a:lstStyle/>
          <a:p>
            <a:pPr algn="ctr">
              <a:lnSpc>
                <a:spcPct val="110000"/>
              </a:lnSpc>
              <a:spcBef>
                <a:spcPts val="1000"/>
              </a:spcBef>
            </a:pPr>
            <a:r>
              <a:rPr lang="en-US" sz="700"/>
              <a:t>Ground Transportation</a:t>
            </a:r>
          </a:p>
        </p:txBody>
      </p:sp>
      <p:sp>
        <p:nvSpPr>
          <p:cNvPr id="83" name="TextBox 82">
            <a:extLst>
              <a:ext uri="{FF2B5EF4-FFF2-40B4-BE49-F238E27FC236}">
                <a16:creationId xmlns:a16="http://schemas.microsoft.com/office/drawing/2014/main" id="{7F882C20-5EB2-C5B5-1790-721E430A9739}"/>
              </a:ext>
              <a:ext uri="{C183D7F6-B498-43B3-948B-1728B52AA6E4}">
                <adec:decorative xmlns:adec="http://schemas.microsoft.com/office/drawing/2017/decorative" val="1"/>
              </a:ext>
            </a:extLst>
          </p:cNvPr>
          <p:cNvSpPr txBox="1"/>
          <p:nvPr/>
        </p:nvSpPr>
        <p:spPr>
          <a:xfrm>
            <a:off x="4633645" y="3833947"/>
            <a:ext cx="623945" cy="172122"/>
          </a:xfrm>
          <a:prstGeom prst="rect">
            <a:avLst/>
          </a:prstGeom>
          <a:noFill/>
        </p:spPr>
        <p:txBody>
          <a:bodyPr wrap="square" lIns="0" tIns="0" rIns="0" bIns="0" rtlCol="0">
            <a:noAutofit/>
          </a:bodyPr>
          <a:lstStyle/>
          <a:p>
            <a:pPr algn="ctr">
              <a:lnSpc>
                <a:spcPct val="110000"/>
              </a:lnSpc>
              <a:spcBef>
                <a:spcPts val="1000"/>
              </a:spcBef>
            </a:pPr>
            <a:r>
              <a:rPr lang="en-US" sz="700"/>
              <a:t>Justice Scales</a:t>
            </a:r>
          </a:p>
        </p:txBody>
      </p:sp>
      <p:sp>
        <p:nvSpPr>
          <p:cNvPr id="84" name="TextBox 83">
            <a:extLst>
              <a:ext uri="{FF2B5EF4-FFF2-40B4-BE49-F238E27FC236}">
                <a16:creationId xmlns:a16="http://schemas.microsoft.com/office/drawing/2014/main" id="{7391AC92-A6BC-3AFF-3CDA-0E8C668DEEED}"/>
              </a:ext>
              <a:ext uri="{C183D7F6-B498-43B3-948B-1728B52AA6E4}">
                <adec:decorative xmlns:adec="http://schemas.microsoft.com/office/drawing/2017/decorative" val="1"/>
              </a:ext>
            </a:extLst>
          </p:cNvPr>
          <p:cNvSpPr txBox="1"/>
          <p:nvPr/>
        </p:nvSpPr>
        <p:spPr>
          <a:xfrm>
            <a:off x="5645092" y="3833947"/>
            <a:ext cx="623945" cy="172122"/>
          </a:xfrm>
          <a:prstGeom prst="rect">
            <a:avLst/>
          </a:prstGeom>
          <a:noFill/>
        </p:spPr>
        <p:txBody>
          <a:bodyPr wrap="square" lIns="0" tIns="0" rIns="0" bIns="0" rtlCol="0">
            <a:noAutofit/>
          </a:bodyPr>
          <a:lstStyle/>
          <a:p>
            <a:pPr algn="ctr">
              <a:lnSpc>
                <a:spcPct val="110000"/>
              </a:lnSpc>
              <a:spcBef>
                <a:spcPts val="1000"/>
              </a:spcBef>
            </a:pPr>
            <a:r>
              <a:rPr lang="en-US" sz="700"/>
              <a:t>Non-Profit</a:t>
            </a:r>
          </a:p>
        </p:txBody>
      </p:sp>
      <p:sp>
        <p:nvSpPr>
          <p:cNvPr id="85" name="TextBox 84">
            <a:extLst>
              <a:ext uri="{FF2B5EF4-FFF2-40B4-BE49-F238E27FC236}">
                <a16:creationId xmlns:a16="http://schemas.microsoft.com/office/drawing/2014/main" id="{FFA0B349-94DD-7409-5CDD-27026B5C170A}"/>
              </a:ext>
              <a:ext uri="{C183D7F6-B498-43B3-948B-1728B52AA6E4}">
                <adec:decorative xmlns:adec="http://schemas.microsoft.com/office/drawing/2017/decorative" val="1"/>
              </a:ext>
            </a:extLst>
          </p:cNvPr>
          <p:cNvSpPr txBox="1"/>
          <p:nvPr/>
        </p:nvSpPr>
        <p:spPr>
          <a:xfrm>
            <a:off x="6515307" y="3833947"/>
            <a:ext cx="875048" cy="172122"/>
          </a:xfrm>
          <a:prstGeom prst="rect">
            <a:avLst/>
          </a:prstGeom>
          <a:noFill/>
        </p:spPr>
        <p:txBody>
          <a:bodyPr wrap="square" lIns="0" tIns="0" rIns="0" bIns="0" rtlCol="0">
            <a:noAutofit/>
          </a:bodyPr>
          <a:lstStyle/>
          <a:p>
            <a:pPr algn="ctr">
              <a:lnSpc>
                <a:spcPct val="110000"/>
              </a:lnSpc>
              <a:spcBef>
                <a:spcPts val="1000"/>
              </a:spcBef>
            </a:pPr>
            <a:r>
              <a:rPr lang="en-US" sz="700"/>
              <a:t>Public Transportation</a:t>
            </a:r>
          </a:p>
        </p:txBody>
      </p:sp>
      <p:sp>
        <p:nvSpPr>
          <p:cNvPr id="86" name="TextBox 85">
            <a:extLst>
              <a:ext uri="{FF2B5EF4-FFF2-40B4-BE49-F238E27FC236}">
                <a16:creationId xmlns:a16="http://schemas.microsoft.com/office/drawing/2014/main" id="{51A0BB07-6D1C-5D6A-C245-434C67EF6E5E}"/>
              </a:ext>
              <a:ext uri="{C183D7F6-B498-43B3-948B-1728B52AA6E4}">
                <adec:decorative xmlns:adec="http://schemas.microsoft.com/office/drawing/2017/decorative" val="1"/>
              </a:ext>
            </a:extLst>
          </p:cNvPr>
          <p:cNvSpPr txBox="1"/>
          <p:nvPr/>
        </p:nvSpPr>
        <p:spPr>
          <a:xfrm>
            <a:off x="7599577" y="3833947"/>
            <a:ext cx="842966" cy="130541"/>
          </a:xfrm>
          <a:prstGeom prst="rect">
            <a:avLst/>
          </a:prstGeom>
          <a:noFill/>
        </p:spPr>
        <p:txBody>
          <a:bodyPr wrap="square" lIns="0" tIns="0" rIns="0" bIns="0" rtlCol="0">
            <a:noAutofit/>
          </a:bodyPr>
          <a:lstStyle/>
          <a:p>
            <a:pPr algn="ctr">
              <a:lnSpc>
                <a:spcPct val="110000"/>
              </a:lnSpc>
              <a:spcBef>
                <a:spcPts val="1000"/>
              </a:spcBef>
            </a:pPr>
            <a:r>
              <a:rPr lang="en-US" sz="700"/>
              <a:t>Robotic Automation</a:t>
            </a:r>
          </a:p>
        </p:txBody>
      </p:sp>
      <p:sp>
        <p:nvSpPr>
          <p:cNvPr id="87" name="TextBox 86">
            <a:extLst>
              <a:ext uri="{FF2B5EF4-FFF2-40B4-BE49-F238E27FC236}">
                <a16:creationId xmlns:a16="http://schemas.microsoft.com/office/drawing/2014/main" id="{F5888399-13D7-9D9A-195E-861C643741DC}"/>
              </a:ext>
              <a:ext uri="{C183D7F6-B498-43B3-948B-1728B52AA6E4}">
                <adec:decorative xmlns:adec="http://schemas.microsoft.com/office/drawing/2017/decorative" val="1"/>
              </a:ext>
            </a:extLst>
          </p:cNvPr>
          <p:cNvSpPr txBox="1"/>
          <p:nvPr/>
        </p:nvSpPr>
        <p:spPr>
          <a:xfrm>
            <a:off x="8801100" y="3833947"/>
            <a:ext cx="640692" cy="139882"/>
          </a:xfrm>
          <a:prstGeom prst="rect">
            <a:avLst/>
          </a:prstGeom>
          <a:noFill/>
        </p:spPr>
        <p:txBody>
          <a:bodyPr wrap="square" lIns="0" tIns="0" rIns="0" bIns="0" rtlCol="0">
            <a:noAutofit/>
          </a:bodyPr>
          <a:lstStyle/>
          <a:p>
            <a:pPr algn="ctr">
              <a:lnSpc>
                <a:spcPct val="110000"/>
              </a:lnSpc>
              <a:spcBef>
                <a:spcPts val="1000"/>
              </a:spcBef>
            </a:pPr>
            <a:r>
              <a:rPr lang="en-US" sz="700"/>
              <a:t>Hot Air Balloon</a:t>
            </a:r>
          </a:p>
        </p:txBody>
      </p:sp>
      <p:sp>
        <p:nvSpPr>
          <p:cNvPr id="88" name="TextBox 87">
            <a:extLst>
              <a:ext uri="{FF2B5EF4-FFF2-40B4-BE49-F238E27FC236}">
                <a16:creationId xmlns:a16="http://schemas.microsoft.com/office/drawing/2014/main" id="{8995ECD5-08B2-6F0C-C1B4-7766499AE8AD}"/>
              </a:ext>
              <a:ext uri="{C183D7F6-B498-43B3-948B-1728B52AA6E4}">
                <adec:decorative xmlns:adec="http://schemas.microsoft.com/office/drawing/2017/decorative" val="1"/>
              </a:ext>
            </a:extLst>
          </p:cNvPr>
          <p:cNvSpPr txBox="1"/>
          <p:nvPr/>
        </p:nvSpPr>
        <p:spPr>
          <a:xfrm>
            <a:off x="9790483" y="3833947"/>
            <a:ext cx="591136" cy="154169"/>
          </a:xfrm>
          <a:prstGeom prst="rect">
            <a:avLst/>
          </a:prstGeom>
          <a:noFill/>
        </p:spPr>
        <p:txBody>
          <a:bodyPr wrap="square" lIns="0" tIns="0" rIns="0" bIns="0" rtlCol="0">
            <a:noAutofit/>
          </a:bodyPr>
          <a:lstStyle/>
          <a:p>
            <a:pPr algn="ctr">
              <a:lnSpc>
                <a:spcPct val="110000"/>
              </a:lnSpc>
              <a:spcBef>
                <a:spcPts val="1000"/>
              </a:spcBef>
            </a:pPr>
            <a:r>
              <a:rPr lang="en-US" sz="700"/>
              <a:t>Clock</a:t>
            </a:r>
          </a:p>
        </p:txBody>
      </p:sp>
      <p:sp>
        <p:nvSpPr>
          <p:cNvPr id="89" name="TextBox 88">
            <a:extLst>
              <a:ext uri="{FF2B5EF4-FFF2-40B4-BE49-F238E27FC236}">
                <a16:creationId xmlns:a16="http://schemas.microsoft.com/office/drawing/2014/main" id="{CCAB009D-22E5-A9BB-70B7-CA92A5D263CC}"/>
              </a:ext>
              <a:ext uri="{C183D7F6-B498-43B3-948B-1728B52AA6E4}">
                <adec:decorative xmlns:adec="http://schemas.microsoft.com/office/drawing/2017/decorative" val="1"/>
              </a:ext>
            </a:extLst>
          </p:cNvPr>
          <p:cNvSpPr txBox="1"/>
          <p:nvPr/>
        </p:nvSpPr>
        <p:spPr>
          <a:xfrm>
            <a:off x="10942980" y="3833948"/>
            <a:ext cx="435634" cy="137090"/>
          </a:xfrm>
          <a:prstGeom prst="rect">
            <a:avLst/>
          </a:prstGeom>
          <a:noFill/>
        </p:spPr>
        <p:txBody>
          <a:bodyPr wrap="square" lIns="0" tIns="0" rIns="0" bIns="0" rtlCol="0">
            <a:noAutofit/>
          </a:bodyPr>
          <a:lstStyle/>
          <a:p>
            <a:pPr algn="ctr">
              <a:lnSpc>
                <a:spcPct val="110000"/>
              </a:lnSpc>
              <a:spcBef>
                <a:spcPts val="1000"/>
              </a:spcBef>
            </a:pPr>
            <a:r>
              <a:rPr lang="en-US" sz="700"/>
              <a:t>Globe v-1</a:t>
            </a:r>
          </a:p>
        </p:txBody>
      </p:sp>
      <p:pic>
        <p:nvPicPr>
          <p:cNvPr id="91" name="Graphic 90">
            <a:extLst>
              <a:ext uri="{FF2B5EF4-FFF2-40B4-BE49-F238E27FC236}">
                <a16:creationId xmlns:a16="http://schemas.microsoft.com/office/drawing/2014/main" id="{9EB60B43-5BB1-C8ED-5F25-75FEB47F16B4}"/>
              </a:ext>
            </a:extLst>
          </p:cNvPr>
          <p:cNvPicPr>
            <a:picLocks noChangeAspect="1"/>
          </p:cNvPicPr>
          <p:nvPr/>
        </p:nvPicPr>
        <p:blipFill>
          <a:blip r:embed="rId60" cstate="email">
            <a:extLst>
              <a:ext uri="{28A0092B-C50C-407E-A947-70E740481C1C}">
                <a14:useLocalDpi xmlns:a14="http://schemas.microsoft.com/office/drawing/2010/main"/>
              </a:ext>
              <a:ext uri="{96DAC541-7B7A-43D3-8B79-37D633B846F1}">
                <asvg:svgBlip xmlns:asvg="http://schemas.microsoft.com/office/drawing/2016/SVG/main" r:embed="rId61"/>
              </a:ext>
            </a:extLst>
          </a:blip>
          <a:stretch>
            <a:fillRect/>
          </a:stretch>
        </p:blipFill>
        <p:spPr>
          <a:xfrm>
            <a:off x="10906125" y="3228975"/>
            <a:ext cx="463296" cy="463296"/>
          </a:xfrm>
          <a:prstGeom prst="rect">
            <a:avLst/>
          </a:prstGeom>
        </p:spPr>
      </p:pic>
      <p:pic>
        <p:nvPicPr>
          <p:cNvPr id="93" name="Graphic 92">
            <a:extLst>
              <a:ext uri="{FF2B5EF4-FFF2-40B4-BE49-F238E27FC236}">
                <a16:creationId xmlns:a16="http://schemas.microsoft.com/office/drawing/2014/main" id="{045A90A9-607D-FF7E-4F29-6A170D58BA9B}"/>
              </a:ext>
            </a:extLst>
          </p:cNvPr>
          <p:cNvPicPr>
            <a:picLocks noChangeAspect="1"/>
          </p:cNvPicPr>
          <p:nvPr/>
        </p:nvPicPr>
        <p:blipFill>
          <a:blip r:embed="rId62" cstate="email">
            <a:extLst>
              <a:ext uri="{28A0092B-C50C-407E-A947-70E740481C1C}">
                <a14:useLocalDpi xmlns:a14="http://schemas.microsoft.com/office/drawing/2010/main"/>
              </a:ext>
              <a:ext uri="{96DAC541-7B7A-43D3-8B79-37D633B846F1}">
                <asvg:svgBlip xmlns:asvg="http://schemas.microsoft.com/office/drawing/2016/SVG/main" r:embed="rId63"/>
              </a:ext>
            </a:extLst>
          </a:blip>
          <a:stretch>
            <a:fillRect/>
          </a:stretch>
        </p:blipFill>
        <p:spPr>
          <a:xfrm>
            <a:off x="9867900" y="3267075"/>
            <a:ext cx="463296" cy="463296"/>
          </a:xfrm>
          <a:prstGeom prst="rect">
            <a:avLst/>
          </a:prstGeom>
        </p:spPr>
      </p:pic>
      <p:pic>
        <p:nvPicPr>
          <p:cNvPr id="95" name="Graphic 94">
            <a:extLst>
              <a:ext uri="{FF2B5EF4-FFF2-40B4-BE49-F238E27FC236}">
                <a16:creationId xmlns:a16="http://schemas.microsoft.com/office/drawing/2014/main" id="{4D13C2FA-B164-6452-E84C-C343A0070F7D}"/>
              </a:ext>
            </a:extLst>
          </p:cNvPr>
          <p:cNvPicPr>
            <a:picLocks noChangeAspect="1"/>
          </p:cNvPicPr>
          <p:nvPr/>
        </p:nvPicPr>
        <p:blipFill>
          <a:blip r:embed="rId64" cstate="email">
            <a:extLst>
              <a:ext uri="{28A0092B-C50C-407E-A947-70E740481C1C}">
                <a14:useLocalDpi xmlns:a14="http://schemas.microsoft.com/office/drawing/2010/main"/>
              </a:ext>
              <a:ext uri="{96DAC541-7B7A-43D3-8B79-37D633B846F1}">
                <asvg:svgBlip xmlns:asvg="http://schemas.microsoft.com/office/drawing/2016/SVG/main" r:embed="rId65"/>
              </a:ext>
            </a:extLst>
          </a:blip>
          <a:stretch>
            <a:fillRect/>
          </a:stretch>
        </p:blipFill>
        <p:spPr>
          <a:xfrm>
            <a:off x="8867775" y="3257550"/>
            <a:ext cx="463296" cy="463296"/>
          </a:xfrm>
          <a:prstGeom prst="rect">
            <a:avLst/>
          </a:prstGeom>
        </p:spPr>
      </p:pic>
      <p:sp>
        <p:nvSpPr>
          <p:cNvPr id="106" name="TextBox 105">
            <a:extLst>
              <a:ext uri="{FF2B5EF4-FFF2-40B4-BE49-F238E27FC236}">
                <a16:creationId xmlns:a16="http://schemas.microsoft.com/office/drawing/2014/main" id="{EC656938-576D-C048-1EE3-D735153B6A7F}"/>
              </a:ext>
              <a:ext uri="{C183D7F6-B498-43B3-948B-1728B52AA6E4}">
                <adec:decorative xmlns:adec="http://schemas.microsoft.com/office/drawing/2017/decorative" val="1"/>
              </a:ext>
            </a:extLst>
          </p:cNvPr>
          <p:cNvSpPr txBox="1"/>
          <p:nvPr/>
        </p:nvSpPr>
        <p:spPr>
          <a:xfrm>
            <a:off x="484840" y="4772025"/>
            <a:ext cx="623945" cy="152736"/>
          </a:xfrm>
          <a:prstGeom prst="rect">
            <a:avLst/>
          </a:prstGeom>
          <a:noFill/>
        </p:spPr>
        <p:txBody>
          <a:bodyPr wrap="square" lIns="0" tIns="0" rIns="0" bIns="0" rtlCol="0">
            <a:noAutofit/>
          </a:bodyPr>
          <a:lstStyle/>
          <a:p>
            <a:pPr algn="ctr">
              <a:lnSpc>
                <a:spcPct val="110000"/>
              </a:lnSpc>
              <a:spcBef>
                <a:spcPts val="1000"/>
              </a:spcBef>
            </a:pPr>
            <a:r>
              <a:rPr lang="en-US" sz="700"/>
              <a:t>Globe v-2</a:t>
            </a:r>
          </a:p>
        </p:txBody>
      </p:sp>
      <p:sp>
        <p:nvSpPr>
          <p:cNvPr id="108" name="TextBox 107">
            <a:extLst>
              <a:ext uri="{FF2B5EF4-FFF2-40B4-BE49-F238E27FC236}">
                <a16:creationId xmlns:a16="http://schemas.microsoft.com/office/drawing/2014/main" id="{71AF2E5D-10A3-26B1-FF55-77A9CB53F206}"/>
              </a:ext>
              <a:ext uri="{C183D7F6-B498-43B3-948B-1728B52AA6E4}">
                <adec:decorative xmlns:adec="http://schemas.microsoft.com/office/drawing/2017/decorative" val="1"/>
              </a:ext>
            </a:extLst>
          </p:cNvPr>
          <p:cNvSpPr txBox="1"/>
          <p:nvPr/>
        </p:nvSpPr>
        <p:spPr>
          <a:xfrm>
            <a:off x="1402916" y="4752639"/>
            <a:ext cx="819584" cy="193107"/>
          </a:xfrm>
          <a:prstGeom prst="rect">
            <a:avLst/>
          </a:prstGeom>
          <a:noFill/>
        </p:spPr>
        <p:txBody>
          <a:bodyPr wrap="square" lIns="0" tIns="0" rIns="0" bIns="0" rtlCol="0">
            <a:noAutofit/>
          </a:bodyPr>
          <a:lstStyle/>
          <a:p>
            <a:pPr algn="ctr">
              <a:lnSpc>
                <a:spcPct val="110000"/>
              </a:lnSpc>
              <a:spcBef>
                <a:spcPts val="1000"/>
              </a:spcBef>
            </a:pPr>
            <a:r>
              <a:rPr lang="en-US" sz="700"/>
              <a:t>Transition-Handoff</a:t>
            </a:r>
          </a:p>
        </p:txBody>
      </p:sp>
      <p:sp>
        <p:nvSpPr>
          <p:cNvPr id="110" name="TextBox 109">
            <a:extLst>
              <a:ext uri="{FF2B5EF4-FFF2-40B4-BE49-F238E27FC236}">
                <a16:creationId xmlns:a16="http://schemas.microsoft.com/office/drawing/2014/main" id="{AA02C8C3-242C-80BC-3603-02701100F948}"/>
              </a:ext>
              <a:ext uri="{C183D7F6-B498-43B3-948B-1728B52AA6E4}">
                <adec:decorative xmlns:adec="http://schemas.microsoft.com/office/drawing/2017/decorative" val="1"/>
              </a:ext>
            </a:extLst>
          </p:cNvPr>
          <p:cNvSpPr txBox="1"/>
          <p:nvPr/>
        </p:nvSpPr>
        <p:spPr>
          <a:xfrm>
            <a:off x="2438400" y="4752638"/>
            <a:ext cx="830309" cy="181311"/>
          </a:xfrm>
          <a:prstGeom prst="rect">
            <a:avLst/>
          </a:prstGeom>
          <a:noFill/>
        </p:spPr>
        <p:txBody>
          <a:bodyPr wrap="square" lIns="0" tIns="0" rIns="0" bIns="0" rtlCol="0">
            <a:noAutofit/>
          </a:bodyPr>
          <a:lstStyle/>
          <a:p>
            <a:pPr algn="ctr">
              <a:lnSpc>
                <a:spcPct val="110000"/>
              </a:lnSpc>
              <a:spcBef>
                <a:spcPts val="1000"/>
              </a:spcBef>
            </a:pPr>
            <a:r>
              <a:rPr lang="en-US" sz="700"/>
              <a:t>Transition-People</a:t>
            </a:r>
          </a:p>
        </p:txBody>
      </p:sp>
      <p:sp>
        <p:nvSpPr>
          <p:cNvPr id="112" name="TextBox 111">
            <a:extLst>
              <a:ext uri="{FF2B5EF4-FFF2-40B4-BE49-F238E27FC236}">
                <a16:creationId xmlns:a16="http://schemas.microsoft.com/office/drawing/2014/main" id="{6328B544-D839-B9C7-4130-AF6741F8C336}"/>
              </a:ext>
              <a:ext uri="{C183D7F6-B498-43B3-948B-1728B52AA6E4}">
                <adec:decorative xmlns:adec="http://schemas.microsoft.com/office/drawing/2017/decorative" val="1"/>
              </a:ext>
            </a:extLst>
          </p:cNvPr>
          <p:cNvSpPr txBox="1"/>
          <p:nvPr/>
        </p:nvSpPr>
        <p:spPr>
          <a:xfrm>
            <a:off x="3390900" y="4752639"/>
            <a:ext cx="976375" cy="90352"/>
          </a:xfrm>
          <a:prstGeom prst="rect">
            <a:avLst/>
          </a:prstGeom>
          <a:noFill/>
        </p:spPr>
        <p:txBody>
          <a:bodyPr wrap="square" lIns="0" tIns="0" rIns="0" bIns="0" rtlCol="0">
            <a:noAutofit/>
          </a:bodyPr>
          <a:lstStyle/>
          <a:p>
            <a:pPr algn="ctr">
              <a:lnSpc>
                <a:spcPct val="110000"/>
              </a:lnSpc>
              <a:spcBef>
                <a:spcPts val="1000"/>
              </a:spcBef>
            </a:pPr>
            <a:r>
              <a:rPr lang="en-US" sz="700"/>
              <a:t>Supply Chain v-1</a:t>
            </a:r>
          </a:p>
        </p:txBody>
      </p:sp>
      <p:sp>
        <p:nvSpPr>
          <p:cNvPr id="114" name="TextBox 113">
            <a:extLst>
              <a:ext uri="{FF2B5EF4-FFF2-40B4-BE49-F238E27FC236}">
                <a16:creationId xmlns:a16="http://schemas.microsoft.com/office/drawing/2014/main" id="{25C6BB1D-3129-CF95-1729-9D1A606A7F1C}"/>
              </a:ext>
              <a:ext uri="{C183D7F6-B498-43B3-948B-1728B52AA6E4}">
                <adec:decorative xmlns:adec="http://schemas.microsoft.com/office/drawing/2017/decorative" val="1"/>
              </a:ext>
            </a:extLst>
          </p:cNvPr>
          <p:cNvSpPr txBox="1"/>
          <p:nvPr/>
        </p:nvSpPr>
        <p:spPr>
          <a:xfrm>
            <a:off x="4633645" y="4752639"/>
            <a:ext cx="709880" cy="171786"/>
          </a:xfrm>
          <a:prstGeom prst="rect">
            <a:avLst/>
          </a:prstGeom>
          <a:noFill/>
        </p:spPr>
        <p:txBody>
          <a:bodyPr wrap="square" lIns="0" tIns="0" rIns="0" bIns="0" rtlCol="0">
            <a:noAutofit/>
          </a:bodyPr>
          <a:lstStyle/>
          <a:p>
            <a:pPr algn="ctr">
              <a:lnSpc>
                <a:spcPct val="110000"/>
              </a:lnSpc>
              <a:spcBef>
                <a:spcPts val="1000"/>
              </a:spcBef>
            </a:pPr>
            <a:r>
              <a:rPr lang="en-US" sz="700"/>
              <a:t>Supply Chain v-2</a:t>
            </a:r>
          </a:p>
        </p:txBody>
      </p:sp>
      <p:sp>
        <p:nvSpPr>
          <p:cNvPr id="116" name="TextBox 115">
            <a:extLst>
              <a:ext uri="{FF2B5EF4-FFF2-40B4-BE49-F238E27FC236}">
                <a16:creationId xmlns:a16="http://schemas.microsoft.com/office/drawing/2014/main" id="{DBBA8F0F-D3DD-9809-47E5-6E1F8635BE2F}"/>
              </a:ext>
              <a:ext uri="{C183D7F6-B498-43B3-948B-1728B52AA6E4}">
                <adec:decorative xmlns:adec="http://schemas.microsoft.com/office/drawing/2017/decorative" val="1"/>
              </a:ext>
            </a:extLst>
          </p:cNvPr>
          <p:cNvSpPr txBox="1"/>
          <p:nvPr/>
        </p:nvSpPr>
        <p:spPr>
          <a:xfrm>
            <a:off x="5645092" y="4752639"/>
            <a:ext cx="623945" cy="172122"/>
          </a:xfrm>
          <a:prstGeom prst="rect">
            <a:avLst/>
          </a:prstGeom>
          <a:noFill/>
        </p:spPr>
        <p:txBody>
          <a:bodyPr wrap="square" lIns="0" tIns="0" rIns="0" bIns="0" rtlCol="0">
            <a:noAutofit/>
          </a:bodyPr>
          <a:lstStyle/>
          <a:p>
            <a:pPr algn="ctr">
              <a:lnSpc>
                <a:spcPct val="110000"/>
              </a:lnSpc>
              <a:spcBef>
                <a:spcPts val="1000"/>
              </a:spcBef>
            </a:pPr>
            <a:r>
              <a:rPr lang="en-US" sz="700"/>
              <a:t>Manufacturing</a:t>
            </a:r>
          </a:p>
        </p:txBody>
      </p:sp>
      <p:pic>
        <p:nvPicPr>
          <p:cNvPr id="120" name="Graphic 119">
            <a:extLst>
              <a:ext uri="{FF2B5EF4-FFF2-40B4-BE49-F238E27FC236}">
                <a16:creationId xmlns:a16="http://schemas.microsoft.com/office/drawing/2014/main" id="{6B2EA6D9-37C8-C263-CA9A-5E8670BB7AD0}"/>
              </a:ext>
            </a:extLst>
          </p:cNvPr>
          <p:cNvPicPr>
            <a:picLocks noChangeAspect="1"/>
          </p:cNvPicPr>
          <p:nvPr/>
        </p:nvPicPr>
        <p:blipFill>
          <a:blip r:embed="rId66" cstate="email">
            <a:extLst>
              <a:ext uri="{28A0092B-C50C-407E-A947-70E740481C1C}">
                <a14:useLocalDpi xmlns:a14="http://schemas.microsoft.com/office/drawing/2010/main"/>
              </a:ext>
              <a:ext uri="{96DAC541-7B7A-43D3-8B79-37D633B846F1}">
                <asvg:svgBlip xmlns:asvg="http://schemas.microsoft.com/office/drawing/2016/SVG/main" r:embed="rId67"/>
              </a:ext>
            </a:extLst>
          </a:blip>
          <a:stretch>
            <a:fillRect/>
          </a:stretch>
        </p:blipFill>
        <p:spPr>
          <a:xfrm>
            <a:off x="568332" y="4191000"/>
            <a:ext cx="463296" cy="463296"/>
          </a:xfrm>
          <a:prstGeom prst="rect">
            <a:avLst/>
          </a:prstGeom>
        </p:spPr>
      </p:pic>
      <p:pic>
        <p:nvPicPr>
          <p:cNvPr id="124" name="Graphic 123">
            <a:extLst>
              <a:ext uri="{FF2B5EF4-FFF2-40B4-BE49-F238E27FC236}">
                <a16:creationId xmlns:a16="http://schemas.microsoft.com/office/drawing/2014/main" id="{837FB9C0-3651-7F4D-A286-8988FA3C3F7D}"/>
              </a:ext>
            </a:extLst>
          </p:cNvPr>
          <p:cNvPicPr>
            <a:picLocks noChangeAspect="1"/>
          </p:cNvPicPr>
          <p:nvPr/>
        </p:nvPicPr>
        <p:blipFill>
          <a:blip r:embed="rId68" cstate="email">
            <a:extLst>
              <a:ext uri="{28A0092B-C50C-407E-A947-70E740481C1C}">
                <a14:useLocalDpi xmlns:a14="http://schemas.microsoft.com/office/drawing/2010/main"/>
              </a:ext>
              <a:ext uri="{96DAC541-7B7A-43D3-8B79-37D633B846F1}">
                <asvg:svgBlip xmlns:asvg="http://schemas.microsoft.com/office/drawing/2016/SVG/main" r:embed="rId69"/>
              </a:ext>
            </a:extLst>
          </a:blip>
          <a:stretch>
            <a:fillRect/>
          </a:stretch>
        </p:blipFill>
        <p:spPr>
          <a:xfrm>
            <a:off x="1563992" y="4191000"/>
            <a:ext cx="463296" cy="463296"/>
          </a:xfrm>
          <a:prstGeom prst="rect">
            <a:avLst/>
          </a:prstGeom>
        </p:spPr>
      </p:pic>
      <p:pic>
        <p:nvPicPr>
          <p:cNvPr id="128" name="Graphic 127">
            <a:extLst>
              <a:ext uri="{FF2B5EF4-FFF2-40B4-BE49-F238E27FC236}">
                <a16:creationId xmlns:a16="http://schemas.microsoft.com/office/drawing/2014/main" id="{AD2943C5-22D6-4D4A-0C11-605159DEE82A}"/>
              </a:ext>
            </a:extLst>
          </p:cNvPr>
          <p:cNvPicPr>
            <a:picLocks noChangeAspect="1"/>
          </p:cNvPicPr>
          <p:nvPr/>
        </p:nvPicPr>
        <p:blipFill>
          <a:blip r:embed="rId70" cstate="email">
            <a:extLst>
              <a:ext uri="{28A0092B-C50C-407E-A947-70E740481C1C}">
                <a14:useLocalDpi xmlns:a14="http://schemas.microsoft.com/office/drawing/2010/main"/>
              </a:ext>
              <a:ext uri="{96DAC541-7B7A-43D3-8B79-37D633B846F1}">
                <asvg:svgBlip xmlns:asvg="http://schemas.microsoft.com/office/drawing/2016/SVG/main" r:embed="rId71"/>
              </a:ext>
            </a:extLst>
          </a:blip>
          <a:stretch>
            <a:fillRect/>
          </a:stretch>
        </p:blipFill>
        <p:spPr>
          <a:xfrm>
            <a:off x="2613863" y="4213479"/>
            <a:ext cx="463296" cy="463296"/>
          </a:xfrm>
          <a:prstGeom prst="rect">
            <a:avLst/>
          </a:prstGeom>
        </p:spPr>
      </p:pic>
      <p:pic>
        <p:nvPicPr>
          <p:cNvPr id="132" name="Graphic 131">
            <a:extLst>
              <a:ext uri="{FF2B5EF4-FFF2-40B4-BE49-F238E27FC236}">
                <a16:creationId xmlns:a16="http://schemas.microsoft.com/office/drawing/2014/main" id="{817E8503-F476-0184-7658-6ADBFE5B9976}"/>
              </a:ext>
            </a:extLst>
          </p:cNvPr>
          <p:cNvPicPr>
            <a:picLocks noChangeAspect="1"/>
          </p:cNvPicPr>
          <p:nvPr/>
        </p:nvPicPr>
        <p:blipFill>
          <a:blip r:embed="rId72" cstate="email">
            <a:extLst>
              <a:ext uri="{28A0092B-C50C-407E-A947-70E740481C1C}">
                <a14:useLocalDpi xmlns:a14="http://schemas.microsoft.com/office/drawing/2010/main"/>
              </a:ext>
              <a:ext uri="{96DAC541-7B7A-43D3-8B79-37D633B846F1}">
                <asvg:svgBlip xmlns:asvg="http://schemas.microsoft.com/office/drawing/2016/SVG/main" r:embed="rId73"/>
              </a:ext>
            </a:extLst>
          </a:blip>
          <a:stretch>
            <a:fillRect/>
          </a:stretch>
        </p:blipFill>
        <p:spPr>
          <a:xfrm>
            <a:off x="3647439" y="4191000"/>
            <a:ext cx="463296" cy="463296"/>
          </a:xfrm>
          <a:prstGeom prst="rect">
            <a:avLst/>
          </a:prstGeom>
        </p:spPr>
      </p:pic>
      <p:pic>
        <p:nvPicPr>
          <p:cNvPr id="136" name="Graphic 135">
            <a:extLst>
              <a:ext uri="{FF2B5EF4-FFF2-40B4-BE49-F238E27FC236}">
                <a16:creationId xmlns:a16="http://schemas.microsoft.com/office/drawing/2014/main" id="{AD98A0F2-6ABF-9FDD-70CC-FDC144AB0C4F}"/>
              </a:ext>
            </a:extLst>
          </p:cNvPr>
          <p:cNvPicPr>
            <a:picLocks noChangeAspect="1"/>
          </p:cNvPicPr>
          <p:nvPr/>
        </p:nvPicPr>
        <p:blipFill>
          <a:blip r:embed="rId74" cstate="email">
            <a:extLst>
              <a:ext uri="{28A0092B-C50C-407E-A947-70E740481C1C}">
                <a14:useLocalDpi xmlns:a14="http://schemas.microsoft.com/office/drawing/2010/main"/>
              </a:ext>
              <a:ext uri="{96DAC541-7B7A-43D3-8B79-37D633B846F1}">
                <asvg:svgBlip xmlns:asvg="http://schemas.microsoft.com/office/drawing/2016/SVG/main" r:embed="rId75"/>
              </a:ext>
            </a:extLst>
          </a:blip>
          <a:stretch>
            <a:fillRect/>
          </a:stretch>
        </p:blipFill>
        <p:spPr>
          <a:xfrm>
            <a:off x="4756937" y="4191000"/>
            <a:ext cx="463296" cy="463296"/>
          </a:xfrm>
          <a:prstGeom prst="rect">
            <a:avLst/>
          </a:prstGeom>
        </p:spPr>
      </p:pic>
      <p:pic>
        <p:nvPicPr>
          <p:cNvPr id="140" name="Graphic 139">
            <a:extLst>
              <a:ext uri="{FF2B5EF4-FFF2-40B4-BE49-F238E27FC236}">
                <a16:creationId xmlns:a16="http://schemas.microsoft.com/office/drawing/2014/main" id="{DF2D8FAA-F312-F1E7-BFA1-9CBBFCC0A64F}"/>
              </a:ext>
            </a:extLst>
          </p:cNvPr>
          <p:cNvPicPr>
            <a:picLocks noChangeAspect="1"/>
          </p:cNvPicPr>
          <p:nvPr/>
        </p:nvPicPr>
        <p:blipFill>
          <a:blip r:embed="rId76" cstate="email">
            <a:extLst>
              <a:ext uri="{28A0092B-C50C-407E-A947-70E740481C1C}">
                <a14:useLocalDpi xmlns:a14="http://schemas.microsoft.com/office/drawing/2010/main"/>
              </a:ext>
              <a:ext uri="{96DAC541-7B7A-43D3-8B79-37D633B846F1}">
                <asvg:svgBlip xmlns:asvg="http://schemas.microsoft.com/office/drawing/2016/SVG/main" r:embed="rId77"/>
              </a:ext>
            </a:extLst>
          </a:blip>
          <a:stretch>
            <a:fillRect/>
          </a:stretch>
        </p:blipFill>
        <p:spPr>
          <a:xfrm>
            <a:off x="5725416" y="4191000"/>
            <a:ext cx="463296" cy="463296"/>
          </a:xfrm>
          <a:prstGeom prst="rect">
            <a:avLst/>
          </a:prstGeom>
        </p:spPr>
      </p:pic>
      <p:pic>
        <p:nvPicPr>
          <p:cNvPr id="3" name="Graphic 2">
            <a:extLst>
              <a:ext uri="{FF2B5EF4-FFF2-40B4-BE49-F238E27FC236}">
                <a16:creationId xmlns:a16="http://schemas.microsoft.com/office/drawing/2014/main" id="{B71216B4-AB2B-10C5-55DA-F5F08DF9F8AF}"/>
              </a:ext>
            </a:extLst>
          </p:cNvPr>
          <p:cNvPicPr>
            <a:picLocks noChangeAspect="1"/>
          </p:cNvPicPr>
          <p:nvPr/>
        </p:nvPicPr>
        <p:blipFill>
          <a:blip r:embed="rId78" cstate="email">
            <a:extLst>
              <a:ext uri="{28A0092B-C50C-407E-A947-70E740481C1C}">
                <a14:useLocalDpi xmlns:a14="http://schemas.microsoft.com/office/drawing/2010/main"/>
              </a:ext>
              <a:ext uri="{96DAC541-7B7A-43D3-8B79-37D633B846F1}">
                <asvg:svgBlip xmlns:asvg="http://schemas.microsoft.com/office/drawing/2016/SVG/main" r:embed="rId79"/>
              </a:ext>
            </a:extLst>
          </a:blip>
          <a:stretch>
            <a:fillRect/>
          </a:stretch>
        </p:blipFill>
        <p:spPr>
          <a:xfrm>
            <a:off x="6718593" y="4155405"/>
            <a:ext cx="463296" cy="463296"/>
          </a:xfrm>
          <a:prstGeom prst="rect">
            <a:avLst/>
          </a:prstGeom>
        </p:spPr>
      </p:pic>
      <p:sp>
        <p:nvSpPr>
          <p:cNvPr id="8" name="TextBox 7">
            <a:extLst>
              <a:ext uri="{FF2B5EF4-FFF2-40B4-BE49-F238E27FC236}">
                <a16:creationId xmlns:a16="http://schemas.microsoft.com/office/drawing/2014/main" id="{7383C116-B5A2-3B2E-7A49-A726E00EFCF2}"/>
              </a:ext>
              <a:ext uri="{C183D7F6-B498-43B3-948B-1728B52AA6E4}">
                <adec:decorative xmlns:adec="http://schemas.microsoft.com/office/drawing/2017/decorative" val="1"/>
              </a:ext>
            </a:extLst>
          </p:cNvPr>
          <p:cNvSpPr txBox="1"/>
          <p:nvPr/>
        </p:nvSpPr>
        <p:spPr>
          <a:xfrm>
            <a:off x="6629400" y="4752639"/>
            <a:ext cx="623945" cy="172122"/>
          </a:xfrm>
          <a:prstGeom prst="rect">
            <a:avLst/>
          </a:prstGeom>
          <a:noFill/>
        </p:spPr>
        <p:txBody>
          <a:bodyPr wrap="square" lIns="0" tIns="0" rIns="0" bIns="0" rtlCol="0">
            <a:noAutofit/>
          </a:bodyPr>
          <a:lstStyle/>
          <a:p>
            <a:pPr algn="ctr">
              <a:lnSpc>
                <a:spcPct val="110000"/>
              </a:lnSpc>
              <a:spcBef>
                <a:spcPts val="1000"/>
              </a:spcBef>
            </a:pPr>
            <a:r>
              <a:rPr lang="en-US" sz="700"/>
              <a:t>Campfire</a:t>
            </a:r>
          </a:p>
        </p:txBody>
      </p:sp>
    </p:spTree>
    <p:extLst>
      <p:ext uri="{BB962C8B-B14F-4D97-AF65-F5344CB8AC3E}">
        <p14:creationId xmlns:p14="http://schemas.microsoft.com/office/powerpoint/2010/main" val="25826674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495AA1-B723-BEA0-C0DB-CBE5E211E21B}"/>
              </a:ext>
            </a:extLst>
          </p:cNvPr>
          <p:cNvSpPr>
            <a:spLocks noGrp="1"/>
          </p:cNvSpPr>
          <p:nvPr>
            <p:ph type="title"/>
          </p:nvPr>
        </p:nvSpPr>
        <p:spPr/>
        <p:txBody>
          <a:bodyPr/>
          <a:lstStyle/>
          <a:p>
            <a:r>
              <a:rPr lang="en-US"/>
              <a:t>Slide headline. </a:t>
            </a:r>
            <a:r>
              <a:rPr lang="en-US">
                <a:solidFill>
                  <a:schemeClr val="accent1"/>
                </a:solidFill>
              </a:rPr>
              <a:t>One line only.</a:t>
            </a:r>
            <a:endParaRPr lang="en-US"/>
          </a:p>
        </p:txBody>
      </p:sp>
      <p:sp>
        <p:nvSpPr>
          <p:cNvPr id="6" name="Text Placeholder 5">
            <a:extLst>
              <a:ext uri="{FF2B5EF4-FFF2-40B4-BE49-F238E27FC236}">
                <a16:creationId xmlns:a16="http://schemas.microsoft.com/office/drawing/2014/main" id="{A7F3F64B-7172-91C2-B118-976257270C26}"/>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7" name="object 3">
            <a:extLst>
              <a:ext uri="{FF2B5EF4-FFF2-40B4-BE49-F238E27FC236}">
                <a16:creationId xmlns:a16="http://schemas.microsoft.com/office/drawing/2014/main" id="{D147EECF-AEF3-6EEA-2D11-64AA4285BFEF}"/>
              </a:ext>
            </a:extLst>
          </p:cNvPr>
          <p:cNvSpPr txBox="1"/>
          <p:nvPr/>
        </p:nvSpPr>
        <p:spPr>
          <a:xfrm>
            <a:off x="571500" y="2921572"/>
            <a:ext cx="2231136" cy="243756"/>
          </a:xfrm>
          <a:prstGeom prst="rect">
            <a:avLst/>
          </a:prstGeom>
        </p:spPr>
        <p:txBody>
          <a:bodyPr vert="horz" wrap="square" lIns="0" tIns="9625" rIns="0" bIns="0" rtlCol="0">
            <a:noAutofit/>
          </a:bodyPr>
          <a:lstStyle/>
          <a:p>
            <a:pPr>
              <a:lnSpc>
                <a:spcPct val="110000"/>
              </a:lnSpc>
              <a:spcAft>
                <a:spcPts val="1000"/>
              </a:spcAft>
            </a:pPr>
            <a:r>
              <a:rPr lang="en-US" sz="1200" b="1" dirty="0">
                <a:ea typeface="+mj-ea"/>
                <a:cs typeface="+mj-cs"/>
              </a:rPr>
              <a:t>Nearshore active clients</a:t>
            </a:r>
            <a:endParaRPr sz="1200" b="1" dirty="0">
              <a:ea typeface="+mj-ea"/>
              <a:cs typeface="+mj-cs"/>
            </a:endParaRPr>
          </a:p>
        </p:txBody>
      </p:sp>
      <p:sp>
        <p:nvSpPr>
          <p:cNvPr id="9" name="object 5">
            <a:extLst>
              <a:ext uri="{FF2B5EF4-FFF2-40B4-BE49-F238E27FC236}">
                <a16:creationId xmlns:a16="http://schemas.microsoft.com/office/drawing/2014/main" id="{6C1E6713-B038-DFBB-BEF4-AF6C73D55D86}"/>
              </a:ext>
            </a:extLst>
          </p:cNvPr>
          <p:cNvSpPr txBox="1">
            <a:spLocks/>
          </p:cNvSpPr>
          <p:nvPr/>
        </p:nvSpPr>
        <p:spPr>
          <a:xfrm>
            <a:off x="3409677" y="2943955"/>
            <a:ext cx="2231136" cy="435515"/>
          </a:xfrm>
          <a:prstGeom prst="rect">
            <a:avLst/>
          </a:prstGeom>
        </p:spPr>
        <p:txBody>
          <a:bodyPr vert="horz" wrap="square" lIns="0" tIns="9625" rIns="0" bIns="0" rtlCol="0">
            <a:noAutofit/>
          </a:bodyPr>
          <a:lstStyle/>
          <a:p>
            <a:pPr marR="3080">
              <a:lnSpc>
                <a:spcPct val="110000"/>
              </a:lnSpc>
              <a:spcAft>
                <a:spcPts val="1000"/>
              </a:spcAft>
            </a:pPr>
            <a:r>
              <a:rPr lang="en-US" sz="1200" b="1" dirty="0">
                <a:ea typeface="+mj-ea"/>
                <a:cs typeface="+mj-cs"/>
              </a:rPr>
              <a:t>Active people on engagements</a:t>
            </a:r>
            <a:endParaRPr sz="1200" b="1" dirty="0">
              <a:ea typeface="+mj-ea"/>
              <a:cs typeface="+mj-cs"/>
            </a:endParaRPr>
          </a:p>
        </p:txBody>
      </p:sp>
      <p:pic>
        <p:nvPicPr>
          <p:cNvPr id="14" name="Graphic 13">
            <a:extLst>
              <a:ext uri="{FF2B5EF4-FFF2-40B4-BE49-F238E27FC236}">
                <a16:creationId xmlns:a16="http://schemas.microsoft.com/office/drawing/2014/main" id="{61A85B00-A19F-BD2C-EAA6-D5AE8A05D935}"/>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10300" y="2447202"/>
            <a:ext cx="457200" cy="457200"/>
          </a:xfrm>
          <a:prstGeom prst="rect">
            <a:avLst/>
          </a:prstGeom>
        </p:spPr>
      </p:pic>
      <p:sp>
        <p:nvSpPr>
          <p:cNvPr id="11" name="object 7">
            <a:extLst>
              <a:ext uri="{FF2B5EF4-FFF2-40B4-BE49-F238E27FC236}">
                <a16:creationId xmlns:a16="http://schemas.microsoft.com/office/drawing/2014/main" id="{07877E17-0122-9906-5D57-2B2F93721D40}"/>
              </a:ext>
            </a:extLst>
          </p:cNvPr>
          <p:cNvSpPr txBox="1">
            <a:spLocks/>
          </p:cNvSpPr>
          <p:nvPr/>
        </p:nvSpPr>
        <p:spPr>
          <a:xfrm>
            <a:off x="6214650" y="2943955"/>
            <a:ext cx="2231136" cy="218345"/>
          </a:xfrm>
          <a:prstGeom prst="rect">
            <a:avLst/>
          </a:prstGeom>
        </p:spPr>
        <p:txBody>
          <a:bodyPr vert="horz" wrap="square" lIns="0" tIns="9625" rIns="0" bIns="0" rtlCol="0">
            <a:noAutofit/>
          </a:bodyPr>
          <a:lstStyle/>
          <a:p>
            <a:pPr marR="3080">
              <a:lnSpc>
                <a:spcPct val="110000"/>
              </a:lnSpc>
              <a:spcAft>
                <a:spcPts val="1000"/>
              </a:spcAft>
            </a:pPr>
            <a:r>
              <a:rPr lang="en-US" sz="1200" b="1" dirty="0">
                <a:ea typeface="+mj-ea"/>
                <a:cs typeface="+mj-cs"/>
              </a:rPr>
              <a:t>Weighted pipeline</a:t>
            </a:r>
            <a:r>
              <a:rPr lang="en-US" sz="1200" dirty="0">
                <a:ea typeface="+mj-ea"/>
                <a:cs typeface="+mj-cs"/>
              </a:rPr>
              <a:t>.</a:t>
            </a:r>
          </a:p>
        </p:txBody>
      </p:sp>
      <p:pic>
        <p:nvPicPr>
          <p:cNvPr id="13" name="Graphic 12">
            <a:extLst>
              <a:ext uri="{FF2B5EF4-FFF2-40B4-BE49-F238E27FC236}">
                <a16:creationId xmlns:a16="http://schemas.microsoft.com/office/drawing/2014/main" id="{EDE7102A-874D-2C2D-6049-3E4655814AD5}"/>
              </a:ext>
              <a:ext uri="{C183D7F6-B498-43B3-948B-1728B52AA6E4}">
                <adec:decorative xmlns:adec="http://schemas.microsoft.com/office/drawing/2017/decorative" val="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9404" y="3662565"/>
            <a:ext cx="415636" cy="415636"/>
          </a:xfrm>
          <a:prstGeom prst="rect">
            <a:avLst/>
          </a:prstGeom>
        </p:spPr>
      </p:pic>
      <p:sp>
        <p:nvSpPr>
          <p:cNvPr id="26" name="object 3">
            <a:extLst>
              <a:ext uri="{FF2B5EF4-FFF2-40B4-BE49-F238E27FC236}">
                <a16:creationId xmlns:a16="http://schemas.microsoft.com/office/drawing/2014/main" id="{5FF55CC2-BE15-437F-B0ED-FE1122B6193D}"/>
              </a:ext>
            </a:extLst>
          </p:cNvPr>
          <p:cNvSpPr txBox="1">
            <a:spLocks/>
          </p:cNvSpPr>
          <p:nvPr/>
        </p:nvSpPr>
        <p:spPr>
          <a:xfrm>
            <a:off x="613629" y="5295900"/>
            <a:ext cx="2231136" cy="243755"/>
          </a:xfrm>
          <a:prstGeom prst="rect">
            <a:avLst/>
          </a:prstGeom>
        </p:spPr>
        <p:txBody>
          <a:bodyPr vert="horz" wrap="square" lIns="0" tIns="9625" rIns="0" bIns="0" rtlCol="0">
            <a:noAutofit/>
          </a:bodyPr>
          <a:lstStyle/>
          <a:p>
            <a:pPr>
              <a:lnSpc>
                <a:spcPct val="110000"/>
              </a:lnSpc>
              <a:spcAft>
                <a:spcPts val="1000"/>
              </a:spcAft>
            </a:pPr>
            <a:r>
              <a:rPr lang="en-US" sz="1200" b="1" dirty="0">
                <a:ea typeface="+mj-ea"/>
                <a:cs typeface="+mj-cs"/>
              </a:rPr>
              <a:t>Direct revenue</a:t>
            </a:r>
            <a:endParaRPr sz="1200" dirty="0">
              <a:ea typeface="+mj-ea"/>
              <a:cs typeface="+mj-cs"/>
            </a:endParaRPr>
          </a:p>
        </p:txBody>
      </p:sp>
      <p:pic>
        <p:nvPicPr>
          <p:cNvPr id="12" name="Graphic 11">
            <a:extLst>
              <a:ext uri="{FF2B5EF4-FFF2-40B4-BE49-F238E27FC236}">
                <a16:creationId xmlns:a16="http://schemas.microsoft.com/office/drawing/2014/main" id="{7045217E-DE8C-F732-41DB-59345F14AB72}"/>
              </a:ext>
              <a:ext uri="{C183D7F6-B498-43B3-948B-1728B52AA6E4}">
                <adec:decorative xmlns:adec="http://schemas.microsoft.com/office/drawing/2017/decorative" val="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409677" y="3641783"/>
            <a:ext cx="457200" cy="457200"/>
          </a:xfrm>
          <a:prstGeom prst="rect">
            <a:avLst/>
          </a:prstGeom>
        </p:spPr>
      </p:pic>
      <p:sp>
        <p:nvSpPr>
          <p:cNvPr id="27" name="object 5">
            <a:extLst>
              <a:ext uri="{FF2B5EF4-FFF2-40B4-BE49-F238E27FC236}">
                <a16:creationId xmlns:a16="http://schemas.microsoft.com/office/drawing/2014/main" id="{3FA2A179-5C09-9047-DFA5-E63373D0EE81}"/>
              </a:ext>
            </a:extLst>
          </p:cNvPr>
          <p:cNvSpPr txBox="1">
            <a:spLocks/>
          </p:cNvSpPr>
          <p:nvPr/>
        </p:nvSpPr>
        <p:spPr>
          <a:xfrm>
            <a:off x="3409677" y="4098990"/>
            <a:ext cx="2231136" cy="243755"/>
          </a:xfrm>
          <a:prstGeom prst="rect">
            <a:avLst/>
          </a:prstGeom>
        </p:spPr>
        <p:txBody>
          <a:bodyPr vert="horz" wrap="square" lIns="0" tIns="9625" rIns="0" bIns="0" rtlCol="0">
            <a:noAutofit/>
          </a:bodyPr>
          <a:lstStyle/>
          <a:p>
            <a:pPr marR="3080">
              <a:lnSpc>
                <a:spcPct val="110000"/>
              </a:lnSpc>
              <a:spcAft>
                <a:spcPts val="1000"/>
              </a:spcAft>
            </a:pPr>
            <a:r>
              <a:rPr lang="en-US" sz="1200" b="1" dirty="0">
                <a:ea typeface="+mj-ea"/>
                <a:cs typeface="+mj-cs"/>
              </a:rPr>
              <a:t>Won </a:t>
            </a:r>
            <a:r>
              <a:rPr lang="en-US" sz="1200" b="1" dirty="0" err="1">
                <a:ea typeface="+mj-ea"/>
                <a:cs typeface="+mj-cs"/>
              </a:rPr>
              <a:t>opps</a:t>
            </a:r>
            <a:r>
              <a:rPr lang="en-US" sz="1200" b="1" dirty="0">
                <a:ea typeface="+mj-ea"/>
                <a:cs typeface="+mj-cs"/>
              </a:rPr>
              <a:t> direct sales</a:t>
            </a:r>
            <a:r>
              <a:rPr lang="en-US" sz="1200" dirty="0">
                <a:ea typeface="+mj-ea"/>
                <a:cs typeface="+mj-cs"/>
              </a:rPr>
              <a:t>.</a:t>
            </a:r>
          </a:p>
        </p:txBody>
      </p:sp>
      <p:pic>
        <p:nvPicPr>
          <p:cNvPr id="10" name="Graphic 9">
            <a:extLst>
              <a:ext uri="{FF2B5EF4-FFF2-40B4-BE49-F238E27FC236}">
                <a16:creationId xmlns:a16="http://schemas.microsoft.com/office/drawing/2014/main" id="{C7DF9B5D-F8B7-85B2-2299-0CD65E0A9298}"/>
              </a:ext>
              <a:ext uri="{C183D7F6-B498-43B3-948B-1728B52AA6E4}">
                <adec:decorative xmlns:adec="http://schemas.microsoft.com/office/drawing/2017/decorative" val="1"/>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331514" y="3657600"/>
            <a:ext cx="457200" cy="457200"/>
          </a:xfrm>
          <a:prstGeom prst="rect">
            <a:avLst/>
          </a:prstGeom>
        </p:spPr>
      </p:pic>
      <p:sp>
        <p:nvSpPr>
          <p:cNvPr id="28" name="object 7">
            <a:extLst>
              <a:ext uri="{FF2B5EF4-FFF2-40B4-BE49-F238E27FC236}">
                <a16:creationId xmlns:a16="http://schemas.microsoft.com/office/drawing/2014/main" id="{0B5FA148-F4A2-77CE-242E-1FADC1147537}"/>
              </a:ext>
            </a:extLst>
          </p:cNvPr>
          <p:cNvSpPr txBox="1">
            <a:spLocks/>
          </p:cNvSpPr>
          <p:nvPr/>
        </p:nvSpPr>
        <p:spPr>
          <a:xfrm>
            <a:off x="6210300" y="4098983"/>
            <a:ext cx="2231136" cy="243755"/>
          </a:xfrm>
          <a:prstGeom prst="rect">
            <a:avLst/>
          </a:prstGeom>
        </p:spPr>
        <p:txBody>
          <a:bodyPr vert="horz" wrap="square" lIns="0" tIns="9625" rIns="0" bIns="0" rtlCol="0">
            <a:noAutofit/>
          </a:bodyPr>
          <a:lstStyle/>
          <a:p>
            <a:pPr marR="3080">
              <a:lnSpc>
                <a:spcPct val="110000"/>
              </a:lnSpc>
              <a:spcAft>
                <a:spcPts val="1000"/>
              </a:spcAft>
            </a:pPr>
            <a:r>
              <a:rPr lang="en-US" sz="1200" b="1" dirty="0">
                <a:ea typeface="+mj-ea"/>
                <a:cs typeface="+mj-cs"/>
              </a:rPr>
              <a:t>Total revenue</a:t>
            </a:r>
            <a:endParaRPr lang="en-US" sz="1200" dirty="0">
              <a:ea typeface="+mj-ea"/>
              <a:cs typeface="+mj-cs"/>
            </a:endParaRPr>
          </a:p>
        </p:txBody>
      </p:sp>
      <p:cxnSp>
        <p:nvCxnSpPr>
          <p:cNvPr id="32" name="Straight Connector 31">
            <a:extLst>
              <a:ext uri="{FF2B5EF4-FFF2-40B4-BE49-F238E27FC236}">
                <a16:creationId xmlns:a16="http://schemas.microsoft.com/office/drawing/2014/main" id="{8BDE836A-B287-6F5C-9A19-FB62C8C2E3B3}"/>
              </a:ext>
              <a:ext uri="{C183D7F6-B498-43B3-948B-1728B52AA6E4}">
                <adec:decorative xmlns:adec="http://schemas.microsoft.com/office/drawing/2017/decorative" val="1"/>
              </a:ext>
            </a:extLst>
          </p:cNvPr>
          <p:cNvCxnSpPr>
            <a:cxnSpLocks/>
          </p:cNvCxnSpPr>
          <p:nvPr/>
        </p:nvCxnSpPr>
        <p:spPr>
          <a:xfrm>
            <a:off x="9740900" y="2362462"/>
            <a:ext cx="0" cy="3924038"/>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40" name="object 5">
            <a:extLst>
              <a:ext uri="{FF2B5EF4-FFF2-40B4-BE49-F238E27FC236}">
                <a16:creationId xmlns:a16="http://schemas.microsoft.com/office/drawing/2014/main" id="{D0DBC664-9C99-8702-E7F9-A4DE286EDB56}"/>
              </a:ext>
            </a:extLst>
          </p:cNvPr>
          <p:cNvSpPr txBox="1"/>
          <p:nvPr/>
        </p:nvSpPr>
        <p:spPr>
          <a:xfrm>
            <a:off x="9980930" y="2943955"/>
            <a:ext cx="1639568" cy="3342545"/>
          </a:xfrm>
          <a:prstGeom prst="rect">
            <a:avLst/>
          </a:prstGeom>
        </p:spPr>
        <p:txBody>
          <a:bodyPr vert="horz" wrap="square" lIns="0" tIns="10395" rIns="0" bIns="0" rtlCol="0">
            <a:noAutofit/>
          </a:bodyPr>
          <a:lstStyle/>
          <a:p>
            <a:pPr>
              <a:lnSpc>
                <a:spcPct val="110000"/>
              </a:lnSpc>
              <a:spcAft>
                <a:spcPts val="1000"/>
              </a:spcAft>
            </a:pPr>
            <a:r>
              <a:rPr lang="en-US" sz="1200" b="1">
                <a:ea typeface="+mj-ea"/>
                <a:cs typeface="+mj-cs"/>
              </a:rPr>
              <a:t>Optional list</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one</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two</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three</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four</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five</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six</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seven</a:t>
            </a:r>
            <a:endParaRPr sz="1400"/>
          </a:p>
        </p:txBody>
      </p:sp>
      <p:sp>
        <p:nvSpPr>
          <p:cNvPr id="2" name="Date Placeholder 1">
            <a:extLst>
              <a:ext uri="{FF2B5EF4-FFF2-40B4-BE49-F238E27FC236}">
                <a16:creationId xmlns:a16="http://schemas.microsoft.com/office/drawing/2014/main" id="{658ECC03-BC80-F8B6-D336-E2F1C0B790B9}"/>
              </a:ext>
              <a:ext uri="{C183D7F6-B498-43B3-948B-1728B52AA6E4}">
                <adec:decorative xmlns:adec="http://schemas.microsoft.com/office/drawing/2017/decorative" val="1"/>
              </a:ext>
            </a:extLst>
          </p:cNvPr>
          <p:cNvSpPr>
            <a:spLocks noGrp="1"/>
          </p:cNvSpPr>
          <p:nvPr>
            <p:ph type="dt" sz="half" idx="11"/>
          </p:nvPr>
        </p:nvSpPr>
        <p:spPr/>
        <p:txBody>
          <a:bodyPr/>
          <a:lstStyle/>
          <a:p>
            <a:fld id="{A42A4847-96D2-4AEE-B3DA-8E98D530CE80}" type="datetimeyyyy">
              <a:rPr lang="en-US" smtClean="0"/>
              <a:t>2025</a:t>
            </a:fld>
            <a:endParaRPr lang="en-US"/>
          </a:p>
        </p:txBody>
      </p:sp>
      <p:sp>
        <p:nvSpPr>
          <p:cNvPr id="3" name="Footer Placeholder 2">
            <a:extLst>
              <a:ext uri="{FF2B5EF4-FFF2-40B4-BE49-F238E27FC236}">
                <a16:creationId xmlns:a16="http://schemas.microsoft.com/office/drawing/2014/main" id="{8A2F3F3E-186C-04E7-FF5D-A0DE438CF349}"/>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7793D09B-F11E-90A8-5B01-D8F76A4E0D7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81</a:t>
            </a:fld>
            <a:endParaRPr lang="en-US"/>
          </a:p>
        </p:txBody>
      </p:sp>
      <p:sp>
        <p:nvSpPr>
          <p:cNvPr id="8" name="TextBox 7">
            <a:extLst>
              <a:ext uri="{FF2B5EF4-FFF2-40B4-BE49-F238E27FC236}">
                <a16:creationId xmlns:a16="http://schemas.microsoft.com/office/drawing/2014/main" id="{27A524C4-64E8-6C27-462D-0C21CC90D064}"/>
              </a:ext>
            </a:extLst>
          </p:cNvPr>
          <p:cNvSpPr txBox="1"/>
          <p:nvPr/>
        </p:nvSpPr>
        <p:spPr>
          <a:xfrm>
            <a:off x="-512064" y="5093208"/>
            <a:ext cx="0" cy="0"/>
          </a:xfrm>
          <a:prstGeom prst="rect">
            <a:avLst/>
          </a:prstGeom>
          <a:noFill/>
        </p:spPr>
        <p:txBody>
          <a:bodyPr wrap="none" lIns="0" tIns="0" rIns="0" bIns="0" rtlCol="0">
            <a:noAutofit/>
          </a:bodyPr>
          <a:lstStyle/>
          <a:p>
            <a:pPr algn="l">
              <a:lnSpc>
                <a:spcPct val="110000"/>
              </a:lnSpc>
              <a:spcBef>
                <a:spcPts val="1000"/>
              </a:spcBef>
            </a:pPr>
            <a:endParaRPr lang="en-US"/>
          </a:p>
        </p:txBody>
      </p:sp>
      <p:pic>
        <p:nvPicPr>
          <p:cNvPr id="17" name="Graphic 16">
            <a:extLst>
              <a:ext uri="{FF2B5EF4-FFF2-40B4-BE49-F238E27FC236}">
                <a16:creationId xmlns:a16="http://schemas.microsoft.com/office/drawing/2014/main" id="{FF5AA9AE-B7A4-A714-C6CE-DF2FF40CA565}"/>
              </a:ext>
              <a:ext uri="{C183D7F6-B498-43B3-948B-1728B52AA6E4}">
                <adec:decorative xmlns:adec="http://schemas.microsoft.com/office/drawing/2017/decorative" val="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14382" y="4836364"/>
            <a:ext cx="415636" cy="415636"/>
          </a:xfrm>
          <a:prstGeom prst="rect">
            <a:avLst/>
          </a:prstGeom>
        </p:spPr>
      </p:pic>
      <p:pic>
        <p:nvPicPr>
          <p:cNvPr id="18" name="Graphic 17">
            <a:extLst>
              <a:ext uri="{FF2B5EF4-FFF2-40B4-BE49-F238E27FC236}">
                <a16:creationId xmlns:a16="http://schemas.microsoft.com/office/drawing/2014/main" id="{D2496EA6-70EC-C4CE-64A9-37F5FCE67C24}"/>
              </a:ext>
              <a:ext uri="{C183D7F6-B498-43B3-948B-1728B52AA6E4}">
                <adec:decorative xmlns:adec="http://schemas.microsoft.com/office/drawing/2017/decorative" val="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390900" y="4799185"/>
            <a:ext cx="457200" cy="457200"/>
          </a:xfrm>
          <a:prstGeom prst="rect">
            <a:avLst/>
          </a:prstGeom>
        </p:spPr>
      </p:pic>
      <p:sp>
        <p:nvSpPr>
          <p:cNvPr id="20" name="object 3">
            <a:extLst>
              <a:ext uri="{FF2B5EF4-FFF2-40B4-BE49-F238E27FC236}">
                <a16:creationId xmlns:a16="http://schemas.microsoft.com/office/drawing/2014/main" id="{FD038BCA-9F7E-DF59-BD85-48ED0A32FA31}"/>
              </a:ext>
            </a:extLst>
          </p:cNvPr>
          <p:cNvSpPr txBox="1">
            <a:spLocks/>
          </p:cNvSpPr>
          <p:nvPr/>
        </p:nvSpPr>
        <p:spPr>
          <a:xfrm>
            <a:off x="571500" y="4091650"/>
            <a:ext cx="2231136" cy="243755"/>
          </a:xfrm>
          <a:prstGeom prst="rect">
            <a:avLst/>
          </a:prstGeom>
        </p:spPr>
        <p:txBody>
          <a:bodyPr vert="horz" wrap="square" lIns="0" tIns="9625" rIns="0" bIns="0" rtlCol="0">
            <a:noAutofit/>
          </a:bodyPr>
          <a:lstStyle/>
          <a:p>
            <a:pPr>
              <a:lnSpc>
                <a:spcPct val="110000"/>
              </a:lnSpc>
              <a:spcAft>
                <a:spcPts val="1000"/>
              </a:spcAft>
            </a:pPr>
            <a:r>
              <a:rPr lang="en-US" sz="1200" b="1" dirty="0">
                <a:ea typeface="+mj-ea"/>
                <a:cs typeface="+mj-cs"/>
              </a:rPr>
              <a:t>Won </a:t>
            </a:r>
            <a:r>
              <a:rPr lang="en-US" sz="1200" b="1" dirty="0" err="1">
                <a:ea typeface="+mj-ea"/>
                <a:cs typeface="+mj-cs"/>
              </a:rPr>
              <a:t>opps</a:t>
            </a:r>
            <a:r>
              <a:rPr lang="en-US" sz="1200" b="1" dirty="0">
                <a:ea typeface="+mj-ea"/>
                <a:cs typeface="+mj-cs"/>
              </a:rPr>
              <a:t> total sales</a:t>
            </a:r>
            <a:endParaRPr sz="1200" dirty="0">
              <a:ea typeface="+mj-ea"/>
              <a:cs typeface="+mj-cs"/>
            </a:endParaRPr>
          </a:p>
        </p:txBody>
      </p:sp>
      <p:sp>
        <p:nvSpPr>
          <p:cNvPr id="21" name="object 3">
            <a:extLst>
              <a:ext uri="{FF2B5EF4-FFF2-40B4-BE49-F238E27FC236}">
                <a16:creationId xmlns:a16="http://schemas.microsoft.com/office/drawing/2014/main" id="{7D6ACA8B-E459-11FC-45BD-94C330BA6430}"/>
              </a:ext>
            </a:extLst>
          </p:cNvPr>
          <p:cNvSpPr txBox="1">
            <a:spLocks/>
          </p:cNvSpPr>
          <p:nvPr/>
        </p:nvSpPr>
        <p:spPr>
          <a:xfrm>
            <a:off x="3399286" y="5295900"/>
            <a:ext cx="2231136" cy="243755"/>
          </a:xfrm>
          <a:prstGeom prst="rect">
            <a:avLst/>
          </a:prstGeom>
        </p:spPr>
        <p:txBody>
          <a:bodyPr vert="horz" wrap="square" lIns="0" tIns="9625" rIns="0" bIns="0" rtlCol="0">
            <a:noAutofit/>
          </a:bodyPr>
          <a:lstStyle/>
          <a:p>
            <a:pPr>
              <a:lnSpc>
                <a:spcPct val="110000"/>
              </a:lnSpc>
              <a:spcAft>
                <a:spcPts val="1000"/>
              </a:spcAft>
            </a:pPr>
            <a:r>
              <a:rPr lang="en-US" sz="1200" b="1" dirty="0">
                <a:ea typeface="+mj-ea"/>
                <a:cs typeface="+mj-cs"/>
              </a:rPr>
              <a:t>Client conversations</a:t>
            </a:r>
            <a:endParaRPr sz="1200" dirty="0">
              <a:ea typeface="+mj-ea"/>
              <a:cs typeface="+mj-cs"/>
            </a:endParaRPr>
          </a:p>
        </p:txBody>
      </p:sp>
      <p:pic>
        <p:nvPicPr>
          <p:cNvPr id="22" name="Graphic 21" descr="People icon">
            <a:extLst>
              <a:ext uri="{FF2B5EF4-FFF2-40B4-BE49-F238E27FC236}">
                <a16:creationId xmlns:a16="http://schemas.microsoft.com/office/drawing/2014/main" id="{E6315068-DCD9-F85D-FEE1-1AC196DBA498}"/>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29404" y="2447202"/>
            <a:ext cx="457200" cy="457200"/>
          </a:xfrm>
          <a:prstGeom prst="rect">
            <a:avLst/>
          </a:prstGeom>
        </p:spPr>
      </p:pic>
      <p:pic>
        <p:nvPicPr>
          <p:cNvPr id="23" name="Graphic 22" descr="Customer service icon">
            <a:extLst>
              <a:ext uri="{FF2B5EF4-FFF2-40B4-BE49-F238E27FC236}">
                <a16:creationId xmlns:a16="http://schemas.microsoft.com/office/drawing/2014/main" id="{B7E22EBE-772A-43CB-F67A-BD50BBD71956}"/>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3372027" y="2447202"/>
            <a:ext cx="457200" cy="457200"/>
          </a:xfrm>
          <a:prstGeom prst="rect">
            <a:avLst/>
          </a:prstGeom>
        </p:spPr>
      </p:pic>
    </p:spTree>
    <p:extLst>
      <p:ext uri="{BB962C8B-B14F-4D97-AF65-F5344CB8AC3E}">
        <p14:creationId xmlns:p14="http://schemas.microsoft.com/office/powerpoint/2010/main" val="32697640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8859C2-9CAC-EBFE-61F6-FC0008DBE324}"/>
              </a:ext>
            </a:extLst>
          </p:cNvPr>
          <p:cNvSpPr>
            <a:spLocks noGrp="1"/>
          </p:cNvSpPr>
          <p:nvPr>
            <p:ph type="title"/>
          </p:nvPr>
        </p:nvSpPr>
        <p:spPr/>
        <p:txBody>
          <a:bodyPr/>
          <a:lstStyle/>
          <a:p>
            <a:r>
              <a:rPr lang="en-US" dirty="0" err="1">
                <a:solidFill>
                  <a:schemeClr val="accent5"/>
                </a:solidFill>
              </a:rPr>
              <a:t>Allshore</a:t>
            </a:r>
            <a:r>
              <a:rPr lang="en-US" dirty="0">
                <a:solidFill>
                  <a:schemeClr val="accent5"/>
                </a:solidFill>
              </a:rPr>
              <a:t> stats</a:t>
            </a:r>
            <a:br>
              <a:rPr lang="en-US" dirty="0"/>
            </a:br>
            <a:r>
              <a:rPr lang="en-US" dirty="0"/>
              <a:t>Week of 6 May, 2024</a:t>
            </a:r>
          </a:p>
        </p:txBody>
      </p:sp>
      <p:sp>
        <p:nvSpPr>
          <p:cNvPr id="14" name="object 4">
            <a:extLst>
              <a:ext uri="{FF2B5EF4-FFF2-40B4-BE49-F238E27FC236}">
                <a16:creationId xmlns:a16="http://schemas.microsoft.com/office/drawing/2014/main" id="{C3C8910E-4C48-7F9E-EB1D-8D9579A48280}"/>
              </a:ext>
            </a:extLst>
          </p:cNvPr>
          <p:cNvSpPr txBox="1">
            <a:spLocks/>
          </p:cNvSpPr>
          <p:nvPr/>
        </p:nvSpPr>
        <p:spPr>
          <a:xfrm>
            <a:off x="575978" y="2155557"/>
            <a:ext cx="2231136" cy="1034526"/>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defTabSz="914400">
              <a:lnSpc>
                <a:spcPct val="80000"/>
              </a:lnSpc>
              <a:tabLst>
                <a:tab pos="1064141" algn="l"/>
              </a:tabLst>
            </a:pPr>
            <a:r>
              <a:rPr lang="en-US" sz="5400" dirty="0">
                <a:solidFill>
                  <a:schemeClr val="accent5"/>
                </a:solidFill>
                <a:latin typeface="+mj-lt"/>
                <a:cs typeface="+mj-cs"/>
              </a:rPr>
              <a:t>5</a:t>
            </a:r>
          </a:p>
        </p:txBody>
      </p:sp>
      <p:sp>
        <p:nvSpPr>
          <p:cNvPr id="10" name="object 3">
            <a:extLst>
              <a:ext uri="{FF2B5EF4-FFF2-40B4-BE49-F238E27FC236}">
                <a16:creationId xmlns:a16="http://schemas.microsoft.com/office/drawing/2014/main" id="{A4033315-1732-DEF4-77E4-146C7C5A270D}"/>
              </a:ext>
            </a:extLst>
          </p:cNvPr>
          <p:cNvSpPr txBox="1"/>
          <p:nvPr/>
        </p:nvSpPr>
        <p:spPr>
          <a:xfrm>
            <a:off x="575978" y="3126644"/>
            <a:ext cx="2590801" cy="254861"/>
          </a:xfrm>
          <a:prstGeom prst="rect">
            <a:avLst/>
          </a:prstGeom>
        </p:spPr>
        <p:txBody>
          <a:bodyPr vert="horz" wrap="square" lIns="0" tIns="9625" rIns="0" bIns="0" rtlCol="0">
            <a:noAutofit/>
          </a:bodyPr>
          <a:lstStyle/>
          <a:p>
            <a:pPr>
              <a:lnSpc>
                <a:spcPct val="110000"/>
              </a:lnSpc>
              <a:spcAft>
                <a:spcPts val="1000"/>
              </a:spcAft>
            </a:pPr>
            <a:r>
              <a:rPr lang="en-US" sz="1400" b="1" dirty="0"/>
              <a:t>Nearshore active clients</a:t>
            </a:r>
          </a:p>
        </p:txBody>
      </p:sp>
      <p:sp>
        <p:nvSpPr>
          <p:cNvPr id="15" name="object 4">
            <a:extLst>
              <a:ext uri="{FF2B5EF4-FFF2-40B4-BE49-F238E27FC236}">
                <a16:creationId xmlns:a16="http://schemas.microsoft.com/office/drawing/2014/main" id="{29400698-1233-81C3-AE7F-922D22D53988}"/>
              </a:ext>
            </a:extLst>
          </p:cNvPr>
          <p:cNvSpPr txBox="1">
            <a:spLocks/>
          </p:cNvSpPr>
          <p:nvPr/>
        </p:nvSpPr>
        <p:spPr>
          <a:xfrm>
            <a:off x="3395378" y="2155557"/>
            <a:ext cx="2231136" cy="1034526"/>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a:lnSpc>
                <a:spcPct val="80000"/>
              </a:lnSpc>
              <a:tabLst>
                <a:tab pos="1064141" algn="l"/>
              </a:tabLst>
            </a:pPr>
            <a:r>
              <a:rPr lang="en-US" sz="5400" dirty="0">
                <a:solidFill>
                  <a:schemeClr val="accent5"/>
                </a:solidFill>
                <a:latin typeface="+mj-lt"/>
                <a:cs typeface="+mj-cs"/>
              </a:rPr>
              <a:t>50</a:t>
            </a:r>
          </a:p>
        </p:txBody>
      </p:sp>
      <p:sp>
        <p:nvSpPr>
          <p:cNvPr id="12" name="object 5">
            <a:extLst>
              <a:ext uri="{FF2B5EF4-FFF2-40B4-BE49-F238E27FC236}">
                <a16:creationId xmlns:a16="http://schemas.microsoft.com/office/drawing/2014/main" id="{BA8B2132-0E40-A898-8928-4148A2D9EEFC}"/>
              </a:ext>
            </a:extLst>
          </p:cNvPr>
          <p:cNvSpPr txBox="1">
            <a:spLocks/>
          </p:cNvSpPr>
          <p:nvPr/>
        </p:nvSpPr>
        <p:spPr>
          <a:xfrm>
            <a:off x="3421380" y="3126644"/>
            <a:ext cx="2590801" cy="534110"/>
          </a:xfrm>
          <a:prstGeom prst="rect">
            <a:avLst/>
          </a:prstGeom>
        </p:spPr>
        <p:txBody>
          <a:bodyPr vert="horz" wrap="square" lIns="0" tIns="9625" rIns="0" bIns="0" rtlCol="0">
            <a:noAutofit/>
          </a:bodyPr>
          <a:lstStyle/>
          <a:p>
            <a:pPr>
              <a:lnSpc>
                <a:spcPct val="110000"/>
              </a:lnSpc>
              <a:spcAft>
                <a:spcPts val="1000"/>
              </a:spcAft>
            </a:pPr>
            <a:r>
              <a:rPr lang="en-US" sz="1400" b="1" dirty="0"/>
              <a:t>Active people on engagements</a:t>
            </a:r>
          </a:p>
        </p:txBody>
      </p:sp>
      <p:sp>
        <p:nvSpPr>
          <p:cNvPr id="24" name="object 4">
            <a:extLst>
              <a:ext uri="{FF2B5EF4-FFF2-40B4-BE49-F238E27FC236}">
                <a16:creationId xmlns:a16="http://schemas.microsoft.com/office/drawing/2014/main" id="{4A0602CC-0FE6-89EA-C0FE-F531F7C8B1A2}"/>
              </a:ext>
            </a:extLst>
          </p:cNvPr>
          <p:cNvSpPr txBox="1">
            <a:spLocks/>
          </p:cNvSpPr>
          <p:nvPr/>
        </p:nvSpPr>
        <p:spPr>
          <a:xfrm>
            <a:off x="6210300" y="2155557"/>
            <a:ext cx="2231136" cy="1034526"/>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defTabSz="914400">
              <a:lnSpc>
                <a:spcPct val="80000"/>
              </a:lnSpc>
              <a:tabLst>
                <a:tab pos="1064141" algn="l"/>
              </a:tabLst>
            </a:pPr>
            <a:r>
              <a:rPr lang="en-US" sz="5400" dirty="0">
                <a:solidFill>
                  <a:schemeClr val="accent5"/>
                </a:solidFill>
                <a:latin typeface="+mj-lt"/>
                <a:cs typeface="+mj-cs"/>
              </a:rPr>
              <a:t>$44M</a:t>
            </a:r>
          </a:p>
        </p:txBody>
      </p:sp>
      <p:sp>
        <p:nvSpPr>
          <p:cNvPr id="11" name="object 4">
            <a:extLst>
              <a:ext uri="{FF2B5EF4-FFF2-40B4-BE49-F238E27FC236}">
                <a16:creationId xmlns:a16="http://schemas.microsoft.com/office/drawing/2014/main" id="{1006870E-4FA9-B1C5-B833-CB9A1EBFA972}"/>
              </a:ext>
            </a:extLst>
          </p:cNvPr>
          <p:cNvSpPr txBox="1">
            <a:spLocks/>
          </p:cNvSpPr>
          <p:nvPr/>
        </p:nvSpPr>
        <p:spPr>
          <a:xfrm>
            <a:off x="6236714" y="3111617"/>
            <a:ext cx="2590801" cy="209518"/>
          </a:xfrm>
          <a:prstGeom prst="rect">
            <a:avLst/>
          </a:prstGeom>
        </p:spPr>
        <p:txBody>
          <a:bodyPr vert="horz" wrap="square" lIns="0" tIns="9625" rIns="0" bIns="0" rtlCol="0">
            <a:noAutofit/>
          </a:bodyPr>
          <a:lstStyle/>
          <a:p>
            <a:pPr>
              <a:lnSpc>
                <a:spcPct val="110000"/>
              </a:lnSpc>
              <a:spcAft>
                <a:spcPts val="1000"/>
              </a:spcAft>
            </a:pPr>
            <a:r>
              <a:rPr lang="en-US" sz="1400" b="1" dirty="0"/>
              <a:t>Weighted pipeline</a:t>
            </a:r>
          </a:p>
        </p:txBody>
      </p:sp>
      <p:sp>
        <p:nvSpPr>
          <p:cNvPr id="25" name="object 4">
            <a:extLst>
              <a:ext uri="{FF2B5EF4-FFF2-40B4-BE49-F238E27FC236}">
                <a16:creationId xmlns:a16="http://schemas.microsoft.com/office/drawing/2014/main" id="{B9EE13D2-9D38-4DEA-9B4E-D79599622EDE}"/>
              </a:ext>
            </a:extLst>
          </p:cNvPr>
          <p:cNvSpPr txBox="1">
            <a:spLocks/>
          </p:cNvSpPr>
          <p:nvPr/>
        </p:nvSpPr>
        <p:spPr>
          <a:xfrm>
            <a:off x="9046896" y="2180884"/>
            <a:ext cx="2810218" cy="1034526"/>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a:lnSpc>
                <a:spcPct val="80000"/>
              </a:lnSpc>
              <a:tabLst>
                <a:tab pos="1064141" algn="l"/>
              </a:tabLst>
            </a:pPr>
            <a:r>
              <a:rPr lang="en-US" sz="5400" dirty="0">
                <a:solidFill>
                  <a:schemeClr val="accent5"/>
                </a:solidFill>
                <a:latin typeface="+mj-lt"/>
                <a:cs typeface="+mj-cs"/>
              </a:rPr>
              <a:t>$69.5M</a:t>
            </a:r>
          </a:p>
        </p:txBody>
      </p:sp>
      <p:sp>
        <p:nvSpPr>
          <p:cNvPr id="13" name="object 6">
            <a:extLst>
              <a:ext uri="{FF2B5EF4-FFF2-40B4-BE49-F238E27FC236}">
                <a16:creationId xmlns:a16="http://schemas.microsoft.com/office/drawing/2014/main" id="{C3959ACA-776D-5355-4814-B3D9231AAC90}"/>
              </a:ext>
            </a:extLst>
          </p:cNvPr>
          <p:cNvSpPr txBox="1">
            <a:spLocks/>
          </p:cNvSpPr>
          <p:nvPr/>
        </p:nvSpPr>
        <p:spPr>
          <a:xfrm>
            <a:off x="9046896" y="3124963"/>
            <a:ext cx="2590801" cy="209516"/>
          </a:xfrm>
          <a:prstGeom prst="rect">
            <a:avLst/>
          </a:prstGeom>
        </p:spPr>
        <p:txBody>
          <a:bodyPr vert="horz" wrap="square" lIns="0" tIns="9625" rIns="0" bIns="0" rtlCol="0">
            <a:noAutofit/>
          </a:bodyPr>
          <a:lstStyle/>
          <a:p>
            <a:pPr>
              <a:lnSpc>
                <a:spcPct val="110000"/>
              </a:lnSpc>
              <a:spcAft>
                <a:spcPts val="1000"/>
              </a:spcAft>
            </a:pPr>
            <a:r>
              <a:rPr lang="en-US" sz="1400" b="1" dirty="0"/>
              <a:t>Won </a:t>
            </a:r>
            <a:r>
              <a:rPr lang="en-US" sz="1400" b="1" dirty="0" err="1"/>
              <a:t>opps</a:t>
            </a:r>
            <a:r>
              <a:rPr lang="en-US" sz="1400" b="1" dirty="0"/>
              <a:t> total sales</a:t>
            </a:r>
          </a:p>
        </p:txBody>
      </p:sp>
      <p:sp>
        <p:nvSpPr>
          <p:cNvPr id="2" name="Date Placeholder 1">
            <a:extLst>
              <a:ext uri="{FF2B5EF4-FFF2-40B4-BE49-F238E27FC236}">
                <a16:creationId xmlns:a16="http://schemas.microsoft.com/office/drawing/2014/main" id="{CF640D05-9C6A-F935-9641-B062A0F04666}"/>
              </a:ext>
              <a:ext uri="{C183D7F6-B498-43B3-948B-1728B52AA6E4}">
                <adec:decorative xmlns:adec="http://schemas.microsoft.com/office/drawing/2017/decorative" val="1"/>
              </a:ext>
            </a:extLst>
          </p:cNvPr>
          <p:cNvSpPr>
            <a:spLocks noGrp="1"/>
          </p:cNvSpPr>
          <p:nvPr>
            <p:ph type="dt" sz="half" idx="10"/>
          </p:nvPr>
        </p:nvSpPr>
        <p:spPr/>
        <p:txBody>
          <a:bodyPr/>
          <a:lstStyle/>
          <a:p>
            <a:fld id="{BFEB777B-51B4-4961-AE8F-9B271CD7D454}" type="datetimeyyyy">
              <a:rPr lang="en-US" smtClean="0"/>
              <a:pPr/>
              <a:t>2025</a:t>
            </a:fld>
            <a:endParaRPr lang="en-US"/>
          </a:p>
        </p:txBody>
      </p:sp>
      <p:sp>
        <p:nvSpPr>
          <p:cNvPr id="3" name="Footer Placeholder 2">
            <a:extLst>
              <a:ext uri="{FF2B5EF4-FFF2-40B4-BE49-F238E27FC236}">
                <a16:creationId xmlns:a16="http://schemas.microsoft.com/office/drawing/2014/main" id="{A92CFCF8-67D3-D789-844B-20DC6BE4AD3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C5E9ABB6-387E-061D-FC1F-F7010EFB3D6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82</a:t>
            </a:fld>
            <a:endParaRPr lang="en-US"/>
          </a:p>
        </p:txBody>
      </p:sp>
      <p:sp>
        <p:nvSpPr>
          <p:cNvPr id="6" name="object 4">
            <a:extLst>
              <a:ext uri="{FF2B5EF4-FFF2-40B4-BE49-F238E27FC236}">
                <a16:creationId xmlns:a16="http://schemas.microsoft.com/office/drawing/2014/main" id="{AA8D9ABD-77CD-6F48-19E6-56BDD3B749F7}"/>
              </a:ext>
            </a:extLst>
          </p:cNvPr>
          <p:cNvSpPr txBox="1">
            <a:spLocks/>
          </p:cNvSpPr>
          <p:nvPr/>
        </p:nvSpPr>
        <p:spPr>
          <a:xfrm>
            <a:off x="572655" y="3924300"/>
            <a:ext cx="2231136" cy="990600"/>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defTabSz="914400">
              <a:lnSpc>
                <a:spcPct val="80000"/>
              </a:lnSpc>
              <a:tabLst>
                <a:tab pos="1064141" algn="l"/>
              </a:tabLst>
            </a:pPr>
            <a:r>
              <a:rPr lang="en-US" sz="5400" dirty="0">
                <a:solidFill>
                  <a:schemeClr val="accent5"/>
                </a:solidFill>
                <a:latin typeface="+mj-lt"/>
                <a:cs typeface="+mj-cs"/>
              </a:rPr>
              <a:t>$20M</a:t>
            </a:r>
          </a:p>
        </p:txBody>
      </p:sp>
      <p:sp>
        <p:nvSpPr>
          <p:cNvPr id="7" name="object 3">
            <a:extLst>
              <a:ext uri="{FF2B5EF4-FFF2-40B4-BE49-F238E27FC236}">
                <a16:creationId xmlns:a16="http://schemas.microsoft.com/office/drawing/2014/main" id="{8B312725-6A0E-3700-95CE-874D4E3B8ECD}"/>
              </a:ext>
            </a:extLst>
          </p:cNvPr>
          <p:cNvSpPr txBox="1"/>
          <p:nvPr/>
        </p:nvSpPr>
        <p:spPr>
          <a:xfrm>
            <a:off x="615215" y="4875058"/>
            <a:ext cx="2590801" cy="254861"/>
          </a:xfrm>
          <a:prstGeom prst="rect">
            <a:avLst/>
          </a:prstGeom>
        </p:spPr>
        <p:txBody>
          <a:bodyPr vert="horz" wrap="square" lIns="0" tIns="9625" rIns="0" bIns="0" rtlCol="0">
            <a:noAutofit/>
          </a:bodyPr>
          <a:lstStyle/>
          <a:p>
            <a:pPr>
              <a:lnSpc>
                <a:spcPct val="110000"/>
              </a:lnSpc>
              <a:spcAft>
                <a:spcPts val="1000"/>
              </a:spcAft>
            </a:pPr>
            <a:r>
              <a:rPr lang="en-US" sz="1400" b="1" dirty="0"/>
              <a:t>Won </a:t>
            </a:r>
            <a:r>
              <a:rPr lang="en-US" sz="1400" b="1" dirty="0" err="1"/>
              <a:t>opps</a:t>
            </a:r>
            <a:r>
              <a:rPr lang="en-US" sz="1400" b="1" dirty="0"/>
              <a:t> direct sales</a:t>
            </a:r>
          </a:p>
        </p:txBody>
      </p:sp>
      <p:sp>
        <p:nvSpPr>
          <p:cNvPr id="8" name="object 4">
            <a:extLst>
              <a:ext uri="{FF2B5EF4-FFF2-40B4-BE49-F238E27FC236}">
                <a16:creationId xmlns:a16="http://schemas.microsoft.com/office/drawing/2014/main" id="{0789594E-107C-9BBC-0B86-7E4498B99CE3}"/>
              </a:ext>
            </a:extLst>
          </p:cNvPr>
          <p:cNvSpPr txBox="1">
            <a:spLocks/>
          </p:cNvSpPr>
          <p:nvPr/>
        </p:nvSpPr>
        <p:spPr>
          <a:xfrm>
            <a:off x="3371622" y="3877294"/>
            <a:ext cx="2231136" cy="1034526"/>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a:lnSpc>
                <a:spcPct val="80000"/>
              </a:lnSpc>
              <a:tabLst>
                <a:tab pos="1064141" algn="l"/>
              </a:tabLst>
            </a:pPr>
            <a:r>
              <a:rPr lang="en-US" sz="5400" dirty="0">
                <a:solidFill>
                  <a:schemeClr val="accent5"/>
                </a:solidFill>
                <a:latin typeface="+mj-lt"/>
                <a:cs typeface="+mj-cs"/>
              </a:rPr>
              <a:t>$15M</a:t>
            </a:r>
          </a:p>
        </p:txBody>
      </p:sp>
      <p:sp>
        <p:nvSpPr>
          <p:cNvPr id="9" name="object 5">
            <a:extLst>
              <a:ext uri="{FF2B5EF4-FFF2-40B4-BE49-F238E27FC236}">
                <a16:creationId xmlns:a16="http://schemas.microsoft.com/office/drawing/2014/main" id="{3B90D190-5074-CDD9-9AAF-7C60B5112A8E}"/>
              </a:ext>
            </a:extLst>
          </p:cNvPr>
          <p:cNvSpPr txBox="1">
            <a:spLocks/>
          </p:cNvSpPr>
          <p:nvPr/>
        </p:nvSpPr>
        <p:spPr>
          <a:xfrm>
            <a:off x="3445964" y="4875058"/>
            <a:ext cx="2590801" cy="237226"/>
          </a:xfrm>
          <a:prstGeom prst="rect">
            <a:avLst/>
          </a:prstGeom>
        </p:spPr>
        <p:txBody>
          <a:bodyPr vert="horz" wrap="square" lIns="0" tIns="9625" rIns="0" bIns="0" rtlCol="0">
            <a:noAutofit/>
          </a:bodyPr>
          <a:lstStyle/>
          <a:p>
            <a:pPr>
              <a:lnSpc>
                <a:spcPct val="110000"/>
              </a:lnSpc>
              <a:spcAft>
                <a:spcPts val="1000"/>
              </a:spcAft>
            </a:pPr>
            <a:r>
              <a:rPr lang="en-US" sz="1400" b="1" dirty="0"/>
              <a:t>Total revenue</a:t>
            </a:r>
          </a:p>
        </p:txBody>
      </p:sp>
      <p:sp>
        <p:nvSpPr>
          <p:cNvPr id="17" name="object 4">
            <a:extLst>
              <a:ext uri="{FF2B5EF4-FFF2-40B4-BE49-F238E27FC236}">
                <a16:creationId xmlns:a16="http://schemas.microsoft.com/office/drawing/2014/main" id="{59A92F60-6B89-9981-6E79-E50204C2DD5E}"/>
              </a:ext>
            </a:extLst>
          </p:cNvPr>
          <p:cNvSpPr txBox="1">
            <a:spLocks/>
          </p:cNvSpPr>
          <p:nvPr/>
        </p:nvSpPr>
        <p:spPr>
          <a:xfrm>
            <a:off x="6182744" y="3878046"/>
            <a:ext cx="2231136" cy="1034526"/>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defTabSz="914400">
              <a:lnSpc>
                <a:spcPct val="80000"/>
              </a:lnSpc>
              <a:tabLst>
                <a:tab pos="1064141" algn="l"/>
              </a:tabLst>
            </a:pPr>
            <a:r>
              <a:rPr lang="en-US" sz="5400" dirty="0">
                <a:solidFill>
                  <a:schemeClr val="accent5"/>
                </a:solidFill>
                <a:latin typeface="+mj-lt"/>
                <a:cs typeface="+mj-cs"/>
              </a:rPr>
              <a:t>$2M</a:t>
            </a:r>
          </a:p>
        </p:txBody>
      </p:sp>
      <p:sp>
        <p:nvSpPr>
          <p:cNvPr id="22" name="object 4">
            <a:extLst>
              <a:ext uri="{FF2B5EF4-FFF2-40B4-BE49-F238E27FC236}">
                <a16:creationId xmlns:a16="http://schemas.microsoft.com/office/drawing/2014/main" id="{45A10CA3-A181-AA5E-4CD4-466163D8AE83}"/>
              </a:ext>
            </a:extLst>
          </p:cNvPr>
          <p:cNvSpPr txBox="1">
            <a:spLocks/>
          </p:cNvSpPr>
          <p:nvPr/>
        </p:nvSpPr>
        <p:spPr>
          <a:xfrm>
            <a:off x="6241689" y="4875058"/>
            <a:ext cx="2590801" cy="209518"/>
          </a:xfrm>
          <a:prstGeom prst="rect">
            <a:avLst/>
          </a:prstGeom>
        </p:spPr>
        <p:txBody>
          <a:bodyPr vert="horz" wrap="square" lIns="0" tIns="9625" rIns="0" bIns="0" rtlCol="0">
            <a:noAutofit/>
          </a:bodyPr>
          <a:lstStyle/>
          <a:p>
            <a:pPr>
              <a:lnSpc>
                <a:spcPct val="110000"/>
              </a:lnSpc>
              <a:spcAft>
                <a:spcPts val="1000"/>
              </a:spcAft>
            </a:pPr>
            <a:r>
              <a:rPr lang="en-US" sz="1400" b="1" dirty="0"/>
              <a:t>Direct revenue</a:t>
            </a:r>
          </a:p>
        </p:txBody>
      </p:sp>
      <p:sp>
        <p:nvSpPr>
          <p:cNvPr id="23" name="object 4">
            <a:extLst>
              <a:ext uri="{FF2B5EF4-FFF2-40B4-BE49-F238E27FC236}">
                <a16:creationId xmlns:a16="http://schemas.microsoft.com/office/drawing/2014/main" id="{06CE3B4D-E094-13CF-0DC8-A9DA9791FAEF}"/>
              </a:ext>
            </a:extLst>
          </p:cNvPr>
          <p:cNvSpPr txBox="1">
            <a:spLocks/>
          </p:cNvSpPr>
          <p:nvPr/>
        </p:nvSpPr>
        <p:spPr>
          <a:xfrm>
            <a:off x="8969149" y="3888120"/>
            <a:ext cx="2231136" cy="1034526"/>
          </a:xfrm>
          <a:prstGeom prst="rect">
            <a:avLst/>
          </a:prstGeom>
        </p:spPr>
        <p:txBody>
          <a:bodyPr vert="horz" wrap="square" lIns="0" tIns="0" rIns="0" bIns="0" rtlCol="0" anchor="b">
            <a:noAutofit/>
          </a:bodyPr>
          <a:lstStyle>
            <a:lvl1pPr>
              <a:defRPr sz="5487" b="1" i="0">
                <a:solidFill>
                  <a:schemeClr val="bg1"/>
                </a:solidFill>
                <a:latin typeface="+mn-lt"/>
                <a:ea typeface="+mj-ea"/>
                <a:cs typeface="+mn-cs"/>
              </a:defRPr>
            </a:lvl1pPr>
          </a:lstStyle>
          <a:p>
            <a:pPr marL="7700" marR="3080">
              <a:lnSpc>
                <a:spcPct val="80000"/>
              </a:lnSpc>
              <a:tabLst>
                <a:tab pos="1064141" algn="l"/>
              </a:tabLst>
            </a:pPr>
            <a:r>
              <a:rPr lang="en-US" sz="5400" dirty="0">
                <a:solidFill>
                  <a:schemeClr val="accent5"/>
                </a:solidFill>
                <a:latin typeface="+mj-lt"/>
                <a:cs typeface="+mj-cs"/>
              </a:rPr>
              <a:t>71</a:t>
            </a:r>
          </a:p>
        </p:txBody>
      </p:sp>
      <p:sp>
        <p:nvSpPr>
          <p:cNvPr id="26" name="object 6">
            <a:extLst>
              <a:ext uri="{FF2B5EF4-FFF2-40B4-BE49-F238E27FC236}">
                <a16:creationId xmlns:a16="http://schemas.microsoft.com/office/drawing/2014/main" id="{21B2FDE8-8D9F-44FD-2286-302CA64ABEB0}"/>
              </a:ext>
            </a:extLst>
          </p:cNvPr>
          <p:cNvSpPr txBox="1">
            <a:spLocks/>
          </p:cNvSpPr>
          <p:nvPr/>
        </p:nvSpPr>
        <p:spPr>
          <a:xfrm>
            <a:off x="9052962" y="4876274"/>
            <a:ext cx="2590801" cy="209516"/>
          </a:xfrm>
          <a:prstGeom prst="rect">
            <a:avLst/>
          </a:prstGeom>
        </p:spPr>
        <p:txBody>
          <a:bodyPr vert="horz" wrap="square" lIns="0" tIns="9625" rIns="0" bIns="0" rtlCol="0">
            <a:noAutofit/>
          </a:bodyPr>
          <a:lstStyle/>
          <a:p>
            <a:pPr>
              <a:lnSpc>
                <a:spcPct val="110000"/>
              </a:lnSpc>
              <a:spcAft>
                <a:spcPts val="1000"/>
              </a:spcAft>
            </a:pPr>
            <a:r>
              <a:rPr lang="en-US" sz="1400" b="1" dirty="0"/>
              <a:t>Client Conversations</a:t>
            </a:r>
          </a:p>
        </p:txBody>
      </p:sp>
    </p:spTree>
    <p:extLst>
      <p:ext uri="{BB962C8B-B14F-4D97-AF65-F5344CB8AC3E}">
        <p14:creationId xmlns:p14="http://schemas.microsoft.com/office/powerpoint/2010/main" val="27028787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495AA1-B723-BEA0-C0DB-CBE5E211E21B}"/>
              </a:ext>
            </a:extLst>
          </p:cNvPr>
          <p:cNvSpPr>
            <a:spLocks noGrp="1"/>
          </p:cNvSpPr>
          <p:nvPr>
            <p:ph type="title"/>
          </p:nvPr>
        </p:nvSpPr>
        <p:spPr/>
        <p:txBody>
          <a:bodyPr/>
          <a:lstStyle/>
          <a:p>
            <a:r>
              <a:rPr lang="en-US"/>
              <a:t>Slide headline. </a:t>
            </a:r>
            <a:r>
              <a:rPr lang="en-US">
                <a:solidFill>
                  <a:schemeClr val="accent1"/>
                </a:solidFill>
              </a:rPr>
              <a:t>One line only.</a:t>
            </a:r>
            <a:endParaRPr lang="en-US"/>
          </a:p>
        </p:txBody>
      </p:sp>
      <p:sp>
        <p:nvSpPr>
          <p:cNvPr id="6" name="Text Placeholder 5">
            <a:extLst>
              <a:ext uri="{FF2B5EF4-FFF2-40B4-BE49-F238E27FC236}">
                <a16:creationId xmlns:a16="http://schemas.microsoft.com/office/drawing/2014/main" id="{A7F3F64B-7172-91C2-B118-976257270C26}"/>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7" name="object 3">
            <a:extLst>
              <a:ext uri="{FF2B5EF4-FFF2-40B4-BE49-F238E27FC236}">
                <a16:creationId xmlns:a16="http://schemas.microsoft.com/office/drawing/2014/main" id="{D147EECF-AEF3-6EEA-2D11-64AA4285BFEF}"/>
              </a:ext>
            </a:extLst>
          </p:cNvPr>
          <p:cNvSpPr txBox="1"/>
          <p:nvPr/>
        </p:nvSpPr>
        <p:spPr>
          <a:xfrm>
            <a:off x="571500" y="2933700"/>
            <a:ext cx="2231136" cy="1304003"/>
          </a:xfrm>
          <a:prstGeom prst="rect">
            <a:avLst/>
          </a:prstGeom>
        </p:spPr>
        <p:txBody>
          <a:bodyPr vert="horz" wrap="square" lIns="0" tIns="9625" rIns="0" bIns="0" rtlCol="0">
            <a:noAutofit/>
          </a:bodyPr>
          <a:lstStyle/>
          <a:p>
            <a:pPr>
              <a:lnSpc>
                <a:spcPct val="110000"/>
              </a:lnSpc>
              <a:spcAft>
                <a:spcPts val="1000"/>
              </a:spcAft>
            </a:pPr>
            <a:r>
              <a:rPr lang="en-US" sz="1200" b="1" cap="all" spc="150">
                <a:solidFill>
                  <a:schemeClr val="accent1"/>
                </a:solidFill>
                <a:ea typeface="+mj-ea"/>
                <a:cs typeface="+mj-cs"/>
              </a:rPr>
              <a:t>01</a:t>
            </a:r>
          </a:p>
          <a:p>
            <a:pPr>
              <a:lnSpc>
                <a:spcPct val="110000"/>
              </a:lnSpc>
              <a:spcAft>
                <a:spcPts val="1000"/>
              </a:spcAft>
            </a:pPr>
            <a:r>
              <a:rPr lang="en-US" sz="1200" b="1">
                <a:ea typeface="+mj-ea"/>
                <a:cs typeface="+mj-cs"/>
              </a:rPr>
              <a:t>S</a:t>
            </a:r>
            <a:r>
              <a:rPr sz="1200" b="1">
                <a:ea typeface="+mj-ea"/>
                <a:cs typeface="+mj-cs"/>
              </a:rPr>
              <a:t>ubheadline</a:t>
            </a:r>
          </a:p>
          <a:p>
            <a:pPr marR="3080">
              <a:lnSpc>
                <a:spcPct val="110000"/>
              </a:lnSpc>
              <a:spcAft>
                <a:spcPts val="1000"/>
              </a:spcAft>
            </a:pPr>
            <a:r>
              <a:rPr sz="1200" err="1">
                <a:ea typeface="+mj-ea"/>
                <a:cs typeface="+mj-cs"/>
              </a:rPr>
              <a:t>Beremod</a:t>
            </a:r>
            <a:r>
              <a:rPr sz="1200">
                <a:ea typeface="+mj-ea"/>
                <a:cs typeface="+mj-cs"/>
              </a:rPr>
              <a:t> </a:t>
            </a:r>
            <a:r>
              <a:rPr sz="1200" err="1">
                <a:ea typeface="+mj-ea"/>
                <a:cs typeface="+mj-cs"/>
              </a:rPr>
              <a:t>maximusaesto</a:t>
            </a:r>
            <a:r>
              <a:rPr sz="1200">
                <a:ea typeface="+mj-ea"/>
                <a:cs typeface="+mj-cs"/>
              </a:rPr>
              <a:t> </a:t>
            </a:r>
            <a:r>
              <a:rPr sz="1200" err="1">
                <a:ea typeface="+mj-ea"/>
                <a:cs typeface="+mj-cs"/>
              </a:rPr>
              <a:t>dunt</a:t>
            </a:r>
            <a:r>
              <a:rPr sz="1200">
                <a:ea typeface="+mj-ea"/>
                <a:cs typeface="+mj-cs"/>
              </a:rPr>
              <a:t>  </a:t>
            </a:r>
            <a:r>
              <a:rPr sz="1200" err="1">
                <a:ea typeface="+mj-ea"/>
                <a:cs typeface="+mj-cs"/>
              </a:rPr>
              <a:t>labo</a:t>
            </a:r>
            <a:r>
              <a:rPr sz="1200">
                <a:ea typeface="+mj-ea"/>
                <a:cs typeface="+mj-cs"/>
              </a:rPr>
              <a:t>. Et </a:t>
            </a:r>
            <a:r>
              <a:rPr sz="1200" err="1">
                <a:ea typeface="+mj-ea"/>
                <a:cs typeface="+mj-cs"/>
              </a:rPr>
              <a:t>laborum</a:t>
            </a:r>
            <a:r>
              <a:rPr sz="1200">
                <a:ea typeface="+mj-ea"/>
                <a:cs typeface="+mj-cs"/>
              </a:rPr>
              <a:t> que </a:t>
            </a:r>
            <a:r>
              <a:rPr sz="1200" err="1">
                <a:ea typeface="+mj-ea"/>
                <a:cs typeface="+mj-cs"/>
              </a:rPr>
              <a:t>parit</a:t>
            </a:r>
            <a:r>
              <a:rPr lang="en-US" sz="1200">
                <a:ea typeface="+mj-ea"/>
                <a:cs typeface="+mj-cs"/>
              </a:rPr>
              <a:t> </a:t>
            </a:r>
            <a:r>
              <a:rPr sz="1200" err="1">
                <a:ea typeface="+mj-ea"/>
                <a:cs typeface="+mj-cs"/>
              </a:rPr>
              <a:t>invere</a:t>
            </a:r>
            <a:r>
              <a:rPr sz="1200">
                <a:ea typeface="+mj-ea"/>
                <a:cs typeface="+mj-cs"/>
              </a:rPr>
              <a:t> </a:t>
            </a:r>
            <a:r>
              <a:rPr sz="1200" err="1">
                <a:ea typeface="+mj-ea"/>
                <a:cs typeface="+mj-cs"/>
              </a:rPr>
              <a:t>nullit</a:t>
            </a:r>
            <a:r>
              <a:rPr sz="1200">
                <a:ea typeface="+mj-ea"/>
                <a:cs typeface="+mj-cs"/>
              </a:rPr>
              <a:t> et, </a:t>
            </a:r>
            <a:r>
              <a:rPr sz="1200" err="1">
                <a:ea typeface="+mj-ea"/>
                <a:cs typeface="+mj-cs"/>
              </a:rPr>
              <a:t>simporiatium</a:t>
            </a:r>
            <a:r>
              <a:rPr sz="1200">
                <a:ea typeface="+mj-ea"/>
                <a:cs typeface="+mj-cs"/>
              </a:rPr>
              <a:t> et.</a:t>
            </a:r>
          </a:p>
        </p:txBody>
      </p:sp>
      <p:sp>
        <p:nvSpPr>
          <p:cNvPr id="9" name="object 5">
            <a:extLst>
              <a:ext uri="{FF2B5EF4-FFF2-40B4-BE49-F238E27FC236}">
                <a16:creationId xmlns:a16="http://schemas.microsoft.com/office/drawing/2014/main" id="{6C1E6713-B038-DFBB-BEF4-AF6C73D55D86}"/>
              </a:ext>
            </a:extLst>
          </p:cNvPr>
          <p:cNvSpPr txBox="1">
            <a:spLocks/>
          </p:cNvSpPr>
          <p:nvPr/>
        </p:nvSpPr>
        <p:spPr>
          <a:xfrm>
            <a:off x="3409677" y="2933700"/>
            <a:ext cx="2231136" cy="1304003"/>
          </a:xfrm>
          <a:prstGeom prst="rect">
            <a:avLst/>
          </a:prstGeom>
        </p:spPr>
        <p:txBody>
          <a:bodyPr vert="horz" wrap="square" lIns="0" tIns="9625" rIns="0" bIns="0" rtlCol="0">
            <a:noAutofit/>
          </a:bodyPr>
          <a:lstStyle/>
          <a:p>
            <a:pPr marR="3080">
              <a:lnSpc>
                <a:spcPct val="110000"/>
              </a:lnSpc>
              <a:spcAft>
                <a:spcPts val="1000"/>
              </a:spcAft>
            </a:pPr>
            <a:r>
              <a:rPr lang="en-US" sz="1200" b="1" cap="all" spc="150">
                <a:solidFill>
                  <a:schemeClr val="accent1"/>
                </a:solidFill>
                <a:ea typeface="+mj-ea"/>
                <a:cs typeface="+mj-cs"/>
              </a:rPr>
              <a:t>02</a:t>
            </a:r>
          </a:p>
          <a:p>
            <a:pPr marR="3080">
              <a:lnSpc>
                <a:spcPct val="110000"/>
              </a:lnSpc>
              <a:spcAft>
                <a:spcPts val="1000"/>
              </a:spcAft>
            </a:pPr>
            <a:r>
              <a:rPr lang="en-US" sz="1200" b="1">
                <a:ea typeface="+mj-ea"/>
                <a:cs typeface="+mj-cs"/>
              </a:rPr>
              <a:t>S</a:t>
            </a:r>
            <a:r>
              <a:rPr sz="1200" b="1">
                <a:ea typeface="+mj-ea"/>
                <a:cs typeface="+mj-cs"/>
              </a:rPr>
              <a:t>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a:t>
            </a:r>
          </a:p>
        </p:txBody>
      </p:sp>
      <p:sp>
        <p:nvSpPr>
          <p:cNvPr id="11" name="object 7">
            <a:extLst>
              <a:ext uri="{FF2B5EF4-FFF2-40B4-BE49-F238E27FC236}">
                <a16:creationId xmlns:a16="http://schemas.microsoft.com/office/drawing/2014/main" id="{07877E17-0122-9906-5D57-2B2F93721D40}"/>
              </a:ext>
            </a:extLst>
          </p:cNvPr>
          <p:cNvSpPr txBox="1">
            <a:spLocks/>
          </p:cNvSpPr>
          <p:nvPr/>
        </p:nvSpPr>
        <p:spPr>
          <a:xfrm>
            <a:off x="6214650" y="2933700"/>
            <a:ext cx="2231136" cy="1304003"/>
          </a:xfrm>
          <a:prstGeom prst="rect">
            <a:avLst/>
          </a:prstGeom>
        </p:spPr>
        <p:txBody>
          <a:bodyPr vert="horz" wrap="square" lIns="0" tIns="9625" rIns="0" bIns="0" rtlCol="0">
            <a:noAutofit/>
          </a:bodyPr>
          <a:lstStyle/>
          <a:p>
            <a:pPr marR="3080">
              <a:lnSpc>
                <a:spcPct val="110000"/>
              </a:lnSpc>
              <a:spcAft>
                <a:spcPts val="1000"/>
              </a:spcAft>
            </a:pPr>
            <a:r>
              <a:rPr lang="en-US" sz="1200" b="1" cap="all" spc="150">
                <a:solidFill>
                  <a:schemeClr val="accent1"/>
                </a:solidFill>
                <a:ea typeface="+mj-ea"/>
                <a:cs typeface="+mj-cs"/>
              </a:rPr>
              <a:t>03</a:t>
            </a:r>
          </a:p>
          <a:p>
            <a:pPr marR="3080">
              <a:lnSpc>
                <a:spcPct val="110000"/>
              </a:lnSpc>
              <a:spcAft>
                <a:spcPts val="1000"/>
              </a:spcAft>
            </a:pPr>
            <a:r>
              <a:rPr lang="en-US" sz="1200" b="1">
                <a:ea typeface="+mj-ea"/>
                <a:cs typeface="+mj-cs"/>
              </a:rPr>
              <a:t>Subheadline</a:t>
            </a:r>
            <a:endParaRPr sz="1200" b="1">
              <a:ea typeface="+mj-ea"/>
              <a:cs typeface="+mj-cs"/>
            </a:endParaRP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a:t>
            </a:r>
          </a:p>
        </p:txBody>
      </p:sp>
      <p:sp>
        <p:nvSpPr>
          <p:cNvPr id="26" name="object 3">
            <a:extLst>
              <a:ext uri="{FF2B5EF4-FFF2-40B4-BE49-F238E27FC236}">
                <a16:creationId xmlns:a16="http://schemas.microsoft.com/office/drawing/2014/main" id="{5FF55CC2-BE15-437F-B0ED-FE1122B6193D}"/>
              </a:ext>
            </a:extLst>
          </p:cNvPr>
          <p:cNvSpPr txBox="1">
            <a:spLocks/>
          </p:cNvSpPr>
          <p:nvPr/>
        </p:nvSpPr>
        <p:spPr>
          <a:xfrm>
            <a:off x="571500" y="4591666"/>
            <a:ext cx="2231136" cy="1304004"/>
          </a:xfrm>
          <a:prstGeom prst="rect">
            <a:avLst/>
          </a:prstGeom>
        </p:spPr>
        <p:txBody>
          <a:bodyPr vert="horz" wrap="square" lIns="0" tIns="9625" rIns="0" bIns="0" rtlCol="0">
            <a:noAutofit/>
          </a:bodyPr>
          <a:lstStyle/>
          <a:p>
            <a:pPr>
              <a:lnSpc>
                <a:spcPct val="110000"/>
              </a:lnSpc>
              <a:spcAft>
                <a:spcPts val="1000"/>
              </a:spcAft>
            </a:pPr>
            <a:r>
              <a:rPr lang="en-US" sz="1200" b="1" cap="all" spc="150">
                <a:solidFill>
                  <a:schemeClr val="accent1"/>
                </a:solidFill>
                <a:ea typeface="+mj-ea"/>
                <a:cs typeface="+mj-cs"/>
              </a:rPr>
              <a:t>04</a:t>
            </a:r>
          </a:p>
          <a:p>
            <a:pPr>
              <a:lnSpc>
                <a:spcPct val="110000"/>
              </a:lnSpc>
              <a:spcAft>
                <a:spcPts val="1000"/>
              </a:spcAft>
            </a:pPr>
            <a:r>
              <a:rPr lang="en-US" sz="1200" b="1">
                <a:ea typeface="+mj-ea"/>
                <a:cs typeface="+mj-cs"/>
              </a:rPr>
              <a:t>S</a:t>
            </a:r>
            <a:r>
              <a:rPr sz="1200" b="1">
                <a:ea typeface="+mj-ea"/>
                <a:cs typeface="+mj-cs"/>
              </a:rPr>
              <a:t>ubheadline</a:t>
            </a:r>
          </a:p>
          <a:p>
            <a:pPr marR="3080">
              <a:lnSpc>
                <a:spcPct val="110000"/>
              </a:lnSpc>
              <a:spcAft>
                <a:spcPts val="1000"/>
              </a:spcAft>
            </a:pPr>
            <a:r>
              <a:rPr sz="1200" err="1">
                <a:ea typeface="+mj-ea"/>
                <a:cs typeface="+mj-cs"/>
              </a:rPr>
              <a:t>Beremod</a:t>
            </a:r>
            <a:r>
              <a:rPr sz="1200">
                <a:ea typeface="+mj-ea"/>
                <a:cs typeface="+mj-cs"/>
              </a:rPr>
              <a:t> </a:t>
            </a:r>
            <a:r>
              <a:rPr sz="1200" err="1">
                <a:ea typeface="+mj-ea"/>
                <a:cs typeface="+mj-cs"/>
              </a:rPr>
              <a:t>maximusaesto</a:t>
            </a:r>
            <a:r>
              <a:rPr sz="1200">
                <a:ea typeface="+mj-ea"/>
                <a:cs typeface="+mj-cs"/>
              </a:rPr>
              <a:t> </a:t>
            </a:r>
            <a:r>
              <a:rPr sz="1200" err="1">
                <a:ea typeface="+mj-ea"/>
                <a:cs typeface="+mj-cs"/>
              </a:rPr>
              <a:t>dunt</a:t>
            </a:r>
            <a:r>
              <a:rPr sz="1200">
                <a:ea typeface="+mj-ea"/>
                <a:cs typeface="+mj-cs"/>
              </a:rPr>
              <a:t>  </a:t>
            </a:r>
            <a:r>
              <a:rPr sz="1200" err="1">
                <a:ea typeface="+mj-ea"/>
                <a:cs typeface="+mj-cs"/>
              </a:rPr>
              <a:t>labo</a:t>
            </a:r>
            <a:r>
              <a:rPr sz="1200">
                <a:ea typeface="+mj-ea"/>
                <a:cs typeface="+mj-cs"/>
              </a:rPr>
              <a:t>. Et </a:t>
            </a:r>
            <a:r>
              <a:rPr sz="1200" err="1">
                <a:ea typeface="+mj-ea"/>
                <a:cs typeface="+mj-cs"/>
              </a:rPr>
              <a:t>laborum</a:t>
            </a:r>
            <a:r>
              <a:rPr sz="1200">
                <a:ea typeface="+mj-ea"/>
                <a:cs typeface="+mj-cs"/>
              </a:rPr>
              <a:t> que </a:t>
            </a:r>
            <a:r>
              <a:rPr sz="1200" err="1">
                <a:ea typeface="+mj-ea"/>
                <a:cs typeface="+mj-cs"/>
              </a:rPr>
              <a:t>parit</a:t>
            </a:r>
            <a:r>
              <a:rPr lang="en-US" sz="1200">
                <a:ea typeface="+mj-ea"/>
                <a:cs typeface="+mj-cs"/>
              </a:rPr>
              <a:t> </a:t>
            </a:r>
            <a:r>
              <a:rPr sz="1200" err="1">
                <a:ea typeface="+mj-ea"/>
                <a:cs typeface="+mj-cs"/>
              </a:rPr>
              <a:t>invere</a:t>
            </a:r>
            <a:r>
              <a:rPr sz="1200">
                <a:ea typeface="+mj-ea"/>
                <a:cs typeface="+mj-cs"/>
              </a:rPr>
              <a:t> </a:t>
            </a:r>
            <a:r>
              <a:rPr sz="1200" err="1">
                <a:ea typeface="+mj-ea"/>
                <a:cs typeface="+mj-cs"/>
              </a:rPr>
              <a:t>nullit</a:t>
            </a:r>
            <a:r>
              <a:rPr sz="1200">
                <a:ea typeface="+mj-ea"/>
                <a:cs typeface="+mj-cs"/>
              </a:rPr>
              <a:t> et, </a:t>
            </a:r>
            <a:r>
              <a:rPr sz="1200" err="1">
                <a:ea typeface="+mj-ea"/>
                <a:cs typeface="+mj-cs"/>
              </a:rPr>
              <a:t>simporiatium</a:t>
            </a:r>
            <a:r>
              <a:rPr sz="1200">
                <a:ea typeface="+mj-ea"/>
                <a:cs typeface="+mj-cs"/>
              </a:rPr>
              <a:t> et.</a:t>
            </a:r>
          </a:p>
        </p:txBody>
      </p:sp>
      <p:sp>
        <p:nvSpPr>
          <p:cNvPr id="27" name="object 5">
            <a:extLst>
              <a:ext uri="{FF2B5EF4-FFF2-40B4-BE49-F238E27FC236}">
                <a16:creationId xmlns:a16="http://schemas.microsoft.com/office/drawing/2014/main" id="{3FA2A179-5C09-9047-DFA5-E63373D0EE81}"/>
              </a:ext>
            </a:extLst>
          </p:cNvPr>
          <p:cNvSpPr txBox="1">
            <a:spLocks/>
          </p:cNvSpPr>
          <p:nvPr/>
        </p:nvSpPr>
        <p:spPr>
          <a:xfrm>
            <a:off x="3409677" y="4591666"/>
            <a:ext cx="2231136" cy="1304004"/>
          </a:xfrm>
          <a:prstGeom prst="rect">
            <a:avLst/>
          </a:prstGeom>
        </p:spPr>
        <p:txBody>
          <a:bodyPr vert="horz" wrap="square" lIns="0" tIns="9625" rIns="0" bIns="0" rtlCol="0">
            <a:noAutofit/>
          </a:bodyPr>
          <a:lstStyle/>
          <a:p>
            <a:pPr marR="3080">
              <a:lnSpc>
                <a:spcPct val="110000"/>
              </a:lnSpc>
              <a:spcAft>
                <a:spcPts val="1000"/>
              </a:spcAft>
            </a:pPr>
            <a:r>
              <a:rPr lang="en-US" sz="1200" b="1" cap="all" spc="150">
                <a:solidFill>
                  <a:schemeClr val="accent1"/>
                </a:solidFill>
                <a:ea typeface="+mj-ea"/>
                <a:cs typeface="+mj-cs"/>
              </a:rPr>
              <a:t>05</a:t>
            </a:r>
          </a:p>
          <a:p>
            <a:pPr marR="3080">
              <a:lnSpc>
                <a:spcPct val="110000"/>
              </a:lnSpc>
              <a:spcAft>
                <a:spcPts val="1000"/>
              </a:spcAft>
            </a:pPr>
            <a:r>
              <a:rPr lang="en-US" sz="1200" b="1">
                <a:ea typeface="+mj-ea"/>
                <a:cs typeface="+mj-cs"/>
              </a:rPr>
              <a:t>S</a:t>
            </a:r>
            <a:r>
              <a:rPr sz="1200" b="1">
                <a:ea typeface="+mj-ea"/>
                <a:cs typeface="+mj-cs"/>
              </a:rPr>
              <a:t>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a:t>
            </a:r>
          </a:p>
        </p:txBody>
      </p:sp>
      <p:sp>
        <p:nvSpPr>
          <p:cNvPr id="28" name="object 7">
            <a:extLst>
              <a:ext uri="{FF2B5EF4-FFF2-40B4-BE49-F238E27FC236}">
                <a16:creationId xmlns:a16="http://schemas.microsoft.com/office/drawing/2014/main" id="{0B5FA148-F4A2-77CE-242E-1FADC1147537}"/>
              </a:ext>
            </a:extLst>
          </p:cNvPr>
          <p:cNvSpPr txBox="1">
            <a:spLocks/>
          </p:cNvSpPr>
          <p:nvPr/>
        </p:nvSpPr>
        <p:spPr>
          <a:xfrm>
            <a:off x="6214650" y="4591666"/>
            <a:ext cx="2231136" cy="1304004"/>
          </a:xfrm>
          <a:prstGeom prst="rect">
            <a:avLst/>
          </a:prstGeom>
        </p:spPr>
        <p:txBody>
          <a:bodyPr vert="horz" wrap="square" lIns="0" tIns="9625" rIns="0" bIns="0" rtlCol="0">
            <a:noAutofit/>
          </a:bodyPr>
          <a:lstStyle/>
          <a:p>
            <a:pPr marR="3080">
              <a:lnSpc>
                <a:spcPct val="110000"/>
              </a:lnSpc>
              <a:spcAft>
                <a:spcPts val="1000"/>
              </a:spcAft>
            </a:pPr>
            <a:r>
              <a:rPr lang="en-US" sz="1200" b="1" cap="all" spc="150">
                <a:solidFill>
                  <a:schemeClr val="accent1"/>
                </a:solidFill>
                <a:ea typeface="+mj-ea"/>
                <a:cs typeface="+mj-cs"/>
              </a:rPr>
              <a:t>06</a:t>
            </a:r>
          </a:p>
          <a:p>
            <a:pPr marR="3080">
              <a:lnSpc>
                <a:spcPct val="110000"/>
              </a:lnSpc>
              <a:spcAft>
                <a:spcPts val="1000"/>
              </a:spcAft>
            </a:pPr>
            <a:r>
              <a:rPr lang="en-US" sz="1200" b="1">
                <a:ea typeface="+mj-ea"/>
                <a:cs typeface="+mj-cs"/>
              </a:rPr>
              <a:t>Subheadline</a:t>
            </a:r>
            <a:endParaRPr sz="1200" b="1">
              <a:ea typeface="+mj-ea"/>
              <a:cs typeface="+mj-cs"/>
            </a:endParaRP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a:t>
            </a:r>
          </a:p>
        </p:txBody>
      </p:sp>
      <p:sp>
        <p:nvSpPr>
          <p:cNvPr id="40" name="object 5">
            <a:extLst>
              <a:ext uri="{FF2B5EF4-FFF2-40B4-BE49-F238E27FC236}">
                <a16:creationId xmlns:a16="http://schemas.microsoft.com/office/drawing/2014/main" id="{D0DBC664-9C99-8702-E7F9-A4DE286EDB56}"/>
              </a:ext>
            </a:extLst>
          </p:cNvPr>
          <p:cNvSpPr txBox="1"/>
          <p:nvPr/>
        </p:nvSpPr>
        <p:spPr>
          <a:xfrm>
            <a:off x="9980930" y="2943532"/>
            <a:ext cx="1639568" cy="3342968"/>
          </a:xfrm>
          <a:prstGeom prst="rect">
            <a:avLst/>
          </a:prstGeom>
        </p:spPr>
        <p:txBody>
          <a:bodyPr vert="horz" wrap="square" lIns="0" tIns="10395" rIns="0" bIns="0" rtlCol="0">
            <a:noAutofit/>
          </a:bodyPr>
          <a:lstStyle/>
          <a:p>
            <a:pPr>
              <a:lnSpc>
                <a:spcPct val="110000"/>
              </a:lnSpc>
              <a:spcAft>
                <a:spcPts val="1000"/>
              </a:spcAft>
            </a:pPr>
            <a:r>
              <a:rPr lang="en-US" sz="1200" b="1">
                <a:ea typeface="+mj-ea"/>
                <a:cs typeface="+mj-cs"/>
              </a:rPr>
              <a:t>Optional list</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one</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two</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three</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four</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five</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six</a:t>
            </a:r>
          </a:p>
          <a:p>
            <a:pPr marL="227013" marR="332255" lvl="0" indent="-227013" fontAlgn="auto">
              <a:lnSpc>
                <a:spcPct val="110000"/>
              </a:lnSpc>
              <a:spcAft>
                <a:spcPts val="1000"/>
              </a:spcAft>
              <a:buClrTx/>
              <a:buSzTx/>
              <a:buFont typeface="Avenir Next LT Pro" panose="020B0504020202020204" pitchFamily="34" charset="0"/>
              <a:buChar char="•"/>
              <a:tabLst/>
              <a:defRPr/>
            </a:pPr>
            <a:r>
              <a:rPr lang="en-US" sz="1200"/>
              <a:t>Item seven</a:t>
            </a:r>
            <a:endParaRPr sz="1400"/>
          </a:p>
        </p:txBody>
      </p:sp>
      <p:sp>
        <p:nvSpPr>
          <p:cNvPr id="2" name="Date Placeholder 1">
            <a:extLst>
              <a:ext uri="{FF2B5EF4-FFF2-40B4-BE49-F238E27FC236}">
                <a16:creationId xmlns:a16="http://schemas.microsoft.com/office/drawing/2014/main" id="{658ECC03-BC80-F8B6-D336-E2F1C0B790B9}"/>
              </a:ext>
              <a:ext uri="{C183D7F6-B498-43B3-948B-1728B52AA6E4}">
                <adec:decorative xmlns:adec="http://schemas.microsoft.com/office/drawing/2017/decorative" val="1"/>
              </a:ext>
            </a:extLst>
          </p:cNvPr>
          <p:cNvSpPr>
            <a:spLocks noGrp="1"/>
          </p:cNvSpPr>
          <p:nvPr>
            <p:ph type="dt" sz="half" idx="11"/>
          </p:nvPr>
        </p:nvSpPr>
        <p:spPr/>
        <p:txBody>
          <a:bodyPr/>
          <a:lstStyle/>
          <a:p>
            <a:fld id="{BF71EA5F-8F74-447B-B34D-CFBCFC65E1AE}" type="datetimeyyyy">
              <a:rPr lang="en-US" smtClean="0"/>
              <a:t>2025</a:t>
            </a:fld>
            <a:endParaRPr lang="en-US"/>
          </a:p>
        </p:txBody>
      </p:sp>
      <p:sp>
        <p:nvSpPr>
          <p:cNvPr id="3" name="Footer Placeholder 2">
            <a:extLst>
              <a:ext uri="{FF2B5EF4-FFF2-40B4-BE49-F238E27FC236}">
                <a16:creationId xmlns:a16="http://schemas.microsoft.com/office/drawing/2014/main" id="{8A2F3F3E-186C-04E7-FF5D-A0DE438CF349}"/>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7793D09B-F11E-90A8-5B01-D8F76A4E0D7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83</a:t>
            </a:fld>
            <a:endParaRPr lang="en-US"/>
          </a:p>
        </p:txBody>
      </p:sp>
      <p:cxnSp>
        <p:nvCxnSpPr>
          <p:cNvPr id="8" name="Straight Connector 7">
            <a:extLst>
              <a:ext uri="{FF2B5EF4-FFF2-40B4-BE49-F238E27FC236}">
                <a16:creationId xmlns:a16="http://schemas.microsoft.com/office/drawing/2014/main" id="{A71ABE78-F780-C55F-62DD-9652CE180F9F}"/>
              </a:ext>
              <a:ext uri="{C183D7F6-B498-43B3-948B-1728B52AA6E4}">
                <adec:decorative xmlns:adec="http://schemas.microsoft.com/office/drawing/2017/decorative" val="1"/>
              </a:ext>
            </a:extLst>
          </p:cNvPr>
          <p:cNvCxnSpPr>
            <a:cxnSpLocks/>
          </p:cNvCxnSpPr>
          <p:nvPr/>
        </p:nvCxnSpPr>
        <p:spPr>
          <a:xfrm>
            <a:off x="9740900" y="2362462"/>
            <a:ext cx="0" cy="3924038"/>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47301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709B2D-B10B-AC77-F740-35E2E1561B73}"/>
              </a:ext>
            </a:extLst>
          </p:cNvPr>
          <p:cNvSpPr>
            <a:spLocks noGrp="1"/>
          </p:cNvSpPr>
          <p:nvPr>
            <p:ph type="title"/>
          </p:nvPr>
        </p:nvSpPr>
        <p:spPr>
          <a:xfrm>
            <a:off x="571500" y="571500"/>
            <a:ext cx="3530600" cy="2171700"/>
          </a:xfrm>
        </p:spPr>
        <p:txBody>
          <a:bodyPr/>
          <a:lstStyle/>
          <a:p>
            <a:r>
              <a:rPr lang="en-US"/>
              <a:t>Slide headline. </a:t>
            </a:r>
            <a:br>
              <a:rPr lang="en-US"/>
            </a:br>
            <a:r>
              <a:rPr lang="en-US">
                <a:solidFill>
                  <a:schemeClr val="accent1"/>
                </a:solidFill>
              </a:rPr>
              <a:t>Four or five lines will fit in this space. </a:t>
            </a:r>
          </a:p>
        </p:txBody>
      </p:sp>
      <p:sp>
        <p:nvSpPr>
          <p:cNvPr id="6" name="object 2">
            <a:extLst>
              <a:ext uri="{FF2B5EF4-FFF2-40B4-BE49-F238E27FC236}">
                <a16:creationId xmlns:a16="http://schemas.microsoft.com/office/drawing/2014/main" id="{11B2340A-B2B0-0D5F-AB1A-ED361E0D8627}"/>
              </a:ext>
            </a:extLst>
          </p:cNvPr>
          <p:cNvSpPr txBox="1"/>
          <p:nvPr/>
        </p:nvSpPr>
        <p:spPr>
          <a:xfrm>
            <a:off x="571500" y="4114800"/>
            <a:ext cx="2580888" cy="2171700"/>
          </a:xfrm>
          <a:prstGeom prst="rect">
            <a:avLst/>
          </a:prstGeom>
        </p:spPr>
        <p:txBody>
          <a:bodyPr vert="horz" wrap="square" lIns="0" tIns="7700" rIns="0" bIns="0" rtlCol="0">
            <a:noAutofit/>
          </a:bodyPr>
          <a:lstStyle/>
          <a:p>
            <a:pPr marR="3080">
              <a:lnSpc>
                <a:spcPct val="110000"/>
              </a:lnSpc>
              <a:spcAft>
                <a:spcPts val="1000"/>
              </a:spcAft>
            </a:pPr>
            <a:r>
              <a:rPr sz="1400"/>
              <a:t>Optional text </a:t>
            </a:r>
            <a:r>
              <a:rPr sz="1400" err="1"/>
              <a:t>Beremod</a:t>
            </a:r>
            <a:r>
              <a:rPr sz="1400"/>
              <a:t> maxi</a:t>
            </a:r>
            <a:r>
              <a:rPr lang="en-US" sz="1400"/>
              <a:t> </a:t>
            </a:r>
            <a:r>
              <a:rPr sz="1400" err="1"/>
              <a:t>musaesto</a:t>
            </a:r>
            <a:r>
              <a:rPr sz="1400"/>
              <a:t> </a:t>
            </a:r>
            <a:r>
              <a:rPr sz="1400" err="1"/>
              <a:t>dunt</a:t>
            </a:r>
            <a:r>
              <a:rPr sz="1400"/>
              <a:t> </a:t>
            </a:r>
            <a:r>
              <a:rPr sz="1400" err="1"/>
              <a:t>labo</a:t>
            </a:r>
            <a:r>
              <a:rPr sz="1400"/>
              <a:t>.</a:t>
            </a:r>
            <a:r>
              <a:rPr lang="en-US" sz="1400"/>
              <a:t> </a:t>
            </a:r>
            <a:r>
              <a:rPr lang="en-US" sz="1400" err="1"/>
              <a:t>L</a:t>
            </a:r>
            <a:r>
              <a:rPr sz="1400" err="1"/>
              <a:t>aborum</a:t>
            </a:r>
            <a:r>
              <a:rPr sz="1400"/>
              <a:t> que </a:t>
            </a:r>
            <a:r>
              <a:rPr sz="1400" err="1"/>
              <a:t>parit</a:t>
            </a:r>
            <a:r>
              <a:rPr sz="1400"/>
              <a:t> </a:t>
            </a:r>
            <a:r>
              <a:rPr sz="1400" err="1"/>
              <a:t>invere</a:t>
            </a:r>
            <a:r>
              <a:rPr sz="1400"/>
              <a:t> </a:t>
            </a:r>
            <a:r>
              <a:rPr sz="1400" err="1"/>
              <a:t>nullit</a:t>
            </a:r>
            <a:r>
              <a:rPr sz="1400"/>
              <a:t> et, </a:t>
            </a:r>
            <a:r>
              <a:rPr sz="1400" err="1"/>
              <a:t>simporiatium</a:t>
            </a:r>
            <a:r>
              <a:rPr sz="1400"/>
              <a:t> et </a:t>
            </a:r>
            <a:r>
              <a:rPr sz="1400" err="1"/>
              <a:t>exceatibus</a:t>
            </a:r>
            <a:r>
              <a:rPr sz="1400"/>
              <a:t> sim </a:t>
            </a:r>
            <a:r>
              <a:rPr sz="1400" err="1"/>
              <a:t>laborro</a:t>
            </a:r>
            <a:r>
              <a:rPr sz="1400"/>
              <a:t> to </a:t>
            </a:r>
            <a:r>
              <a:rPr sz="1400" err="1"/>
              <a:t>doluptiati</a:t>
            </a:r>
            <a:r>
              <a:rPr sz="1400"/>
              <a:t>.</a:t>
            </a:r>
          </a:p>
        </p:txBody>
      </p:sp>
      <p:sp>
        <p:nvSpPr>
          <p:cNvPr id="7" name="object 3">
            <a:extLst>
              <a:ext uri="{FF2B5EF4-FFF2-40B4-BE49-F238E27FC236}">
                <a16:creationId xmlns:a16="http://schemas.microsoft.com/office/drawing/2014/main" id="{91EFAAC4-3A75-7C04-AE08-79C60F3E4068}"/>
              </a:ext>
            </a:extLst>
          </p:cNvPr>
          <p:cNvSpPr txBox="1"/>
          <p:nvPr/>
        </p:nvSpPr>
        <p:spPr>
          <a:xfrm>
            <a:off x="6225234" y="1190793"/>
            <a:ext cx="2231136" cy="1555045"/>
          </a:xfrm>
          <a:prstGeom prst="rect">
            <a:avLst/>
          </a:prstGeom>
        </p:spPr>
        <p:txBody>
          <a:bodyPr vert="horz" wrap="square" lIns="0" tIns="0" rIns="0" bIns="0" rtlCol="0">
            <a:noAutofit/>
          </a:bodyPr>
          <a:lstStyle/>
          <a:p>
            <a:pPr marR="3080">
              <a:lnSpc>
                <a:spcPct val="110000"/>
              </a:lnSpc>
              <a:spcAft>
                <a:spcPts val="1000"/>
              </a:spcAft>
            </a:pPr>
            <a:r>
              <a:rPr lang="en-US" sz="1200" b="1">
                <a:ea typeface="+mj-ea"/>
                <a:cs typeface="+mj-cs"/>
              </a:rPr>
              <a:t>Subheadline</a:t>
            </a:r>
            <a:endParaRPr sz="1200" b="1">
              <a:ea typeface="+mj-ea"/>
              <a:cs typeface="+mj-cs"/>
            </a:endParaRPr>
          </a:p>
          <a:p>
            <a:pPr marR="3080">
              <a:lnSpc>
                <a:spcPct val="110000"/>
              </a:lnSpc>
              <a:spcAft>
                <a:spcPts val="1000"/>
              </a:spcAft>
            </a:pPr>
            <a:r>
              <a:rPr sz="1200" err="1">
                <a:ea typeface="+mj-ea"/>
                <a:cs typeface="+mj-cs"/>
              </a:rPr>
              <a:t>Beremod</a:t>
            </a:r>
            <a:r>
              <a:rPr sz="1200">
                <a:ea typeface="+mj-ea"/>
                <a:cs typeface="+mj-cs"/>
              </a:rPr>
              <a:t> </a:t>
            </a:r>
            <a:r>
              <a:rPr sz="1200" err="1">
                <a:ea typeface="+mj-ea"/>
                <a:cs typeface="+mj-cs"/>
              </a:rPr>
              <a:t>maximusaesto</a:t>
            </a:r>
            <a:r>
              <a:rPr sz="1200">
                <a:ea typeface="+mj-ea"/>
                <a:cs typeface="+mj-cs"/>
              </a:rPr>
              <a:t> </a:t>
            </a:r>
            <a:r>
              <a:rPr sz="1200" err="1">
                <a:ea typeface="+mj-ea"/>
                <a:cs typeface="+mj-cs"/>
              </a:rPr>
              <a:t>dunt</a:t>
            </a:r>
            <a:r>
              <a:rPr sz="1200">
                <a:ea typeface="+mj-ea"/>
                <a:cs typeface="+mj-cs"/>
              </a:rPr>
              <a:t> </a:t>
            </a:r>
            <a:r>
              <a:rPr sz="1200" err="1">
                <a:ea typeface="+mj-ea"/>
                <a:cs typeface="+mj-cs"/>
              </a:rPr>
              <a:t>labo</a:t>
            </a:r>
            <a:r>
              <a:rPr sz="1200">
                <a:ea typeface="+mj-ea"/>
                <a:cs typeface="+mj-cs"/>
              </a:rPr>
              <a:t>.</a:t>
            </a:r>
            <a:r>
              <a:rPr lang="en-US" sz="1200">
                <a:ea typeface="+mj-ea"/>
                <a:cs typeface="+mj-cs"/>
              </a:rPr>
              <a:t> </a:t>
            </a:r>
            <a:r>
              <a:rPr sz="1200">
                <a:ea typeface="+mj-ea"/>
                <a:cs typeface="+mj-cs"/>
              </a:rPr>
              <a:t>Et </a:t>
            </a:r>
            <a:r>
              <a:rPr sz="1200" err="1">
                <a:ea typeface="+mj-ea"/>
                <a:cs typeface="+mj-cs"/>
              </a:rPr>
              <a:t>laborum</a:t>
            </a:r>
            <a:r>
              <a:rPr sz="1200">
                <a:ea typeface="+mj-ea"/>
                <a:cs typeface="+mj-cs"/>
              </a:rPr>
              <a:t> que </a:t>
            </a:r>
            <a:r>
              <a:rPr sz="1200" err="1">
                <a:ea typeface="+mj-ea"/>
                <a:cs typeface="+mj-cs"/>
              </a:rPr>
              <a:t>parit</a:t>
            </a:r>
            <a:r>
              <a:rPr sz="1200">
                <a:ea typeface="+mj-ea"/>
                <a:cs typeface="+mj-cs"/>
              </a:rPr>
              <a:t> </a:t>
            </a:r>
            <a:r>
              <a:rPr sz="1200" err="1">
                <a:ea typeface="+mj-ea"/>
                <a:cs typeface="+mj-cs"/>
              </a:rPr>
              <a:t>invere</a:t>
            </a:r>
            <a:r>
              <a:rPr sz="1200">
                <a:ea typeface="+mj-ea"/>
                <a:cs typeface="+mj-cs"/>
              </a:rPr>
              <a:t> </a:t>
            </a:r>
            <a:r>
              <a:rPr sz="1200" err="1">
                <a:ea typeface="+mj-ea"/>
                <a:cs typeface="+mj-cs"/>
              </a:rPr>
              <a:t>nullit</a:t>
            </a:r>
            <a:r>
              <a:rPr sz="1200">
                <a:ea typeface="+mj-ea"/>
                <a:cs typeface="+mj-cs"/>
              </a:rPr>
              <a:t> et, </a:t>
            </a:r>
            <a:r>
              <a:rPr sz="1200" err="1">
                <a:ea typeface="+mj-ea"/>
                <a:cs typeface="+mj-cs"/>
              </a:rPr>
              <a:t>simporiatium</a:t>
            </a:r>
            <a:r>
              <a:rPr sz="1200">
                <a:ea typeface="+mj-ea"/>
                <a:cs typeface="+mj-cs"/>
              </a:rPr>
              <a:t> et </a:t>
            </a:r>
            <a:r>
              <a:rPr sz="1200" err="1">
                <a:ea typeface="+mj-ea"/>
                <a:cs typeface="+mj-cs"/>
              </a:rPr>
              <a:t>exceatibus</a:t>
            </a:r>
            <a:r>
              <a:rPr sz="1200">
                <a:ea typeface="+mj-ea"/>
                <a:cs typeface="+mj-cs"/>
              </a:rPr>
              <a:t> sim </a:t>
            </a:r>
            <a:r>
              <a:rPr sz="1200" err="1">
                <a:ea typeface="+mj-ea"/>
                <a:cs typeface="+mj-cs"/>
              </a:rPr>
              <a:t>laborro</a:t>
            </a:r>
            <a:r>
              <a:rPr sz="1200">
                <a:ea typeface="+mj-ea"/>
                <a:cs typeface="+mj-cs"/>
              </a:rPr>
              <a:t>.</a:t>
            </a:r>
          </a:p>
        </p:txBody>
      </p:sp>
      <p:sp>
        <p:nvSpPr>
          <p:cNvPr id="8" name="object 4">
            <a:extLst>
              <a:ext uri="{FF2B5EF4-FFF2-40B4-BE49-F238E27FC236}">
                <a16:creationId xmlns:a16="http://schemas.microsoft.com/office/drawing/2014/main" id="{29016299-1872-4FC7-75D3-D57087CC8985}"/>
              </a:ext>
            </a:extLst>
          </p:cNvPr>
          <p:cNvSpPr txBox="1"/>
          <p:nvPr/>
        </p:nvSpPr>
        <p:spPr>
          <a:xfrm>
            <a:off x="6225234" y="2953202"/>
            <a:ext cx="2231136" cy="1555045"/>
          </a:xfrm>
          <a:prstGeom prst="rect">
            <a:avLst/>
          </a:prstGeom>
        </p:spPr>
        <p:txBody>
          <a:bodyPr vert="horz" wrap="square" lIns="0" tIns="0" rIns="0" bIns="0" rtlCol="0">
            <a:noAutofit/>
          </a:bodyPr>
          <a:lstStyle/>
          <a:p>
            <a:pPr marR="3080">
              <a:lnSpc>
                <a:spcPct val="110000"/>
              </a:lnSpc>
              <a:spcAft>
                <a:spcPts val="1000"/>
              </a:spcAft>
            </a:pPr>
            <a:r>
              <a:rPr lang="en-US" sz="1200" b="1">
                <a:ea typeface="+mj-ea"/>
                <a:cs typeface="+mj-cs"/>
              </a:rPr>
              <a:t>Subheadline</a:t>
            </a:r>
            <a:endParaRPr sz="1200" b="1">
              <a:ea typeface="+mj-ea"/>
              <a:cs typeface="+mj-cs"/>
            </a:endParaRP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 </a:t>
            </a:r>
            <a:r>
              <a:rPr lang="en-US" sz="1200" err="1">
                <a:ea typeface="+mj-ea"/>
                <a:cs typeface="+mj-cs"/>
              </a:rPr>
              <a:t>exceatibus</a:t>
            </a:r>
            <a:r>
              <a:rPr lang="en-US" sz="1200">
                <a:ea typeface="+mj-ea"/>
                <a:cs typeface="+mj-cs"/>
              </a:rPr>
              <a:t> sim </a:t>
            </a:r>
            <a:r>
              <a:rPr lang="en-US" sz="1200" err="1">
                <a:ea typeface="+mj-ea"/>
                <a:cs typeface="+mj-cs"/>
              </a:rPr>
              <a:t>laborro</a:t>
            </a:r>
            <a:r>
              <a:rPr lang="en-US" sz="1200">
                <a:ea typeface="+mj-ea"/>
                <a:cs typeface="+mj-cs"/>
              </a:rPr>
              <a:t>.</a:t>
            </a:r>
          </a:p>
        </p:txBody>
      </p:sp>
      <p:sp>
        <p:nvSpPr>
          <p:cNvPr id="9" name="object 5">
            <a:extLst>
              <a:ext uri="{FF2B5EF4-FFF2-40B4-BE49-F238E27FC236}">
                <a16:creationId xmlns:a16="http://schemas.microsoft.com/office/drawing/2014/main" id="{F38A982B-3049-D9AB-E64B-C3714CA0FA95}"/>
              </a:ext>
            </a:extLst>
          </p:cNvPr>
          <p:cNvSpPr txBox="1"/>
          <p:nvPr/>
        </p:nvSpPr>
        <p:spPr>
          <a:xfrm>
            <a:off x="6225234" y="4715611"/>
            <a:ext cx="2231136" cy="1555045"/>
          </a:xfrm>
          <a:prstGeom prst="rect">
            <a:avLst/>
          </a:prstGeom>
        </p:spPr>
        <p:txBody>
          <a:bodyPr vert="horz" wrap="square" lIns="0" tIns="0" rIns="0" bIns="0" rtlCol="0">
            <a:noAutofit/>
          </a:bodyPr>
          <a:lstStyle/>
          <a:p>
            <a:pPr marR="3080">
              <a:lnSpc>
                <a:spcPct val="110000"/>
              </a:lnSpc>
              <a:spcAft>
                <a:spcPts val="1000"/>
              </a:spcAft>
            </a:pPr>
            <a:r>
              <a:rPr lang="en-US" sz="1200" b="1">
                <a:ea typeface="+mj-ea"/>
                <a:cs typeface="+mj-cs"/>
              </a:rPr>
              <a:t>Subheadline</a:t>
            </a:r>
            <a:endParaRPr sz="1200" b="1">
              <a:ea typeface="+mj-ea"/>
              <a:cs typeface="+mj-cs"/>
            </a:endParaRP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 </a:t>
            </a:r>
            <a:r>
              <a:rPr lang="en-US" sz="1200" err="1">
                <a:ea typeface="+mj-ea"/>
                <a:cs typeface="+mj-cs"/>
              </a:rPr>
              <a:t>exceatibus</a:t>
            </a:r>
            <a:r>
              <a:rPr lang="en-US" sz="1200">
                <a:ea typeface="+mj-ea"/>
                <a:cs typeface="+mj-cs"/>
              </a:rPr>
              <a:t> sim </a:t>
            </a:r>
            <a:r>
              <a:rPr lang="en-US" sz="1200" err="1">
                <a:ea typeface="+mj-ea"/>
                <a:cs typeface="+mj-cs"/>
              </a:rPr>
              <a:t>laborro</a:t>
            </a:r>
            <a:r>
              <a:rPr lang="en-US" sz="1200">
                <a:ea typeface="+mj-ea"/>
                <a:cs typeface="+mj-cs"/>
              </a:rPr>
              <a:t>.</a:t>
            </a:r>
          </a:p>
        </p:txBody>
      </p:sp>
      <p:sp>
        <p:nvSpPr>
          <p:cNvPr id="10" name="object 6">
            <a:extLst>
              <a:ext uri="{FF2B5EF4-FFF2-40B4-BE49-F238E27FC236}">
                <a16:creationId xmlns:a16="http://schemas.microsoft.com/office/drawing/2014/main" id="{4D2D4113-BF14-053F-0068-EB451BB5410D}"/>
              </a:ext>
            </a:extLst>
          </p:cNvPr>
          <p:cNvSpPr txBox="1"/>
          <p:nvPr/>
        </p:nvSpPr>
        <p:spPr>
          <a:xfrm>
            <a:off x="9039613" y="1190792"/>
            <a:ext cx="2231136" cy="1555045"/>
          </a:xfrm>
          <a:prstGeom prst="rect">
            <a:avLst/>
          </a:prstGeom>
        </p:spPr>
        <p:txBody>
          <a:bodyPr vert="horz" wrap="square" lIns="0" tIns="0" rIns="0" bIns="0" rtlCol="0">
            <a:noAutofit/>
          </a:bodyPr>
          <a:lstStyle/>
          <a:p>
            <a:pPr marR="3080">
              <a:lnSpc>
                <a:spcPct val="110000"/>
              </a:lnSpc>
              <a:spcAft>
                <a:spcPts val="1000"/>
              </a:spcAft>
            </a:pPr>
            <a:r>
              <a:rPr lang="en-US" sz="1200" b="1">
                <a:ea typeface="+mj-ea"/>
                <a:cs typeface="+mj-cs"/>
              </a:rPr>
              <a:t>Subheadline</a:t>
            </a:r>
            <a:endParaRPr sz="1200" b="1">
              <a:ea typeface="+mj-ea"/>
              <a:cs typeface="+mj-cs"/>
            </a:endParaRP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 </a:t>
            </a:r>
            <a:r>
              <a:rPr lang="en-US" sz="1200" err="1">
                <a:ea typeface="+mj-ea"/>
                <a:cs typeface="+mj-cs"/>
              </a:rPr>
              <a:t>exceatibus</a:t>
            </a:r>
            <a:r>
              <a:rPr lang="en-US" sz="1200">
                <a:ea typeface="+mj-ea"/>
                <a:cs typeface="+mj-cs"/>
              </a:rPr>
              <a:t> sim </a:t>
            </a:r>
            <a:r>
              <a:rPr lang="en-US" sz="1200" err="1">
                <a:ea typeface="+mj-ea"/>
                <a:cs typeface="+mj-cs"/>
              </a:rPr>
              <a:t>laborro</a:t>
            </a:r>
            <a:r>
              <a:rPr lang="en-US" sz="1200">
                <a:ea typeface="+mj-ea"/>
                <a:cs typeface="+mj-cs"/>
              </a:rPr>
              <a:t>.</a:t>
            </a:r>
          </a:p>
        </p:txBody>
      </p:sp>
      <p:sp>
        <p:nvSpPr>
          <p:cNvPr id="11" name="object 7">
            <a:extLst>
              <a:ext uri="{FF2B5EF4-FFF2-40B4-BE49-F238E27FC236}">
                <a16:creationId xmlns:a16="http://schemas.microsoft.com/office/drawing/2014/main" id="{7001832A-736F-8715-09EE-F2DBA5583B0B}"/>
              </a:ext>
            </a:extLst>
          </p:cNvPr>
          <p:cNvSpPr txBox="1"/>
          <p:nvPr/>
        </p:nvSpPr>
        <p:spPr>
          <a:xfrm>
            <a:off x="9029700" y="2953201"/>
            <a:ext cx="2231136" cy="1555045"/>
          </a:xfrm>
          <a:prstGeom prst="rect">
            <a:avLst/>
          </a:prstGeom>
        </p:spPr>
        <p:txBody>
          <a:bodyPr vert="horz" wrap="square" lIns="0" tIns="0" rIns="0" bIns="0" rtlCol="0">
            <a:noAutofit/>
          </a:bodyPr>
          <a:lstStyle/>
          <a:p>
            <a:pPr marL="7700">
              <a:lnSpc>
                <a:spcPct val="110000"/>
              </a:lnSpc>
              <a:spcAft>
                <a:spcPts val="1000"/>
              </a:spcAft>
            </a:pPr>
            <a:r>
              <a:rPr lang="en-US" sz="1200" b="1">
                <a:ea typeface="+mj-ea"/>
                <a:cs typeface="+mj-cs"/>
              </a:rPr>
              <a:t>Subheadline</a:t>
            </a:r>
            <a:endParaRPr sz="1200" b="1">
              <a:ea typeface="+mj-ea"/>
              <a:cs typeface="+mj-cs"/>
            </a:endParaRPr>
          </a:p>
          <a:p>
            <a:pPr marL="770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 </a:t>
            </a:r>
            <a:r>
              <a:rPr lang="en-US" sz="1200" err="1">
                <a:ea typeface="+mj-ea"/>
                <a:cs typeface="+mj-cs"/>
              </a:rPr>
              <a:t>exceatibus</a:t>
            </a:r>
            <a:r>
              <a:rPr lang="en-US" sz="1200">
                <a:ea typeface="+mj-ea"/>
                <a:cs typeface="+mj-cs"/>
              </a:rPr>
              <a:t> sim </a:t>
            </a:r>
            <a:r>
              <a:rPr lang="en-US" sz="1200" err="1">
                <a:ea typeface="+mj-ea"/>
                <a:cs typeface="+mj-cs"/>
              </a:rPr>
              <a:t>laborro</a:t>
            </a:r>
            <a:r>
              <a:rPr lang="en-US" sz="1200">
                <a:ea typeface="+mj-ea"/>
                <a:cs typeface="+mj-cs"/>
              </a:rPr>
              <a:t>.</a:t>
            </a:r>
          </a:p>
        </p:txBody>
      </p:sp>
      <p:sp>
        <p:nvSpPr>
          <p:cNvPr id="12" name="object 8">
            <a:extLst>
              <a:ext uri="{FF2B5EF4-FFF2-40B4-BE49-F238E27FC236}">
                <a16:creationId xmlns:a16="http://schemas.microsoft.com/office/drawing/2014/main" id="{72CAFF1A-BD51-98AC-482B-37F71AD2BCE4}"/>
              </a:ext>
            </a:extLst>
          </p:cNvPr>
          <p:cNvSpPr txBox="1"/>
          <p:nvPr/>
        </p:nvSpPr>
        <p:spPr>
          <a:xfrm>
            <a:off x="9039613" y="4715610"/>
            <a:ext cx="2231136" cy="1555045"/>
          </a:xfrm>
          <a:prstGeom prst="rect">
            <a:avLst/>
          </a:prstGeom>
        </p:spPr>
        <p:txBody>
          <a:bodyPr vert="horz" wrap="square" lIns="0" tIns="0" rIns="0" bIns="0" rtlCol="0">
            <a:noAutofit/>
          </a:bodyPr>
          <a:lstStyle/>
          <a:p>
            <a:pPr marL="7700">
              <a:lnSpc>
                <a:spcPct val="110000"/>
              </a:lnSpc>
              <a:spcAft>
                <a:spcPts val="1000"/>
              </a:spcAft>
            </a:pPr>
            <a:r>
              <a:rPr lang="en-US" sz="1200" b="1">
                <a:ea typeface="+mj-ea"/>
                <a:cs typeface="+mj-cs"/>
              </a:rPr>
              <a:t>Subheadline</a:t>
            </a:r>
            <a:endParaRPr sz="1200" b="1">
              <a:ea typeface="+mj-ea"/>
              <a:cs typeface="+mj-cs"/>
            </a:endParaRPr>
          </a:p>
          <a:p>
            <a:pPr marL="770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r>
              <a:rPr lang="en-US" sz="1200" err="1">
                <a:ea typeface="+mj-ea"/>
                <a:cs typeface="+mj-cs"/>
              </a:rPr>
              <a:t>simporiatium</a:t>
            </a:r>
            <a:r>
              <a:rPr lang="en-US" sz="1200">
                <a:ea typeface="+mj-ea"/>
                <a:cs typeface="+mj-cs"/>
              </a:rPr>
              <a:t> et </a:t>
            </a:r>
            <a:r>
              <a:rPr lang="en-US" sz="1200" err="1">
                <a:ea typeface="+mj-ea"/>
                <a:cs typeface="+mj-cs"/>
              </a:rPr>
              <a:t>exceatibus</a:t>
            </a:r>
            <a:r>
              <a:rPr lang="en-US" sz="1200">
                <a:ea typeface="+mj-ea"/>
                <a:cs typeface="+mj-cs"/>
              </a:rPr>
              <a:t> sim </a:t>
            </a:r>
            <a:r>
              <a:rPr lang="en-US" sz="1200" err="1">
                <a:ea typeface="+mj-ea"/>
                <a:cs typeface="+mj-cs"/>
              </a:rPr>
              <a:t>laborro</a:t>
            </a:r>
            <a:r>
              <a:rPr lang="en-US" sz="1200">
                <a:ea typeface="+mj-ea"/>
                <a:cs typeface="+mj-cs"/>
              </a:rPr>
              <a:t>.</a:t>
            </a:r>
          </a:p>
        </p:txBody>
      </p:sp>
      <p:sp>
        <p:nvSpPr>
          <p:cNvPr id="3" name="Footer Placeholder 2">
            <a:extLst>
              <a:ext uri="{FF2B5EF4-FFF2-40B4-BE49-F238E27FC236}">
                <a16:creationId xmlns:a16="http://schemas.microsoft.com/office/drawing/2014/main" id="{040475C3-40D2-92F4-724A-0579AFA7F1D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BF227CFC-82BC-FC50-D5F9-34D24A9C723A}"/>
              </a:ext>
              <a:ext uri="{C183D7F6-B498-43B3-948B-1728B52AA6E4}">
                <adec:decorative xmlns:adec="http://schemas.microsoft.com/office/drawing/2017/decorative" val="1"/>
              </a:ext>
            </a:extLst>
          </p:cNvPr>
          <p:cNvSpPr>
            <a:spLocks noGrp="1"/>
          </p:cNvSpPr>
          <p:nvPr>
            <p:ph type="dt" sz="half" idx="10"/>
          </p:nvPr>
        </p:nvSpPr>
        <p:spPr/>
        <p:txBody>
          <a:bodyPr/>
          <a:lstStyle/>
          <a:p>
            <a:fld id="{FB3E5204-C824-4A4E-8370-673FBB3C544D}" type="datetimeyyyy">
              <a:rPr lang="en-US" smtClean="0"/>
              <a:t>2025</a:t>
            </a:fld>
            <a:endParaRPr lang="en-US"/>
          </a:p>
        </p:txBody>
      </p:sp>
      <p:sp>
        <p:nvSpPr>
          <p:cNvPr id="4" name="Slide Number Placeholder 3">
            <a:extLst>
              <a:ext uri="{FF2B5EF4-FFF2-40B4-BE49-F238E27FC236}">
                <a16:creationId xmlns:a16="http://schemas.microsoft.com/office/drawing/2014/main" id="{F511ECE0-53A7-1700-8B33-A0531B9EE07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84</a:t>
            </a:fld>
            <a:endParaRPr lang="en-US"/>
          </a:p>
        </p:txBody>
      </p:sp>
    </p:spTree>
    <p:extLst>
      <p:ext uri="{BB962C8B-B14F-4D97-AF65-F5344CB8AC3E}">
        <p14:creationId xmlns:p14="http://schemas.microsoft.com/office/powerpoint/2010/main" val="40465469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227CD895-1AD8-CC37-BA0F-23822EFF1232}"/>
              </a:ext>
            </a:extLst>
          </p:cNvPr>
          <p:cNvPicPr>
            <a:picLocks noGrp="1" noChangeAspect="1"/>
          </p:cNvPicPr>
          <p:nvPr>
            <p:ph type="pic" sz="quarter" idx="16"/>
          </p:nvPr>
        </p:nvPicPr>
        <p:blipFill>
          <a:blip r:embed="rId2" cstate="email">
            <a:extLst>
              <a:ext uri="{28A0092B-C50C-407E-A947-70E740481C1C}">
                <a14:useLocalDpi xmlns:a14="http://schemas.microsoft.com/office/drawing/2010/main"/>
              </a:ext>
            </a:extLst>
          </a:blip>
          <a:srcRect/>
          <a:stretch/>
        </p:blipFill>
        <p:spPr>
          <a:xfrm>
            <a:off x="0" y="0"/>
            <a:ext cx="4105656" cy="6863945"/>
          </a:xfrm>
        </p:spPr>
      </p:pic>
      <p:sp>
        <p:nvSpPr>
          <p:cNvPr id="2" name="Title 1">
            <a:extLst>
              <a:ext uri="{FF2B5EF4-FFF2-40B4-BE49-F238E27FC236}">
                <a16:creationId xmlns:a16="http://schemas.microsoft.com/office/drawing/2014/main" id="{16851C01-2DDB-7BEF-66CE-F8398802C7C0}"/>
              </a:ext>
            </a:extLst>
          </p:cNvPr>
          <p:cNvSpPr>
            <a:spLocks noGrp="1"/>
          </p:cNvSpPr>
          <p:nvPr>
            <p:ph type="title"/>
          </p:nvPr>
        </p:nvSpPr>
        <p:spPr/>
        <p:txBody>
          <a:bodyPr/>
          <a:lstStyle/>
          <a:p>
            <a:r>
              <a:rPr lang="en-US"/>
              <a:t>Slide with larger body type </a:t>
            </a:r>
            <a:r>
              <a:rPr lang="en-US">
                <a:solidFill>
                  <a:schemeClr val="accent1"/>
                </a:solidFill>
              </a:rPr>
              <a:t>recommended for presentations </a:t>
            </a:r>
            <a:endParaRPr lang="en-US">
              <a:solidFill>
                <a:schemeClr val="accent2"/>
              </a:solidFill>
            </a:endParaRPr>
          </a:p>
        </p:txBody>
      </p:sp>
      <p:sp>
        <p:nvSpPr>
          <p:cNvPr id="21" name="Subtitle 20">
            <a:extLst>
              <a:ext uri="{FF2B5EF4-FFF2-40B4-BE49-F238E27FC236}">
                <a16:creationId xmlns:a16="http://schemas.microsoft.com/office/drawing/2014/main" id="{1C84AEC1-6DFE-3229-BF63-820C34CE283A}"/>
              </a:ext>
            </a:extLst>
          </p:cNvPr>
          <p:cNvSpPr>
            <a:spLocks noGrp="1"/>
          </p:cNvSpPr>
          <p:nvPr>
            <p:ph type="subTitle" idx="1"/>
          </p:nvPr>
        </p:nvSpPr>
        <p:spPr/>
        <p:txBody>
          <a:bodyPr/>
          <a:lstStyle/>
          <a:p>
            <a:r>
              <a:rPr lang="en-US" sz="2200"/>
              <a:t>Optional </a:t>
            </a:r>
            <a:r>
              <a:rPr lang="en-US" sz="2200" err="1"/>
              <a:t>subheadline</a:t>
            </a:r>
            <a:endParaRPr lang="en-US" sz="2200"/>
          </a:p>
        </p:txBody>
      </p:sp>
      <p:sp>
        <p:nvSpPr>
          <p:cNvPr id="22" name="Text Placeholder 21">
            <a:extLst>
              <a:ext uri="{FF2B5EF4-FFF2-40B4-BE49-F238E27FC236}">
                <a16:creationId xmlns:a16="http://schemas.microsoft.com/office/drawing/2014/main" id="{E3354BC2-6C5D-EB2F-C586-763347634839}"/>
              </a:ext>
            </a:extLst>
          </p:cNvPr>
          <p:cNvSpPr>
            <a:spLocks noGrp="1"/>
          </p:cNvSpPr>
          <p:nvPr>
            <p:ph type="body" sz="quarter" idx="14"/>
          </p:nvPr>
        </p:nvSpPr>
        <p:spPr/>
        <p:txBody>
          <a:bodyPr/>
          <a:lstStyle/>
          <a:p>
            <a:r>
              <a:rPr lang="en-US" sz="2200" err="1"/>
              <a:t>Beremod</a:t>
            </a:r>
            <a:r>
              <a:rPr lang="en-US" sz="2200"/>
              <a:t> </a:t>
            </a:r>
            <a:r>
              <a:rPr lang="en-US" sz="2200" err="1"/>
              <a:t>maximusaesto</a:t>
            </a:r>
            <a:r>
              <a:rPr lang="en-US" sz="2200"/>
              <a:t> </a:t>
            </a:r>
            <a:r>
              <a:rPr lang="en-US" sz="2200" err="1"/>
              <a:t>dunt</a:t>
            </a:r>
            <a:r>
              <a:rPr lang="en-US" sz="2200"/>
              <a:t> </a:t>
            </a:r>
            <a:r>
              <a:rPr lang="en-US" sz="2200" err="1"/>
              <a:t>labo</a:t>
            </a:r>
            <a:r>
              <a:rPr lang="en-US" sz="2200"/>
              <a:t>. Et </a:t>
            </a:r>
            <a:r>
              <a:rPr lang="en-US" sz="2200" err="1"/>
              <a:t>laborum</a:t>
            </a:r>
            <a:r>
              <a:rPr lang="en-US" sz="2200"/>
              <a:t> que  </a:t>
            </a:r>
            <a:r>
              <a:rPr lang="en-US" sz="2200" err="1"/>
              <a:t>parit</a:t>
            </a:r>
            <a:r>
              <a:rPr lang="en-US" sz="2200"/>
              <a:t> </a:t>
            </a:r>
            <a:r>
              <a:rPr lang="en-US" sz="2200" err="1"/>
              <a:t>invere</a:t>
            </a:r>
            <a:r>
              <a:rPr lang="en-US" sz="2200"/>
              <a:t> </a:t>
            </a:r>
            <a:r>
              <a:rPr lang="en-US" sz="2200" err="1"/>
              <a:t>nullit</a:t>
            </a:r>
            <a:r>
              <a:rPr lang="en-US" sz="2200"/>
              <a:t> et, </a:t>
            </a:r>
            <a:r>
              <a:rPr lang="en-US" sz="2200" err="1"/>
              <a:t>simporiatium</a:t>
            </a:r>
            <a:r>
              <a:rPr lang="en-US" sz="2200"/>
              <a:t> et </a:t>
            </a:r>
            <a:r>
              <a:rPr lang="en-US" sz="2200" err="1"/>
              <a:t>exceatibus</a:t>
            </a:r>
            <a:r>
              <a:rPr lang="en-US" sz="2200"/>
              <a:t> sim </a:t>
            </a:r>
            <a:r>
              <a:rPr lang="en-US" sz="2200" err="1"/>
              <a:t>laborro</a:t>
            </a:r>
            <a:r>
              <a:rPr lang="en-US" sz="2200"/>
              <a:t> to </a:t>
            </a:r>
            <a:r>
              <a:rPr lang="en-US" sz="2200" err="1"/>
              <a:t>doluptiati</a:t>
            </a:r>
            <a:r>
              <a:rPr lang="en-US" sz="2200"/>
              <a:t> </a:t>
            </a:r>
            <a:r>
              <a:rPr lang="en-US" sz="2200" err="1"/>
              <a:t>optatincid</a:t>
            </a:r>
            <a:r>
              <a:rPr lang="en-US" sz="2200"/>
              <a:t> </a:t>
            </a:r>
            <a:r>
              <a:rPr lang="en-US" sz="2200" err="1"/>
              <a:t>ut</a:t>
            </a:r>
            <a:endParaRPr lang="en-US" sz="2200"/>
          </a:p>
          <a:p>
            <a:r>
              <a:rPr lang="en-US" sz="2200" err="1"/>
              <a:t>Nem</a:t>
            </a:r>
            <a:r>
              <a:rPr lang="en-US" sz="2200"/>
              <a:t> </a:t>
            </a:r>
            <a:r>
              <a:rPr lang="en-US" sz="2200" err="1"/>
              <a:t>necupta</a:t>
            </a:r>
            <a:r>
              <a:rPr lang="en-US" sz="2200"/>
              <a:t> </a:t>
            </a:r>
            <a:r>
              <a:rPr lang="en-US" sz="2200" err="1"/>
              <a:t>ius</a:t>
            </a:r>
            <a:r>
              <a:rPr lang="en-US" sz="2200"/>
              <a:t> </a:t>
            </a:r>
            <a:r>
              <a:rPr lang="en-US" sz="2200" err="1"/>
              <a:t>consequ</a:t>
            </a:r>
            <a:r>
              <a:rPr lang="en-US" sz="2200"/>
              <a:t> </a:t>
            </a:r>
            <a:r>
              <a:rPr lang="en-US" sz="2200" err="1"/>
              <a:t>osseritem</a:t>
            </a:r>
            <a:r>
              <a:rPr lang="en-US" sz="2200"/>
              <a:t> </a:t>
            </a:r>
            <a:r>
              <a:rPr lang="en-US" sz="2200" err="1"/>
              <a:t>quis</a:t>
            </a:r>
            <a:r>
              <a:rPr lang="en-US" sz="2200"/>
              <a:t> </a:t>
            </a:r>
            <a:r>
              <a:rPr lang="en-US" sz="2200" err="1"/>
              <a:t>eium</a:t>
            </a:r>
            <a:r>
              <a:rPr lang="en-US" sz="2200"/>
              <a:t>  </a:t>
            </a:r>
            <a:r>
              <a:rPr lang="en-US" sz="2200" err="1"/>
              <a:t>faceperibus</a:t>
            </a:r>
            <a:r>
              <a:rPr lang="en-US" sz="2200"/>
              <a:t> re lab il </a:t>
            </a:r>
            <a:r>
              <a:rPr lang="en-US" sz="2200" err="1"/>
              <a:t>idi</a:t>
            </a:r>
            <a:r>
              <a:rPr lang="en-US" sz="2200"/>
              <a:t> </a:t>
            </a:r>
            <a:r>
              <a:rPr lang="en-US" sz="2200" err="1"/>
              <a:t>reratem</a:t>
            </a:r>
            <a:r>
              <a:rPr lang="en-US" sz="2200"/>
              <a:t> ipsum.</a:t>
            </a:r>
          </a:p>
        </p:txBody>
      </p:sp>
      <p:sp>
        <p:nvSpPr>
          <p:cNvPr id="23" name="Text Placeholder 22">
            <a:extLst>
              <a:ext uri="{FF2B5EF4-FFF2-40B4-BE49-F238E27FC236}">
                <a16:creationId xmlns:a16="http://schemas.microsoft.com/office/drawing/2014/main" id="{715A8D9C-CAA9-FFB7-8B19-FF2EEC9A3A8F}"/>
              </a:ext>
              <a:ext uri="{C183D7F6-B498-43B3-948B-1728B52AA6E4}">
                <adec:decorative xmlns:adec="http://schemas.microsoft.com/office/drawing/2017/decorative" val="1"/>
              </a:ext>
            </a:extLst>
          </p:cNvPr>
          <p:cNvSpPr>
            <a:spLocks noGrp="1"/>
          </p:cNvSpPr>
          <p:nvPr>
            <p:ph type="body" sz="quarter" idx="18"/>
          </p:nvPr>
        </p:nvSpPr>
        <p:spPr>
          <a:xfrm>
            <a:off x="0" y="4820720"/>
            <a:ext cx="4102100" cy="2037280"/>
          </a:xfrm>
          <a:solidFill>
            <a:schemeClr val="accent6">
              <a:alpha val="50000"/>
            </a:schemeClr>
          </a:solidFill>
        </p:spPr>
        <p:txBody>
          <a:bodyPr/>
          <a:lstStyle/>
          <a:p>
            <a:endParaRPr lang="en-US"/>
          </a:p>
        </p:txBody>
      </p:sp>
      <p:sp>
        <p:nvSpPr>
          <p:cNvPr id="8" name="Footer Placeholder 7">
            <a:extLst>
              <a:ext uri="{FF2B5EF4-FFF2-40B4-BE49-F238E27FC236}">
                <a16:creationId xmlns:a16="http://schemas.microsoft.com/office/drawing/2014/main" id="{82BBCD10-17DC-5E3B-F1E0-E966B6CC35A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Date Placeholder 4">
            <a:extLst>
              <a:ext uri="{FF2B5EF4-FFF2-40B4-BE49-F238E27FC236}">
                <a16:creationId xmlns:a16="http://schemas.microsoft.com/office/drawing/2014/main" id="{563A9D6F-2B8B-E155-FDD0-FFF48462D4F7}"/>
              </a:ext>
              <a:ext uri="{C183D7F6-B498-43B3-948B-1728B52AA6E4}">
                <adec:decorative xmlns:adec="http://schemas.microsoft.com/office/drawing/2017/decorative" val="1"/>
              </a:ext>
            </a:extLst>
          </p:cNvPr>
          <p:cNvSpPr>
            <a:spLocks noGrp="1"/>
          </p:cNvSpPr>
          <p:nvPr>
            <p:ph type="dt" sz="half" idx="11"/>
          </p:nvPr>
        </p:nvSpPr>
        <p:spPr/>
        <p:txBody>
          <a:bodyPr/>
          <a:lstStyle/>
          <a:p>
            <a:fld id="{5450F5F2-0ED7-4709-AC97-B41156A56A91}" type="datetimeyyyy">
              <a:rPr lang="en-US" smtClean="0"/>
              <a:t>2025</a:t>
            </a:fld>
            <a:endParaRPr lang="en-US"/>
          </a:p>
        </p:txBody>
      </p:sp>
      <p:sp>
        <p:nvSpPr>
          <p:cNvPr id="3" name="Slide Number Placeholder 2">
            <a:extLst>
              <a:ext uri="{FF2B5EF4-FFF2-40B4-BE49-F238E27FC236}">
                <a16:creationId xmlns:a16="http://schemas.microsoft.com/office/drawing/2014/main" id="{2E25F9B0-C416-40D7-01DB-5EA85A81FD3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85</a:t>
            </a:fld>
            <a:endParaRPr lang="en-US"/>
          </a:p>
        </p:txBody>
      </p:sp>
      <p:grpSp>
        <p:nvGrpSpPr>
          <p:cNvPr id="4" name="Group 3">
            <a:extLst>
              <a:ext uri="{FF2B5EF4-FFF2-40B4-BE49-F238E27FC236}">
                <a16:creationId xmlns:a16="http://schemas.microsoft.com/office/drawing/2014/main" id="{4DFE9C80-AE94-0D0E-5165-C7F088194722}"/>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6" name="Rectangle 5">
              <a:extLst>
                <a:ext uri="{FF2B5EF4-FFF2-40B4-BE49-F238E27FC236}">
                  <a16:creationId xmlns:a16="http://schemas.microsoft.com/office/drawing/2014/main" id="{5BAEC2BB-43F6-A9DF-5670-529B421E391E}"/>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7" name="Group 6">
              <a:extLst>
                <a:ext uri="{FF2B5EF4-FFF2-40B4-BE49-F238E27FC236}">
                  <a16:creationId xmlns:a16="http://schemas.microsoft.com/office/drawing/2014/main" id="{96C2A52E-D945-1484-BBCD-CAD031D77DDA}"/>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595475FB-1231-9888-E9CD-B7FE27A095B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0" name="Rectangle 9">
                <a:extLst>
                  <a:ext uri="{FF2B5EF4-FFF2-40B4-BE49-F238E27FC236}">
                    <a16:creationId xmlns:a16="http://schemas.microsoft.com/office/drawing/2014/main" id="{B17050FC-E230-DF11-7DF3-1C3F74A0C8A0}"/>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0863105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A13509-015D-C601-07A2-BF20185A8844}"/>
              </a:ext>
            </a:extLst>
          </p:cNvPr>
          <p:cNvSpPr>
            <a:spLocks noGrp="1"/>
          </p:cNvSpPr>
          <p:nvPr>
            <p:ph type="title"/>
          </p:nvPr>
        </p:nvSpPr>
        <p:spPr/>
        <p:txBody>
          <a:bodyPr/>
          <a:lstStyle/>
          <a:p>
            <a:r>
              <a:rPr lang="en-US"/>
              <a:t>Slide with larger body type </a:t>
            </a:r>
            <a:r>
              <a:rPr lang="en-US">
                <a:solidFill>
                  <a:schemeClr val="accent1"/>
                </a:solidFill>
              </a:rPr>
              <a:t>recommended for presentations </a:t>
            </a:r>
          </a:p>
        </p:txBody>
      </p:sp>
      <p:sp>
        <p:nvSpPr>
          <p:cNvPr id="9" name="Text Placeholder 8">
            <a:extLst>
              <a:ext uri="{FF2B5EF4-FFF2-40B4-BE49-F238E27FC236}">
                <a16:creationId xmlns:a16="http://schemas.microsoft.com/office/drawing/2014/main" id="{D4B592BD-83DF-A086-76A9-8D43899F433D}"/>
              </a:ext>
            </a:extLst>
          </p:cNvPr>
          <p:cNvSpPr>
            <a:spLocks noGrp="1"/>
          </p:cNvSpPr>
          <p:nvPr>
            <p:ph type="body" sz="quarter" idx="20"/>
          </p:nvPr>
        </p:nvSpPr>
        <p:spPr/>
        <p:txBody>
          <a:bodyPr anchor="b"/>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a:t>
            </a:r>
          </a:p>
        </p:txBody>
      </p:sp>
      <p:sp>
        <p:nvSpPr>
          <p:cNvPr id="17" name="Text Placeholder 16">
            <a:extLst>
              <a:ext uri="{FF2B5EF4-FFF2-40B4-BE49-F238E27FC236}">
                <a16:creationId xmlns:a16="http://schemas.microsoft.com/office/drawing/2014/main" id="{7E52C8DE-9A51-9947-B025-E13799269838}"/>
              </a:ext>
            </a:extLst>
          </p:cNvPr>
          <p:cNvSpPr>
            <a:spLocks noGrp="1"/>
          </p:cNvSpPr>
          <p:nvPr>
            <p:ph type="body" sz="quarter" idx="21"/>
          </p:nvPr>
        </p:nvSpPr>
        <p:spPr>
          <a:xfrm>
            <a:off x="571502" y="2946377"/>
            <a:ext cx="4698998" cy="3352800"/>
          </a:xfrm>
        </p:spPr>
        <p:txBody>
          <a:bodyPr/>
          <a:lstStyle/>
          <a:p>
            <a:r>
              <a:rPr lang="en-US" sz="2200"/>
              <a:t>Detailed text </a:t>
            </a:r>
            <a:r>
              <a:rPr lang="en-US" sz="2200" err="1"/>
              <a:t>Suscia</a:t>
            </a:r>
            <a:r>
              <a:rPr lang="en-US" sz="2200"/>
              <a:t> </a:t>
            </a:r>
            <a:r>
              <a:rPr lang="en-US" sz="2200" err="1"/>
              <a:t>si</a:t>
            </a:r>
            <a:r>
              <a:rPr lang="en-US" sz="2200"/>
              <a:t> </a:t>
            </a:r>
            <a:r>
              <a:rPr lang="en-US" sz="2200" err="1"/>
              <a:t>reptatia</a:t>
            </a:r>
            <a:r>
              <a:rPr lang="en-US" sz="2200"/>
              <a:t> </a:t>
            </a:r>
            <a:r>
              <a:rPr lang="en-US" sz="2200" err="1"/>
              <a:t>peratum</a:t>
            </a:r>
            <a:r>
              <a:rPr lang="en-US" sz="2200"/>
              <a:t> </a:t>
            </a:r>
            <a:r>
              <a:rPr lang="en-US" sz="2200" err="1"/>
              <a:t>voluptatur</a:t>
            </a:r>
            <a:r>
              <a:rPr lang="en-US" sz="2200"/>
              <a:t> </a:t>
            </a:r>
          </a:p>
          <a:p>
            <a:r>
              <a:rPr lang="en-US" sz="2200"/>
              <a:t>Sed </a:t>
            </a:r>
            <a:r>
              <a:rPr lang="en-US" sz="2200" err="1"/>
              <a:t>estore</a:t>
            </a:r>
            <a:r>
              <a:rPr lang="en-US" sz="2200"/>
              <a:t> </a:t>
            </a:r>
            <a:r>
              <a:rPr lang="en-US" sz="2200" err="1"/>
              <a:t>audae</a:t>
            </a:r>
            <a:r>
              <a:rPr lang="en-US" sz="2200"/>
              <a:t> ad </a:t>
            </a:r>
            <a:r>
              <a:rPr lang="en-US" sz="2200" err="1"/>
              <a:t>esto</a:t>
            </a:r>
            <a:r>
              <a:rPr lang="en-US" sz="2200"/>
              <a:t> </a:t>
            </a:r>
            <a:r>
              <a:rPr lang="en-US" sz="2200" err="1"/>
              <a:t>ilis</a:t>
            </a:r>
            <a:r>
              <a:rPr lang="en-US" sz="2200"/>
              <a:t> a pores </a:t>
            </a:r>
            <a:r>
              <a:rPr lang="en-US" sz="2200" err="1"/>
              <a:t>ut</a:t>
            </a:r>
            <a:r>
              <a:rPr lang="en-US" sz="2200"/>
              <a:t> </a:t>
            </a:r>
            <a:r>
              <a:rPr lang="en-US" sz="2200" err="1"/>
              <a:t>ut</a:t>
            </a:r>
            <a:r>
              <a:rPr lang="en-US" sz="2200"/>
              <a:t> ad </a:t>
            </a:r>
          </a:p>
          <a:p>
            <a:r>
              <a:rPr lang="en-US" sz="2200" err="1"/>
              <a:t>Quis</a:t>
            </a:r>
            <a:r>
              <a:rPr lang="en-US" sz="2200"/>
              <a:t> et </a:t>
            </a:r>
            <a:r>
              <a:rPr lang="en-US" sz="2200" err="1"/>
              <a:t>enisque</a:t>
            </a:r>
            <a:r>
              <a:rPr lang="en-US" sz="2200"/>
              <a:t> </a:t>
            </a:r>
            <a:r>
              <a:rPr lang="en-US" sz="2200" err="1"/>
              <a:t>illautate</a:t>
            </a:r>
            <a:r>
              <a:rPr lang="en-US" sz="2200"/>
              <a:t> nus re es </a:t>
            </a:r>
            <a:r>
              <a:rPr lang="en-US" sz="2200" err="1"/>
              <a:t>velit</a:t>
            </a:r>
            <a:r>
              <a:rPr lang="en-US" sz="2200"/>
              <a:t> </a:t>
            </a:r>
            <a:r>
              <a:rPr lang="en-US" sz="2200" err="1"/>
              <a:t>ut</a:t>
            </a:r>
            <a:r>
              <a:rPr lang="en-US" sz="2200"/>
              <a:t> </a:t>
            </a:r>
            <a:r>
              <a:rPr lang="en-US" sz="2200" err="1"/>
              <a:t>excerferchil</a:t>
            </a:r>
            <a:r>
              <a:rPr lang="en-US" sz="2200"/>
              <a:t> il et </a:t>
            </a:r>
            <a:r>
              <a:rPr lang="en-US" sz="2200" err="1"/>
              <a:t>volo</a:t>
            </a:r>
            <a:r>
              <a:rPr lang="en-US" sz="2200"/>
              <a:t>.</a:t>
            </a:r>
          </a:p>
        </p:txBody>
      </p:sp>
      <p:pic>
        <p:nvPicPr>
          <p:cNvPr id="18" name="Picture Placeholder 17">
            <a:extLst>
              <a:ext uri="{FF2B5EF4-FFF2-40B4-BE49-F238E27FC236}">
                <a16:creationId xmlns:a16="http://schemas.microsoft.com/office/drawing/2014/main" id="{A2E1BD32-1E57-BB02-0F95-83C3EBE09C07}"/>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b="-6"/>
          <a:stretch/>
        </p:blipFill>
        <p:spPr>
          <a:xfrm>
            <a:off x="6921500" y="2"/>
            <a:ext cx="5270500" cy="6857998"/>
          </a:xfrm>
          <a:custGeom>
            <a:avLst/>
            <a:gdLst>
              <a:gd name="connsiteX0" fmla="*/ 878434 w 5270500"/>
              <a:gd name="connsiteY0" fmla="*/ 0 h 6858000"/>
              <a:gd name="connsiteX1" fmla="*/ 5270500 w 5270500"/>
              <a:gd name="connsiteY1" fmla="*/ 0 h 6858000"/>
              <a:gd name="connsiteX2" fmla="*/ 5270500 w 5270500"/>
              <a:gd name="connsiteY2" fmla="*/ 6858000 h 6858000"/>
              <a:gd name="connsiteX3" fmla="*/ 0 w 5270500"/>
              <a:gd name="connsiteY3" fmla="*/ 6858000 h 6858000"/>
              <a:gd name="connsiteX4" fmla="*/ 0 w 5270500"/>
              <a:gd name="connsiteY4" fmla="*/ 878434 h 6858000"/>
              <a:gd name="connsiteX5" fmla="*/ 878434 w 52705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0500" h="6858000">
                <a:moveTo>
                  <a:pt x="878434" y="0"/>
                </a:moveTo>
                <a:lnTo>
                  <a:pt x="5270500" y="0"/>
                </a:lnTo>
                <a:lnTo>
                  <a:pt x="5270500" y="6858000"/>
                </a:lnTo>
                <a:lnTo>
                  <a:pt x="0" y="6858000"/>
                </a:lnTo>
                <a:lnTo>
                  <a:pt x="0" y="878434"/>
                </a:lnTo>
                <a:cubicBezTo>
                  <a:pt x="0" y="393288"/>
                  <a:pt x="393288" y="0"/>
                  <a:pt x="878434" y="0"/>
                </a:cubicBezTo>
                <a:close/>
              </a:path>
            </a:pathLst>
          </a:custGeom>
        </p:spPr>
      </p:pic>
      <p:sp>
        <p:nvSpPr>
          <p:cNvPr id="5" name="Footer Placeholder 4">
            <a:extLst>
              <a:ext uri="{FF2B5EF4-FFF2-40B4-BE49-F238E27FC236}">
                <a16:creationId xmlns:a16="http://schemas.microsoft.com/office/drawing/2014/main" id="{FC4641A1-6C00-64A9-BB1C-22BC4ACCB482}"/>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6" name="Date Placeholder 5">
            <a:extLst>
              <a:ext uri="{FF2B5EF4-FFF2-40B4-BE49-F238E27FC236}">
                <a16:creationId xmlns:a16="http://schemas.microsoft.com/office/drawing/2014/main" id="{79CB8494-3143-13D6-325F-769418863B96}"/>
              </a:ext>
              <a:ext uri="{C183D7F6-B498-43B3-948B-1728B52AA6E4}">
                <adec:decorative xmlns:adec="http://schemas.microsoft.com/office/drawing/2017/decorative" val="1"/>
              </a:ext>
            </a:extLst>
          </p:cNvPr>
          <p:cNvSpPr>
            <a:spLocks noGrp="1"/>
          </p:cNvSpPr>
          <p:nvPr>
            <p:ph type="dt" sz="half" idx="11"/>
          </p:nvPr>
        </p:nvSpPr>
        <p:spPr/>
        <p:txBody>
          <a:bodyPr/>
          <a:lstStyle/>
          <a:p>
            <a:fld id="{654B2D9B-7EFD-48DB-A77A-0974292B4449}" type="datetimeyyyy">
              <a:rPr lang="en-US" smtClean="0"/>
              <a:t>2025</a:t>
            </a:fld>
            <a:endParaRPr lang="en-US"/>
          </a:p>
        </p:txBody>
      </p:sp>
      <p:sp>
        <p:nvSpPr>
          <p:cNvPr id="7" name="Slide Number Placeholder 6">
            <a:extLst>
              <a:ext uri="{FF2B5EF4-FFF2-40B4-BE49-F238E27FC236}">
                <a16:creationId xmlns:a16="http://schemas.microsoft.com/office/drawing/2014/main" id="{7F22FCF3-6423-4126-FCBC-7A1FEB587DD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86</a:t>
            </a:fld>
            <a:endParaRPr lang="en-US"/>
          </a:p>
        </p:txBody>
      </p:sp>
    </p:spTree>
    <p:extLst>
      <p:ext uri="{BB962C8B-B14F-4D97-AF65-F5344CB8AC3E}">
        <p14:creationId xmlns:p14="http://schemas.microsoft.com/office/powerpoint/2010/main" val="40509017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B4B13914-0238-27F4-1165-AF78D0B95B4A}"/>
              </a:ext>
              <a:ext uri="{C183D7F6-B498-43B3-948B-1728B52AA6E4}">
                <adec:decorative xmlns:adec="http://schemas.microsoft.com/office/drawing/2017/decorative" val="1"/>
              </a:ext>
            </a:extLst>
          </p:cNvPr>
          <p:cNvSpPr>
            <a:spLocks noGrp="1"/>
          </p:cNvSpPr>
          <p:nvPr>
            <p:ph type="body" sz="quarter" idx="17"/>
          </p:nvPr>
        </p:nvSpPr>
        <p:spPr>
          <a:solidFill>
            <a:srgbClr val="EEE9FF"/>
          </a:solidFill>
        </p:spPr>
        <p:txBody>
          <a:bodyPr/>
          <a:lstStyle/>
          <a:p>
            <a:endParaRPr lang="en-US"/>
          </a:p>
        </p:txBody>
      </p:sp>
      <p:sp>
        <p:nvSpPr>
          <p:cNvPr id="5" name="Title 4">
            <a:extLst>
              <a:ext uri="{FF2B5EF4-FFF2-40B4-BE49-F238E27FC236}">
                <a16:creationId xmlns:a16="http://schemas.microsoft.com/office/drawing/2014/main" id="{137A7722-B1A8-48D7-DA0F-4EFA5EE3D570}"/>
              </a:ext>
            </a:extLst>
          </p:cNvPr>
          <p:cNvSpPr>
            <a:spLocks noGrp="1"/>
          </p:cNvSpPr>
          <p:nvPr>
            <p:ph type="title"/>
          </p:nvPr>
        </p:nvSpPr>
        <p:spPr/>
        <p:txBody>
          <a:bodyPr/>
          <a:lstStyle/>
          <a:p>
            <a:r>
              <a:rPr lang="en-US"/>
              <a:t>Slide with larger body type </a:t>
            </a:r>
            <a:r>
              <a:rPr lang="en-US">
                <a:solidFill>
                  <a:schemeClr val="accent1"/>
                </a:solidFill>
              </a:rPr>
              <a:t>recommended for presentations </a:t>
            </a:r>
            <a:endParaRPr lang="en-US"/>
          </a:p>
        </p:txBody>
      </p:sp>
      <p:sp>
        <p:nvSpPr>
          <p:cNvPr id="13" name="Text Placeholder 12">
            <a:extLst>
              <a:ext uri="{FF2B5EF4-FFF2-40B4-BE49-F238E27FC236}">
                <a16:creationId xmlns:a16="http://schemas.microsoft.com/office/drawing/2014/main" id="{C7BC5C2D-79A0-5C8A-8181-17CF16147EE1}"/>
              </a:ext>
            </a:extLst>
          </p:cNvPr>
          <p:cNvSpPr>
            <a:spLocks noGrp="1"/>
          </p:cNvSpPr>
          <p:nvPr>
            <p:ph type="body" sz="quarter" idx="13"/>
          </p:nvPr>
        </p:nvSpPr>
        <p:spPr/>
        <p:txBody>
          <a:bodyPr/>
          <a:lstStyle/>
          <a:p>
            <a:r>
              <a:rPr lang="en-US"/>
              <a:t>Subtitle </a:t>
            </a:r>
            <a:r>
              <a:rPr lang="pt-BR" err="1"/>
              <a:t>necupta</a:t>
            </a:r>
            <a:r>
              <a:rPr lang="pt-BR"/>
              <a:t> </a:t>
            </a:r>
            <a:r>
              <a:rPr lang="pt-BR" err="1"/>
              <a:t>ius</a:t>
            </a:r>
            <a:r>
              <a:rPr lang="pt-BR"/>
              <a:t> </a:t>
            </a:r>
            <a:r>
              <a:rPr lang="pt-BR" err="1"/>
              <a:t>consequ</a:t>
            </a:r>
            <a:r>
              <a:rPr lang="pt-BR"/>
              <a:t> </a:t>
            </a:r>
            <a:r>
              <a:rPr lang="pt-BR" err="1"/>
              <a:t>osseritem</a:t>
            </a:r>
            <a:r>
              <a:rPr lang="pt-BR"/>
              <a:t> quis </a:t>
            </a:r>
            <a:r>
              <a:rPr lang="pt-BR" err="1"/>
              <a:t>eium</a:t>
            </a:r>
            <a:r>
              <a:rPr lang="pt-BR"/>
              <a:t>.</a:t>
            </a:r>
          </a:p>
        </p:txBody>
      </p:sp>
      <p:sp>
        <p:nvSpPr>
          <p:cNvPr id="17" name="Text Placeholder 16">
            <a:extLst>
              <a:ext uri="{FF2B5EF4-FFF2-40B4-BE49-F238E27FC236}">
                <a16:creationId xmlns:a16="http://schemas.microsoft.com/office/drawing/2014/main" id="{DD3E916A-75FF-7D53-B23B-6659080F8DAF}"/>
              </a:ext>
            </a:extLst>
          </p:cNvPr>
          <p:cNvSpPr>
            <a:spLocks noGrp="1"/>
          </p:cNvSpPr>
          <p:nvPr>
            <p:ph type="body" sz="quarter" idx="16"/>
          </p:nvPr>
        </p:nvSpPr>
        <p:spPr/>
        <p:txBody>
          <a:bodyPr/>
          <a:lstStyle/>
          <a:p>
            <a:pPr marL="0" indent="0">
              <a:buNone/>
            </a:pPr>
            <a:r>
              <a:rPr lang="en-US" sz="2200" b="1"/>
              <a:t>Bulleted list example</a:t>
            </a:r>
          </a:p>
          <a:p>
            <a:r>
              <a:rPr lang="en-US" sz="2200"/>
              <a:t>Bullet one lorem ipsum dolor sit </a:t>
            </a:r>
            <a:r>
              <a:rPr lang="en-US" sz="2200" err="1"/>
              <a:t>amet</a:t>
            </a:r>
            <a:r>
              <a:rPr lang="en-US" sz="2200"/>
              <a:t>, </a:t>
            </a:r>
            <a:r>
              <a:rPr lang="en-US" sz="2200" err="1"/>
              <a:t>consectetur</a:t>
            </a:r>
            <a:r>
              <a:rPr lang="en-US" sz="2200"/>
              <a:t> </a:t>
            </a:r>
          </a:p>
          <a:p>
            <a:r>
              <a:rPr lang="en-US" sz="2200"/>
              <a:t>Bullet one lorem ipsum dolor sit </a:t>
            </a:r>
            <a:r>
              <a:rPr lang="en-US" sz="2200" err="1"/>
              <a:t>amet</a:t>
            </a:r>
            <a:r>
              <a:rPr lang="en-US" sz="2200"/>
              <a:t>, </a:t>
            </a:r>
            <a:r>
              <a:rPr lang="en-US" sz="2200" err="1"/>
              <a:t>consectetur</a:t>
            </a:r>
            <a:endParaRPr lang="en-US" sz="2200"/>
          </a:p>
          <a:p>
            <a:r>
              <a:rPr lang="en-US" sz="2200"/>
              <a:t>Bullet one lorem ipsum dolor sit </a:t>
            </a:r>
            <a:r>
              <a:rPr lang="en-US" sz="2200" err="1"/>
              <a:t>amet</a:t>
            </a:r>
            <a:r>
              <a:rPr lang="en-US" sz="2200"/>
              <a:t>, </a:t>
            </a:r>
            <a:r>
              <a:rPr lang="en-US" sz="2200" err="1"/>
              <a:t>consectetur</a:t>
            </a:r>
            <a:endParaRPr lang="en-US" sz="2200"/>
          </a:p>
        </p:txBody>
      </p:sp>
      <p:sp>
        <p:nvSpPr>
          <p:cNvPr id="3" name="Footer Placeholder 2">
            <a:extLst>
              <a:ext uri="{FF2B5EF4-FFF2-40B4-BE49-F238E27FC236}">
                <a16:creationId xmlns:a16="http://schemas.microsoft.com/office/drawing/2014/main" id="{AE156187-65EB-E237-F202-09E3DEC71A5B}"/>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42296D2C-6F7A-7843-C25B-3402798B876E}"/>
              </a:ext>
              <a:ext uri="{C183D7F6-B498-43B3-948B-1728B52AA6E4}">
                <adec:decorative xmlns:adec="http://schemas.microsoft.com/office/drawing/2017/decorative" val="1"/>
              </a:ext>
            </a:extLst>
          </p:cNvPr>
          <p:cNvSpPr>
            <a:spLocks noGrp="1"/>
          </p:cNvSpPr>
          <p:nvPr>
            <p:ph type="dt" sz="half" idx="11"/>
          </p:nvPr>
        </p:nvSpPr>
        <p:spPr/>
        <p:txBody>
          <a:bodyPr/>
          <a:lstStyle/>
          <a:p>
            <a:fld id="{8464E8D8-3103-4D53-ADA1-49134DF4DEC6}" type="datetimeyyyy">
              <a:rPr lang="en-US" smtClean="0"/>
              <a:t>2025</a:t>
            </a:fld>
            <a:endParaRPr lang="en-US"/>
          </a:p>
        </p:txBody>
      </p:sp>
      <p:sp>
        <p:nvSpPr>
          <p:cNvPr id="4" name="Slide Number Placeholder 3">
            <a:extLst>
              <a:ext uri="{FF2B5EF4-FFF2-40B4-BE49-F238E27FC236}">
                <a16:creationId xmlns:a16="http://schemas.microsoft.com/office/drawing/2014/main" id="{50AC95D6-1C84-B7C5-CB72-0D42C639B7A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87</a:t>
            </a:fld>
            <a:endParaRPr lang="en-US"/>
          </a:p>
        </p:txBody>
      </p:sp>
      <p:grpSp>
        <p:nvGrpSpPr>
          <p:cNvPr id="6" name="Group 5">
            <a:extLst>
              <a:ext uri="{FF2B5EF4-FFF2-40B4-BE49-F238E27FC236}">
                <a16:creationId xmlns:a16="http://schemas.microsoft.com/office/drawing/2014/main" id="{FC755D2C-7AAC-3302-D1F0-5199ED1AA91A}"/>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7" name="Rectangle 6">
              <a:extLst>
                <a:ext uri="{FF2B5EF4-FFF2-40B4-BE49-F238E27FC236}">
                  <a16:creationId xmlns:a16="http://schemas.microsoft.com/office/drawing/2014/main" id="{0A6B6EEF-5515-3BE4-03E7-1292B0CF1739}"/>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8" name="Group 7">
              <a:extLst>
                <a:ext uri="{FF2B5EF4-FFF2-40B4-BE49-F238E27FC236}">
                  <a16:creationId xmlns:a16="http://schemas.microsoft.com/office/drawing/2014/main" id="{651CB050-1A65-F523-AB3D-CA51BD120791}"/>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932C0228-CD8F-6A42-7E16-A767909FD22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0" name="Rectangle 9">
                <a:extLst>
                  <a:ext uri="{FF2B5EF4-FFF2-40B4-BE49-F238E27FC236}">
                    <a16:creationId xmlns:a16="http://schemas.microsoft.com/office/drawing/2014/main" id="{7EA9FFA7-E4B8-B8C7-FE26-2137ED68B83A}"/>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0666520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F773AF50-61AE-3D5F-17FD-1A8FD47D44D5}"/>
              </a:ext>
              <a:ext uri="{C183D7F6-B498-43B3-948B-1728B52AA6E4}">
                <adec:decorative xmlns:adec="http://schemas.microsoft.com/office/drawing/2017/decorative" val="1"/>
              </a:ext>
            </a:extLst>
          </p:cNvPr>
          <p:cNvSpPr>
            <a:spLocks noGrp="1"/>
          </p:cNvSpPr>
          <p:nvPr>
            <p:ph type="body" sz="quarter" idx="18"/>
          </p:nvPr>
        </p:nvSpPr>
        <p:spPr>
          <a:solidFill>
            <a:srgbClr val="EEE9FF"/>
          </a:solidFill>
        </p:spPr>
        <p:txBody>
          <a:bodyPr/>
          <a:lstStyle/>
          <a:p>
            <a:endParaRPr lang="en-US"/>
          </a:p>
        </p:txBody>
      </p:sp>
      <p:sp>
        <p:nvSpPr>
          <p:cNvPr id="5" name="Title 4">
            <a:extLst>
              <a:ext uri="{FF2B5EF4-FFF2-40B4-BE49-F238E27FC236}">
                <a16:creationId xmlns:a16="http://schemas.microsoft.com/office/drawing/2014/main" id="{9FBDD441-C074-6AFD-4397-0E971E8306FC}"/>
              </a:ext>
            </a:extLst>
          </p:cNvPr>
          <p:cNvSpPr>
            <a:spLocks noGrp="1"/>
          </p:cNvSpPr>
          <p:nvPr>
            <p:ph type="title"/>
          </p:nvPr>
        </p:nvSpPr>
        <p:spPr/>
        <p:txBody>
          <a:bodyPr/>
          <a:lstStyle/>
          <a:p>
            <a:r>
              <a:rPr lang="en-US"/>
              <a:t>Slide with larger body type </a:t>
            </a:r>
            <a:r>
              <a:rPr lang="en-US">
                <a:solidFill>
                  <a:schemeClr val="accent1"/>
                </a:solidFill>
              </a:rPr>
              <a:t>recommended for presentations </a:t>
            </a:r>
            <a:endParaRPr lang="en-US">
              <a:solidFill>
                <a:schemeClr val="accent2"/>
              </a:solidFill>
            </a:endParaRPr>
          </a:p>
        </p:txBody>
      </p:sp>
      <p:sp>
        <p:nvSpPr>
          <p:cNvPr id="6" name="Text Placeholder 5">
            <a:extLst>
              <a:ext uri="{FF2B5EF4-FFF2-40B4-BE49-F238E27FC236}">
                <a16:creationId xmlns:a16="http://schemas.microsoft.com/office/drawing/2014/main" id="{73F276BE-152D-0201-EC47-78DF381CF494}"/>
              </a:ext>
            </a:extLst>
          </p:cNvPr>
          <p:cNvSpPr>
            <a:spLocks noGrp="1"/>
          </p:cNvSpPr>
          <p:nvPr>
            <p:ph type="body" sz="quarter" idx="13"/>
          </p:nvPr>
        </p:nvSpPr>
        <p:spPr/>
        <p:txBody>
          <a:bodyPr/>
          <a:lstStyle/>
          <a:p>
            <a:r>
              <a:rPr lang="en-US"/>
              <a:t>Subtitle </a:t>
            </a:r>
            <a:r>
              <a:rPr lang="pt-BR" err="1"/>
              <a:t>necupta</a:t>
            </a:r>
            <a:r>
              <a:rPr lang="pt-BR"/>
              <a:t> </a:t>
            </a:r>
            <a:r>
              <a:rPr lang="pt-BR" err="1"/>
              <a:t>ius</a:t>
            </a:r>
            <a:r>
              <a:rPr lang="pt-BR"/>
              <a:t> </a:t>
            </a:r>
            <a:r>
              <a:rPr lang="pt-BR" err="1"/>
              <a:t>consequ</a:t>
            </a:r>
            <a:r>
              <a:rPr lang="pt-BR"/>
              <a:t> </a:t>
            </a:r>
            <a:r>
              <a:rPr lang="pt-BR" err="1"/>
              <a:t>osseritem</a:t>
            </a:r>
            <a:r>
              <a:rPr lang="pt-BR"/>
              <a:t> quis </a:t>
            </a:r>
            <a:r>
              <a:rPr lang="pt-BR" err="1"/>
              <a:t>eium</a:t>
            </a:r>
            <a:r>
              <a:rPr lang="pt-BR"/>
              <a:t>.</a:t>
            </a:r>
          </a:p>
        </p:txBody>
      </p:sp>
      <p:sp>
        <p:nvSpPr>
          <p:cNvPr id="7" name="Text Placeholder 6">
            <a:extLst>
              <a:ext uri="{FF2B5EF4-FFF2-40B4-BE49-F238E27FC236}">
                <a16:creationId xmlns:a16="http://schemas.microsoft.com/office/drawing/2014/main" id="{71F3FE55-A086-AE61-92F4-5296DB0F99F7}"/>
              </a:ext>
            </a:extLst>
          </p:cNvPr>
          <p:cNvSpPr>
            <a:spLocks noGrp="1"/>
          </p:cNvSpPr>
          <p:nvPr>
            <p:ph type="body" sz="quarter" idx="16"/>
          </p:nvPr>
        </p:nvSpPr>
        <p:spPr/>
        <p:txBody>
          <a:bodyPr/>
          <a:lstStyle/>
          <a:p>
            <a:pPr marL="0" indent="0">
              <a:buNone/>
            </a:pPr>
            <a:r>
              <a:rPr lang="en-US" sz="2200" b="1"/>
              <a:t>Optional </a:t>
            </a:r>
            <a:r>
              <a:rPr lang="en-US" sz="2200" b="1" err="1"/>
              <a:t>subheadline</a:t>
            </a:r>
            <a:endParaRPr lang="en-US" sz="2200" b="1"/>
          </a:p>
          <a:p>
            <a:pPr marL="0" indent="0">
              <a:buNone/>
            </a:pPr>
            <a:r>
              <a:rPr lang="en-US" sz="2200" err="1"/>
              <a:t>Beremod</a:t>
            </a:r>
            <a:r>
              <a:rPr lang="en-US" sz="2200"/>
              <a:t> </a:t>
            </a:r>
            <a:r>
              <a:rPr lang="en-US" sz="2200" err="1"/>
              <a:t>maximusaesto</a:t>
            </a:r>
            <a:r>
              <a:rPr lang="en-US" sz="2200"/>
              <a:t> </a:t>
            </a:r>
            <a:r>
              <a:rPr lang="en-US" sz="2200" err="1"/>
              <a:t>dunt</a:t>
            </a:r>
            <a:r>
              <a:rPr lang="en-US" sz="2200"/>
              <a:t> </a:t>
            </a:r>
            <a:r>
              <a:rPr lang="en-US" sz="2200" err="1"/>
              <a:t>labo</a:t>
            </a:r>
            <a:r>
              <a:rPr lang="en-US" sz="2200"/>
              <a:t>. Et </a:t>
            </a:r>
            <a:r>
              <a:rPr lang="en-US" sz="2200" err="1"/>
              <a:t>laborum</a:t>
            </a:r>
            <a:r>
              <a:rPr lang="en-US" sz="2200"/>
              <a:t> </a:t>
            </a:r>
            <a:br>
              <a:rPr lang="en-US" sz="2200"/>
            </a:br>
            <a:r>
              <a:rPr lang="en-US" sz="2200"/>
              <a:t>que  </a:t>
            </a:r>
            <a:r>
              <a:rPr lang="en-US" sz="2200" err="1"/>
              <a:t>parit</a:t>
            </a:r>
            <a:r>
              <a:rPr lang="en-US" sz="2200"/>
              <a:t> </a:t>
            </a:r>
            <a:r>
              <a:rPr lang="en-US" sz="2200" err="1"/>
              <a:t>invere</a:t>
            </a:r>
            <a:r>
              <a:rPr lang="en-US" sz="2200"/>
              <a:t> </a:t>
            </a:r>
            <a:r>
              <a:rPr lang="en-US" sz="2200" err="1"/>
              <a:t>nullit</a:t>
            </a:r>
            <a:r>
              <a:rPr lang="en-US" sz="2200"/>
              <a:t> et, </a:t>
            </a:r>
            <a:r>
              <a:rPr lang="en-US" sz="2200" err="1"/>
              <a:t>simporiatium</a:t>
            </a:r>
            <a:r>
              <a:rPr lang="en-US" sz="2200"/>
              <a:t> et sim.</a:t>
            </a:r>
          </a:p>
        </p:txBody>
      </p:sp>
      <p:sp>
        <p:nvSpPr>
          <p:cNvPr id="8" name="Text Placeholder 7">
            <a:extLst>
              <a:ext uri="{FF2B5EF4-FFF2-40B4-BE49-F238E27FC236}">
                <a16:creationId xmlns:a16="http://schemas.microsoft.com/office/drawing/2014/main" id="{DAE30AFF-2DA2-219C-1834-A96BD1FE1C87}"/>
              </a:ext>
            </a:extLst>
          </p:cNvPr>
          <p:cNvSpPr>
            <a:spLocks noGrp="1"/>
          </p:cNvSpPr>
          <p:nvPr>
            <p:ph type="body" sz="quarter" idx="17"/>
          </p:nvPr>
        </p:nvSpPr>
        <p:spPr/>
        <p:txBody>
          <a:bodyPr/>
          <a:lstStyle/>
          <a:p>
            <a:pPr marL="0" indent="0">
              <a:buNone/>
            </a:pPr>
            <a:r>
              <a:rPr lang="en-US" sz="2200" b="1"/>
              <a:t>Optional </a:t>
            </a:r>
            <a:r>
              <a:rPr lang="en-US" sz="2200" b="1" err="1"/>
              <a:t>subheadline</a:t>
            </a:r>
            <a:endParaRPr lang="en-US" sz="2200" b="1"/>
          </a:p>
          <a:p>
            <a:pPr marL="0" indent="0">
              <a:buNone/>
            </a:pPr>
            <a:r>
              <a:rPr lang="en-US" sz="2200" err="1"/>
              <a:t>Beremod</a:t>
            </a:r>
            <a:r>
              <a:rPr lang="en-US" sz="2200"/>
              <a:t> </a:t>
            </a:r>
            <a:r>
              <a:rPr lang="en-US" sz="2200" err="1"/>
              <a:t>maximusaesto</a:t>
            </a:r>
            <a:r>
              <a:rPr lang="en-US" sz="2200"/>
              <a:t> </a:t>
            </a:r>
            <a:r>
              <a:rPr lang="en-US" sz="2200" err="1"/>
              <a:t>dunt</a:t>
            </a:r>
            <a:r>
              <a:rPr lang="en-US" sz="2200"/>
              <a:t> </a:t>
            </a:r>
            <a:r>
              <a:rPr lang="en-US" sz="2200" err="1"/>
              <a:t>labo</a:t>
            </a:r>
            <a:r>
              <a:rPr lang="en-US" sz="2200"/>
              <a:t>. Et </a:t>
            </a:r>
            <a:r>
              <a:rPr lang="en-US" sz="2200" err="1"/>
              <a:t>laborum</a:t>
            </a:r>
            <a:r>
              <a:rPr lang="en-US" sz="2200"/>
              <a:t> </a:t>
            </a:r>
            <a:br>
              <a:rPr lang="en-US" sz="2200"/>
            </a:br>
            <a:r>
              <a:rPr lang="en-US" sz="2200"/>
              <a:t>que  </a:t>
            </a:r>
            <a:r>
              <a:rPr lang="en-US" sz="2200" err="1"/>
              <a:t>parit</a:t>
            </a:r>
            <a:r>
              <a:rPr lang="en-US" sz="2200"/>
              <a:t> </a:t>
            </a:r>
            <a:r>
              <a:rPr lang="en-US" sz="2200" err="1"/>
              <a:t>invere</a:t>
            </a:r>
            <a:r>
              <a:rPr lang="en-US" sz="2200"/>
              <a:t> </a:t>
            </a:r>
            <a:r>
              <a:rPr lang="en-US" sz="2200" err="1"/>
              <a:t>nullit</a:t>
            </a:r>
            <a:r>
              <a:rPr lang="en-US" sz="2200"/>
              <a:t> et, </a:t>
            </a:r>
            <a:r>
              <a:rPr lang="en-US" sz="2200" err="1"/>
              <a:t>simporiatium</a:t>
            </a:r>
            <a:r>
              <a:rPr lang="en-US" sz="2200"/>
              <a:t> et sim.</a:t>
            </a:r>
          </a:p>
        </p:txBody>
      </p:sp>
      <p:sp>
        <p:nvSpPr>
          <p:cNvPr id="3" name="Footer Placeholder 2">
            <a:extLst>
              <a:ext uri="{FF2B5EF4-FFF2-40B4-BE49-F238E27FC236}">
                <a16:creationId xmlns:a16="http://schemas.microsoft.com/office/drawing/2014/main" id="{7E3440C1-52ED-2D03-69AF-46FB45DDF59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8BD38962-DD7D-45E5-008F-59091A934A5D}"/>
              </a:ext>
              <a:ext uri="{C183D7F6-B498-43B3-948B-1728B52AA6E4}">
                <adec:decorative xmlns:adec="http://schemas.microsoft.com/office/drawing/2017/decorative" val="1"/>
              </a:ext>
            </a:extLst>
          </p:cNvPr>
          <p:cNvSpPr>
            <a:spLocks noGrp="1"/>
          </p:cNvSpPr>
          <p:nvPr>
            <p:ph type="dt" sz="half" idx="11"/>
          </p:nvPr>
        </p:nvSpPr>
        <p:spPr/>
        <p:txBody>
          <a:bodyPr/>
          <a:lstStyle/>
          <a:p>
            <a:fld id="{7BB4707B-43C7-4A56-8E99-341878BD00F4}" type="datetimeyyyy">
              <a:rPr lang="en-US" smtClean="0"/>
              <a:t>2025</a:t>
            </a:fld>
            <a:endParaRPr lang="en-US"/>
          </a:p>
        </p:txBody>
      </p:sp>
      <p:sp>
        <p:nvSpPr>
          <p:cNvPr id="4" name="Slide Number Placeholder 3">
            <a:extLst>
              <a:ext uri="{FF2B5EF4-FFF2-40B4-BE49-F238E27FC236}">
                <a16:creationId xmlns:a16="http://schemas.microsoft.com/office/drawing/2014/main" id="{F8CE77DE-C517-653B-3E9D-40C5EEE1A79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88</a:t>
            </a:fld>
            <a:endParaRPr lang="en-US"/>
          </a:p>
        </p:txBody>
      </p:sp>
      <p:grpSp>
        <p:nvGrpSpPr>
          <p:cNvPr id="9" name="Group 8">
            <a:extLst>
              <a:ext uri="{FF2B5EF4-FFF2-40B4-BE49-F238E27FC236}">
                <a16:creationId xmlns:a16="http://schemas.microsoft.com/office/drawing/2014/main" id="{5EB34F90-2D42-3A39-3AD1-F8727A21F7E0}"/>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10" name="Rectangle 9">
              <a:extLst>
                <a:ext uri="{FF2B5EF4-FFF2-40B4-BE49-F238E27FC236}">
                  <a16:creationId xmlns:a16="http://schemas.microsoft.com/office/drawing/2014/main" id="{65C926EC-E537-3E89-59E6-F4230DF24DED}"/>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1" name="Group 10">
              <a:extLst>
                <a:ext uri="{FF2B5EF4-FFF2-40B4-BE49-F238E27FC236}">
                  <a16:creationId xmlns:a16="http://schemas.microsoft.com/office/drawing/2014/main" id="{7700AB6C-079B-2630-F8BF-4DA09D280D93}"/>
                </a:ext>
              </a:extLst>
            </p:cNvPr>
            <p:cNvGrpSpPr/>
            <p:nvPr/>
          </p:nvGrpSpPr>
          <p:grpSpPr>
            <a:xfrm>
              <a:off x="13142686" y="1954129"/>
              <a:ext cx="1455058" cy="864391"/>
              <a:chOff x="12700000" y="2008563"/>
              <a:chExt cx="2565400" cy="1524000"/>
            </a:xfrm>
          </p:grpSpPr>
          <p:pic>
            <p:nvPicPr>
              <p:cNvPr id="12" name="Picture 11" descr="A picture containing table&#10;&#10;Description automatically generated">
                <a:extLst>
                  <a:ext uri="{FF2B5EF4-FFF2-40B4-BE49-F238E27FC236}">
                    <a16:creationId xmlns:a16="http://schemas.microsoft.com/office/drawing/2014/main" id="{BCEC948E-E88B-9C22-A8A1-3367B098F0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13" name="Rectangle 12">
                <a:extLst>
                  <a:ext uri="{FF2B5EF4-FFF2-40B4-BE49-F238E27FC236}">
                    <a16:creationId xmlns:a16="http://schemas.microsoft.com/office/drawing/2014/main" id="{F1C0DA7C-75C2-0439-B7EE-548826F287A4}"/>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4986162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7564FEDB-8EA8-C837-DCCF-2C1F81D671D6}"/>
              </a:ext>
            </a:extLst>
          </p:cNvPr>
          <p:cNvSpPr>
            <a:spLocks noGrp="1"/>
          </p:cNvSpPr>
          <p:nvPr>
            <p:ph type="title"/>
          </p:nvPr>
        </p:nvSpPr>
        <p:spPr/>
        <p:txBody>
          <a:bodyPr/>
          <a:lstStyle/>
          <a:p>
            <a:r>
              <a:rPr lang="en-US"/>
              <a:t>Slide with larger body type for </a:t>
            </a:r>
            <a:r>
              <a:rPr lang="en-US">
                <a:solidFill>
                  <a:schemeClr val="accent1"/>
                </a:solidFill>
              </a:rPr>
              <a:t>presentations</a:t>
            </a:r>
          </a:p>
        </p:txBody>
      </p:sp>
      <p:sp>
        <p:nvSpPr>
          <p:cNvPr id="18" name="Text Placeholder 17">
            <a:extLst>
              <a:ext uri="{FF2B5EF4-FFF2-40B4-BE49-F238E27FC236}">
                <a16:creationId xmlns:a16="http://schemas.microsoft.com/office/drawing/2014/main" id="{557567A9-FF32-8915-A4E5-BAF96832CAD0}"/>
              </a:ext>
            </a:extLst>
          </p:cNvPr>
          <p:cNvSpPr>
            <a:spLocks noGrp="1"/>
          </p:cNvSpPr>
          <p:nvPr>
            <p:ph type="body" sz="quarter" idx="13"/>
          </p:nvPr>
        </p:nvSpPr>
        <p:spPr/>
        <p:txBody>
          <a:bodyPr/>
          <a:lstStyle/>
          <a:p>
            <a:r>
              <a:rPr lang="en-US"/>
              <a:t>Subtitle </a:t>
            </a:r>
            <a:r>
              <a:rPr lang="pt-BR"/>
              <a:t>necupta ius consequ osseritem quis eium faceperibus re lab il idi ipsum.</a:t>
            </a:r>
          </a:p>
        </p:txBody>
      </p:sp>
      <p:sp>
        <p:nvSpPr>
          <p:cNvPr id="19" name="Text Placeholder 18">
            <a:extLst>
              <a:ext uri="{FF2B5EF4-FFF2-40B4-BE49-F238E27FC236}">
                <a16:creationId xmlns:a16="http://schemas.microsoft.com/office/drawing/2014/main" id="{55806586-9D33-2D6D-D672-01F216A74306}"/>
              </a:ext>
            </a:extLst>
          </p:cNvPr>
          <p:cNvSpPr>
            <a:spLocks noGrp="1"/>
          </p:cNvSpPr>
          <p:nvPr>
            <p:ph type="body" sz="quarter" idx="15"/>
          </p:nvPr>
        </p:nvSpPr>
        <p:spPr/>
        <p:txBody>
          <a:bodyPr/>
          <a:lstStyle/>
          <a:p>
            <a:r>
              <a:rPr lang="en-US" sz="2200"/>
              <a:t>Subheadline</a:t>
            </a:r>
          </a:p>
        </p:txBody>
      </p:sp>
      <p:sp>
        <p:nvSpPr>
          <p:cNvPr id="8" name="Text Placeholder 7">
            <a:extLst>
              <a:ext uri="{FF2B5EF4-FFF2-40B4-BE49-F238E27FC236}">
                <a16:creationId xmlns:a16="http://schemas.microsoft.com/office/drawing/2014/main" id="{3745F598-4749-E6F9-C1C1-44F91436E97A}"/>
              </a:ext>
            </a:extLst>
          </p:cNvPr>
          <p:cNvSpPr>
            <a:spLocks noGrp="1"/>
          </p:cNvSpPr>
          <p:nvPr>
            <p:ph type="body" sz="quarter" idx="16"/>
          </p:nvPr>
        </p:nvSpPr>
        <p:spPr/>
        <p:txBody>
          <a:bodyPr/>
          <a:lstStyle/>
          <a:p>
            <a:r>
              <a:rPr lang="en-US" sz="2200" err="1"/>
              <a:t>Beremod</a:t>
            </a:r>
            <a:r>
              <a:rPr lang="en-US" sz="2200"/>
              <a:t> </a:t>
            </a:r>
            <a:r>
              <a:rPr lang="en-US" sz="2200" err="1"/>
              <a:t>dunt</a:t>
            </a:r>
            <a:r>
              <a:rPr lang="en-US" sz="2200"/>
              <a:t> </a:t>
            </a:r>
            <a:r>
              <a:rPr lang="en-US" sz="2200" err="1"/>
              <a:t>labo</a:t>
            </a:r>
            <a:r>
              <a:rPr lang="en-US" sz="2200"/>
              <a:t>. Et </a:t>
            </a:r>
            <a:r>
              <a:rPr lang="en-US" sz="2200" err="1"/>
              <a:t>laborum</a:t>
            </a:r>
            <a:r>
              <a:rPr lang="en-US" sz="2200"/>
              <a:t> que.</a:t>
            </a:r>
          </a:p>
          <a:p>
            <a:r>
              <a:rPr lang="en-US" sz="2200"/>
              <a:t>Lorem ipsum dolor. </a:t>
            </a:r>
          </a:p>
          <a:p>
            <a:r>
              <a:rPr lang="en-US" sz="2200"/>
              <a:t>Maecenas </a:t>
            </a:r>
            <a:r>
              <a:rPr lang="en-US" sz="2200" err="1"/>
              <a:t>porttitor</a:t>
            </a:r>
            <a:r>
              <a:rPr lang="en-US" sz="2200"/>
              <a:t>. </a:t>
            </a:r>
          </a:p>
          <a:p>
            <a:r>
              <a:rPr lang="en-US" sz="2200" err="1"/>
              <a:t>Fusce</a:t>
            </a:r>
            <a:r>
              <a:rPr lang="en-US" sz="2200"/>
              <a:t> </a:t>
            </a:r>
            <a:r>
              <a:rPr lang="en-US" sz="2200" err="1"/>
              <a:t>posuere</a:t>
            </a:r>
            <a:r>
              <a:rPr lang="en-US" sz="2200"/>
              <a:t>.</a:t>
            </a:r>
          </a:p>
        </p:txBody>
      </p:sp>
      <p:sp>
        <p:nvSpPr>
          <p:cNvPr id="20" name="Text Placeholder 19">
            <a:extLst>
              <a:ext uri="{FF2B5EF4-FFF2-40B4-BE49-F238E27FC236}">
                <a16:creationId xmlns:a16="http://schemas.microsoft.com/office/drawing/2014/main" id="{6B63E08A-91BB-A11B-2752-18186F8F2D88}"/>
              </a:ext>
            </a:extLst>
          </p:cNvPr>
          <p:cNvSpPr>
            <a:spLocks noGrp="1"/>
          </p:cNvSpPr>
          <p:nvPr>
            <p:ph type="body" sz="quarter" idx="17"/>
          </p:nvPr>
        </p:nvSpPr>
        <p:spPr/>
        <p:txBody>
          <a:bodyPr/>
          <a:lstStyle/>
          <a:p>
            <a:r>
              <a:rPr lang="en-US" sz="2200"/>
              <a:t>Subheadline</a:t>
            </a:r>
          </a:p>
        </p:txBody>
      </p:sp>
      <p:sp>
        <p:nvSpPr>
          <p:cNvPr id="21" name="Text Placeholder 20">
            <a:extLst>
              <a:ext uri="{FF2B5EF4-FFF2-40B4-BE49-F238E27FC236}">
                <a16:creationId xmlns:a16="http://schemas.microsoft.com/office/drawing/2014/main" id="{6FEC1655-7C67-3DF8-1B47-DC511B0A8257}"/>
              </a:ext>
            </a:extLst>
          </p:cNvPr>
          <p:cNvSpPr>
            <a:spLocks noGrp="1"/>
          </p:cNvSpPr>
          <p:nvPr>
            <p:ph type="body" sz="quarter" idx="18"/>
          </p:nvPr>
        </p:nvSpPr>
        <p:spPr/>
        <p:txBody>
          <a:bodyPr/>
          <a:lstStyle/>
          <a:p>
            <a:r>
              <a:rPr lang="en-US" sz="2200" err="1"/>
              <a:t>Beremod</a:t>
            </a:r>
            <a:r>
              <a:rPr lang="en-US" sz="2200"/>
              <a:t> </a:t>
            </a:r>
            <a:r>
              <a:rPr lang="en-US" sz="2200" err="1"/>
              <a:t>dunt</a:t>
            </a:r>
            <a:r>
              <a:rPr lang="en-US" sz="2200"/>
              <a:t> </a:t>
            </a:r>
            <a:r>
              <a:rPr lang="en-US" sz="2200" err="1"/>
              <a:t>labo</a:t>
            </a:r>
            <a:r>
              <a:rPr lang="en-US" sz="2200"/>
              <a:t>. Et </a:t>
            </a:r>
            <a:r>
              <a:rPr lang="en-US" sz="2200" err="1"/>
              <a:t>laborum</a:t>
            </a:r>
            <a:r>
              <a:rPr lang="en-US" sz="2200"/>
              <a:t> que.</a:t>
            </a:r>
          </a:p>
          <a:p>
            <a:r>
              <a:rPr lang="en-US" sz="2200"/>
              <a:t>Lorem ipsum dolor. </a:t>
            </a:r>
          </a:p>
          <a:p>
            <a:r>
              <a:rPr lang="en-US" sz="2200"/>
              <a:t>Maecenas </a:t>
            </a:r>
            <a:r>
              <a:rPr lang="en-US" sz="2200" err="1"/>
              <a:t>porttitor</a:t>
            </a:r>
            <a:r>
              <a:rPr lang="en-US" sz="2200"/>
              <a:t>. </a:t>
            </a:r>
          </a:p>
          <a:p>
            <a:r>
              <a:rPr lang="en-US" sz="2200" err="1"/>
              <a:t>Fusce</a:t>
            </a:r>
            <a:r>
              <a:rPr lang="en-US" sz="2200"/>
              <a:t> </a:t>
            </a:r>
            <a:r>
              <a:rPr lang="en-US" sz="2200" err="1"/>
              <a:t>posuere</a:t>
            </a:r>
            <a:r>
              <a:rPr lang="en-US" sz="2200"/>
              <a:t>.</a:t>
            </a:r>
          </a:p>
        </p:txBody>
      </p:sp>
      <p:sp>
        <p:nvSpPr>
          <p:cNvPr id="22" name="Text Placeholder 21">
            <a:extLst>
              <a:ext uri="{FF2B5EF4-FFF2-40B4-BE49-F238E27FC236}">
                <a16:creationId xmlns:a16="http://schemas.microsoft.com/office/drawing/2014/main" id="{40AA5485-A5E0-DF67-1BE3-F926264D2C7B}"/>
              </a:ext>
            </a:extLst>
          </p:cNvPr>
          <p:cNvSpPr>
            <a:spLocks noGrp="1"/>
          </p:cNvSpPr>
          <p:nvPr>
            <p:ph type="body" sz="quarter" idx="19"/>
          </p:nvPr>
        </p:nvSpPr>
        <p:spPr/>
        <p:txBody>
          <a:bodyPr/>
          <a:lstStyle/>
          <a:p>
            <a:r>
              <a:rPr lang="en-US" sz="2200"/>
              <a:t>Subheadline</a:t>
            </a:r>
          </a:p>
        </p:txBody>
      </p:sp>
      <p:sp>
        <p:nvSpPr>
          <p:cNvPr id="23" name="Text Placeholder 22">
            <a:extLst>
              <a:ext uri="{FF2B5EF4-FFF2-40B4-BE49-F238E27FC236}">
                <a16:creationId xmlns:a16="http://schemas.microsoft.com/office/drawing/2014/main" id="{928F940B-2417-3E85-FCA6-246AE2FB2D79}"/>
              </a:ext>
            </a:extLst>
          </p:cNvPr>
          <p:cNvSpPr>
            <a:spLocks noGrp="1"/>
          </p:cNvSpPr>
          <p:nvPr>
            <p:ph type="body" sz="quarter" idx="20"/>
          </p:nvPr>
        </p:nvSpPr>
        <p:spPr/>
        <p:txBody>
          <a:bodyPr/>
          <a:lstStyle/>
          <a:p>
            <a:r>
              <a:rPr lang="en-US" sz="2200" err="1"/>
              <a:t>Beremod</a:t>
            </a:r>
            <a:r>
              <a:rPr lang="en-US" sz="2200"/>
              <a:t> </a:t>
            </a:r>
            <a:r>
              <a:rPr lang="en-US" sz="2200" err="1"/>
              <a:t>dunt</a:t>
            </a:r>
            <a:r>
              <a:rPr lang="en-US" sz="2200"/>
              <a:t> </a:t>
            </a:r>
            <a:r>
              <a:rPr lang="en-US" sz="2200" err="1"/>
              <a:t>labo</a:t>
            </a:r>
            <a:r>
              <a:rPr lang="en-US" sz="2200"/>
              <a:t>. Et </a:t>
            </a:r>
            <a:r>
              <a:rPr lang="en-US" sz="2200" err="1"/>
              <a:t>laborum</a:t>
            </a:r>
            <a:r>
              <a:rPr lang="en-US" sz="2200"/>
              <a:t> que.</a:t>
            </a:r>
          </a:p>
          <a:p>
            <a:r>
              <a:rPr lang="en-US" sz="2200"/>
              <a:t>Lorem ipsum dolor. </a:t>
            </a:r>
          </a:p>
          <a:p>
            <a:r>
              <a:rPr lang="en-US" sz="2200"/>
              <a:t>Maecenas </a:t>
            </a:r>
            <a:r>
              <a:rPr lang="en-US" sz="2200" err="1"/>
              <a:t>porttitor</a:t>
            </a:r>
            <a:r>
              <a:rPr lang="en-US" sz="2200"/>
              <a:t>. </a:t>
            </a:r>
          </a:p>
          <a:p>
            <a:r>
              <a:rPr lang="en-US" sz="2200" err="1"/>
              <a:t>Fusce</a:t>
            </a:r>
            <a:r>
              <a:rPr lang="en-US" sz="2200"/>
              <a:t> </a:t>
            </a:r>
            <a:r>
              <a:rPr lang="en-US" sz="2200" err="1"/>
              <a:t>posuere</a:t>
            </a:r>
            <a:r>
              <a:rPr lang="en-US" sz="2200"/>
              <a:t>.</a:t>
            </a:r>
          </a:p>
        </p:txBody>
      </p:sp>
      <p:sp>
        <p:nvSpPr>
          <p:cNvPr id="3" name="Footer Placeholder 2">
            <a:extLst>
              <a:ext uri="{FF2B5EF4-FFF2-40B4-BE49-F238E27FC236}">
                <a16:creationId xmlns:a16="http://schemas.microsoft.com/office/drawing/2014/main" id="{00BDF632-22B8-CFAE-7645-F7F9E988438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2B3C291-4791-D30D-3E3E-3608F19FBB5C}"/>
              </a:ext>
              <a:ext uri="{C183D7F6-B498-43B3-948B-1728B52AA6E4}">
                <adec:decorative xmlns:adec="http://schemas.microsoft.com/office/drawing/2017/decorative" val="1"/>
              </a:ext>
            </a:extLst>
          </p:cNvPr>
          <p:cNvSpPr>
            <a:spLocks noGrp="1"/>
          </p:cNvSpPr>
          <p:nvPr>
            <p:ph type="dt" sz="half" idx="11"/>
          </p:nvPr>
        </p:nvSpPr>
        <p:spPr/>
        <p:txBody>
          <a:bodyPr/>
          <a:lstStyle/>
          <a:p>
            <a:fld id="{5477C573-1D13-4F5F-94B4-5AD02E68C774}" type="datetimeyyyy">
              <a:rPr lang="en-US" smtClean="0"/>
              <a:t>2025</a:t>
            </a:fld>
            <a:endParaRPr lang="en-US"/>
          </a:p>
        </p:txBody>
      </p:sp>
      <p:sp>
        <p:nvSpPr>
          <p:cNvPr id="5" name="Slide Number Placeholder 4">
            <a:extLst>
              <a:ext uri="{FF2B5EF4-FFF2-40B4-BE49-F238E27FC236}">
                <a16:creationId xmlns:a16="http://schemas.microsoft.com/office/drawing/2014/main" id="{556B4331-6B37-2548-EB45-CA3A69518A1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89</a:t>
            </a:fld>
            <a:endParaRPr lang="en-US"/>
          </a:p>
        </p:txBody>
      </p:sp>
      <p:pic>
        <p:nvPicPr>
          <p:cNvPr id="44" name="Picture Placeholder 43">
            <a:extLst>
              <a:ext uri="{FF2B5EF4-FFF2-40B4-BE49-F238E27FC236}">
                <a16:creationId xmlns:a16="http://schemas.microsoft.com/office/drawing/2014/main" id="{EB212452-B945-B5C2-D037-B132A191B96A}"/>
              </a:ext>
              <a:ext uri="{C183D7F6-B498-43B3-948B-1728B52AA6E4}">
                <adec:decorative xmlns:adec="http://schemas.microsoft.com/office/drawing/2017/decorative" val="1"/>
              </a:ext>
            </a:extLst>
          </p:cNvPr>
          <p:cNvPicPr>
            <a:picLocks noGrp="1" noChangeAspect="1"/>
          </p:cNvPicPr>
          <p:nvPr>
            <p:ph type="pic" sz="quarter" idx="21"/>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a:xfrm>
            <a:off x="571500" y="2054225"/>
            <a:ext cx="914400" cy="914400"/>
          </a:xfrm>
          <a:prstGeom prst="rect">
            <a:avLst/>
          </a:prstGeom>
        </p:spPr>
      </p:pic>
      <p:pic>
        <p:nvPicPr>
          <p:cNvPr id="45" name="Picture Placeholder 44">
            <a:extLst>
              <a:ext uri="{FF2B5EF4-FFF2-40B4-BE49-F238E27FC236}">
                <a16:creationId xmlns:a16="http://schemas.microsoft.com/office/drawing/2014/main" id="{09A25640-58B8-ABBF-3592-C642971D45EA}"/>
              </a:ext>
              <a:ext uri="{C183D7F6-B498-43B3-948B-1728B52AA6E4}">
                <adec:decorative xmlns:adec="http://schemas.microsoft.com/office/drawing/2017/decorative" val="1"/>
              </a:ext>
            </a:extLst>
          </p:cNvPr>
          <p:cNvPicPr>
            <a:picLocks noGrp="1" noChangeAspect="1"/>
          </p:cNvPicPr>
          <p:nvPr>
            <p:ph type="pic" sz="quarter" idx="22"/>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a:xfrm>
            <a:off x="4341813" y="2054225"/>
            <a:ext cx="914400" cy="914400"/>
          </a:xfrm>
          <a:prstGeom prst="rect">
            <a:avLst/>
          </a:prstGeom>
        </p:spPr>
      </p:pic>
      <p:pic>
        <p:nvPicPr>
          <p:cNvPr id="7" name="Picture Placeholder 6">
            <a:extLst>
              <a:ext uri="{FF2B5EF4-FFF2-40B4-BE49-F238E27FC236}">
                <a16:creationId xmlns:a16="http://schemas.microsoft.com/office/drawing/2014/main" id="{8413CBC9-53B7-C66C-1CAA-42680F184587}"/>
              </a:ext>
              <a:ext uri="{C183D7F6-B498-43B3-948B-1728B52AA6E4}">
                <adec:decorative xmlns:adec="http://schemas.microsoft.com/office/drawing/2017/decorative" val="1"/>
              </a:ext>
            </a:extLst>
          </p:cNvPr>
          <p:cNvPicPr>
            <a:picLocks noGrp="1" noChangeAspect="1"/>
          </p:cNvPicPr>
          <p:nvPr>
            <p:ph type="pic" sz="quarter" idx="23"/>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a:fillRect/>
          </a:stretch>
        </p:blipFill>
        <p:spPr>
          <a:xfrm>
            <a:off x="8089900" y="2054225"/>
            <a:ext cx="914400" cy="914400"/>
          </a:xfrm>
          <a:prstGeom prst="rect">
            <a:avLst/>
          </a:prstGeom>
        </p:spPr>
      </p:pic>
    </p:spTree>
    <p:extLst>
      <p:ext uri="{BB962C8B-B14F-4D97-AF65-F5344CB8AC3E}">
        <p14:creationId xmlns:p14="http://schemas.microsoft.com/office/powerpoint/2010/main" val="37761380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2A5BFB-89EC-0133-FADC-BA97BB77CA52}"/>
              </a:ext>
            </a:extLst>
          </p:cNvPr>
          <p:cNvSpPr>
            <a:spLocks noGrp="1"/>
          </p:cNvSpPr>
          <p:nvPr>
            <p:ph type="title"/>
          </p:nvPr>
        </p:nvSpPr>
        <p:spPr/>
        <p:txBody>
          <a:bodyPr/>
          <a:lstStyle/>
          <a:p>
            <a:r>
              <a:rPr lang="en-US"/>
              <a:t>Slide with larger body type </a:t>
            </a:r>
            <a:r>
              <a:rPr lang="en-US">
                <a:solidFill>
                  <a:schemeClr val="accent1"/>
                </a:solidFill>
              </a:rPr>
              <a:t>recommended for presentations </a:t>
            </a:r>
            <a:endParaRPr lang="en-US"/>
          </a:p>
        </p:txBody>
      </p:sp>
      <p:sp>
        <p:nvSpPr>
          <p:cNvPr id="19" name="Text Placeholder 18">
            <a:extLst>
              <a:ext uri="{FF2B5EF4-FFF2-40B4-BE49-F238E27FC236}">
                <a16:creationId xmlns:a16="http://schemas.microsoft.com/office/drawing/2014/main" id="{9690C169-4DD6-7965-5489-BB6B0C8FF9FD}"/>
              </a:ext>
            </a:extLst>
          </p:cNvPr>
          <p:cNvSpPr>
            <a:spLocks noGrp="1"/>
          </p:cNvSpPr>
          <p:nvPr>
            <p:ph type="body" sz="quarter" idx="13"/>
          </p:nvPr>
        </p:nvSpPr>
        <p:spPr/>
        <p:txBody>
          <a:bodyPr/>
          <a:lstStyle/>
          <a:p>
            <a:r>
              <a:rPr lang="en-US"/>
              <a:t>Subtitle </a:t>
            </a:r>
            <a:r>
              <a:rPr lang="pt-BR"/>
              <a:t>necupta ius consequ osseritem quis eium faceperibus re lab il idi ipsum.</a:t>
            </a:r>
          </a:p>
        </p:txBody>
      </p:sp>
      <p:sp>
        <p:nvSpPr>
          <p:cNvPr id="2" name="Date Placeholder 1">
            <a:extLst>
              <a:ext uri="{FF2B5EF4-FFF2-40B4-BE49-F238E27FC236}">
                <a16:creationId xmlns:a16="http://schemas.microsoft.com/office/drawing/2014/main" id="{F0609153-28EF-B7C7-1052-04268AF728C8}"/>
              </a:ext>
              <a:ext uri="{C183D7F6-B498-43B3-948B-1728B52AA6E4}">
                <adec:decorative xmlns:adec="http://schemas.microsoft.com/office/drawing/2017/decorative" val="1"/>
              </a:ext>
            </a:extLst>
          </p:cNvPr>
          <p:cNvSpPr>
            <a:spLocks noGrp="1"/>
          </p:cNvSpPr>
          <p:nvPr>
            <p:ph type="dt" sz="half" idx="10"/>
          </p:nvPr>
        </p:nvSpPr>
        <p:spPr/>
        <p:txBody>
          <a:bodyPr/>
          <a:lstStyle/>
          <a:p>
            <a:fld id="{63DA3E6C-E82F-4268-B5FB-719BD80EE309}" type="datetimeyyyy">
              <a:rPr lang="en-US" smtClean="0"/>
              <a:t>2025</a:t>
            </a:fld>
            <a:endParaRPr lang="en-US"/>
          </a:p>
        </p:txBody>
      </p:sp>
      <p:sp>
        <p:nvSpPr>
          <p:cNvPr id="3" name="Footer Placeholder 2">
            <a:extLst>
              <a:ext uri="{FF2B5EF4-FFF2-40B4-BE49-F238E27FC236}">
                <a16:creationId xmlns:a16="http://schemas.microsoft.com/office/drawing/2014/main" id="{D833A960-E9DE-D2C8-0587-C2C86475879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FB86191F-77AF-B8FE-5B2E-CC5D50BECF5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90</a:t>
            </a:fld>
            <a:endParaRPr lang="en-US"/>
          </a:p>
        </p:txBody>
      </p:sp>
      <p:sp>
        <p:nvSpPr>
          <p:cNvPr id="6" name="object 4">
            <a:extLst>
              <a:ext uri="{FF2B5EF4-FFF2-40B4-BE49-F238E27FC236}">
                <a16:creationId xmlns:a16="http://schemas.microsoft.com/office/drawing/2014/main" id="{E71FEC95-6D5B-0C2C-2A88-CB47672AE913}"/>
              </a:ext>
            </a:extLst>
          </p:cNvPr>
          <p:cNvSpPr txBox="1"/>
          <p:nvPr/>
        </p:nvSpPr>
        <p:spPr>
          <a:xfrm>
            <a:off x="571500" y="2950633"/>
            <a:ext cx="2581367" cy="3335866"/>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1"/>
                </a:solidFill>
                <a:ea typeface="+mj-ea"/>
                <a:cs typeface="+mj-cs"/>
              </a:rPr>
              <a:t>01</a:t>
            </a:r>
          </a:p>
          <a:p>
            <a:pPr>
              <a:lnSpc>
                <a:spcPct val="110000"/>
              </a:lnSpc>
              <a:spcAft>
                <a:spcPts val="1000"/>
              </a:spcAft>
            </a:pPr>
            <a:r>
              <a:rPr lang="en-US" sz="2200" b="1" err="1"/>
              <a:t>Subheadline</a:t>
            </a:r>
            <a:endParaRPr sz="2200" b="1"/>
          </a:p>
          <a:p>
            <a:pPr>
              <a:lnSpc>
                <a:spcPct val="110000"/>
              </a:lnSpc>
              <a:spcAft>
                <a:spcPts val="1000"/>
              </a:spcAft>
            </a:pPr>
            <a:r>
              <a:rPr lang="en-US" sz="2200"/>
              <a:t>A bullet goes here </a:t>
            </a:r>
          </a:p>
          <a:p>
            <a:pPr marR="3080">
              <a:lnSpc>
                <a:spcPct val="110000"/>
              </a:lnSpc>
              <a:spcAft>
                <a:spcPts val="1000"/>
              </a:spcAft>
            </a:pPr>
            <a:r>
              <a:rPr lang="en-US" sz="2200"/>
              <a:t>A bullet goes here</a:t>
            </a:r>
          </a:p>
          <a:p>
            <a:pPr marR="3080">
              <a:lnSpc>
                <a:spcPct val="110000"/>
              </a:lnSpc>
              <a:spcAft>
                <a:spcPts val="1000"/>
              </a:spcAft>
            </a:pPr>
            <a:r>
              <a:rPr lang="en-US" sz="2200"/>
              <a:t>A bullet goes here  </a:t>
            </a:r>
          </a:p>
          <a:p>
            <a:pPr marR="3080">
              <a:lnSpc>
                <a:spcPct val="110000"/>
              </a:lnSpc>
              <a:spcAft>
                <a:spcPts val="1000"/>
              </a:spcAft>
            </a:pPr>
            <a:r>
              <a:rPr lang="en-US" sz="2200"/>
              <a:t>A bullet goes here</a:t>
            </a:r>
          </a:p>
        </p:txBody>
      </p:sp>
      <p:sp>
        <p:nvSpPr>
          <p:cNvPr id="7" name="object 5">
            <a:extLst>
              <a:ext uri="{FF2B5EF4-FFF2-40B4-BE49-F238E27FC236}">
                <a16:creationId xmlns:a16="http://schemas.microsoft.com/office/drawing/2014/main" id="{55EDAAD2-DDF0-A05F-9F0A-BAFA66511DA8}"/>
              </a:ext>
            </a:extLst>
          </p:cNvPr>
          <p:cNvSpPr txBox="1">
            <a:spLocks/>
          </p:cNvSpPr>
          <p:nvPr/>
        </p:nvSpPr>
        <p:spPr>
          <a:xfrm>
            <a:off x="3394853" y="2950634"/>
            <a:ext cx="2581367" cy="3335866"/>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1"/>
                </a:solidFill>
                <a:ea typeface="+mj-ea"/>
                <a:cs typeface="+mj-cs"/>
              </a:rPr>
              <a:t>02</a:t>
            </a:r>
          </a:p>
          <a:p>
            <a:pPr>
              <a:lnSpc>
                <a:spcPct val="110000"/>
              </a:lnSpc>
              <a:spcAft>
                <a:spcPts val="1000"/>
              </a:spcAft>
            </a:pPr>
            <a:r>
              <a:rPr lang="en-US" sz="2200" b="1"/>
              <a:t>Subheadline</a:t>
            </a:r>
          </a:p>
          <a:p>
            <a:pPr>
              <a:lnSpc>
                <a:spcPct val="110000"/>
              </a:lnSpc>
              <a:spcAft>
                <a:spcPts val="1000"/>
              </a:spcAft>
            </a:pPr>
            <a:r>
              <a:rPr lang="en-US" sz="2200"/>
              <a:t>A bullet goes here </a:t>
            </a:r>
          </a:p>
          <a:p>
            <a:pPr marR="3080">
              <a:lnSpc>
                <a:spcPct val="110000"/>
              </a:lnSpc>
              <a:spcAft>
                <a:spcPts val="1000"/>
              </a:spcAft>
            </a:pPr>
            <a:r>
              <a:rPr lang="en-US" sz="2200"/>
              <a:t>A bullet goes here</a:t>
            </a:r>
          </a:p>
          <a:p>
            <a:pPr marR="3080">
              <a:lnSpc>
                <a:spcPct val="110000"/>
              </a:lnSpc>
              <a:spcAft>
                <a:spcPts val="1000"/>
              </a:spcAft>
            </a:pPr>
            <a:r>
              <a:rPr lang="en-US" sz="2200"/>
              <a:t>A bullet goes here  </a:t>
            </a:r>
          </a:p>
          <a:p>
            <a:pPr marR="3080">
              <a:lnSpc>
                <a:spcPct val="110000"/>
              </a:lnSpc>
              <a:spcAft>
                <a:spcPts val="1000"/>
              </a:spcAft>
            </a:pPr>
            <a:r>
              <a:rPr lang="en-US" sz="2200"/>
              <a:t>A bullet goes here</a:t>
            </a:r>
          </a:p>
        </p:txBody>
      </p:sp>
      <p:sp>
        <p:nvSpPr>
          <p:cNvPr id="14" name="object 5">
            <a:extLst>
              <a:ext uri="{FF2B5EF4-FFF2-40B4-BE49-F238E27FC236}">
                <a16:creationId xmlns:a16="http://schemas.microsoft.com/office/drawing/2014/main" id="{1F3D3CF4-3B1C-EBB0-1BCD-FCDCB2E45D04}"/>
              </a:ext>
            </a:extLst>
          </p:cNvPr>
          <p:cNvSpPr txBox="1">
            <a:spLocks/>
          </p:cNvSpPr>
          <p:nvPr/>
        </p:nvSpPr>
        <p:spPr>
          <a:xfrm>
            <a:off x="6218206" y="2950634"/>
            <a:ext cx="2581367" cy="3335866"/>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1"/>
                </a:solidFill>
                <a:ea typeface="+mj-ea"/>
                <a:cs typeface="+mj-cs"/>
              </a:rPr>
              <a:t>03</a:t>
            </a:r>
          </a:p>
          <a:p>
            <a:pPr>
              <a:lnSpc>
                <a:spcPct val="110000"/>
              </a:lnSpc>
              <a:spcAft>
                <a:spcPts val="1000"/>
              </a:spcAft>
            </a:pPr>
            <a:r>
              <a:rPr lang="en-US" sz="2200" b="1"/>
              <a:t>Subheadline</a:t>
            </a:r>
          </a:p>
          <a:p>
            <a:pPr>
              <a:lnSpc>
                <a:spcPct val="110000"/>
              </a:lnSpc>
              <a:spcAft>
                <a:spcPts val="1000"/>
              </a:spcAft>
            </a:pPr>
            <a:r>
              <a:rPr lang="en-US" sz="2200"/>
              <a:t>A bullet goes here </a:t>
            </a:r>
          </a:p>
          <a:p>
            <a:pPr marR="3080">
              <a:lnSpc>
                <a:spcPct val="110000"/>
              </a:lnSpc>
              <a:spcAft>
                <a:spcPts val="1000"/>
              </a:spcAft>
            </a:pPr>
            <a:r>
              <a:rPr lang="en-US" sz="2200"/>
              <a:t>A bullet goes here</a:t>
            </a:r>
          </a:p>
          <a:p>
            <a:pPr marR="3080">
              <a:lnSpc>
                <a:spcPct val="110000"/>
              </a:lnSpc>
              <a:spcAft>
                <a:spcPts val="1000"/>
              </a:spcAft>
            </a:pPr>
            <a:r>
              <a:rPr lang="en-US" sz="2200"/>
              <a:t>A bullet goes here  </a:t>
            </a:r>
          </a:p>
          <a:p>
            <a:pPr marR="3080">
              <a:lnSpc>
                <a:spcPct val="110000"/>
              </a:lnSpc>
              <a:spcAft>
                <a:spcPts val="1000"/>
              </a:spcAft>
            </a:pPr>
            <a:r>
              <a:rPr lang="en-US" sz="2200"/>
              <a:t>A bullet goes here</a:t>
            </a:r>
          </a:p>
        </p:txBody>
      </p:sp>
      <p:sp>
        <p:nvSpPr>
          <p:cNvPr id="15" name="object 5">
            <a:extLst>
              <a:ext uri="{FF2B5EF4-FFF2-40B4-BE49-F238E27FC236}">
                <a16:creationId xmlns:a16="http://schemas.microsoft.com/office/drawing/2014/main" id="{4F6B449B-15C0-6C2F-795D-8E663FE0AC9F}"/>
              </a:ext>
            </a:extLst>
          </p:cNvPr>
          <p:cNvSpPr txBox="1">
            <a:spLocks/>
          </p:cNvSpPr>
          <p:nvPr/>
        </p:nvSpPr>
        <p:spPr>
          <a:xfrm>
            <a:off x="9041560" y="2950634"/>
            <a:ext cx="2581367" cy="3335866"/>
          </a:xfrm>
          <a:prstGeom prst="rect">
            <a:avLst/>
          </a:prstGeom>
        </p:spPr>
        <p:txBody>
          <a:bodyPr vert="horz" wrap="square" lIns="0" tIns="0" rIns="0" bIns="0" rtlCol="0">
            <a:noAutofit/>
          </a:bodyPr>
          <a:lstStyle/>
          <a:p>
            <a:pPr marL="7700">
              <a:lnSpc>
                <a:spcPct val="110000"/>
              </a:lnSpc>
              <a:spcAft>
                <a:spcPts val="1000"/>
              </a:spcAft>
            </a:pPr>
            <a:r>
              <a:rPr lang="en-US" sz="2200" b="1" cap="all">
                <a:solidFill>
                  <a:schemeClr val="accent1"/>
                </a:solidFill>
                <a:ea typeface="+mj-ea"/>
                <a:cs typeface="+mj-cs"/>
              </a:rPr>
              <a:t>04</a:t>
            </a:r>
          </a:p>
          <a:p>
            <a:pPr>
              <a:lnSpc>
                <a:spcPct val="110000"/>
              </a:lnSpc>
              <a:spcAft>
                <a:spcPts val="1000"/>
              </a:spcAft>
            </a:pPr>
            <a:r>
              <a:rPr lang="en-US" sz="2200" b="1"/>
              <a:t>Subheadline</a:t>
            </a:r>
          </a:p>
          <a:p>
            <a:pPr>
              <a:lnSpc>
                <a:spcPct val="110000"/>
              </a:lnSpc>
              <a:spcAft>
                <a:spcPts val="1000"/>
              </a:spcAft>
            </a:pPr>
            <a:r>
              <a:rPr lang="en-US" sz="2200"/>
              <a:t>A bullet goes here </a:t>
            </a:r>
          </a:p>
          <a:p>
            <a:pPr marR="3080">
              <a:lnSpc>
                <a:spcPct val="110000"/>
              </a:lnSpc>
              <a:spcAft>
                <a:spcPts val="1000"/>
              </a:spcAft>
            </a:pPr>
            <a:r>
              <a:rPr lang="en-US" sz="2200"/>
              <a:t>A bullet goes here</a:t>
            </a:r>
          </a:p>
          <a:p>
            <a:pPr marR="3080">
              <a:lnSpc>
                <a:spcPct val="110000"/>
              </a:lnSpc>
              <a:spcAft>
                <a:spcPts val="1000"/>
              </a:spcAft>
            </a:pPr>
            <a:r>
              <a:rPr lang="en-US" sz="2200"/>
              <a:t>A bullet goes here  </a:t>
            </a:r>
          </a:p>
          <a:p>
            <a:pPr marR="3080">
              <a:lnSpc>
                <a:spcPct val="110000"/>
              </a:lnSpc>
              <a:spcAft>
                <a:spcPts val="1000"/>
              </a:spcAft>
            </a:pPr>
            <a:r>
              <a:rPr lang="en-US" sz="2200"/>
              <a:t>A bullet goes here</a:t>
            </a:r>
          </a:p>
        </p:txBody>
      </p:sp>
    </p:spTree>
    <p:extLst>
      <p:ext uri="{BB962C8B-B14F-4D97-AF65-F5344CB8AC3E}">
        <p14:creationId xmlns:p14="http://schemas.microsoft.com/office/powerpoint/2010/main" val="8604025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3FF128-5262-B056-27F6-490C7B81B543}"/>
              </a:ext>
            </a:extLst>
          </p:cNvPr>
          <p:cNvSpPr>
            <a:spLocks noGrp="1"/>
          </p:cNvSpPr>
          <p:nvPr>
            <p:ph type="title"/>
          </p:nvPr>
        </p:nvSpPr>
        <p:spPr/>
        <p:txBody>
          <a:bodyPr/>
          <a:lstStyle/>
          <a:p>
            <a:r>
              <a:rPr lang="en-US"/>
              <a:t>Table</a:t>
            </a:r>
            <a:endParaRPr lang="en-CA"/>
          </a:p>
        </p:txBody>
      </p:sp>
      <p:sp>
        <p:nvSpPr>
          <p:cNvPr id="3" name="Text Placeholder 2">
            <a:extLst>
              <a:ext uri="{FF2B5EF4-FFF2-40B4-BE49-F238E27FC236}">
                <a16:creationId xmlns:a16="http://schemas.microsoft.com/office/drawing/2014/main" id="{8258637F-48F5-B4CE-D0B5-176FAA946509}"/>
              </a:ext>
            </a:extLst>
          </p:cNvPr>
          <p:cNvSpPr>
            <a:spLocks noGrp="1"/>
          </p:cNvSpPr>
          <p:nvPr>
            <p:ph type="body" sz="quarter" idx="13"/>
          </p:nvPr>
        </p:nvSpPr>
        <p:spPr/>
        <p:txBody>
          <a:bodyPr/>
          <a:lstStyle/>
          <a:p>
            <a:r>
              <a:rPr lang="sv-SE"/>
              <a:t>The default table in this PowerPoint is ’Medium Style 3 – Accent 1	’</a:t>
            </a:r>
            <a:endParaRPr lang="en-US"/>
          </a:p>
        </p:txBody>
      </p:sp>
      <p:sp>
        <p:nvSpPr>
          <p:cNvPr id="5" name="Footer Placeholder 4">
            <a:extLst>
              <a:ext uri="{FF2B5EF4-FFF2-40B4-BE49-F238E27FC236}">
                <a16:creationId xmlns:a16="http://schemas.microsoft.com/office/drawing/2014/main" id="{091A57D4-9C16-A48F-6E04-4B400DD30EE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23EAB48F-E0D3-71E1-2B9A-E80C34572660}"/>
              </a:ext>
              <a:ext uri="{C183D7F6-B498-43B3-948B-1728B52AA6E4}">
                <adec:decorative xmlns:adec="http://schemas.microsoft.com/office/drawing/2017/decorative" val="1"/>
              </a:ext>
            </a:extLst>
          </p:cNvPr>
          <p:cNvSpPr>
            <a:spLocks noGrp="1"/>
          </p:cNvSpPr>
          <p:nvPr>
            <p:ph type="dt" sz="half" idx="11"/>
          </p:nvPr>
        </p:nvSpPr>
        <p:spPr/>
        <p:txBody>
          <a:bodyPr/>
          <a:lstStyle/>
          <a:p>
            <a:fld id="{C8BC1363-D6FF-4DC1-9040-9A13B1299A6F}" type="datetimeyyyy">
              <a:rPr lang="en-US" smtClean="0"/>
              <a:pPr/>
              <a:t>2025</a:t>
            </a:fld>
            <a:endParaRPr lang="en-US"/>
          </a:p>
        </p:txBody>
      </p:sp>
      <p:sp>
        <p:nvSpPr>
          <p:cNvPr id="4" name="Slide Number Placeholder 3">
            <a:extLst>
              <a:ext uri="{FF2B5EF4-FFF2-40B4-BE49-F238E27FC236}">
                <a16:creationId xmlns:a16="http://schemas.microsoft.com/office/drawing/2014/main" id="{1CA535BE-30CE-8628-23B1-33584DF12289}"/>
              </a:ext>
              <a:ext uri="{C183D7F6-B498-43B3-948B-1728B52AA6E4}">
                <adec:decorative xmlns:adec="http://schemas.microsoft.com/office/drawing/2017/decorative" val="1"/>
              </a:ext>
            </a:extLst>
          </p:cNvPr>
          <p:cNvSpPr>
            <a:spLocks noGrp="1"/>
          </p:cNvSpPr>
          <p:nvPr>
            <p:ph type="sldNum" sz="quarter" idx="12"/>
          </p:nvPr>
        </p:nvSpPr>
        <p:spPr/>
        <p:txBody>
          <a:bodyPr/>
          <a:lstStyle/>
          <a:p>
            <a:fld id="{D89D76C3-A5A9-4168-BE2E-6A3D1757D92E}" type="slidenum">
              <a:rPr lang="en-GB" smtClean="0"/>
              <a:pPr/>
              <a:t>91</a:t>
            </a:fld>
            <a:endParaRPr lang="en-GB"/>
          </a:p>
        </p:txBody>
      </p:sp>
      <p:graphicFrame>
        <p:nvGraphicFramePr>
          <p:cNvPr id="8" name="Table 10">
            <a:extLst>
              <a:ext uri="{FF2B5EF4-FFF2-40B4-BE49-F238E27FC236}">
                <a16:creationId xmlns:a16="http://schemas.microsoft.com/office/drawing/2014/main" id="{392CBE6E-346F-340A-5622-6026407EB322}"/>
              </a:ext>
            </a:extLst>
          </p:cNvPr>
          <p:cNvGraphicFramePr>
            <a:graphicFrameLocks noGrp="1"/>
          </p:cNvGraphicFramePr>
          <p:nvPr>
            <p:ph type="tbl" sz="quarter" idx="14"/>
          </p:nvPr>
        </p:nvGraphicFramePr>
        <p:xfrm>
          <a:off x="571500" y="1752600"/>
          <a:ext cx="11049000" cy="4524072"/>
        </p:xfrm>
        <a:graphic>
          <a:graphicData uri="http://schemas.openxmlformats.org/drawingml/2006/table">
            <a:tbl>
              <a:tblPr firstRow="1" bandRow="1">
                <a:tableStyleId>{6E25E649-3F16-4E02-A733-19D2CDBF48F0}</a:tableStyleId>
              </a:tblPr>
              <a:tblGrid>
                <a:gridCol w="2189432">
                  <a:extLst>
                    <a:ext uri="{9D8B030D-6E8A-4147-A177-3AD203B41FA5}">
                      <a16:colId xmlns:a16="http://schemas.microsoft.com/office/drawing/2014/main" val="2214088120"/>
                    </a:ext>
                  </a:extLst>
                </a:gridCol>
                <a:gridCol w="2214892">
                  <a:extLst>
                    <a:ext uri="{9D8B030D-6E8A-4147-A177-3AD203B41FA5}">
                      <a16:colId xmlns:a16="http://schemas.microsoft.com/office/drawing/2014/main" val="1994698098"/>
                    </a:ext>
                  </a:extLst>
                </a:gridCol>
                <a:gridCol w="2214892">
                  <a:extLst>
                    <a:ext uri="{9D8B030D-6E8A-4147-A177-3AD203B41FA5}">
                      <a16:colId xmlns:a16="http://schemas.microsoft.com/office/drawing/2014/main" val="539463797"/>
                    </a:ext>
                  </a:extLst>
                </a:gridCol>
                <a:gridCol w="2214892">
                  <a:extLst>
                    <a:ext uri="{9D8B030D-6E8A-4147-A177-3AD203B41FA5}">
                      <a16:colId xmlns:a16="http://schemas.microsoft.com/office/drawing/2014/main" val="665023740"/>
                    </a:ext>
                  </a:extLst>
                </a:gridCol>
                <a:gridCol w="2214892">
                  <a:extLst>
                    <a:ext uri="{9D8B030D-6E8A-4147-A177-3AD203B41FA5}">
                      <a16:colId xmlns:a16="http://schemas.microsoft.com/office/drawing/2014/main" val="1281307738"/>
                    </a:ext>
                  </a:extLst>
                </a:gridCol>
              </a:tblGrid>
              <a:tr h="565509">
                <a:tc>
                  <a:txBody>
                    <a:bodyPr/>
                    <a:lstStyle/>
                    <a:p>
                      <a:pPr marL="0" algn="ctr" defTabSz="914400" rtl="0" eaLnBrk="1" latinLnBrk="0" hangingPunct="1">
                        <a:lnSpc>
                          <a:spcPct val="90000"/>
                        </a:lnSpc>
                        <a:spcBef>
                          <a:spcPct val="0"/>
                        </a:spcBef>
                        <a:buNone/>
                      </a:pPr>
                      <a:r>
                        <a:rPr lang="en-US" sz="1200" b="1" kern="1200" cap="all" spc="150">
                          <a:solidFill>
                            <a:schemeClr val="bg1"/>
                          </a:solidFill>
                        </a:rPr>
                        <a:t>Column Header</a:t>
                      </a:r>
                      <a:endParaRPr lang="en-CA" sz="1200" b="1" kern="1200" cap="all" spc="150">
                        <a:solidFill>
                          <a:schemeClr val="bg1"/>
                        </a:solidFill>
                        <a:latin typeface="+mn-lt"/>
                        <a:ea typeface="+mj-ea"/>
                        <a:cs typeface="+mj-cs"/>
                      </a:endParaRPr>
                    </a:p>
                  </a:txBody>
                  <a:tcPr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pPr marL="0" algn="ctr" defTabSz="914400" rtl="0" eaLnBrk="1" latinLnBrk="0" hangingPunct="1">
                        <a:lnSpc>
                          <a:spcPct val="90000"/>
                        </a:lnSpc>
                        <a:spcBef>
                          <a:spcPct val="0"/>
                        </a:spcBef>
                        <a:buNone/>
                      </a:pPr>
                      <a:r>
                        <a:rPr lang="en-US" sz="1200" b="1" kern="1200" cap="all" spc="150">
                          <a:solidFill>
                            <a:schemeClr val="bg1"/>
                          </a:solidFill>
                        </a:rPr>
                        <a:t>Column Header</a:t>
                      </a:r>
                      <a:endParaRPr lang="en-CA" sz="1200" b="1" kern="1200" cap="all" spc="150">
                        <a:solidFill>
                          <a:schemeClr val="bg1"/>
                        </a:solidFill>
                        <a:latin typeface="+mn-lt"/>
                        <a:ea typeface="+mj-ea"/>
                        <a:cs typeface="+mj-cs"/>
                      </a:endParaRPr>
                    </a:p>
                  </a:txBody>
                  <a:tcPr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pPr marL="0" algn="ctr" defTabSz="914400" rtl="0" eaLnBrk="1" latinLnBrk="0" hangingPunct="1">
                        <a:lnSpc>
                          <a:spcPct val="90000"/>
                        </a:lnSpc>
                        <a:spcBef>
                          <a:spcPct val="0"/>
                        </a:spcBef>
                        <a:buNone/>
                      </a:pPr>
                      <a:r>
                        <a:rPr lang="en-US" sz="1200" b="1" kern="1200" cap="all" spc="150">
                          <a:solidFill>
                            <a:schemeClr val="bg1"/>
                          </a:solidFill>
                        </a:rPr>
                        <a:t>Column Header</a:t>
                      </a:r>
                      <a:endParaRPr lang="en-CA" sz="1200" b="1" kern="1200" cap="all" spc="150">
                        <a:solidFill>
                          <a:schemeClr val="bg1"/>
                        </a:solidFill>
                        <a:latin typeface="+mn-lt"/>
                        <a:ea typeface="+mj-ea"/>
                        <a:cs typeface="+mj-cs"/>
                      </a:endParaRPr>
                    </a:p>
                  </a:txBody>
                  <a:tcPr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pPr marL="0" algn="ctr" defTabSz="914400" rtl="0" eaLnBrk="1" latinLnBrk="0" hangingPunct="1">
                        <a:lnSpc>
                          <a:spcPct val="90000"/>
                        </a:lnSpc>
                        <a:spcBef>
                          <a:spcPct val="0"/>
                        </a:spcBef>
                        <a:buNone/>
                      </a:pPr>
                      <a:r>
                        <a:rPr lang="en-US" sz="1200" b="1" kern="1200" cap="all" spc="150">
                          <a:solidFill>
                            <a:schemeClr val="bg1"/>
                          </a:solidFill>
                        </a:rPr>
                        <a:t>Column Header</a:t>
                      </a:r>
                      <a:endParaRPr lang="en-CA" sz="1200" b="1" kern="1200" cap="all" spc="150">
                        <a:solidFill>
                          <a:schemeClr val="bg1"/>
                        </a:solidFill>
                        <a:latin typeface="+mn-lt"/>
                        <a:ea typeface="+mj-ea"/>
                        <a:cs typeface="+mj-cs"/>
                      </a:endParaRPr>
                    </a:p>
                  </a:txBody>
                  <a:tcPr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pPr marL="0" algn="ctr" defTabSz="914400" rtl="0" eaLnBrk="1" latinLnBrk="0" hangingPunct="1">
                        <a:lnSpc>
                          <a:spcPct val="90000"/>
                        </a:lnSpc>
                        <a:spcBef>
                          <a:spcPct val="0"/>
                        </a:spcBef>
                        <a:buNone/>
                      </a:pPr>
                      <a:r>
                        <a:rPr lang="en-US" sz="1200" b="1" kern="1200" cap="all" spc="150">
                          <a:solidFill>
                            <a:schemeClr val="bg1"/>
                          </a:solidFill>
                        </a:rPr>
                        <a:t>Column Header</a:t>
                      </a:r>
                      <a:endParaRPr lang="en-CA" sz="1200" b="1" kern="1200" cap="all" spc="150">
                        <a:solidFill>
                          <a:schemeClr val="bg1"/>
                        </a:solidFill>
                        <a:latin typeface="+mn-lt"/>
                        <a:ea typeface="+mj-ea"/>
                        <a:cs typeface="+mj-cs"/>
                      </a:endParaRPr>
                    </a:p>
                  </a:txBody>
                  <a:tcPr anchor="ctr">
                    <a:lnL>
                      <a:noFill/>
                    </a:lnL>
                    <a:lnR>
                      <a:noFill/>
                    </a:lnR>
                    <a:lnT w="254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805031927"/>
                  </a:ext>
                </a:extLst>
              </a:tr>
              <a:tr h="565509">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53449955"/>
                  </a:ext>
                </a:extLst>
              </a:tr>
              <a:tr h="565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1398059"/>
                  </a:ext>
                </a:extLst>
              </a:tr>
              <a:tr h="565509">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4831393"/>
                  </a:ext>
                </a:extLst>
              </a:tr>
              <a:tr h="565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53737645"/>
                  </a:ext>
                </a:extLst>
              </a:tr>
              <a:tr h="565509">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157979671"/>
                  </a:ext>
                </a:extLst>
              </a:tr>
              <a:tr h="565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Text</a:t>
                      </a:r>
                      <a:endParaRPr kumimoji="0" lang="en-CA"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1516050300"/>
                  </a:ext>
                </a:extLst>
              </a:tr>
              <a:tr h="565509">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1400" b="0" kern="1200">
                          <a:solidFill>
                            <a:schemeClr val="tx1"/>
                          </a:solidFill>
                        </a:rPr>
                        <a:t>Text</a:t>
                      </a:r>
                      <a:endParaRPr lang="en-CA" sz="1400" b="0" kern="1200">
                        <a:solidFill>
                          <a:schemeClr val="tx1"/>
                        </a:solidFill>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517060394"/>
                  </a:ext>
                </a:extLst>
              </a:tr>
            </a:tbl>
          </a:graphicData>
        </a:graphic>
      </p:graphicFrame>
      <p:sp>
        <p:nvSpPr>
          <p:cNvPr id="11" name="object 7">
            <a:extLst>
              <a:ext uri="{FF2B5EF4-FFF2-40B4-BE49-F238E27FC236}">
                <a16:creationId xmlns:a16="http://schemas.microsoft.com/office/drawing/2014/main" id="{38A65992-5B66-B6D7-E834-16086F96BF18}"/>
              </a:ext>
            </a:extLst>
          </p:cNvPr>
          <p:cNvSpPr txBox="1"/>
          <p:nvPr/>
        </p:nvSpPr>
        <p:spPr>
          <a:xfrm>
            <a:off x="10168933" y="339734"/>
            <a:ext cx="2002536" cy="550109"/>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900" spc="-3">
                <a:solidFill>
                  <a:srgbClr val="EB4536"/>
                </a:solidFill>
                <a:cs typeface="Slalom Sans"/>
              </a:rPr>
              <a:t>Optional chart icons</a:t>
            </a:r>
            <a:endParaRPr lang="en-US" sz="900">
              <a:solidFill>
                <a:srgbClr val="1E1E1E"/>
              </a:solidFill>
              <a:cs typeface="Slalom Sans"/>
            </a:endParaRPr>
          </a:p>
        </p:txBody>
      </p:sp>
      <p:sp>
        <p:nvSpPr>
          <p:cNvPr id="12" name="object 9">
            <a:extLst>
              <a:ext uri="{FF2B5EF4-FFF2-40B4-BE49-F238E27FC236}">
                <a16:creationId xmlns:a16="http://schemas.microsoft.com/office/drawing/2014/main" id="{A83BAA9A-0A88-84AD-8C7B-A3ED11C840E9}"/>
              </a:ext>
            </a:extLst>
          </p:cNvPr>
          <p:cNvSpPr/>
          <p:nvPr/>
        </p:nvSpPr>
        <p:spPr>
          <a:xfrm>
            <a:off x="10152888" y="-2159"/>
            <a:ext cx="2039112"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a:solidFill>
                  <a:srgbClr val="FFFFFF"/>
                </a:solidFill>
              </a:rPr>
              <a:t>READ ME THEN DELETE ME</a:t>
            </a:r>
          </a:p>
        </p:txBody>
      </p:sp>
      <p:pic>
        <p:nvPicPr>
          <p:cNvPr id="27" name="Graphic 26">
            <a:extLst>
              <a:ext uri="{FF2B5EF4-FFF2-40B4-BE49-F238E27FC236}">
                <a16:creationId xmlns:a16="http://schemas.microsoft.com/office/drawing/2014/main" id="{D2B644FF-18F3-D881-BF87-19AC3D759890}"/>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18315" y="555873"/>
            <a:ext cx="284867" cy="284867"/>
          </a:xfrm>
          <a:prstGeom prst="rect">
            <a:avLst/>
          </a:prstGeom>
        </p:spPr>
      </p:pic>
      <p:pic>
        <p:nvPicPr>
          <p:cNvPr id="23" name="Graphic 22">
            <a:extLst>
              <a:ext uri="{FF2B5EF4-FFF2-40B4-BE49-F238E27FC236}">
                <a16:creationId xmlns:a16="http://schemas.microsoft.com/office/drawing/2014/main" id="{5A306ABF-F6C0-F199-BF43-2554B71B1FF9}"/>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292110" y="537643"/>
            <a:ext cx="303097" cy="303097"/>
          </a:xfrm>
          <a:prstGeom prst="rect">
            <a:avLst/>
          </a:prstGeom>
        </p:spPr>
      </p:pic>
      <p:sp>
        <p:nvSpPr>
          <p:cNvPr id="6" name="Rectangle 5">
            <a:extLst>
              <a:ext uri="{FF2B5EF4-FFF2-40B4-BE49-F238E27FC236}">
                <a16:creationId xmlns:a16="http://schemas.microsoft.com/office/drawing/2014/main" id="{D3B69C7F-E679-2B7D-506F-89DB4C71E1C2}"/>
              </a:ext>
            </a:extLst>
          </p:cNvPr>
          <p:cNvSpPr/>
          <p:nvPr/>
        </p:nvSpPr>
        <p:spPr>
          <a:xfrm>
            <a:off x="12364924" y="2"/>
            <a:ext cx="2926080" cy="43159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table INSTRUCTIONS</a:t>
            </a:r>
          </a:p>
          <a:p>
            <a:pPr marL="174625" indent="-174625">
              <a:spcBef>
                <a:spcPts val="1200"/>
              </a:spcBef>
              <a:buFont typeface="+mj-lt"/>
              <a:buAutoNum type="arabicPeriod"/>
            </a:pPr>
            <a:r>
              <a:rPr lang="en-US" sz="1000" cap="all">
                <a:solidFill>
                  <a:schemeClr val="bg1"/>
                </a:solidFill>
              </a:rPr>
              <a:t>APPLY STYLES</a:t>
            </a:r>
            <a:endParaRPr lang="en-US" sz="1000" b="1" cap="all">
              <a:solidFill>
                <a:schemeClr val="bg1"/>
              </a:solidFill>
            </a:endParaRPr>
          </a:p>
          <a:p>
            <a:pPr marL="346075" lvl="1" indent="-174625">
              <a:spcBef>
                <a:spcPts val="600"/>
              </a:spcBef>
              <a:buFont typeface="+mj-lt"/>
              <a:buAutoNum type="alphaLcPeriod"/>
            </a:pPr>
            <a:r>
              <a:rPr lang="en-US" sz="1000">
                <a:solidFill>
                  <a:schemeClr val="bg1"/>
                </a:solidFill>
              </a:rPr>
              <a:t>When inserting a new table, </a:t>
            </a:r>
            <a:br>
              <a:rPr lang="en-US" sz="1000">
                <a:solidFill>
                  <a:schemeClr val="bg1"/>
                </a:solidFill>
              </a:rPr>
            </a:br>
            <a:r>
              <a:rPr lang="en-US" sz="1000">
                <a:solidFill>
                  <a:schemeClr val="bg1"/>
                </a:solidFill>
              </a:rPr>
              <a:t>“Medium Style 3 – Accent 1” will be </a:t>
            </a:r>
            <a:br>
              <a:rPr lang="en-US" sz="1000">
                <a:solidFill>
                  <a:schemeClr val="bg1"/>
                </a:solidFill>
              </a:rPr>
            </a:br>
            <a:r>
              <a:rPr lang="en-US" sz="1000">
                <a:solidFill>
                  <a:schemeClr val="bg1"/>
                </a:solidFill>
              </a:rPr>
              <a:t>applied automatically. If inserting </a:t>
            </a:r>
            <a:br>
              <a:rPr lang="en-US" sz="1000">
                <a:solidFill>
                  <a:schemeClr val="bg1"/>
                </a:solidFill>
              </a:rPr>
            </a:br>
            <a:r>
              <a:rPr lang="en-US" sz="1000">
                <a:solidFill>
                  <a:schemeClr val="bg1"/>
                </a:solidFill>
              </a:rPr>
              <a:t>a previously designed table, </a:t>
            </a:r>
            <a:br>
              <a:rPr lang="en-US" sz="1000">
                <a:solidFill>
                  <a:schemeClr val="bg1"/>
                </a:solidFill>
              </a:rPr>
            </a:br>
            <a:r>
              <a:rPr lang="en-US" sz="1000">
                <a:solidFill>
                  <a:schemeClr val="bg1"/>
                </a:solidFill>
              </a:rPr>
              <a:t>“Medium Style 3 – Accent 1” </a:t>
            </a:r>
            <a:br>
              <a:rPr lang="en-US" sz="1000">
                <a:solidFill>
                  <a:schemeClr val="bg1"/>
                </a:solidFill>
              </a:rPr>
            </a:br>
            <a:r>
              <a:rPr lang="en-US" sz="1000">
                <a:solidFill>
                  <a:schemeClr val="bg1"/>
                </a:solidFill>
              </a:rPr>
              <a:t>should be manually applied </a:t>
            </a:r>
            <a:br>
              <a:rPr lang="en-US" sz="1000">
                <a:solidFill>
                  <a:schemeClr val="bg1"/>
                </a:solidFill>
              </a:rPr>
            </a:br>
            <a:r>
              <a:rPr lang="en-US" sz="1000">
                <a:solidFill>
                  <a:schemeClr val="bg1"/>
                </a:solidFill>
              </a:rPr>
              <a:t>(Table Design tab &gt; Table Styles &gt; </a:t>
            </a:r>
            <a:br>
              <a:rPr lang="en-US" sz="1000">
                <a:solidFill>
                  <a:schemeClr val="bg1"/>
                </a:solidFill>
              </a:rPr>
            </a:br>
            <a:r>
              <a:rPr lang="en-US" sz="1000">
                <a:solidFill>
                  <a:schemeClr val="bg1"/>
                </a:solidFill>
              </a:rPr>
              <a:t>“Medium Style 3 – Accent 1” )</a:t>
            </a:r>
          </a:p>
          <a:p>
            <a:pPr marL="169863" indent="-169863">
              <a:spcBef>
                <a:spcPts val="1200"/>
              </a:spcBef>
              <a:buFont typeface="+mj-lt"/>
              <a:buAutoNum type="arabicPeriod"/>
            </a:pPr>
            <a:r>
              <a:rPr lang="en-US" sz="1000" cap="all">
                <a:solidFill>
                  <a:schemeClr val="bg1"/>
                </a:solidFill>
              </a:rPr>
              <a:t>Customization steps</a:t>
            </a:r>
            <a:endParaRPr lang="en-US" sz="1000" b="1" cap="all">
              <a:solidFill>
                <a:schemeClr val="bg1"/>
              </a:solidFill>
            </a:endParaRPr>
          </a:p>
          <a:p>
            <a:pPr marL="346075" lvl="1" indent="-173038">
              <a:spcBef>
                <a:spcPts val="300"/>
              </a:spcBef>
              <a:buFont typeface="+mj-lt"/>
              <a:buAutoNum type="alphaLcPeriod"/>
            </a:pPr>
            <a:r>
              <a:rPr lang="en-US" sz="1000">
                <a:solidFill>
                  <a:schemeClr val="bg1"/>
                </a:solidFill>
              </a:rPr>
              <a:t>Select entire table and remove all borders.</a:t>
            </a:r>
          </a:p>
          <a:p>
            <a:pPr marL="346075" lvl="1" indent="-173038">
              <a:spcBef>
                <a:spcPts val="300"/>
              </a:spcBef>
              <a:buFont typeface="+mj-lt"/>
              <a:buAutoNum type="alphaLcPeriod"/>
            </a:pPr>
            <a:r>
              <a:rPr lang="en-US" sz="1000">
                <a:solidFill>
                  <a:schemeClr val="bg1"/>
                </a:solidFill>
              </a:rPr>
              <a:t>Select table and vertically center </a:t>
            </a:r>
            <a:br>
              <a:rPr lang="en-US" sz="1000">
                <a:solidFill>
                  <a:schemeClr val="bg1"/>
                </a:solidFill>
              </a:rPr>
            </a:br>
            <a:r>
              <a:rPr lang="en-US" sz="1000">
                <a:solidFill>
                  <a:schemeClr val="bg1"/>
                </a:solidFill>
              </a:rPr>
              <a:t>the text (Layout tab &gt; </a:t>
            </a:r>
            <a:br>
              <a:rPr lang="en-US" sz="1000">
                <a:solidFill>
                  <a:schemeClr val="bg1"/>
                </a:solidFill>
              </a:rPr>
            </a:br>
            <a:r>
              <a:rPr lang="en-US" sz="1000">
                <a:solidFill>
                  <a:schemeClr val="bg1"/>
                </a:solidFill>
              </a:rPr>
              <a:t>Alignment &gt; “Center Vertically).</a:t>
            </a:r>
          </a:p>
          <a:p>
            <a:pPr marL="346075" lvl="1" indent="-173038">
              <a:spcBef>
                <a:spcPts val="300"/>
              </a:spcBef>
              <a:buFont typeface="+mj-lt"/>
              <a:buAutoNum type="alphaLcPeriod"/>
            </a:pPr>
            <a:endParaRPr lang="en-US" sz="1000">
              <a:solidFill>
                <a:schemeClr val="bg1"/>
              </a:solidFill>
            </a:endParaRPr>
          </a:p>
          <a:p>
            <a:pPr marL="346075" lvl="1" indent="-173038">
              <a:spcBef>
                <a:spcPts val="300"/>
              </a:spcBef>
              <a:buFont typeface="+mj-lt"/>
              <a:buAutoNum type="alphaLcPeriod"/>
            </a:pPr>
            <a:endParaRPr lang="en-US" sz="1000">
              <a:solidFill>
                <a:schemeClr val="bg1"/>
              </a:solidFill>
            </a:endParaRPr>
          </a:p>
          <a:p>
            <a:pPr marL="346075" lvl="1" indent="-173038">
              <a:spcBef>
                <a:spcPts val="300"/>
              </a:spcBef>
              <a:buFont typeface="+mj-lt"/>
              <a:buAutoNum type="alphaLcPeriod"/>
            </a:pPr>
            <a:endParaRPr lang="en-US" sz="1000">
              <a:solidFill>
                <a:schemeClr val="bg1"/>
              </a:solidFill>
            </a:endParaRPr>
          </a:p>
          <a:p>
            <a:pPr marL="346075" lvl="1" indent="-173038">
              <a:spcBef>
                <a:spcPts val="300"/>
              </a:spcBef>
              <a:buFont typeface="+mj-lt"/>
              <a:buAutoNum type="alphaLcPeriod"/>
            </a:pPr>
            <a:endParaRPr lang="en-US" sz="1000">
              <a:solidFill>
                <a:schemeClr val="bg1"/>
              </a:solidFill>
            </a:endParaRPr>
          </a:p>
          <a:p>
            <a:pPr marL="173037" lvl="1">
              <a:spcBef>
                <a:spcPts val="300"/>
              </a:spcBef>
            </a:pPr>
            <a:endParaRPr lang="en-US" sz="1000">
              <a:solidFill>
                <a:schemeClr val="bg1"/>
              </a:solidFill>
            </a:endParaRPr>
          </a:p>
          <a:p>
            <a:pPr marL="341313" lvl="1" indent="-169863">
              <a:spcBef>
                <a:spcPts val="300"/>
              </a:spcBef>
              <a:buFont typeface="+mj-lt"/>
              <a:buAutoNum type="alphaLcPeriod" startAt="3"/>
            </a:pPr>
            <a:r>
              <a:rPr lang="en-US" sz="1000">
                <a:solidFill>
                  <a:schemeClr val="bg1"/>
                </a:solidFill>
              </a:rPr>
              <a:t>Match font styles to those shown here.</a:t>
            </a:r>
          </a:p>
        </p:txBody>
      </p:sp>
      <p:pic>
        <p:nvPicPr>
          <p:cNvPr id="9" name="Picture 8">
            <a:extLst>
              <a:ext uri="{FF2B5EF4-FFF2-40B4-BE49-F238E27FC236}">
                <a16:creationId xmlns:a16="http://schemas.microsoft.com/office/drawing/2014/main" id="{A80C838D-AB02-8964-F70F-E089AE1B78A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2805638" y="3067385"/>
            <a:ext cx="1884587" cy="836088"/>
          </a:xfrm>
          <a:prstGeom prst="rect">
            <a:avLst/>
          </a:prstGeom>
          <a:solidFill>
            <a:schemeClr val="accent2"/>
          </a:solidFill>
        </p:spPr>
      </p:pic>
      <p:sp>
        <p:nvSpPr>
          <p:cNvPr id="10" name="Rectangle 9">
            <a:extLst>
              <a:ext uri="{FF2B5EF4-FFF2-40B4-BE49-F238E27FC236}">
                <a16:creationId xmlns:a16="http://schemas.microsoft.com/office/drawing/2014/main" id="{7025ED66-DC9B-B898-7C2C-4CF924FA2AE6}"/>
              </a:ext>
            </a:extLst>
          </p:cNvPr>
          <p:cNvSpPr/>
          <p:nvPr/>
        </p:nvSpPr>
        <p:spPr>
          <a:xfrm>
            <a:off x="13082514" y="3429000"/>
            <a:ext cx="207127" cy="2071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9860305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3FF128-5262-B056-27F6-490C7B81B543}"/>
              </a:ext>
            </a:extLst>
          </p:cNvPr>
          <p:cNvSpPr>
            <a:spLocks noGrp="1"/>
          </p:cNvSpPr>
          <p:nvPr>
            <p:ph type="title"/>
          </p:nvPr>
        </p:nvSpPr>
        <p:spPr/>
        <p:txBody>
          <a:bodyPr/>
          <a:lstStyle/>
          <a:p>
            <a:r>
              <a:rPr lang="en-US"/>
              <a:t>Comparison table  	</a:t>
            </a:r>
            <a:endParaRPr lang="en-CA"/>
          </a:p>
        </p:txBody>
      </p:sp>
      <p:sp>
        <p:nvSpPr>
          <p:cNvPr id="2" name="Text Placeholder 1">
            <a:extLst>
              <a:ext uri="{FF2B5EF4-FFF2-40B4-BE49-F238E27FC236}">
                <a16:creationId xmlns:a16="http://schemas.microsoft.com/office/drawing/2014/main" id="{A7C3E7BE-A3E0-93D3-9040-AB72EAD8B0B3}"/>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6" name="Footer Placeholder 5">
            <a:extLst>
              <a:ext uri="{FF2B5EF4-FFF2-40B4-BE49-F238E27FC236}">
                <a16:creationId xmlns:a16="http://schemas.microsoft.com/office/drawing/2014/main" id="{7B2CD98F-3C9B-9901-94F6-DE5667D8DE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Date Placeholder 4">
            <a:extLst>
              <a:ext uri="{FF2B5EF4-FFF2-40B4-BE49-F238E27FC236}">
                <a16:creationId xmlns:a16="http://schemas.microsoft.com/office/drawing/2014/main" id="{584C843D-6F9C-28E6-BE1A-EE745E785BC8}"/>
              </a:ext>
              <a:ext uri="{C183D7F6-B498-43B3-948B-1728B52AA6E4}">
                <adec:decorative xmlns:adec="http://schemas.microsoft.com/office/drawing/2017/decorative" val="1"/>
              </a:ext>
            </a:extLst>
          </p:cNvPr>
          <p:cNvSpPr>
            <a:spLocks noGrp="1"/>
          </p:cNvSpPr>
          <p:nvPr>
            <p:ph type="dt" sz="half" idx="11"/>
          </p:nvPr>
        </p:nvSpPr>
        <p:spPr/>
        <p:txBody>
          <a:bodyPr/>
          <a:lstStyle/>
          <a:p>
            <a:fld id="{8EDE5749-88AF-4C66-AC45-3702F2D69A1C}" type="datetimeyyyy">
              <a:rPr lang="en-US" smtClean="0"/>
              <a:pPr/>
              <a:t>2025</a:t>
            </a:fld>
            <a:endParaRPr lang="en-US"/>
          </a:p>
        </p:txBody>
      </p:sp>
      <p:sp>
        <p:nvSpPr>
          <p:cNvPr id="4" name="Slide Number Placeholder 3">
            <a:extLst>
              <a:ext uri="{FF2B5EF4-FFF2-40B4-BE49-F238E27FC236}">
                <a16:creationId xmlns:a16="http://schemas.microsoft.com/office/drawing/2014/main" id="{1CA535BE-30CE-8628-23B1-33584DF12289}"/>
              </a:ext>
              <a:ext uri="{C183D7F6-B498-43B3-948B-1728B52AA6E4}">
                <adec:decorative xmlns:adec="http://schemas.microsoft.com/office/drawing/2017/decorative" val="1"/>
              </a:ext>
            </a:extLst>
          </p:cNvPr>
          <p:cNvSpPr>
            <a:spLocks noGrp="1"/>
          </p:cNvSpPr>
          <p:nvPr>
            <p:ph type="sldNum" sz="quarter" idx="12"/>
          </p:nvPr>
        </p:nvSpPr>
        <p:spPr/>
        <p:txBody>
          <a:bodyPr/>
          <a:lstStyle/>
          <a:p>
            <a:fld id="{D89D76C3-A5A9-4168-BE2E-6A3D1757D92E}" type="slidenum">
              <a:rPr lang="en-GB" smtClean="0"/>
              <a:pPr/>
              <a:t>92</a:t>
            </a:fld>
            <a:endParaRPr lang="en-GB"/>
          </a:p>
        </p:txBody>
      </p:sp>
      <p:graphicFrame>
        <p:nvGraphicFramePr>
          <p:cNvPr id="3" name="Table 4">
            <a:extLst>
              <a:ext uri="{FF2B5EF4-FFF2-40B4-BE49-F238E27FC236}">
                <a16:creationId xmlns:a16="http://schemas.microsoft.com/office/drawing/2014/main" id="{E70FDEA7-E9E7-D39C-AB62-8BE7164211CB}"/>
              </a:ext>
            </a:extLst>
          </p:cNvPr>
          <p:cNvGraphicFramePr>
            <a:graphicFrameLocks noGrp="1"/>
          </p:cNvGraphicFramePr>
          <p:nvPr/>
        </p:nvGraphicFramePr>
        <p:xfrm>
          <a:off x="571499" y="1765664"/>
          <a:ext cx="11049000" cy="4517570"/>
        </p:xfrm>
        <a:graphic>
          <a:graphicData uri="http://schemas.openxmlformats.org/drawingml/2006/table">
            <a:tbl>
              <a:tblPr firstRow="1" bandCol="1">
                <a:tableStyleId>{85BE263C-DBD7-4A20-BB59-AAB30ACAA65A}</a:tableStyleId>
              </a:tblPr>
              <a:tblGrid>
                <a:gridCol w="2209800">
                  <a:extLst>
                    <a:ext uri="{9D8B030D-6E8A-4147-A177-3AD203B41FA5}">
                      <a16:colId xmlns:a16="http://schemas.microsoft.com/office/drawing/2014/main" val="2784214653"/>
                    </a:ext>
                  </a:extLst>
                </a:gridCol>
                <a:gridCol w="2209800">
                  <a:extLst>
                    <a:ext uri="{9D8B030D-6E8A-4147-A177-3AD203B41FA5}">
                      <a16:colId xmlns:a16="http://schemas.microsoft.com/office/drawing/2014/main" val="514265302"/>
                    </a:ext>
                  </a:extLst>
                </a:gridCol>
                <a:gridCol w="2209800">
                  <a:extLst>
                    <a:ext uri="{9D8B030D-6E8A-4147-A177-3AD203B41FA5}">
                      <a16:colId xmlns:a16="http://schemas.microsoft.com/office/drawing/2014/main" val="1421835590"/>
                    </a:ext>
                  </a:extLst>
                </a:gridCol>
                <a:gridCol w="2209800">
                  <a:extLst>
                    <a:ext uri="{9D8B030D-6E8A-4147-A177-3AD203B41FA5}">
                      <a16:colId xmlns:a16="http://schemas.microsoft.com/office/drawing/2014/main" val="140452053"/>
                    </a:ext>
                  </a:extLst>
                </a:gridCol>
                <a:gridCol w="2209800">
                  <a:extLst>
                    <a:ext uri="{9D8B030D-6E8A-4147-A177-3AD203B41FA5}">
                      <a16:colId xmlns:a16="http://schemas.microsoft.com/office/drawing/2014/main" val="1443910367"/>
                    </a:ext>
                  </a:extLst>
                </a:gridCol>
              </a:tblGrid>
              <a:tr h="433075">
                <a:tc>
                  <a:txBody>
                    <a:bodyPr/>
                    <a:lstStyle/>
                    <a:p>
                      <a:pPr marL="0" indent="0" algn="ctr" defTabSz="914400" rtl="0" eaLnBrk="1" latinLnBrk="0" hangingPunct="1">
                        <a:lnSpc>
                          <a:spcPct val="90000"/>
                        </a:lnSpc>
                        <a:spcBef>
                          <a:spcPct val="0"/>
                        </a:spcBef>
                        <a:buFont typeface="+mj-lt"/>
                        <a:buNone/>
                      </a:pPr>
                      <a:r>
                        <a:rPr lang="en-US" sz="1200" b="1" kern="1200" cap="all" spc="150">
                          <a:solidFill>
                            <a:schemeClr val="bg1"/>
                          </a:solidFill>
                          <a:latin typeface="+mn-lt"/>
                          <a:ea typeface="+mn-ea"/>
                          <a:cs typeface="+mn-cs"/>
                        </a:rPr>
                        <a:t>Sample text</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sz="1200" b="1" kern="1200" cap="all" spc="150">
                          <a:solidFill>
                            <a:schemeClr val="tx1"/>
                          </a:solidFill>
                          <a:latin typeface="+mn-lt"/>
                          <a:ea typeface="+mn-ea"/>
                          <a:cs typeface="+mn-cs"/>
                        </a:rPr>
                        <a:t>Sample text</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sz="1200" b="1" kern="1200" cap="all" spc="150">
                          <a:solidFill>
                            <a:schemeClr val="tx1"/>
                          </a:solidFill>
                          <a:latin typeface="+mn-lt"/>
                          <a:ea typeface="+mn-ea"/>
                          <a:cs typeface="+mn-cs"/>
                        </a:rPr>
                        <a:t>Sample text</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sz="1200" b="1" kern="1200" cap="all" spc="150">
                          <a:solidFill>
                            <a:schemeClr val="tx1"/>
                          </a:solidFill>
                          <a:latin typeface="+mn-lt"/>
                          <a:ea typeface="+mn-ea"/>
                          <a:cs typeface="+mn-cs"/>
                        </a:rPr>
                        <a:t>Sample text</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US" sz="1200" b="1" kern="1200" cap="all" spc="150">
                          <a:solidFill>
                            <a:schemeClr val="tx1"/>
                          </a:solidFill>
                          <a:latin typeface="+mn-lt"/>
                          <a:ea typeface="+mn-ea"/>
                          <a:cs typeface="+mn-cs"/>
                        </a:rPr>
                        <a:t>Sample text</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787899921"/>
                  </a:ext>
                </a:extLst>
              </a:tr>
              <a:tr h="882446">
                <a:tc>
                  <a:txBody>
                    <a:bodyPr/>
                    <a:lstStyle/>
                    <a:p>
                      <a:endParaRPr lang="en-US" sz="1200"/>
                    </a:p>
                  </a:txBody>
                  <a:tcPr>
                    <a:lnL>
                      <a:noFill/>
                    </a:lnL>
                    <a:lnR>
                      <a:noFill/>
                    </a:lnR>
                    <a:lnT w="25400" cmpd="sng">
                      <a:noFill/>
                    </a:lnT>
                    <a:lnB>
                      <a:noFill/>
                    </a:lnB>
                    <a:lnTlToBr w="12700" cmpd="sng">
                      <a:noFill/>
                      <a:prstDash val="solid"/>
                    </a:lnTlToBr>
                    <a:lnBlToTr w="12700" cmpd="sng">
                      <a:noFill/>
                      <a:prstDash val="solid"/>
                    </a:lnBlToTr>
                  </a:tcPr>
                </a:tc>
                <a:tc>
                  <a:txBody>
                    <a:bodyPr/>
                    <a:lstStyle/>
                    <a:p>
                      <a:endParaRPr lang="en-US" sz="1200"/>
                    </a:p>
                  </a:txBody>
                  <a:tcPr>
                    <a:lnL>
                      <a:noFill/>
                    </a:lnL>
                    <a:lnR>
                      <a:noFill/>
                    </a:lnR>
                    <a:lnT w="25400" cmpd="sng">
                      <a:noFill/>
                    </a:lnT>
                    <a:lnB>
                      <a:noFill/>
                    </a:lnB>
                    <a:lnTlToBr w="12700" cmpd="sng">
                      <a:noFill/>
                      <a:prstDash val="solid"/>
                    </a:lnTlToBr>
                    <a:lnBlToTr w="12700" cmpd="sng">
                      <a:noFill/>
                      <a:prstDash val="solid"/>
                    </a:lnBlToTr>
                  </a:tcPr>
                </a:tc>
                <a:tc>
                  <a:txBody>
                    <a:bodyPr/>
                    <a:lstStyle/>
                    <a:p>
                      <a:endParaRPr lang="en-US" sz="1200"/>
                    </a:p>
                  </a:txBody>
                  <a:tcPr>
                    <a:lnL>
                      <a:noFill/>
                    </a:lnL>
                    <a:lnR>
                      <a:noFill/>
                    </a:lnR>
                    <a:lnT w="25400" cmpd="sng">
                      <a:noFill/>
                    </a:lnT>
                    <a:lnB>
                      <a:noFill/>
                    </a:lnB>
                    <a:lnTlToBr w="12700" cmpd="sng">
                      <a:noFill/>
                      <a:prstDash val="solid"/>
                    </a:lnTlToBr>
                    <a:lnBlToTr w="12700" cmpd="sng">
                      <a:noFill/>
                      <a:prstDash val="solid"/>
                    </a:lnBlToTr>
                  </a:tcPr>
                </a:tc>
                <a:tc>
                  <a:txBody>
                    <a:bodyPr/>
                    <a:lstStyle/>
                    <a:p>
                      <a:endParaRPr lang="en-US" sz="1200"/>
                    </a:p>
                  </a:txBody>
                  <a:tcPr>
                    <a:lnL>
                      <a:noFill/>
                    </a:lnL>
                    <a:lnR>
                      <a:noFill/>
                    </a:lnR>
                    <a:lnT w="25400" cmpd="sng">
                      <a:noFill/>
                    </a:lnT>
                    <a:lnB>
                      <a:noFill/>
                    </a:lnB>
                    <a:lnTlToBr w="12700" cmpd="sng">
                      <a:noFill/>
                      <a:prstDash val="solid"/>
                    </a:lnTlToBr>
                    <a:lnBlToTr w="12700" cmpd="sng">
                      <a:noFill/>
                      <a:prstDash val="solid"/>
                    </a:lnBlToTr>
                  </a:tcPr>
                </a:tc>
                <a:tc>
                  <a:txBody>
                    <a:bodyPr/>
                    <a:lstStyle/>
                    <a:p>
                      <a:endParaRPr lang="en-US" sz="1200"/>
                    </a:p>
                  </a:txBody>
                  <a:tcP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85123486"/>
                  </a:ext>
                </a:extLst>
              </a:tr>
              <a:tr h="3202049">
                <a:tc>
                  <a:txBody>
                    <a:bodyPr/>
                    <a:lstStyle/>
                    <a:p>
                      <a:pPr marL="0" marR="0" lvl="0" indent="0" algn="l" defTabSz="914400" rtl="0" eaLnBrk="1" fontAlgn="auto" latinLnBrk="0" hangingPunct="1">
                        <a:lnSpc>
                          <a:spcPct val="90000"/>
                        </a:lnSpc>
                        <a:spcBef>
                          <a:spcPts val="0"/>
                        </a:spcBef>
                        <a:spcAft>
                          <a:spcPts val="1000"/>
                        </a:spcAft>
                        <a:buClrTx/>
                        <a:buSzTx/>
                        <a:buFont typeface="Avenir Next LT Pro" panose="020B0504020202020204" pitchFamily="34" charset="0"/>
                        <a:buNone/>
                        <a:tabLst/>
                        <a:defRPr/>
                      </a:pPr>
                      <a:r>
                        <a:rPr lang="en-US" sz="1200" b="1" err="1">
                          <a:solidFill>
                            <a:schemeClr val="tx1"/>
                          </a:solidFill>
                        </a:rPr>
                        <a:t>Subheadline</a:t>
                      </a:r>
                      <a:endParaRPr lang="en-US" sz="1200" b="1">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txBody>
                  <a:tcPr marL="182880" marR="182880" marT="182880" marB="182880">
                    <a:lnL>
                      <a:noFill/>
                    </a:lnL>
                    <a:lnR>
                      <a:noFill/>
                    </a:lnR>
                    <a:lnT>
                      <a:noFill/>
                    </a:lnT>
                    <a:lnB w="254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90000"/>
                        </a:lnSpc>
                        <a:spcBef>
                          <a:spcPts val="0"/>
                        </a:spcBef>
                        <a:spcAft>
                          <a:spcPts val="1000"/>
                        </a:spcAft>
                        <a:buClrTx/>
                        <a:buSzTx/>
                        <a:buFont typeface="Avenir Next LT Pro" panose="020B0504020202020204" pitchFamily="34" charset="0"/>
                        <a:buNone/>
                        <a:tabLst/>
                        <a:defRPr/>
                      </a:pPr>
                      <a:r>
                        <a:rPr lang="en-US" sz="1200" b="1">
                          <a:solidFill>
                            <a:schemeClr val="tx1"/>
                          </a:solidFill>
                        </a:rPr>
                        <a:t>Subheadline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txBody>
                  <a:tcPr marL="182880" marR="182880" marT="182880" marB="182880">
                    <a:lnL>
                      <a:noFill/>
                    </a:lnL>
                    <a:lnR>
                      <a:noFill/>
                    </a:lnR>
                    <a:lnT>
                      <a:noFill/>
                    </a:lnT>
                    <a:lnB w="254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90000"/>
                        </a:lnSpc>
                        <a:spcBef>
                          <a:spcPts val="0"/>
                        </a:spcBef>
                        <a:spcAft>
                          <a:spcPts val="1000"/>
                        </a:spcAft>
                        <a:buClrTx/>
                        <a:buSzTx/>
                        <a:buFont typeface="Avenir Next LT Pro" panose="020B0504020202020204" pitchFamily="34" charset="0"/>
                        <a:buNone/>
                        <a:tabLst/>
                        <a:defRPr/>
                      </a:pPr>
                      <a:r>
                        <a:rPr lang="en-US" sz="1200" b="1">
                          <a:solidFill>
                            <a:schemeClr val="tx1"/>
                          </a:solidFill>
                        </a:rPr>
                        <a:t>Subheadline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txBody>
                  <a:tcPr marL="182880" marR="182880" marT="182880" marB="182880">
                    <a:lnL>
                      <a:noFill/>
                    </a:lnL>
                    <a:lnR>
                      <a:noFill/>
                    </a:lnR>
                    <a:lnT>
                      <a:noFill/>
                    </a:lnT>
                    <a:lnB w="254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90000"/>
                        </a:lnSpc>
                        <a:spcBef>
                          <a:spcPts val="0"/>
                        </a:spcBef>
                        <a:spcAft>
                          <a:spcPts val="1000"/>
                        </a:spcAft>
                        <a:buClrTx/>
                        <a:buSzTx/>
                        <a:buFont typeface="Avenir Next LT Pro" panose="020B0504020202020204" pitchFamily="34" charset="0"/>
                        <a:buNone/>
                        <a:tabLst/>
                        <a:defRPr/>
                      </a:pPr>
                      <a:r>
                        <a:rPr lang="en-US" sz="1200" b="1">
                          <a:solidFill>
                            <a:schemeClr val="tx1"/>
                          </a:solidFill>
                        </a:rPr>
                        <a:t>Subheadline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txBody>
                  <a:tcPr marL="182880" marR="182880" marT="182880" marB="182880">
                    <a:lnL>
                      <a:noFill/>
                    </a:lnL>
                    <a:lnR>
                      <a:noFill/>
                    </a:lnR>
                    <a:lnT>
                      <a:noFill/>
                    </a:lnT>
                    <a:lnB w="254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90000"/>
                        </a:lnSpc>
                        <a:spcBef>
                          <a:spcPts val="0"/>
                        </a:spcBef>
                        <a:spcAft>
                          <a:spcPts val="1000"/>
                        </a:spcAft>
                        <a:buClrTx/>
                        <a:buSzTx/>
                        <a:buFont typeface="Avenir Next LT Pro" panose="020B0504020202020204" pitchFamily="34" charset="0"/>
                        <a:buNone/>
                        <a:tabLst/>
                        <a:defRPr/>
                      </a:pPr>
                      <a:r>
                        <a:rPr lang="en-US" sz="1200" b="1" err="1">
                          <a:solidFill>
                            <a:schemeClr val="tx1"/>
                          </a:solidFill>
                        </a:rPr>
                        <a:t>Subheadline</a:t>
                      </a:r>
                      <a:endParaRPr lang="en-US" sz="1200" b="1">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Bulleted list example</a:t>
                      </a:r>
                    </a:p>
                    <a:p>
                      <a:pPr marL="177800" indent="-177800">
                        <a:lnSpc>
                          <a:spcPct val="90000"/>
                        </a:lnSpc>
                        <a:spcBef>
                          <a:spcPts val="0"/>
                        </a:spcBef>
                        <a:spcAft>
                          <a:spcPts val="1000"/>
                        </a:spcAft>
                        <a:buFont typeface="Avenir Next LT Pro" panose="020B0504020202020204" pitchFamily="34" charset="0"/>
                        <a:buChar char="•"/>
                        <a:tabLst/>
                      </a:pPr>
                      <a:r>
                        <a:rPr lang="en-US" sz="1200">
                          <a:solidFill>
                            <a:schemeClr val="tx1"/>
                          </a:solidFill>
                        </a:rPr>
                        <a:t>Lorem ipsum dolor sit</a:t>
                      </a:r>
                    </a:p>
                    <a:p>
                      <a:pPr marL="177800" indent="-177800">
                        <a:lnSpc>
                          <a:spcPct val="90000"/>
                        </a:lnSpc>
                        <a:spcBef>
                          <a:spcPts val="0"/>
                        </a:spcBef>
                        <a:spcAft>
                          <a:spcPts val="1000"/>
                        </a:spcAft>
                        <a:buFont typeface="Avenir Next LT Pro" panose="020B0504020202020204" pitchFamily="34" charset="0"/>
                        <a:buChar char="•"/>
                        <a:tabLst/>
                      </a:pPr>
                      <a:r>
                        <a:rPr lang="en-US" sz="1200" err="1">
                          <a:solidFill>
                            <a:schemeClr val="tx1"/>
                          </a:solidFill>
                        </a:rPr>
                        <a:t>Amet</a:t>
                      </a:r>
                      <a:r>
                        <a:rPr lang="en-US" sz="1200">
                          <a:solidFill>
                            <a:schemeClr val="tx1"/>
                          </a:solidFill>
                        </a:rPr>
                        <a:t> </a:t>
                      </a:r>
                      <a:r>
                        <a:rPr lang="en-US" sz="1200" err="1">
                          <a:solidFill>
                            <a:schemeClr val="tx1"/>
                          </a:solidFill>
                        </a:rPr>
                        <a:t>adipiscing</a:t>
                      </a:r>
                      <a:endParaRPr lang="en-US" sz="1200">
                        <a:solidFill>
                          <a:schemeClr val="tx1"/>
                        </a:solidFill>
                      </a:endParaRPr>
                    </a:p>
                  </a:txBody>
                  <a:tcPr marL="182880" marR="182880" marT="182880" marB="182880">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970305878"/>
                  </a:ext>
                </a:extLst>
              </a:tr>
            </a:tbl>
          </a:graphicData>
        </a:graphic>
      </p:graphicFrame>
      <p:pic>
        <p:nvPicPr>
          <p:cNvPr id="19" name="Graphic 18">
            <a:extLst>
              <a:ext uri="{FF2B5EF4-FFF2-40B4-BE49-F238E27FC236}">
                <a16:creationId xmlns:a16="http://schemas.microsoft.com/office/drawing/2014/main" id="{049D46F7-3ABF-B45E-E981-ED7AE3654BD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484414" y="2415728"/>
            <a:ext cx="685800" cy="685800"/>
          </a:xfrm>
          <a:prstGeom prst="rect">
            <a:avLst/>
          </a:prstGeom>
        </p:spPr>
      </p:pic>
      <p:pic>
        <p:nvPicPr>
          <p:cNvPr id="28" name="Graphic 27">
            <a:extLst>
              <a:ext uri="{FF2B5EF4-FFF2-40B4-BE49-F238E27FC236}">
                <a16:creationId xmlns:a16="http://schemas.microsoft.com/office/drawing/2014/main" id="{D452AEAD-E9EA-A97D-CBDB-FD7096258897}"/>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08168" y="2415728"/>
            <a:ext cx="685800" cy="685800"/>
          </a:xfrm>
          <a:prstGeom prst="rect">
            <a:avLst/>
          </a:prstGeom>
        </p:spPr>
      </p:pic>
      <p:pic>
        <p:nvPicPr>
          <p:cNvPr id="29" name="Graphic 28">
            <a:extLst>
              <a:ext uri="{FF2B5EF4-FFF2-40B4-BE49-F238E27FC236}">
                <a16:creationId xmlns:a16="http://schemas.microsoft.com/office/drawing/2014/main" id="{E67B3372-2CAC-1588-4092-3AC90049269F}"/>
              </a:ext>
              <a:ext uri="{C183D7F6-B498-43B3-948B-1728B52AA6E4}">
                <adec:decorative xmlns:adec="http://schemas.microsoft.com/office/drawing/2017/decorative" val="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5204375" y="2415728"/>
            <a:ext cx="685800" cy="685800"/>
          </a:xfrm>
          <a:prstGeom prst="rect">
            <a:avLst/>
          </a:prstGeom>
        </p:spPr>
      </p:pic>
      <p:pic>
        <p:nvPicPr>
          <p:cNvPr id="30" name="Graphic 29">
            <a:extLst>
              <a:ext uri="{FF2B5EF4-FFF2-40B4-BE49-F238E27FC236}">
                <a16:creationId xmlns:a16="http://schemas.microsoft.com/office/drawing/2014/main" id="{F532A8E9-DACF-47D8-EAC1-3CB5F6EC3195}"/>
              </a:ext>
              <a:ext uri="{C183D7F6-B498-43B3-948B-1728B52AA6E4}">
                <adec:decorative xmlns:adec="http://schemas.microsoft.com/office/drawing/2017/decorative" val="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00582" y="2415728"/>
            <a:ext cx="685800" cy="685800"/>
          </a:xfrm>
          <a:prstGeom prst="rect">
            <a:avLst/>
          </a:prstGeom>
        </p:spPr>
      </p:pic>
      <p:pic>
        <p:nvPicPr>
          <p:cNvPr id="31" name="Graphic 30">
            <a:extLst>
              <a:ext uri="{FF2B5EF4-FFF2-40B4-BE49-F238E27FC236}">
                <a16:creationId xmlns:a16="http://schemas.microsoft.com/office/drawing/2014/main" id="{14C9D65E-6EB2-3A9E-9D29-7BB3FB4C6D79}"/>
              </a:ext>
              <a:ext uri="{C183D7F6-B498-43B3-948B-1728B52AA6E4}">
                <adec:decorative xmlns:adec="http://schemas.microsoft.com/office/drawing/2017/decorative" val="1"/>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11961" y="2415728"/>
            <a:ext cx="685800" cy="685800"/>
          </a:xfrm>
          <a:prstGeom prst="rect">
            <a:avLst/>
          </a:prstGeom>
        </p:spPr>
      </p:pic>
    </p:spTree>
    <p:extLst>
      <p:ext uri="{BB962C8B-B14F-4D97-AF65-F5344CB8AC3E}">
        <p14:creationId xmlns:p14="http://schemas.microsoft.com/office/powerpoint/2010/main" val="9097251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F8A6A7-7ED9-85E4-F540-76449C4A29D9}"/>
              </a:ext>
            </a:extLst>
          </p:cNvPr>
          <p:cNvSpPr>
            <a:spLocks noGrp="1"/>
          </p:cNvSpPr>
          <p:nvPr>
            <p:ph type="title"/>
          </p:nvPr>
        </p:nvSpPr>
        <p:spPr/>
        <p:txBody>
          <a:bodyPr/>
          <a:lstStyle/>
          <a:p>
            <a:r>
              <a:rPr lang="en-US"/>
              <a:t>Chevron </a:t>
            </a:r>
            <a:r>
              <a:rPr lang="en-US">
                <a:solidFill>
                  <a:schemeClr val="accent1"/>
                </a:solidFill>
              </a:rPr>
              <a:t>process</a:t>
            </a:r>
          </a:p>
        </p:txBody>
      </p:sp>
      <p:sp>
        <p:nvSpPr>
          <p:cNvPr id="9" name="Text Placeholder 8">
            <a:extLst>
              <a:ext uri="{FF2B5EF4-FFF2-40B4-BE49-F238E27FC236}">
                <a16:creationId xmlns:a16="http://schemas.microsoft.com/office/drawing/2014/main" id="{6D3782E9-3C50-7A8D-9696-84DB2EA78681}"/>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3" name="Footer Placeholder 2">
            <a:extLst>
              <a:ext uri="{FF2B5EF4-FFF2-40B4-BE49-F238E27FC236}">
                <a16:creationId xmlns:a16="http://schemas.microsoft.com/office/drawing/2014/main" id="{2457EF91-7B60-78EB-85EB-79766AAF21A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08438CC6-57C3-94C1-41DC-C8E6DAE4B9AB}"/>
              </a:ext>
              <a:ext uri="{C183D7F6-B498-43B3-948B-1728B52AA6E4}">
                <adec:decorative xmlns:adec="http://schemas.microsoft.com/office/drawing/2017/decorative" val="1"/>
              </a:ext>
            </a:extLst>
          </p:cNvPr>
          <p:cNvSpPr>
            <a:spLocks noGrp="1"/>
          </p:cNvSpPr>
          <p:nvPr>
            <p:ph type="dt" sz="half" idx="11"/>
          </p:nvPr>
        </p:nvSpPr>
        <p:spPr/>
        <p:txBody>
          <a:bodyPr/>
          <a:lstStyle/>
          <a:p>
            <a:fld id="{AEA27D4F-760D-4989-90B8-703A4601239F}" type="datetimeyyyy">
              <a:rPr lang="en-US" smtClean="0"/>
              <a:t>2025</a:t>
            </a:fld>
            <a:endParaRPr lang="en-US"/>
          </a:p>
        </p:txBody>
      </p:sp>
      <p:sp>
        <p:nvSpPr>
          <p:cNvPr id="4" name="Slide Number Placeholder 3">
            <a:extLst>
              <a:ext uri="{FF2B5EF4-FFF2-40B4-BE49-F238E27FC236}">
                <a16:creationId xmlns:a16="http://schemas.microsoft.com/office/drawing/2014/main" id="{B91FB385-2C2A-4DC8-53F7-2C491F63D944}"/>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93</a:t>
            </a:fld>
            <a:endParaRPr lang="en-US"/>
          </a:p>
        </p:txBody>
      </p:sp>
      <p:sp>
        <p:nvSpPr>
          <p:cNvPr id="25" name="Rectangle 24">
            <a:extLst>
              <a:ext uri="{FF2B5EF4-FFF2-40B4-BE49-F238E27FC236}">
                <a16:creationId xmlns:a16="http://schemas.microsoft.com/office/drawing/2014/main" id="{46AA7FF6-0F98-A107-4B01-502EBDAF1535}"/>
              </a:ext>
            </a:extLst>
          </p:cNvPr>
          <p:cNvSpPr/>
          <p:nvPr/>
        </p:nvSpPr>
        <p:spPr>
          <a:xfrm>
            <a:off x="584472" y="2069512"/>
            <a:ext cx="2944398" cy="683435"/>
          </a:xfrm>
          <a:prstGeom prst="chevron">
            <a:avLst>
              <a:gd name="adj" fmla="val 3402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200" b="1">
                <a:solidFill>
                  <a:schemeClr val="bg1"/>
                </a:solidFill>
              </a:rPr>
              <a:t>Sample text</a:t>
            </a:r>
          </a:p>
        </p:txBody>
      </p:sp>
      <p:sp>
        <p:nvSpPr>
          <p:cNvPr id="19" name="object 2">
            <a:extLst>
              <a:ext uri="{FF2B5EF4-FFF2-40B4-BE49-F238E27FC236}">
                <a16:creationId xmlns:a16="http://schemas.microsoft.com/office/drawing/2014/main" id="{117310D2-21E0-7B27-75AA-B17188FF1B11}"/>
              </a:ext>
            </a:extLst>
          </p:cNvPr>
          <p:cNvSpPr txBox="1"/>
          <p:nvPr/>
        </p:nvSpPr>
        <p:spPr>
          <a:xfrm>
            <a:off x="588844" y="2933700"/>
            <a:ext cx="2582128" cy="2150022"/>
          </a:xfrm>
          <a:prstGeom prst="rect">
            <a:avLst/>
          </a:prstGeom>
        </p:spPr>
        <p:txBody>
          <a:bodyPr vert="horz" wrap="square" lIns="0" tIns="0" rIns="0" bIns="0" rtlCol="0">
            <a:noAutofit/>
          </a:bodyPr>
          <a:lstStyle/>
          <a:p>
            <a:pPr>
              <a:lnSpc>
                <a:spcPct val="110000"/>
              </a:lnSpc>
              <a:spcAft>
                <a:spcPts val="1000"/>
              </a:spcAft>
              <a:tabLst>
                <a:tab pos="197890" algn="l"/>
                <a:tab pos="198275" algn="l"/>
              </a:tabLst>
            </a:pPr>
            <a:r>
              <a:rPr lang="en-US" sz="1400" b="1"/>
              <a:t>Optional </a:t>
            </a:r>
            <a:r>
              <a:rPr lang="en-US" sz="1400" b="1" err="1"/>
              <a:t>Subheadline</a:t>
            </a:r>
            <a:endParaRPr lang="en-US" sz="1400" b="1"/>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err="1"/>
              <a:t>Amet</a:t>
            </a:r>
            <a:r>
              <a:rPr lang="en-US" sz="1400"/>
              <a:t> </a:t>
            </a:r>
            <a:r>
              <a:rPr lang="en-US" sz="1400" err="1"/>
              <a:t>adipiscing</a:t>
            </a:r>
            <a:endParaRPr lang="en-US" sz="1400"/>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p:txBody>
      </p:sp>
      <p:sp>
        <p:nvSpPr>
          <p:cNvPr id="26" name="Rectangle 25">
            <a:extLst>
              <a:ext uri="{FF2B5EF4-FFF2-40B4-BE49-F238E27FC236}">
                <a16:creationId xmlns:a16="http://schemas.microsoft.com/office/drawing/2014/main" id="{02CCA719-5719-6677-85B6-68E20DD4D3AE}"/>
              </a:ext>
            </a:extLst>
          </p:cNvPr>
          <p:cNvSpPr>
            <a:spLocks/>
          </p:cNvSpPr>
          <p:nvPr/>
        </p:nvSpPr>
        <p:spPr>
          <a:xfrm>
            <a:off x="3281682" y="2069512"/>
            <a:ext cx="2944398" cy="683435"/>
          </a:xfrm>
          <a:prstGeom prst="chevron">
            <a:avLst>
              <a:gd name="adj" fmla="val 340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200" b="1">
                <a:solidFill>
                  <a:schemeClr val="tx1"/>
                </a:solidFill>
              </a:rPr>
              <a:t>Sample text</a:t>
            </a:r>
          </a:p>
        </p:txBody>
      </p:sp>
      <p:sp>
        <p:nvSpPr>
          <p:cNvPr id="30" name="object 2">
            <a:extLst>
              <a:ext uri="{FF2B5EF4-FFF2-40B4-BE49-F238E27FC236}">
                <a16:creationId xmlns:a16="http://schemas.microsoft.com/office/drawing/2014/main" id="{70FA65EE-2745-2F7E-2EAB-6C0B6F00DD93}"/>
              </a:ext>
            </a:extLst>
          </p:cNvPr>
          <p:cNvSpPr txBox="1"/>
          <p:nvPr/>
        </p:nvSpPr>
        <p:spPr>
          <a:xfrm>
            <a:off x="3405353" y="2933700"/>
            <a:ext cx="2582128" cy="2150022"/>
          </a:xfrm>
          <a:prstGeom prst="rect">
            <a:avLst/>
          </a:prstGeom>
        </p:spPr>
        <p:txBody>
          <a:bodyPr vert="horz" wrap="square" lIns="0" tIns="0" rIns="0" bIns="0" rtlCol="0">
            <a:noAutofit/>
          </a:bodyPr>
          <a:lstStyle/>
          <a:p>
            <a:pPr>
              <a:lnSpc>
                <a:spcPct val="110000"/>
              </a:lnSpc>
              <a:spcAft>
                <a:spcPts val="1000"/>
              </a:spcAft>
              <a:tabLst>
                <a:tab pos="197890" algn="l"/>
                <a:tab pos="198275" algn="l"/>
              </a:tabLst>
            </a:pPr>
            <a:r>
              <a:rPr lang="en-US" sz="1400" b="1"/>
              <a:t>Optional </a:t>
            </a:r>
            <a:r>
              <a:rPr lang="en-US" sz="1400" b="1" err="1"/>
              <a:t>Subheadline</a:t>
            </a:r>
            <a:endParaRPr lang="en-US" sz="1400" b="1"/>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err="1"/>
              <a:t>Amet</a:t>
            </a:r>
            <a:r>
              <a:rPr lang="en-US" sz="1400"/>
              <a:t> </a:t>
            </a:r>
            <a:r>
              <a:rPr lang="en-US" sz="1400" err="1"/>
              <a:t>adipiscing</a:t>
            </a:r>
            <a:endParaRPr lang="en-US" sz="1400"/>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p:txBody>
      </p:sp>
      <p:sp>
        <p:nvSpPr>
          <p:cNvPr id="27" name="Rectangle 26">
            <a:extLst>
              <a:ext uri="{FF2B5EF4-FFF2-40B4-BE49-F238E27FC236}">
                <a16:creationId xmlns:a16="http://schemas.microsoft.com/office/drawing/2014/main" id="{9584AF81-EF70-5F9F-F340-20B9E5497020}"/>
              </a:ext>
            </a:extLst>
          </p:cNvPr>
          <p:cNvSpPr>
            <a:spLocks/>
          </p:cNvSpPr>
          <p:nvPr/>
        </p:nvSpPr>
        <p:spPr>
          <a:xfrm>
            <a:off x="5978891" y="2069512"/>
            <a:ext cx="2944398" cy="683435"/>
          </a:xfrm>
          <a:prstGeom prst="chevron">
            <a:avLst>
              <a:gd name="adj" fmla="val 340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200" b="1">
                <a:solidFill>
                  <a:schemeClr val="tx1"/>
                </a:solidFill>
              </a:rPr>
              <a:t>Sample text</a:t>
            </a:r>
          </a:p>
        </p:txBody>
      </p:sp>
      <p:sp>
        <p:nvSpPr>
          <p:cNvPr id="31" name="object 2">
            <a:extLst>
              <a:ext uri="{FF2B5EF4-FFF2-40B4-BE49-F238E27FC236}">
                <a16:creationId xmlns:a16="http://schemas.microsoft.com/office/drawing/2014/main" id="{28A98FDA-C136-BB87-89C3-DE19872663A9}"/>
              </a:ext>
            </a:extLst>
          </p:cNvPr>
          <p:cNvSpPr txBox="1"/>
          <p:nvPr/>
        </p:nvSpPr>
        <p:spPr>
          <a:xfrm>
            <a:off x="6221862" y="2933700"/>
            <a:ext cx="2582128" cy="2150022"/>
          </a:xfrm>
          <a:prstGeom prst="rect">
            <a:avLst/>
          </a:prstGeom>
        </p:spPr>
        <p:txBody>
          <a:bodyPr vert="horz" wrap="square" lIns="0" tIns="0" rIns="0" bIns="0" rtlCol="0">
            <a:noAutofit/>
          </a:bodyPr>
          <a:lstStyle/>
          <a:p>
            <a:pPr>
              <a:lnSpc>
                <a:spcPct val="110000"/>
              </a:lnSpc>
              <a:spcAft>
                <a:spcPts val="1000"/>
              </a:spcAft>
              <a:tabLst>
                <a:tab pos="197890" algn="l"/>
                <a:tab pos="198275" algn="l"/>
              </a:tabLst>
            </a:pPr>
            <a:r>
              <a:rPr lang="en-US" sz="1400" b="1"/>
              <a:t>Optional Subheadline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err="1"/>
              <a:t>Amet</a:t>
            </a:r>
            <a:r>
              <a:rPr lang="en-US" sz="1400"/>
              <a:t> </a:t>
            </a:r>
            <a:r>
              <a:rPr lang="en-US" sz="1400" err="1"/>
              <a:t>adipiscing</a:t>
            </a:r>
            <a:endParaRPr lang="en-US" sz="1400"/>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p:txBody>
      </p:sp>
      <p:sp>
        <p:nvSpPr>
          <p:cNvPr id="28" name="Rectangle 27">
            <a:extLst>
              <a:ext uri="{FF2B5EF4-FFF2-40B4-BE49-F238E27FC236}">
                <a16:creationId xmlns:a16="http://schemas.microsoft.com/office/drawing/2014/main" id="{B8163387-CC31-0343-2095-E9D8F32EE0D2}"/>
              </a:ext>
            </a:extLst>
          </p:cNvPr>
          <p:cNvSpPr>
            <a:spLocks/>
          </p:cNvSpPr>
          <p:nvPr/>
        </p:nvSpPr>
        <p:spPr>
          <a:xfrm>
            <a:off x="8676102" y="2069512"/>
            <a:ext cx="2944398" cy="683435"/>
          </a:xfrm>
          <a:prstGeom prst="chevron">
            <a:avLst>
              <a:gd name="adj" fmla="val 3402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200" b="1">
                <a:solidFill>
                  <a:schemeClr val="tx1"/>
                </a:solidFill>
              </a:rPr>
              <a:t>Sample text</a:t>
            </a:r>
          </a:p>
        </p:txBody>
      </p:sp>
      <p:sp>
        <p:nvSpPr>
          <p:cNvPr id="32" name="object 2">
            <a:extLst>
              <a:ext uri="{FF2B5EF4-FFF2-40B4-BE49-F238E27FC236}">
                <a16:creationId xmlns:a16="http://schemas.microsoft.com/office/drawing/2014/main" id="{FE2BD3CB-04CD-4008-E1CD-E4EF228D9C8E}"/>
              </a:ext>
            </a:extLst>
          </p:cNvPr>
          <p:cNvSpPr txBox="1"/>
          <p:nvPr/>
        </p:nvSpPr>
        <p:spPr>
          <a:xfrm>
            <a:off x="9038372" y="2933700"/>
            <a:ext cx="2582128" cy="2150022"/>
          </a:xfrm>
          <a:prstGeom prst="rect">
            <a:avLst/>
          </a:prstGeom>
        </p:spPr>
        <p:txBody>
          <a:bodyPr vert="horz" wrap="square" lIns="0" tIns="0" rIns="0" bIns="0" rtlCol="0">
            <a:noAutofit/>
          </a:bodyPr>
          <a:lstStyle/>
          <a:p>
            <a:pPr>
              <a:lnSpc>
                <a:spcPct val="110000"/>
              </a:lnSpc>
              <a:spcAft>
                <a:spcPts val="1000"/>
              </a:spcAft>
              <a:tabLst>
                <a:tab pos="197890" algn="l"/>
                <a:tab pos="198275" algn="l"/>
              </a:tabLst>
            </a:pPr>
            <a:r>
              <a:rPr lang="en-US" sz="1400" b="1"/>
              <a:t>Optional </a:t>
            </a:r>
            <a:r>
              <a:rPr lang="en-US" sz="1400" b="1" err="1"/>
              <a:t>Subheadline</a:t>
            </a:r>
            <a:endParaRPr lang="en-US" sz="1400" b="1"/>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err="1"/>
              <a:t>Amet</a:t>
            </a:r>
            <a:r>
              <a:rPr lang="en-US" sz="1400"/>
              <a:t> </a:t>
            </a:r>
            <a:r>
              <a:rPr lang="en-US" sz="1400" err="1"/>
              <a:t>adipiscing</a:t>
            </a:r>
            <a:endParaRPr lang="en-US" sz="1400"/>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p:txBody>
      </p:sp>
    </p:spTree>
    <p:extLst>
      <p:ext uri="{BB962C8B-B14F-4D97-AF65-F5344CB8AC3E}">
        <p14:creationId xmlns:p14="http://schemas.microsoft.com/office/powerpoint/2010/main" val="10122173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F8A6A7-7ED9-85E4-F540-76449C4A29D9}"/>
              </a:ext>
            </a:extLst>
          </p:cNvPr>
          <p:cNvSpPr>
            <a:spLocks noGrp="1"/>
          </p:cNvSpPr>
          <p:nvPr>
            <p:ph type="title"/>
          </p:nvPr>
        </p:nvSpPr>
        <p:spPr/>
        <p:txBody>
          <a:bodyPr/>
          <a:lstStyle/>
          <a:p>
            <a:r>
              <a:rPr lang="en-US"/>
              <a:t>Chevron </a:t>
            </a:r>
            <a:r>
              <a:rPr lang="en-US">
                <a:solidFill>
                  <a:schemeClr val="accent1"/>
                </a:solidFill>
              </a:rPr>
              <a:t>process</a:t>
            </a:r>
          </a:p>
        </p:txBody>
      </p:sp>
      <p:sp>
        <p:nvSpPr>
          <p:cNvPr id="9" name="Text Placeholder 8">
            <a:extLst>
              <a:ext uri="{FF2B5EF4-FFF2-40B4-BE49-F238E27FC236}">
                <a16:creationId xmlns:a16="http://schemas.microsoft.com/office/drawing/2014/main" id="{6D3782E9-3C50-7A8D-9696-84DB2EA78681}"/>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3" name="Footer Placeholder 2">
            <a:extLst>
              <a:ext uri="{FF2B5EF4-FFF2-40B4-BE49-F238E27FC236}">
                <a16:creationId xmlns:a16="http://schemas.microsoft.com/office/drawing/2014/main" id="{2457EF91-7B60-78EB-85EB-79766AAF21A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08438CC6-57C3-94C1-41DC-C8E6DAE4B9AB}"/>
              </a:ext>
              <a:ext uri="{C183D7F6-B498-43B3-948B-1728B52AA6E4}">
                <adec:decorative xmlns:adec="http://schemas.microsoft.com/office/drawing/2017/decorative" val="1"/>
              </a:ext>
            </a:extLst>
          </p:cNvPr>
          <p:cNvSpPr>
            <a:spLocks noGrp="1"/>
          </p:cNvSpPr>
          <p:nvPr>
            <p:ph type="dt" sz="half" idx="11"/>
          </p:nvPr>
        </p:nvSpPr>
        <p:spPr/>
        <p:txBody>
          <a:bodyPr/>
          <a:lstStyle/>
          <a:p>
            <a:fld id="{6C6794B1-6A74-4C84-9CAF-42067D22CB8B}" type="datetimeyyyy">
              <a:rPr lang="en-US" smtClean="0"/>
              <a:t>2025</a:t>
            </a:fld>
            <a:endParaRPr lang="en-US"/>
          </a:p>
        </p:txBody>
      </p:sp>
      <p:sp>
        <p:nvSpPr>
          <p:cNvPr id="4" name="Slide Number Placeholder 3">
            <a:extLst>
              <a:ext uri="{FF2B5EF4-FFF2-40B4-BE49-F238E27FC236}">
                <a16:creationId xmlns:a16="http://schemas.microsoft.com/office/drawing/2014/main" id="{B91FB385-2C2A-4DC8-53F7-2C491F63D944}"/>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94</a:t>
            </a:fld>
            <a:endParaRPr lang="en-US"/>
          </a:p>
        </p:txBody>
      </p:sp>
      <p:grpSp>
        <p:nvGrpSpPr>
          <p:cNvPr id="23" name="Group 22">
            <a:extLst>
              <a:ext uri="{FF2B5EF4-FFF2-40B4-BE49-F238E27FC236}">
                <a16:creationId xmlns:a16="http://schemas.microsoft.com/office/drawing/2014/main" id="{38976D74-7863-29EC-9A08-1EDC685EDF25}"/>
              </a:ext>
              <a:ext uri="{C183D7F6-B498-43B3-948B-1728B52AA6E4}">
                <adec:decorative xmlns:adec="http://schemas.microsoft.com/office/drawing/2017/decorative" val="1"/>
              </a:ext>
            </a:extLst>
          </p:cNvPr>
          <p:cNvGrpSpPr/>
          <p:nvPr/>
        </p:nvGrpSpPr>
        <p:grpSpPr>
          <a:xfrm>
            <a:off x="575800" y="2606244"/>
            <a:ext cx="11096312" cy="137160"/>
            <a:chOff x="0" y="6720840"/>
            <a:chExt cx="9568879" cy="137160"/>
          </a:xfrm>
        </p:grpSpPr>
        <p:sp>
          <p:nvSpPr>
            <p:cNvPr id="25" name="Rectangle 24">
              <a:extLst>
                <a:ext uri="{FF2B5EF4-FFF2-40B4-BE49-F238E27FC236}">
                  <a16:creationId xmlns:a16="http://schemas.microsoft.com/office/drawing/2014/main" id="{46AA7FF6-0F98-A107-4B01-502EBDAF1535}"/>
                </a:ext>
              </a:extLst>
            </p:cNvPr>
            <p:cNvSpPr/>
            <p:nvPr/>
          </p:nvSpPr>
          <p:spPr>
            <a:xfrm>
              <a:off x="0" y="6720840"/>
              <a:ext cx="2442685" cy="1371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02CCA719-5719-6677-85B6-68E20DD4D3AE}"/>
                </a:ext>
              </a:extLst>
            </p:cNvPr>
            <p:cNvSpPr/>
            <p:nvPr/>
          </p:nvSpPr>
          <p:spPr>
            <a:xfrm>
              <a:off x="2378715" y="6720840"/>
              <a:ext cx="2442685" cy="137160"/>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9584AF81-EF70-5F9F-F340-20B9E5497020}"/>
                </a:ext>
              </a:extLst>
            </p:cNvPr>
            <p:cNvSpPr/>
            <p:nvPr/>
          </p:nvSpPr>
          <p:spPr>
            <a:xfrm>
              <a:off x="4750916" y="6720840"/>
              <a:ext cx="2442685" cy="137160"/>
            </a:xfrm>
            <a:prstGeom prst="chevr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B8163387-CC31-0343-2095-E9D8F32EE0D2}"/>
                </a:ext>
              </a:extLst>
            </p:cNvPr>
            <p:cNvSpPr/>
            <p:nvPr/>
          </p:nvSpPr>
          <p:spPr>
            <a:xfrm>
              <a:off x="7126194" y="6720840"/>
              <a:ext cx="2442685" cy="137160"/>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9" name="object 2">
            <a:extLst>
              <a:ext uri="{FF2B5EF4-FFF2-40B4-BE49-F238E27FC236}">
                <a16:creationId xmlns:a16="http://schemas.microsoft.com/office/drawing/2014/main" id="{117310D2-21E0-7B27-75AA-B17188FF1B11}"/>
              </a:ext>
            </a:extLst>
          </p:cNvPr>
          <p:cNvSpPr txBox="1"/>
          <p:nvPr/>
        </p:nvSpPr>
        <p:spPr>
          <a:xfrm>
            <a:off x="591890" y="2933700"/>
            <a:ext cx="2582128" cy="3352800"/>
          </a:xfrm>
          <a:prstGeom prst="rect">
            <a:avLst/>
          </a:prstGeom>
        </p:spPr>
        <p:txBody>
          <a:bodyPr vert="horz" wrap="square" lIns="0" tIns="0" rIns="0" bIns="0" rtlCol="0">
            <a:noAutofit/>
          </a:bodyPr>
          <a:lstStyle/>
          <a:p>
            <a:pPr>
              <a:lnSpc>
                <a:spcPct val="110000"/>
              </a:lnSpc>
              <a:spcAft>
                <a:spcPts val="1000"/>
              </a:spcAft>
              <a:tabLst>
                <a:tab pos="197890" algn="l"/>
                <a:tab pos="198275" algn="l"/>
              </a:tabLst>
            </a:pPr>
            <a:r>
              <a:rPr lang="en-US" sz="1400" b="1"/>
              <a:t>Optional </a:t>
            </a:r>
            <a:r>
              <a:rPr lang="en-US" sz="1400" b="1" err="1"/>
              <a:t>Subheadline</a:t>
            </a:r>
            <a:endParaRPr lang="en-US" sz="1400" b="1"/>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err="1"/>
              <a:t>Amet</a:t>
            </a:r>
            <a:r>
              <a:rPr lang="en-US" sz="1400"/>
              <a:t> </a:t>
            </a:r>
            <a:r>
              <a:rPr lang="en-US" sz="1400" err="1"/>
              <a:t>adipiscing</a:t>
            </a:r>
            <a:endParaRPr lang="en-US" sz="1400"/>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p:txBody>
      </p:sp>
      <p:sp>
        <p:nvSpPr>
          <p:cNvPr id="30" name="object 2">
            <a:extLst>
              <a:ext uri="{FF2B5EF4-FFF2-40B4-BE49-F238E27FC236}">
                <a16:creationId xmlns:a16="http://schemas.microsoft.com/office/drawing/2014/main" id="{70FA65EE-2745-2F7E-2EAB-6C0B6F00DD93}"/>
              </a:ext>
            </a:extLst>
          </p:cNvPr>
          <p:cNvSpPr txBox="1"/>
          <p:nvPr/>
        </p:nvSpPr>
        <p:spPr>
          <a:xfrm>
            <a:off x="3408399" y="2933700"/>
            <a:ext cx="2582128" cy="3352800"/>
          </a:xfrm>
          <a:prstGeom prst="rect">
            <a:avLst/>
          </a:prstGeom>
        </p:spPr>
        <p:txBody>
          <a:bodyPr vert="horz" wrap="square" lIns="0" tIns="0" rIns="0" bIns="0" rtlCol="0">
            <a:noAutofit/>
          </a:bodyPr>
          <a:lstStyle/>
          <a:p>
            <a:pPr>
              <a:lnSpc>
                <a:spcPct val="110000"/>
              </a:lnSpc>
              <a:spcAft>
                <a:spcPts val="1000"/>
              </a:spcAft>
              <a:tabLst>
                <a:tab pos="197890" algn="l"/>
                <a:tab pos="198275" algn="l"/>
              </a:tabLst>
            </a:pPr>
            <a:r>
              <a:rPr lang="en-US" sz="1400" b="1"/>
              <a:t>Optional </a:t>
            </a:r>
            <a:r>
              <a:rPr lang="en-US" sz="1400" b="1" err="1"/>
              <a:t>Subheadline</a:t>
            </a:r>
            <a:endParaRPr lang="en-US" sz="1400" b="1"/>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err="1"/>
              <a:t>Amet</a:t>
            </a:r>
            <a:r>
              <a:rPr lang="en-US" sz="1400"/>
              <a:t> </a:t>
            </a:r>
            <a:r>
              <a:rPr lang="en-US" sz="1400" err="1"/>
              <a:t>adipiscing</a:t>
            </a:r>
            <a:endParaRPr lang="en-US" sz="1400"/>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p:txBody>
      </p:sp>
      <p:sp>
        <p:nvSpPr>
          <p:cNvPr id="31" name="object 2">
            <a:extLst>
              <a:ext uri="{FF2B5EF4-FFF2-40B4-BE49-F238E27FC236}">
                <a16:creationId xmlns:a16="http://schemas.microsoft.com/office/drawing/2014/main" id="{28A98FDA-C136-BB87-89C3-DE19872663A9}"/>
              </a:ext>
            </a:extLst>
          </p:cNvPr>
          <p:cNvSpPr txBox="1"/>
          <p:nvPr/>
        </p:nvSpPr>
        <p:spPr>
          <a:xfrm>
            <a:off x="6224908" y="2933700"/>
            <a:ext cx="2582128" cy="3352800"/>
          </a:xfrm>
          <a:prstGeom prst="rect">
            <a:avLst/>
          </a:prstGeom>
        </p:spPr>
        <p:txBody>
          <a:bodyPr vert="horz" wrap="square" lIns="0" tIns="0" rIns="0" bIns="0" rtlCol="0">
            <a:noAutofit/>
          </a:bodyPr>
          <a:lstStyle/>
          <a:p>
            <a:pPr>
              <a:lnSpc>
                <a:spcPct val="110000"/>
              </a:lnSpc>
              <a:spcAft>
                <a:spcPts val="1000"/>
              </a:spcAft>
              <a:tabLst>
                <a:tab pos="197890" algn="l"/>
                <a:tab pos="198275" algn="l"/>
              </a:tabLst>
            </a:pPr>
            <a:r>
              <a:rPr lang="en-US" sz="1400" b="1"/>
              <a:t>Optional </a:t>
            </a:r>
            <a:r>
              <a:rPr lang="en-US" sz="1400" b="1" err="1"/>
              <a:t>Subheadline</a:t>
            </a:r>
            <a:endParaRPr lang="en-US" sz="1400" b="1"/>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err="1"/>
              <a:t>Amet</a:t>
            </a:r>
            <a:r>
              <a:rPr lang="en-US" sz="1400"/>
              <a:t> </a:t>
            </a:r>
            <a:r>
              <a:rPr lang="en-US" sz="1400" err="1"/>
              <a:t>adipiscing</a:t>
            </a:r>
            <a:endParaRPr lang="en-US" sz="1400"/>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p:txBody>
      </p:sp>
      <p:sp>
        <p:nvSpPr>
          <p:cNvPr id="32" name="object 2">
            <a:extLst>
              <a:ext uri="{FF2B5EF4-FFF2-40B4-BE49-F238E27FC236}">
                <a16:creationId xmlns:a16="http://schemas.microsoft.com/office/drawing/2014/main" id="{FE2BD3CB-04CD-4008-E1CD-E4EF228D9C8E}"/>
              </a:ext>
            </a:extLst>
          </p:cNvPr>
          <p:cNvSpPr txBox="1"/>
          <p:nvPr/>
        </p:nvSpPr>
        <p:spPr>
          <a:xfrm>
            <a:off x="9041418" y="2933700"/>
            <a:ext cx="2582128" cy="3352800"/>
          </a:xfrm>
          <a:prstGeom prst="rect">
            <a:avLst/>
          </a:prstGeom>
        </p:spPr>
        <p:txBody>
          <a:bodyPr vert="horz" wrap="square" lIns="0" tIns="0" rIns="0" bIns="0" rtlCol="0">
            <a:noAutofit/>
          </a:bodyPr>
          <a:lstStyle/>
          <a:p>
            <a:pPr>
              <a:lnSpc>
                <a:spcPct val="110000"/>
              </a:lnSpc>
              <a:spcAft>
                <a:spcPts val="1000"/>
              </a:spcAft>
              <a:tabLst>
                <a:tab pos="197890" algn="l"/>
                <a:tab pos="198275" algn="l"/>
              </a:tabLst>
            </a:pPr>
            <a:r>
              <a:rPr lang="en-US" sz="1400" b="1"/>
              <a:t>Optional </a:t>
            </a:r>
            <a:r>
              <a:rPr lang="en-US" sz="1400" b="1" err="1"/>
              <a:t>Subheadline</a:t>
            </a:r>
            <a:endParaRPr lang="en-US" sz="1400" b="1"/>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err="1"/>
              <a:t>Amet</a:t>
            </a:r>
            <a:r>
              <a:rPr lang="en-US" sz="1400"/>
              <a:t> </a:t>
            </a:r>
            <a:r>
              <a:rPr lang="en-US" sz="1400" err="1"/>
              <a:t>adipiscing</a:t>
            </a:r>
            <a:endParaRPr lang="en-US" sz="1400"/>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Bulleted list example</a:t>
            </a:r>
          </a:p>
          <a:p>
            <a:pPr marL="227013" indent="-227013">
              <a:lnSpc>
                <a:spcPct val="110000"/>
              </a:lnSpc>
              <a:spcAft>
                <a:spcPts val="1000"/>
              </a:spcAft>
              <a:buFont typeface="Avenir Next LT Pro" panose="020B0504020202020204" pitchFamily="34" charset="0"/>
              <a:buChar char="•"/>
              <a:tabLst>
                <a:tab pos="197890" algn="l"/>
                <a:tab pos="198275" algn="l"/>
              </a:tabLst>
            </a:pPr>
            <a:r>
              <a:rPr lang="en-US" sz="1400"/>
              <a:t>Lorem ipsum dolor sit</a:t>
            </a:r>
          </a:p>
        </p:txBody>
      </p:sp>
    </p:spTree>
    <p:extLst>
      <p:ext uri="{BB962C8B-B14F-4D97-AF65-F5344CB8AC3E}">
        <p14:creationId xmlns:p14="http://schemas.microsoft.com/office/powerpoint/2010/main" val="30964011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3FF128-5262-B056-27F6-490C7B81B543}"/>
              </a:ext>
            </a:extLst>
          </p:cNvPr>
          <p:cNvSpPr>
            <a:spLocks noGrp="1"/>
          </p:cNvSpPr>
          <p:nvPr>
            <p:ph type="title"/>
          </p:nvPr>
        </p:nvSpPr>
        <p:spPr/>
        <p:txBody>
          <a:bodyPr/>
          <a:lstStyle/>
          <a:p>
            <a:r>
              <a:rPr lang="en-US"/>
              <a:t>Gantt chart example</a:t>
            </a:r>
          </a:p>
        </p:txBody>
      </p:sp>
      <p:sp>
        <p:nvSpPr>
          <p:cNvPr id="6" name="Text Placeholder 5">
            <a:extLst>
              <a:ext uri="{FF2B5EF4-FFF2-40B4-BE49-F238E27FC236}">
                <a16:creationId xmlns:a16="http://schemas.microsoft.com/office/drawing/2014/main" id="{8BC71F01-58E4-B2FB-9DF4-A65522B71764}"/>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4" name="Slide Number Placeholder 3">
            <a:extLst>
              <a:ext uri="{FF2B5EF4-FFF2-40B4-BE49-F238E27FC236}">
                <a16:creationId xmlns:a16="http://schemas.microsoft.com/office/drawing/2014/main" id="{1CA535BE-30CE-8628-23B1-33584DF12289}"/>
              </a:ext>
              <a:ext uri="{C183D7F6-B498-43B3-948B-1728B52AA6E4}">
                <adec:decorative xmlns:adec="http://schemas.microsoft.com/office/drawing/2017/decorative" val="1"/>
              </a:ext>
            </a:extLst>
          </p:cNvPr>
          <p:cNvSpPr>
            <a:spLocks noGrp="1"/>
          </p:cNvSpPr>
          <p:nvPr>
            <p:ph type="sldNum" sz="quarter" idx="12"/>
          </p:nvPr>
        </p:nvSpPr>
        <p:spPr/>
        <p:txBody>
          <a:bodyPr/>
          <a:lstStyle/>
          <a:p>
            <a:fld id="{D89D76C3-A5A9-4168-BE2E-6A3D1757D92E}" type="slidenum">
              <a:rPr lang="en-GB" smtClean="0"/>
              <a:pPr/>
              <a:t>95</a:t>
            </a:fld>
            <a:endParaRPr lang="en-GB"/>
          </a:p>
        </p:txBody>
      </p:sp>
      <p:graphicFrame>
        <p:nvGraphicFramePr>
          <p:cNvPr id="39" name="Table 38">
            <a:extLst>
              <a:ext uri="{FF2B5EF4-FFF2-40B4-BE49-F238E27FC236}">
                <a16:creationId xmlns:a16="http://schemas.microsoft.com/office/drawing/2014/main" id="{CDCF561A-2149-B3B3-57E0-3C3549D4E86F}"/>
              </a:ext>
            </a:extLst>
          </p:cNvPr>
          <p:cNvGraphicFramePr>
            <a:graphicFrameLocks noGrp="1"/>
          </p:cNvGraphicFramePr>
          <p:nvPr>
            <p:extLst>
              <p:ext uri="{D42A27DB-BD31-4B8C-83A1-F6EECF244321}">
                <p14:modId xmlns:p14="http://schemas.microsoft.com/office/powerpoint/2010/main" val="226819548"/>
              </p:ext>
            </p:extLst>
          </p:nvPr>
        </p:nvGraphicFramePr>
        <p:xfrm>
          <a:off x="571500" y="2427112"/>
          <a:ext cx="11051155" cy="3653695"/>
        </p:xfrm>
        <a:graphic>
          <a:graphicData uri="http://schemas.openxmlformats.org/drawingml/2006/table">
            <a:tbl>
              <a:tblPr firstRow="1" bandRow="1">
                <a:tableStyleId>{5940675A-B579-460E-94D1-54222C63F5DA}</a:tableStyleId>
              </a:tblPr>
              <a:tblGrid>
                <a:gridCol w="1592835">
                  <a:extLst>
                    <a:ext uri="{9D8B030D-6E8A-4147-A177-3AD203B41FA5}">
                      <a16:colId xmlns:a16="http://schemas.microsoft.com/office/drawing/2014/main" val="967846087"/>
                    </a:ext>
                  </a:extLst>
                </a:gridCol>
                <a:gridCol w="591145">
                  <a:extLst>
                    <a:ext uri="{9D8B030D-6E8A-4147-A177-3AD203B41FA5}">
                      <a16:colId xmlns:a16="http://schemas.microsoft.com/office/drawing/2014/main" val="1786238817"/>
                    </a:ext>
                  </a:extLst>
                </a:gridCol>
                <a:gridCol w="591145">
                  <a:extLst>
                    <a:ext uri="{9D8B030D-6E8A-4147-A177-3AD203B41FA5}">
                      <a16:colId xmlns:a16="http://schemas.microsoft.com/office/drawing/2014/main" val="691241394"/>
                    </a:ext>
                  </a:extLst>
                </a:gridCol>
                <a:gridCol w="591145">
                  <a:extLst>
                    <a:ext uri="{9D8B030D-6E8A-4147-A177-3AD203B41FA5}">
                      <a16:colId xmlns:a16="http://schemas.microsoft.com/office/drawing/2014/main" val="4139424836"/>
                    </a:ext>
                  </a:extLst>
                </a:gridCol>
                <a:gridCol w="591145">
                  <a:extLst>
                    <a:ext uri="{9D8B030D-6E8A-4147-A177-3AD203B41FA5}">
                      <a16:colId xmlns:a16="http://schemas.microsoft.com/office/drawing/2014/main" val="2143042502"/>
                    </a:ext>
                  </a:extLst>
                </a:gridCol>
                <a:gridCol w="591145">
                  <a:extLst>
                    <a:ext uri="{9D8B030D-6E8A-4147-A177-3AD203B41FA5}">
                      <a16:colId xmlns:a16="http://schemas.microsoft.com/office/drawing/2014/main" val="996423702"/>
                    </a:ext>
                  </a:extLst>
                </a:gridCol>
                <a:gridCol w="591145">
                  <a:extLst>
                    <a:ext uri="{9D8B030D-6E8A-4147-A177-3AD203B41FA5}">
                      <a16:colId xmlns:a16="http://schemas.microsoft.com/office/drawing/2014/main" val="2734823289"/>
                    </a:ext>
                  </a:extLst>
                </a:gridCol>
                <a:gridCol w="591145">
                  <a:extLst>
                    <a:ext uri="{9D8B030D-6E8A-4147-A177-3AD203B41FA5}">
                      <a16:colId xmlns:a16="http://schemas.microsoft.com/office/drawing/2014/main" val="2458241515"/>
                    </a:ext>
                  </a:extLst>
                </a:gridCol>
                <a:gridCol w="591145">
                  <a:extLst>
                    <a:ext uri="{9D8B030D-6E8A-4147-A177-3AD203B41FA5}">
                      <a16:colId xmlns:a16="http://schemas.microsoft.com/office/drawing/2014/main" val="1607443029"/>
                    </a:ext>
                  </a:extLst>
                </a:gridCol>
                <a:gridCol w="591145">
                  <a:extLst>
                    <a:ext uri="{9D8B030D-6E8A-4147-A177-3AD203B41FA5}">
                      <a16:colId xmlns:a16="http://schemas.microsoft.com/office/drawing/2014/main" val="3250583097"/>
                    </a:ext>
                  </a:extLst>
                </a:gridCol>
                <a:gridCol w="591145">
                  <a:extLst>
                    <a:ext uri="{9D8B030D-6E8A-4147-A177-3AD203B41FA5}">
                      <a16:colId xmlns:a16="http://schemas.microsoft.com/office/drawing/2014/main" val="3107531361"/>
                    </a:ext>
                  </a:extLst>
                </a:gridCol>
                <a:gridCol w="591145">
                  <a:extLst>
                    <a:ext uri="{9D8B030D-6E8A-4147-A177-3AD203B41FA5}">
                      <a16:colId xmlns:a16="http://schemas.microsoft.com/office/drawing/2014/main" val="2643792618"/>
                    </a:ext>
                  </a:extLst>
                </a:gridCol>
                <a:gridCol w="591145">
                  <a:extLst>
                    <a:ext uri="{9D8B030D-6E8A-4147-A177-3AD203B41FA5}">
                      <a16:colId xmlns:a16="http://schemas.microsoft.com/office/drawing/2014/main" val="3011470184"/>
                    </a:ext>
                  </a:extLst>
                </a:gridCol>
                <a:gridCol w="591145">
                  <a:extLst>
                    <a:ext uri="{9D8B030D-6E8A-4147-A177-3AD203B41FA5}">
                      <a16:colId xmlns:a16="http://schemas.microsoft.com/office/drawing/2014/main" val="2498669128"/>
                    </a:ext>
                  </a:extLst>
                </a:gridCol>
                <a:gridCol w="591145">
                  <a:extLst>
                    <a:ext uri="{9D8B030D-6E8A-4147-A177-3AD203B41FA5}">
                      <a16:colId xmlns:a16="http://schemas.microsoft.com/office/drawing/2014/main" val="1851070360"/>
                    </a:ext>
                  </a:extLst>
                </a:gridCol>
                <a:gridCol w="591145">
                  <a:extLst>
                    <a:ext uri="{9D8B030D-6E8A-4147-A177-3AD203B41FA5}">
                      <a16:colId xmlns:a16="http://schemas.microsoft.com/office/drawing/2014/main" val="2693772134"/>
                    </a:ext>
                  </a:extLst>
                </a:gridCol>
                <a:gridCol w="591145">
                  <a:extLst>
                    <a:ext uri="{9D8B030D-6E8A-4147-A177-3AD203B41FA5}">
                      <a16:colId xmlns:a16="http://schemas.microsoft.com/office/drawing/2014/main" val="1960647849"/>
                    </a:ext>
                  </a:extLst>
                </a:gridCol>
              </a:tblGrid>
              <a:tr h="259604">
                <a:tc>
                  <a:txBody>
                    <a:bodyPr/>
                    <a:lstStyle/>
                    <a:p>
                      <a:pPr algn="ctr"/>
                      <a:r>
                        <a:rPr lang="en-US" sz="1200" b="1" kern="1200" cap="all" spc="150">
                          <a:solidFill>
                            <a:schemeClr val="accent1"/>
                          </a:solidFill>
                          <a:latin typeface="+mn-lt"/>
                          <a:ea typeface="+mj-ea"/>
                          <a:cs typeface="+mj-cs"/>
                        </a:rPr>
                        <a:t>Phase</a:t>
                      </a:r>
                    </a:p>
                  </a:txBody>
                  <a:tcPr marL="0" marR="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gridSpan="4">
                  <a:txBody>
                    <a:bodyPr/>
                    <a:lstStyle/>
                    <a:p>
                      <a:pPr algn="ctr"/>
                      <a:r>
                        <a:rPr lang="en-US" sz="1200" b="1" kern="1200" cap="all" spc="150">
                          <a:solidFill>
                            <a:schemeClr val="accent1"/>
                          </a:solidFill>
                          <a:latin typeface="+mn-lt"/>
                          <a:ea typeface="+mj-ea"/>
                          <a:cs typeface="+mj-cs"/>
                        </a:rPr>
                        <a:t>Discover</a:t>
                      </a:r>
                    </a:p>
                  </a:txBody>
                  <a:tcPr marL="0" marR="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algn="ctr"/>
                      <a:endParaRPr lang="en-US" sz="1000">
                        <a:solidFill>
                          <a:schemeClr val="bg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gridSpan="9">
                  <a:txBody>
                    <a:bodyPr/>
                    <a:lstStyle/>
                    <a:p>
                      <a:pPr algn="ctr"/>
                      <a:r>
                        <a:rPr lang="en-US" sz="1200" b="1" kern="1200" cap="all" spc="150">
                          <a:solidFill>
                            <a:schemeClr val="accent1"/>
                          </a:solidFill>
                          <a:latin typeface="+mn-lt"/>
                          <a:ea typeface="+mj-ea"/>
                          <a:cs typeface="+mj-cs"/>
                        </a:rPr>
                        <a:t>Deliver</a:t>
                      </a:r>
                    </a:p>
                  </a:txBody>
                  <a:tcPr marL="0" marR="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gridSpan="3">
                  <a:txBody>
                    <a:bodyPr/>
                    <a:lstStyle/>
                    <a:p>
                      <a:pPr algn="ctr"/>
                      <a:r>
                        <a:rPr lang="en-US" sz="1200" b="1" kern="1200" cap="all" spc="150">
                          <a:solidFill>
                            <a:schemeClr val="accent1"/>
                          </a:solidFill>
                          <a:latin typeface="+mn-lt"/>
                          <a:ea typeface="+mj-ea"/>
                          <a:cs typeface="+mj-cs"/>
                        </a:rPr>
                        <a:t>Transition</a:t>
                      </a:r>
                    </a:p>
                  </a:txBody>
                  <a:tcPr marL="0" marR="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pPr algn="ctr"/>
                      <a:endParaRPr lang="en-US" sz="1000" b="1" i="0">
                        <a:solidFill>
                          <a:schemeClr val="tx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846494584"/>
                  </a:ext>
                </a:extLst>
              </a:tr>
              <a:tr h="191810">
                <a:tc>
                  <a:txBody>
                    <a:bodyPr/>
                    <a:lstStyle/>
                    <a:p>
                      <a:pPr algn="ctr"/>
                      <a:r>
                        <a:rPr lang="en-US" sz="1000" b="1" i="0">
                          <a:solidFill>
                            <a:schemeClr val="tx1"/>
                          </a:solidFill>
                          <a:latin typeface="+mn-lt"/>
                        </a:rPr>
                        <a:t>Week</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10/30</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11/6</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11/13</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11/20</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11/27</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12/4</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12/11</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12/18</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12/25</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1/1</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1/8</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12</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13</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14</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15</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US" sz="1000" b="1" i="0">
                          <a:solidFill>
                            <a:schemeClr val="tx1"/>
                          </a:solidFill>
                          <a:latin typeface="+mn-lt"/>
                        </a:rPr>
                        <a:t>16</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305369975"/>
                  </a:ext>
                </a:extLst>
              </a:tr>
              <a:tr h="217291">
                <a:tc>
                  <a:txBody>
                    <a:bodyPr/>
                    <a:lstStyle/>
                    <a:p>
                      <a:pPr algn="l"/>
                      <a:r>
                        <a:rPr kumimoji="0" lang="en-US" sz="1000" b="1" i="0" u="none" strike="noStrike" kern="1200" cap="none" spc="0" normalizeH="0" baseline="0" noProof="0">
                          <a:ln>
                            <a:noFill/>
                          </a:ln>
                          <a:solidFill>
                            <a:schemeClr val="bg1"/>
                          </a:solidFill>
                          <a:effectLst/>
                          <a:uLnTx/>
                          <a:uFillTx/>
                          <a:latin typeface="+mn-lt"/>
                          <a:ea typeface="+mn-ea"/>
                          <a:cs typeface="+mn-cs"/>
                        </a:rPr>
                        <a:t>Activation 1</a:t>
                      </a:r>
                      <a:endParaRPr lang="en-US" sz="1000" b="1" i="0">
                        <a:solidFill>
                          <a:schemeClr val="bg1"/>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867849940"/>
                  </a:ext>
                </a:extLst>
              </a:tr>
              <a:tr h="217291">
                <a:tc>
                  <a:txBody>
                    <a:bodyPr/>
                    <a:lstStyle/>
                    <a:p>
                      <a:pPr algn="l"/>
                      <a:r>
                        <a:rPr kumimoji="0" lang="en-US" sz="1000" b="1" i="0" u="none" strike="noStrike" kern="1200" cap="none" spc="0" normalizeH="0" baseline="0" noProof="0">
                          <a:ln>
                            <a:noFill/>
                          </a:ln>
                          <a:solidFill>
                            <a:schemeClr val="bg1"/>
                          </a:solidFill>
                          <a:effectLst/>
                          <a:uLnTx/>
                          <a:uFillTx/>
                          <a:latin typeface="+mn-lt"/>
                          <a:ea typeface="+mn-ea"/>
                          <a:cs typeface="+mn-cs"/>
                        </a:rPr>
                        <a:t>Activation 2</a:t>
                      </a:r>
                      <a:endParaRPr lang="en-US" sz="1000" b="1" i="0">
                        <a:solidFill>
                          <a:schemeClr val="bg1"/>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buFont typeface="Avenir Next LT Pro" panose="020B0504020202020204" pitchFamily="34" charset="0"/>
                        <a:buNone/>
                      </a:pPr>
                      <a:endParaRPr lang="en-US" sz="1000" b="1"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67362246"/>
                  </a:ext>
                </a:extLst>
              </a:tr>
              <a:tr h="248112">
                <a:tc>
                  <a:txBody>
                    <a:bodyPr/>
                    <a:lstStyle/>
                    <a:p>
                      <a:pPr algn="l"/>
                      <a:r>
                        <a:rPr kumimoji="0" lang="en-US" sz="1000" b="1" i="0" u="none" strike="noStrike" kern="1200" cap="none" spc="0" normalizeH="0" baseline="0" noProof="0">
                          <a:ln>
                            <a:noFill/>
                          </a:ln>
                          <a:solidFill>
                            <a:schemeClr val="bg1"/>
                          </a:solidFill>
                          <a:effectLst/>
                          <a:uLnTx/>
                          <a:uFillTx/>
                          <a:latin typeface="+mn-lt"/>
                          <a:ea typeface="+mn-ea"/>
                          <a:cs typeface="+mn-cs"/>
                        </a:rPr>
                        <a:t>Activation 3</a:t>
                      </a:r>
                      <a:endParaRPr lang="en-US" sz="1000" b="1" i="0">
                        <a:solidFill>
                          <a:schemeClr val="bg1"/>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141700329"/>
                  </a:ext>
                </a:extLst>
              </a:tr>
              <a:tr h="278319">
                <a:tc>
                  <a:txBody>
                    <a:bodyPr/>
                    <a:lstStyle/>
                    <a:p>
                      <a:pPr algn="l"/>
                      <a:r>
                        <a:rPr kumimoji="0" lang="en-US" sz="1000" b="1" i="0" u="none" strike="noStrike" kern="1200" cap="none" spc="0" normalizeH="0" baseline="0" noProof="0">
                          <a:ln>
                            <a:noFill/>
                          </a:ln>
                          <a:solidFill>
                            <a:schemeClr val="bg1"/>
                          </a:solidFill>
                          <a:effectLst/>
                          <a:uLnTx/>
                          <a:uFillTx/>
                          <a:latin typeface="+mn-lt"/>
                          <a:ea typeface="+mn-ea"/>
                          <a:cs typeface="+mn-cs"/>
                        </a:rPr>
                        <a:t>Activation 4</a:t>
                      </a:r>
                      <a:endParaRPr lang="en-US" sz="1000" b="1" i="0">
                        <a:solidFill>
                          <a:schemeClr val="bg1"/>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736725205"/>
                  </a:ext>
                </a:extLst>
              </a:tr>
              <a:tr h="278319">
                <a:tc>
                  <a:txBody>
                    <a:bodyPr/>
                    <a:lstStyle/>
                    <a:p>
                      <a:pPr algn="l"/>
                      <a:r>
                        <a:rPr kumimoji="0" lang="en-US" sz="1000" b="1" i="0" u="none" strike="noStrike" kern="1200" cap="none" spc="0" normalizeH="0" baseline="0" noProof="0">
                          <a:ln>
                            <a:noFill/>
                          </a:ln>
                          <a:solidFill>
                            <a:sysClr val="windowText" lastClr="000000"/>
                          </a:solidFill>
                          <a:effectLst/>
                          <a:uLnTx/>
                          <a:uFillTx/>
                          <a:latin typeface="+mn-lt"/>
                          <a:ea typeface="+mn-ea"/>
                          <a:cs typeface="+mn-cs"/>
                        </a:rPr>
                        <a:t>Activation 5</a:t>
                      </a:r>
                      <a:endParaRPr lang="en-US" sz="1000" b="1" i="0">
                        <a:solidFill>
                          <a:sysClr val="windowText" lastClr="000000"/>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537682995"/>
                  </a:ext>
                </a:extLst>
              </a:tr>
              <a:tr h="278319">
                <a:tc>
                  <a:txBody>
                    <a:bodyPr/>
                    <a:lstStyle/>
                    <a:p>
                      <a:pPr algn="l"/>
                      <a:r>
                        <a:rPr kumimoji="0" lang="en-US" sz="1000" b="1" i="0" u="none" strike="noStrike" kern="1200" cap="none" spc="0" normalizeH="0" baseline="0" noProof="0">
                          <a:ln>
                            <a:noFill/>
                          </a:ln>
                          <a:solidFill>
                            <a:sysClr val="windowText" lastClr="000000"/>
                          </a:solidFill>
                          <a:effectLst/>
                          <a:uLnTx/>
                          <a:uFillTx/>
                          <a:latin typeface="+mn-lt"/>
                          <a:ea typeface="+mn-ea"/>
                          <a:cs typeface="+mn-cs"/>
                        </a:rPr>
                        <a:t>Activation 6</a:t>
                      </a:r>
                      <a:endParaRPr lang="en-US" sz="1000" b="1" i="0">
                        <a:solidFill>
                          <a:sysClr val="windowText" lastClr="000000"/>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182066594"/>
                  </a:ext>
                </a:extLst>
              </a:tr>
              <a:tr h="278319">
                <a:tc>
                  <a:txBody>
                    <a:bodyPr/>
                    <a:lstStyle/>
                    <a:p>
                      <a:pPr algn="l"/>
                      <a:r>
                        <a:rPr kumimoji="0" lang="en-US" sz="1000" b="1" i="0" u="none" strike="noStrike" kern="1200" cap="none" spc="0" normalizeH="0" baseline="0" noProof="0">
                          <a:ln>
                            <a:noFill/>
                          </a:ln>
                          <a:solidFill>
                            <a:sysClr val="windowText" lastClr="000000"/>
                          </a:solidFill>
                          <a:effectLst/>
                          <a:uLnTx/>
                          <a:uFillTx/>
                          <a:latin typeface="+mn-lt"/>
                          <a:ea typeface="+mn-ea"/>
                          <a:cs typeface="+mn-cs"/>
                        </a:rPr>
                        <a:t>Activation 7</a:t>
                      </a:r>
                      <a:endParaRPr lang="en-US" sz="1000" b="1" i="0">
                        <a:solidFill>
                          <a:sysClr val="windowText" lastClr="000000"/>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121368075"/>
                  </a:ext>
                </a:extLst>
              </a:tr>
              <a:tr h="278319">
                <a:tc>
                  <a:txBody>
                    <a:bodyPr/>
                    <a:lstStyle/>
                    <a:p>
                      <a:pPr algn="l"/>
                      <a:r>
                        <a:rPr kumimoji="0" lang="en-US" sz="1000" b="1" i="0" u="none" strike="noStrike" kern="1200" cap="none" spc="0" normalizeH="0" baseline="0" noProof="0">
                          <a:ln>
                            <a:noFill/>
                          </a:ln>
                          <a:solidFill>
                            <a:sysClr val="windowText" lastClr="000000"/>
                          </a:solidFill>
                          <a:effectLst/>
                          <a:uLnTx/>
                          <a:uFillTx/>
                          <a:latin typeface="+mn-lt"/>
                          <a:ea typeface="+mn-ea"/>
                          <a:cs typeface="+mn-cs"/>
                        </a:rPr>
                        <a:t>Activation 8</a:t>
                      </a:r>
                      <a:endParaRPr lang="en-US" sz="1000" b="1" i="0">
                        <a:solidFill>
                          <a:sysClr val="windowText" lastClr="000000"/>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451706690"/>
                  </a:ext>
                </a:extLst>
              </a:tr>
              <a:tr h="278319">
                <a:tc>
                  <a:txBody>
                    <a:bodyPr/>
                    <a:lstStyle/>
                    <a:p>
                      <a:pPr algn="l"/>
                      <a:r>
                        <a:rPr kumimoji="0" lang="en-US" sz="1000" b="1" i="0" u="none" strike="noStrike" kern="1200" cap="none" spc="0" normalizeH="0" baseline="0" noProof="0">
                          <a:ln>
                            <a:noFill/>
                          </a:ln>
                          <a:solidFill>
                            <a:schemeClr val="tx1"/>
                          </a:solidFill>
                          <a:effectLst/>
                          <a:uLnTx/>
                          <a:uFillTx/>
                          <a:latin typeface="+mn-lt"/>
                          <a:ea typeface="+mn-ea"/>
                          <a:cs typeface="+mn-cs"/>
                        </a:rPr>
                        <a:t>Activation 9</a:t>
                      </a:r>
                      <a:endParaRPr lang="en-US" sz="1000" b="1" i="0">
                        <a:solidFill>
                          <a:schemeClr val="tx1"/>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extLst>
                  <a:ext uri="{0D108BD9-81ED-4DB2-BD59-A6C34878D82A}">
                    <a16:rowId xmlns:a16="http://schemas.microsoft.com/office/drawing/2014/main" val="803904010"/>
                  </a:ext>
                </a:extLst>
              </a:tr>
              <a:tr h="278319">
                <a:tc>
                  <a:txBody>
                    <a:bodyPr/>
                    <a:lstStyle/>
                    <a:p>
                      <a:pPr algn="l"/>
                      <a:r>
                        <a:rPr kumimoji="0" lang="en-US" sz="1000" b="1" i="0" u="none" strike="noStrike" kern="1200" cap="none" spc="0" normalizeH="0" baseline="0" noProof="0">
                          <a:ln>
                            <a:noFill/>
                          </a:ln>
                          <a:solidFill>
                            <a:schemeClr val="tx1"/>
                          </a:solidFill>
                          <a:effectLst/>
                          <a:uLnTx/>
                          <a:uFillTx/>
                          <a:latin typeface="+mn-lt"/>
                          <a:ea typeface="+mn-ea"/>
                          <a:cs typeface="+mn-cs"/>
                        </a:rPr>
                        <a:t>Activation 10</a:t>
                      </a:r>
                      <a:endParaRPr lang="en-US" sz="1000" b="1" i="0">
                        <a:solidFill>
                          <a:schemeClr val="tx1"/>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extLst>
                  <a:ext uri="{0D108BD9-81ED-4DB2-BD59-A6C34878D82A}">
                    <a16:rowId xmlns:a16="http://schemas.microsoft.com/office/drawing/2014/main" val="3174825273"/>
                  </a:ext>
                </a:extLst>
              </a:tr>
              <a:tr h="278319">
                <a:tc>
                  <a:txBody>
                    <a:bodyPr/>
                    <a:lstStyle/>
                    <a:p>
                      <a:pPr algn="l"/>
                      <a:r>
                        <a:rPr kumimoji="0" lang="en-US" sz="1000" b="1" i="0" u="none" strike="noStrike" kern="1200" cap="none" spc="0" normalizeH="0" baseline="0" noProof="0">
                          <a:ln>
                            <a:noFill/>
                          </a:ln>
                          <a:solidFill>
                            <a:sysClr val="windowText" lastClr="000000"/>
                          </a:solidFill>
                          <a:effectLst/>
                          <a:uLnTx/>
                          <a:uFillTx/>
                          <a:latin typeface="+mn-lt"/>
                          <a:ea typeface="+mn-ea"/>
                          <a:cs typeface="+mn-cs"/>
                        </a:rPr>
                        <a:t>Activation 11</a:t>
                      </a:r>
                      <a:endParaRPr lang="en-US" sz="1000" b="1" i="0">
                        <a:solidFill>
                          <a:sysClr val="windowText" lastClr="000000"/>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extLst>
                  <a:ext uri="{0D108BD9-81ED-4DB2-BD59-A6C34878D82A}">
                    <a16:rowId xmlns:a16="http://schemas.microsoft.com/office/drawing/2014/main" val="3267205918"/>
                  </a:ext>
                </a:extLst>
              </a:tr>
              <a:tr h="278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ysClr val="windowText" lastClr="000000"/>
                          </a:solidFill>
                          <a:effectLst/>
                          <a:uLnTx/>
                          <a:uFillTx/>
                          <a:latin typeface="+mn-lt"/>
                          <a:ea typeface="+mn-ea"/>
                          <a:cs typeface="+mn-cs"/>
                        </a:rPr>
                        <a:t>Activation 12</a:t>
                      </a:r>
                      <a:endParaRPr lang="en-US" sz="1000" b="1" i="0">
                        <a:solidFill>
                          <a:sysClr val="windowText" lastClr="000000"/>
                        </a:solidFill>
                        <a:latin typeface="+mn-lt"/>
                      </a:endParaRPr>
                    </a:p>
                  </a:txBody>
                  <a:tcPr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venir Next LT Pro" panose="020B0504020202020204" pitchFamily="34" charset="0"/>
                        <a:buNone/>
                        <a:tabLst/>
                        <a:defRPr/>
                      </a:pPr>
                      <a:endParaRPr lang="en-US" sz="1000" b="1"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5"/>
                    </a:solidFill>
                  </a:tcPr>
                </a:tc>
                <a:extLst>
                  <a:ext uri="{0D108BD9-81ED-4DB2-BD59-A6C34878D82A}">
                    <a16:rowId xmlns:a16="http://schemas.microsoft.com/office/drawing/2014/main" val="59199507"/>
                  </a:ext>
                </a:extLst>
              </a:tr>
            </a:tbl>
          </a:graphicData>
        </a:graphic>
      </p:graphicFrame>
      <p:grpSp>
        <p:nvGrpSpPr>
          <p:cNvPr id="5" name="Group 4">
            <a:extLst>
              <a:ext uri="{FF2B5EF4-FFF2-40B4-BE49-F238E27FC236}">
                <a16:creationId xmlns:a16="http://schemas.microsoft.com/office/drawing/2014/main" id="{31A5A3D0-8F69-7883-BB44-F4381D20F10A}"/>
              </a:ext>
              <a:ext uri="{C183D7F6-B498-43B3-948B-1728B52AA6E4}">
                <adec:decorative xmlns:adec="http://schemas.microsoft.com/office/drawing/2017/decorative" val="1"/>
              </a:ext>
            </a:extLst>
          </p:cNvPr>
          <p:cNvGrpSpPr/>
          <p:nvPr/>
        </p:nvGrpSpPr>
        <p:grpSpPr>
          <a:xfrm>
            <a:off x="1747124" y="2001366"/>
            <a:ext cx="831516" cy="4079441"/>
            <a:chOff x="1747122" y="2507954"/>
            <a:chExt cx="831516" cy="4079441"/>
          </a:xfrm>
        </p:grpSpPr>
        <p:cxnSp>
          <p:nvCxnSpPr>
            <p:cNvPr id="40" name="Straight Connector 39">
              <a:extLst>
                <a:ext uri="{FF2B5EF4-FFF2-40B4-BE49-F238E27FC236}">
                  <a16:creationId xmlns:a16="http://schemas.microsoft.com/office/drawing/2014/main" id="{A889ABCC-9E9F-BD83-2AA1-88370DE95527}"/>
                </a:ext>
              </a:extLst>
            </p:cNvPr>
            <p:cNvCxnSpPr>
              <a:cxnSpLocks/>
            </p:cNvCxnSpPr>
            <p:nvPr/>
          </p:nvCxnSpPr>
          <p:spPr>
            <a:xfrm>
              <a:off x="2162879" y="2739105"/>
              <a:ext cx="0" cy="3848290"/>
            </a:xfrm>
            <a:prstGeom prst="line">
              <a:avLst/>
            </a:prstGeom>
            <a:ln w="19050">
              <a:solidFill>
                <a:schemeClr val="tx1"/>
              </a:solidFill>
              <a:headEnd type="oval" w="med" len="med"/>
            </a:ln>
          </p:spPr>
          <p:style>
            <a:lnRef idx="1">
              <a:schemeClr val="accent1"/>
            </a:lnRef>
            <a:fillRef idx="0">
              <a:schemeClr val="accent1"/>
            </a:fillRef>
            <a:effectRef idx="0">
              <a:schemeClr val="accent1"/>
            </a:effectRef>
            <a:fontRef idx="minor">
              <a:schemeClr val="tx1"/>
            </a:fontRef>
          </p:style>
        </p:cxnSp>
        <p:sp>
          <p:nvSpPr>
            <p:cNvPr id="41" name="Text Placeholder 25">
              <a:extLst>
                <a:ext uri="{FF2B5EF4-FFF2-40B4-BE49-F238E27FC236}">
                  <a16:creationId xmlns:a16="http://schemas.microsoft.com/office/drawing/2014/main" id="{22D5EFE7-7B47-0CD4-C8B0-1B265B0EAA9B}"/>
                </a:ext>
              </a:extLst>
            </p:cNvPr>
            <p:cNvSpPr txBox="1">
              <a:spLocks/>
            </p:cNvSpPr>
            <p:nvPr/>
          </p:nvSpPr>
          <p:spPr>
            <a:xfrm>
              <a:off x="1747122" y="2507954"/>
              <a:ext cx="831516" cy="235246"/>
            </a:xfrm>
            <a:prstGeom prst="rect">
              <a:avLst/>
            </a:prstGeom>
          </p:spPr>
          <p:txBody>
            <a:bodyPr wrap="square" lIns="0" tIns="0" rIns="0" bIns="0">
              <a:noAutofit/>
            </a:bodyPr>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gn="ctr">
                <a:buNone/>
              </a:pPr>
              <a:r>
                <a:rPr lang="en-US" sz="1000" b="1"/>
                <a:t>Risk Gate 1</a:t>
              </a:r>
            </a:p>
          </p:txBody>
        </p:sp>
      </p:grpSp>
      <p:grpSp>
        <p:nvGrpSpPr>
          <p:cNvPr id="8" name="Group 7">
            <a:extLst>
              <a:ext uri="{FF2B5EF4-FFF2-40B4-BE49-F238E27FC236}">
                <a16:creationId xmlns:a16="http://schemas.microsoft.com/office/drawing/2014/main" id="{4906A1D9-F377-02B1-CDAC-FF242E33A54B}"/>
              </a:ext>
              <a:ext uri="{C183D7F6-B498-43B3-948B-1728B52AA6E4}">
                <adec:decorative xmlns:adec="http://schemas.microsoft.com/office/drawing/2017/decorative" val="1"/>
              </a:ext>
            </a:extLst>
          </p:cNvPr>
          <p:cNvGrpSpPr/>
          <p:nvPr/>
        </p:nvGrpSpPr>
        <p:grpSpPr>
          <a:xfrm>
            <a:off x="4112499" y="2001366"/>
            <a:ext cx="831516" cy="4079441"/>
            <a:chOff x="4112497" y="2507954"/>
            <a:chExt cx="831516" cy="4079441"/>
          </a:xfrm>
        </p:grpSpPr>
        <p:cxnSp>
          <p:nvCxnSpPr>
            <p:cNvPr id="42" name="Straight Connector 41">
              <a:extLst>
                <a:ext uri="{FF2B5EF4-FFF2-40B4-BE49-F238E27FC236}">
                  <a16:creationId xmlns:a16="http://schemas.microsoft.com/office/drawing/2014/main" id="{F7D368F2-3C98-FFA0-5D84-660A483295E5}"/>
                </a:ext>
              </a:extLst>
            </p:cNvPr>
            <p:cNvCxnSpPr>
              <a:cxnSpLocks/>
            </p:cNvCxnSpPr>
            <p:nvPr/>
          </p:nvCxnSpPr>
          <p:spPr>
            <a:xfrm>
              <a:off x="4528254" y="2739105"/>
              <a:ext cx="0" cy="3848290"/>
            </a:xfrm>
            <a:prstGeom prst="line">
              <a:avLst/>
            </a:prstGeom>
            <a:ln w="19050">
              <a:solidFill>
                <a:schemeClr val="tx1"/>
              </a:solidFill>
              <a:headEnd type="oval" w="med" len="med"/>
            </a:ln>
          </p:spPr>
          <p:style>
            <a:lnRef idx="1">
              <a:schemeClr val="accent1"/>
            </a:lnRef>
            <a:fillRef idx="0">
              <a:schemeClr val="accent1"/>
            </a:fillRef>
            <a:effectRef idx="0">
              <a:schemeClr val="accent1"/>
            </a:effectRef>
            <a:fontRef idx="minor">
              <a:schemeClr val="tx1"/>
            </a:fontRef>
          </p:style>
        </p:cxnSp>
        <p:sp>
          <p:nvSpPr>
            <p:cNvPr id="43" name="Text Placeholder 25">
              <a:extLst>
                <a:ext uri="{FF2B5EF4-FFF2-40B4-BE49-F238E27FC236}">
                  <a16:creationId xmlns:a16="http://schemas.microsoft.com/office/drawing/2014/main" id="{4F4383EE-7CF6-CF5E-6245-C695F0E37BEF}"/>
                </a:ext>
              </a:extLst>
            </p:cNvPr>
            <p:cNvSpPr txBox="1">
              <a:spLocks/>
            </p:cNvSpPr>
            <p:nvPr/>
          </p:nvSpPr>
          <p:spPr>
            <a:xfrm>
              <a:off x="4112497" y="2507954"/>
              <a:ext cx="831516" cy="235246"/>
            </a:xfrm>
            <a:prstGeom prst="rect">
              <a:avLst/>
            </a:prstGeom>
          </p:spPr>
          <p:txBody>
            <a:bodyPr wrap="square" lIns="0" tIns="0" rIns="0" bIns="0">
              <a:noAutofit/>
            </a:bodyPr>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gn="ctr">
                <a:buNone/>
              </a:pPr>
              <a:r>
                <a:rPr lang="en-US" sz="1000" b="1"/>
                <a:t>Risk Gate 2</a:t>
              </a:r>
            </a:p>
          </p:txBody>
        </p:sp>
      </p:grpSp>
      <p:grpSp>
        <p:nvGrpSpPr>
          <p:cNvPr id="10" name="Group 9">
            <a:extLst>
              <a:ext uri="{FF2B5EF4-FFF2-40B4-BE49-F238E27FC236}">
                <a16:creationId xmlns:a16="http://schemas.microsoft.com/office/drawing/2014/main" id="{59C3E0EA-87FF-0E72-3785-C6B86384B9C5}"/>
              </a:ext>
              <a:ext uri="{C183D7F6-B498-43B3-948B-1728B52AA6E4}">
                <adec:decorative xmlns:adec="http://schemas.microsoft.com/office/drawing/2017/decorative" val="1"/>
              </a:ext>
            </a:extLst>
          </p:cNvPr>
          <p:cNvGrpSpPr/>
          <p:nvPr/>
        </p:nvGrpSpPr>
        <p:grpSpPr>
          <a:xfrm>
            <a:off x="9427085" y="2001366"/>
            <a:ext cx="831516" cy="4079441"/>
            <a:chOff x="9427083" y="2507954"/>
            <a:chExt cx="831516" cy="4079441"/>
          </a:xfrm>
        </p:grpSpPr>
        <p:cxnSp>
          <p:nvCxnSpPr>
            <p:cNvPr id="44" name="Straight Connector 43">
              <a:extLst>
                <a:ext uri="{FF2B5EF4-FFF2-40B4-BE49-F238E27FC236}">
                  <a16:creationId xmlns:a16="http://schemas.microsoft.com/office/drawing/2014/main" id="{06A9EEC5-E73D-C778-809A-0157911A66D2}"/>
                </a:ext>
              </a:extLst>
            </p:cNvPr>
            <p:cNvCxnSpPr>
              <a:cxnSpLocks/>
            </p:cNvCxnSpPr>
            <p:nvPr/>
          </p:nvCxnSpPr>
          <p:spPr>
            <a:xfrm>
              <a:off x="9842840" y="2739105"/>
              <a:ext cx="0" cy="3848290"/>
            </a:xfrm>
            <a:prstGeom prst="line">
              <a:avLst/>
            </a:prstGeom>
            <a:ln w="19050">
              <a:solidFill>
                <a:schemeClr val="tx1"/>
              </a:solidFill>
              <a:headEnd type="oval" w="med" len="med"/>
            </a:ln>
          </p:spPr>
          <p:style>
            <a:lnRef idx="1">
              <a:schemeClr val="accent1"/>
            </a:lnRef>
            <a:fillRef idx="0">
              <a:schemeClr val="accent1"/>
            </a:fillRef>
            <a:effectRef idx="0">
              <a:schemeClr val="accent1"/>
            </a:effectRef>
            <a:fontRef idx="minor">
              <a:schemeClr val="tx1"/>
            </a:fontRef>
          </p:style>
        </p:cxnSp>
        <p:sp>
          <p:nvSpPr>
            <p:cNvPr id="45" name="Text Placeholder 25">
              <a:extLst>
                <a:ext uri="{FF2B5EF4-FFF2-40B4-BE49-F238E27FC236}">
                  <a16:creationId xmlns:a16="http://schemas.microsoft.com/office/drawing/2014/main" id="{A4307500-C7DB-D853-F34E-94DB8C1BF00E}"/>
                </a:ext>
              </a:extLst>
            </p:cNvPr>
            <p:cNvSpPr txBox="1">
              <a:spLocks/>
            </p:cNvSpPr>
            <p:nvPr/>
          </p:nvSpPr>
          <p:spPr>
            <a:xfrm>
              <a:off x="9427083" y="2507954"/>
              <a:ext cx="831516" cy="235246"/>
            </a:xfrm>
            <a:prstGeom prst="rect">
              <a:avLst/>
            </a:prstGeom>
          </p:spPr>
          <p:txBody>
            <a:bodyPr wrap="square" lIns="0" tIns="0" rIns="0" bIns="0">
              <a:noAutofit/>
            </a:bodyPr>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gn="ctr">
                <a:buNone/>
              </a:pPr>
              <a:r>
                <a:rPr lang="en-US" sz="1000" b="1"/>
                <a:t>Risk Gate 3</a:t>
              </a:r>
            </a:p>
          </p:txBody>
        </p:sp>
      </p:grpSp>
      <p:sp>
        <p:nvSpPr>
          <p:cNvPr id="57" name="Arrow: Pentagon 56">
            <a:extLst>
              <a:ext uri="{FF2B5EF4-FFF2-40B4-BE49-F238E27FC236}">
                <a16:creationId xmlns:a16="http://schemas.microsoft.com/office/drawing/2014/main" id="{25AAB3A8-3537-E246-127B-59FF547F3E13}"/>
              </a:ext>
            </a:extLst>
          </p:cNvPr>
          <p:cNvSpPr/>
          <p:nvPr/>
        </p:nvSpPr>
        <p:spPr>
          <a:xfrm rot="5400000">
            <a:off x="6830769" y="3551443"/>
            <a:ext cx="1293395" cy="271313"/>
          </a:xfrm>
          <a:prstGeom prst="homePlat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0" bIns="0" rtlCol="0" anchor="ctr"/>
          <a:lstStyle/>
          <a:p>
            <a:r>
              <a:rPr lang="en-US" sz="1000" b="1">
                <a:solidFill>
                  <a:schemeClr val="accent1"/>
                </a:solidFill>
              </a:rPr>
              <a:t>Dash 1 Go-Live</a:t>
            </a:r>
          </a:p>
        </p:txBody>
      </p:sp>
      <p:sp>
        <p:nvSpPr>
          <p:cNvPr id="58" name="Arrow: Pentagon 57">
            <a:extLst>
              <a:ext uri="{FF2B5EF4-FFF2-40B4-BE49-F238E27FC236}">
                <a16:creationId xmlns:a16="http://schemas.microsoft.com/office/drawing/2014/main" id="{2FF385DE-F84A-50F1-4176-A18C26982E78}"/>
              </a:ext>
            </a:extLst>
          </p:cNvPr>
          <p:cNvSpPr/>
          <p:nvPr/>
        </p:nvSpPr>
        <p:spPr>
          <a:xfrm rot="5400000">
            <a:off x="7429891" y="3551442"/>
            <a:ext cx="1293396" cy="271313"/>
          </a:xfrm>
          <a:prstGeom prst="homePlat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0" bIns="0" rtlCol="0" anchor="ctr"/>
          <a:lstStyle/>
          <a:p>
            <a:r>
              <a:rPr lang="en-US" sz="1000" b="1">
                <a:solidFill>
                  <a:schemeClr val="accent1"/>
                </a:solidFill>
              </a:rPr>
              <a:t>Dash 2 Go-Live</a:t>
            </a:r>
          </a:p>
        </p:txBody>
      </p:sp>
      <p:sp>
        <p:nvSpPr>
          <p:cNvPr id="59" name="Arrow: Pentagon 58">
            <a:extLst>
              <a:ext uri="{FF2B5EF4-FFF2-40B4-BE49-F238E27FC236}">
                <a16:creationId xmlns:a16="http://schemas.microsoft.com/office/drawing/2014/main" id="{7C360B00-3265-434C-6B6E-4721D0D31F05}"/>
              </a:ext>
            </a:extLst>
          </p:cNvPr>
          <p:cNvSpPr/>
          <p:nvPr/>
        </p:nvSpPr>
        <p:spPr>
          <a:xfrm rot="5400000">
            <a:off x="8023282" y="3551442"/>
            <a:ext cx="1293396" cy="271313"/>
          </a:xfrm>
          <a:prstGeom prst="homePlat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0" bIns="0" rtlCol="0" anchor="ctr"/>
          <a:lstStyle/>
          <a:p>
            <a:r>
              <a:rPr lang="en-US" sz="1000" b="1">
                <a:solidFill>
                  <a:schemeClr val="accent1"/>
                </a:solidFill>
              </a:rPr>
              <a:t>Dash 3 Go-Live</a:t>
            </a:r>
          </a:p>
        </p:txBody>
      </p:sp>
      <p:sp>
        <p:nvSpPr>
          <p:cNvPr id="60" name="Arrow: Pentagon 59">
            <a:extLst>
              <a:ext uri="{FF2B5EF4-FFF2-40B4-BE49-F238E27FC236}">
                <a16:creationId xmlns:a16="http://schemas.microsoft.com/office/drawing/2014/main" id="{2562DED8-DBDC-BB77-9B7E-CCB6F948680B}"/>
              </a:ext>
            </a:extLst>
          </p:cNvPr>
          <p:cNvSpPr/>
          <p:nvPr/>
        </p:nvSpPr>
        <p:spPr>
          <a:xfrm rot="5400000">
            <a:off x="8607006" y="3551442"/>
            <a:ext cx="1293396" cy="271313"/>
          </a:xfrm>
          <a:prstGeom prst="homePlat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0" bIns="0" rtlCol="0" anchor="ctr"/>
          <a:lstStyle/>
          <a:p>
            <a:r>
              <a:rPr lang="en-US" sz="1000" b="1">
                <a:solidFill>
                  <a:schemeClr val="accent1"/>
                </a:solidFill>
              </a:rPr>
              <a:t>Dash 4-5 Go-Live</a:t>
            </a:r>
          </a:p>
        </p:txBody>
      </p:sp>
      <p:sp>
        <p:nvSpPr>
          <p:cNvPr id="2" name="Date Placeholder 1">
            <a:extLst>
              <a:ext uri="{FF2B5EF4-FFF2-40B4-BE49-F238E27FC236}">
                <a16:creationId xmlns:a16="http://schemas.microsoft.com/office/drawing/2014/main" id="{4C6BFDA8-E6E4-E601-304D-909962AAB624}"/>
              </a:ext>
              <a:ext uri="{C183D7F6-B498-43B3-948B-1728B52AA6E4}">
                <adec:decorative xmlns:adec="http://schemas.microsoft.com/office/drawing/2017/decorative" val="1"/>
              </a:ext>
            </a:extLst>
          </p:cNvPr>
          <p:cNvSpPr>
            <a:spLocks noGrp="1"/>
          </p:cNvSpPr>
          <p:nvPr>
            <p:ph type="dt" sz="half" idx="11"/>
          </p:nvPr>
        </p:nvSpPr>
        <p:spPr/>
        <p:txBody>
          <a:bodyPr/>
          <a:lstStyle/>
          <a:p>
            <a:fld id="{20DE3DBA-19C6-4B6D-A1E0-5F9C2A147AD8}" type="datetimeyyyy">
              <a:rPr lang="en-US" smtClean="0"/>
              <a:t>2025</a:t>
            </a:fld>
            <a:endParaRPr lang="en-US"/>
          </a:p>
        </p:txBody>
      </p:sp>
      <p:sp>
        <p:nvSpPr>
          <p:cNvPr id="3" name="Footer Placeholder 2">
            <a:extLst>
              <a:ext uri="{FF2B5EF4-FFF2-40B4-BE49-F238E27FC236}">
                <a16:creationId xmlns:a16="http://schemas.microsoft.com/office/drawing/2014/main" id="{32A1121F-FC59-AFC7-C44C-C804D63E41D2}"/>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Tree>
    <p:extLst>
      <p:ext uri="{BB962C8B-B14F-4D97-AF65-F5344CB8AC3E}">
        <p14:creationId xmlns:p14="http://schemas.microsoft.com/office/powerpoint/2010/main" val="164817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AB8E0F3-52A7-15E8-1024-EEAC16DAFC30}"/>
              </a:ext>
            </a:extLst>
          </p:cNvPr>
          <p:cNvSpPr>
            <a:spLocks noGrp="1"/>
          </p:cNvSpPr>
          <p:nvPr>
            <p:ph type="title"/>
          </p:nvPr>
        </p:nvSpPr>
        <p:spPr/>
        <p:txBody>
          <a:bodyPr/>
          <a:lstStyle/>
          <a:p>
            <a:r>
              <a:rPr lang="en-US"/>
              <a:t>Process visual</a:t>
            </a:r>
          </a:p>
        </p:txBody>
      </p:sp>
      <p:sp>
        <p:nvSpPr>
          <p:cNvPr id="27" name="Text Placeholder 26">
            <a:extLst>
              <a:ext uri="{FF2B5EF4-FFF2-40B4-BE49-F238E27FC236}">
                <a16:creationId xmlns:a16="http://schemas.microsoft.com/office/drawing/2014/main" id="{3DCC371F-711F-A8F7-C12C-DD765034F62E}"/>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4" name="Footer Placeholder 3">
            <a:extLst>
              <a:ext uri="{FF2B5EF4-FFF2-40B4-BE49-F238E27FC236}">
                <a16:creationId xmlns:a16="http://schemas.microsoft.com/office/drawing/2014/main" id="{C03E146B-AEA2-025F-E36B-B06093EB79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3" name="Date Placeholder 2">
            <a:extLst>
              <a:ext uri="{FF2B5EF4-FFF2-40B4-BE49-F238E27FC236}">
                <a16:creationId xmlns:a16="http://schemas.microsoft.com/office/drawing/2014/main" id="{EB1100D3-5EBB-56CA-74C7-9A1AFD9975D5}"/>
              </a:ext>
              <a:ext uri="{C183D7F6-B498-43B3-948B-1728B52AA6E4}">
                <adec:decorative xmlns:adec="http://schemas.microsoft.com/office/drawing/2017/decorative" val="1"/>
              </a:ext>
            </a:extLst>
          </p:cNvPr>
          <p:cNvSpPr>
            <a:spLocks noGrp="1"/>
          </p:cNvSpPr>
          <p:nvPr>
            <p:ph type="dt" sz="half" idx="11"/>
          </p:nvPr>
        </p:nvSpPr>
        <p:spPr/>
        <p:txBody>
          <a:bodyPr/>
          <a:lstStyle/>
          <a:p>
            <a:fld id="{B4F5E760-670C-4A24-BA4A-B2B3DE24FB64}" type="datetimeyyyy">
              <a:rPr lang="en-US" smtClean="0"/>
              <a:t>2025</a:t>
            </a:fld>
            <a:endParaRPr lang="en-US"/>
          </a:p>
        </p:txBody>
      </p:sp>
      <p:sp>
        <p:nvSpPr>
          <p:cNvPr id="5" name="Slide Number Placeholder 4">
            <a:extLst>
              <a:ext uri="{FF2B5EF4-FFF2-40B4-BE49-F238E27FC236}">
                <a16:creationId xmlns:a16="http://schemas.microsoft.com/office/drawing/2014/main" id="{20EAB21D-8573-D6FE-F401-FA8539F46BA4}"/>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96</a:t>
            </a:fld>
            <a:endParaRPr lang="en-US"/>
          </a:p>
        </p:txBody>
      </p:sp>
      <p:sp>
        <p:nvSpPr>
          <p:cNvPr id="28" name="TextBox 27">
            <a:extLst>
              <a:ext uri="{FF2B5EF4-FFF2-40B4-BE49-F238E27FC236}">
                <a16:creationId xmlns:a16="http://schemas.microsoft.com/office/drawing/2014/main" id="{4C1D5534-1B9A-B0CF-C4A9-CC93D96FA732}"/>
              </a:ext>
            </a:extLst>
          </p:cNvPr>
          <p:cNvSpPr txBox="1"/>
          <p:nvPr/>
        </p:nvSpPr>
        <p:spPr>
          <a:xfrm rot="5400000">
            <a:off x="-196459" y="3280392"/>
            <a:ext cx="1712691" cy="126245"/>
          </a:xfrm>
          <a:prstGeom prst="rect">
            <a:avLst/>
          </a:prstGeom>
          <a:noFill/>
        </p:spPr>
        <p:txBody>
          <a:bodyPr wrap="square" lIns="0" tIns="0" rIns="0" bIns="0" rtlCol="0"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E1E1E"/>
                </a:solidFill>
                <a:effectLst/>
                <a:uLnTx/>
                <a:uFillTx/>
                <a:ea typeface="+mn-ea"/>
                <a:cs typeface="+mn-cs"/>
              </a:rPr>
              <a:t>Prioritize by # of yes answers</a:t>
            </a:r>
          </a:p>
        </p:txBody>
      </p:sp>
      <p:sp>
        <p:nvSpPr>
          <p:cNvPr id="57" name="Rectangle 56">
            <a:extLst>
              <a:ext uri="{FF2B5EF4-FFF2-40B4-BE49-F238E27FC236}">
                <a16:creationId xmlns:a16="http://schemas.microsoft.com/office/drawing/2014/main" id="{27D1F899-4CBA-566C-ED6E-C0ED6DEB5FF0}"/>
              </a:ext>
            </a:extLst>
          </p:cNvPr>
          <p:cNvSpPr>
            <a:spLocks/>
          </p:cNvSpPr>
          <p:nvPr/>
        </p:nvSpPr>
        <p:spPr>
          <a:xfrm>
            <a:off x="872066" y="1752601"/>
            <a:ext cx="1876167" cy="6354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all" spc="100" normalizeH="0" noProof="0">
                <a:ln>
                  <a:noFill/>
                </a:ln>
                <a:solidFill>
                  <a:srgbClr val="FFFFFF"/>
                </a:solidFill>
                <a:effectLst/>
                <a:uLnTx/>
                <a:uFillTx/>
                <a:ea typeface="+mn-ea"/>
                <a:cs typeface="+mn-cs"/>
              </a:rPr>
              <a:t>TARGET</a:t>
            </a:r>
          </a:p>
        </p:txBody>
      </p:sp>
      <p:sp>
        <p:nvSpPr>
          <p:cNvPr id="9" name="Freeform: Shape 8">
            <a:extLst>
              <a:ext uri="{FF2B5EF4-FFF2-40B4-BE49-F238E27FC236}">
                <a16:creationId xmlns:a16="http://schemas.microsoft.com/office/drawing/2014/main" id="{36959C13-6993-E2EF-90DB-29B81B7DAB4C}"/>
              </a:ext>
            </a:extLst>
          </p:cNvPr>
          <p:cNvSpPr/>
          <p:nvPr/>
        </p:nvSpPr>
        <p:spPr>
          <a:xfrm>
            <a:off x="872066" y="2474795"/>
            <a:ext cx="2023440" cy="3413147"/>
          </a:xfrm>
          <a:custGeom>
            <a:avLst/>
            <a:gdLst>
              <a:gd name="connsiteX0" fmla="*/ 0 w 2023440"/>
              <a:gd name="connsiteY0" fmla="*/ 0 h 3413147"/>
              <a:gd name="connsiteX1" fmla="*/ 1876166 w 2023440"/>
              <a:gd name="connsiteY1" fmla="*/ 0 h 3413147"/>
              <a:gd name="connsiteX2" fmla="*/ 1876166 w 2023440"/>
              <a:gd name="connsiteY2" fmla="*/ 1940355 h 3413147"/>
              <a:gd name="connsiteX3" fmla="*/ 2023440 w 2023440"/>
              <a:gd name="connsiteY3" fmla="*/ 2084827 h 3413147"/>
              <a:gd name="connsiteX4" fmla="*/ 1876166 w 2023440"/>
              <a:gd name="connsiteY4" fmla="*/ 2222598 h 3413147"/>
              <a:gd name="connsiteX5" fmla="*/ 1876166 w 2023440"/>
              <a:gd name="connsiteY5" fmla="*/ 2900463 h 3413147"/>
              <a:gd name="connsiteX6" fmla="*/ 1874919 w 2023440"/>
              <a:gd name="connsiteY6" fmla="*/ 2900463 h 3413147"/>
              <a:gd name="connsiteX7" fmla="*/ 1874919 w 2023440"/>
              <a:gd name="connsiteY7" fmla="*/ 3413147 h 3413147"/>
              <a:gd name="connsiteX8" fmla="*/ 1 w 2023440"/>
              <a:gd name="connsiteY8" fmla="*/ 3413147 h 3413147"/>
              <a:gd name="connsiteX9" fmla="*/ 1 w 2023440"/>
              <a:gd name="connsiteY9" fmla="*/ 2900463 h 3413147"/>
              <a:gd name="connsiteX10" fmla="*/ 0 w 2023440"/>
              <a:gd name="connsiteY10" fmla="*/ 2900463 h 3413147"/>
              <a:gd name="connsiteX0" fmla="*/ 0 w 2023440"/>
              <a:gd name="connsiteY0" fmla="*/ 0 h 3413147"/>
              <a:gd name="connsiteX1" fmla="*/ 1876166 w 2023440"/>
              <a:gd name="connsiteY1" fmla="*/ 0 h 3413147"/>
              <a:gd name="connsiteX2" fmla="*/ 1876166 w 2023440"/>
              <a:gd name="connsiteY2" fmla="*/ 1940355 h 3413147"/>
              <a:gd name="connsiteX3" fmla="*/ 2023440 w 2023440"/>
              <a:gd name="connsiteY3" fmla="*/ 2084827 h 3413147"/>
              <a:gd name="connsiteX4" fmla="*/ 1876166 w 2023440"/>
              <a:gd name="connsiteY4" fmla="*/ 2222598 h 3413147"/>
              <a:gd name="connsiteX5" fmla="*/ 1876166 w 2023440"/>
              <a:gd name="connsiteY5" fmla="*/ 2900463 h 3413147"/>
              <a:gd name="connsiteX6" fmla="*/ 1874919 w 2023440"/>
              <a:gd name="connsiteY6" fmla="*/ 3413147 h 3413147"/>
              <a:gd name="connsiteX7" fmla="*/ 1 w 2023440"/>
              <a:gd name="connsiteY7" fmla="*/ 3413147 h 3413147"/>
              <a:gd name="connsiteX8" fmla="*/ 1 w 2023440"/>
              <a:gd name="connsiteY8" fmla="*/ 2900463 h 3413147"/>
              <a:gd name="connsiteX9" fmla="*/ 0 w 2023440"/>
              <a:gd name="connsiteY9" fmla="*/ 2900463 h 3413147"/>
              <a:gd name="connsiteX10" fmla="*/ 0 w 2023440"/>
              <a:gd name="connsiteY10" fmla="*/ 0 h 3413147"/>
              <a:gd name="connsiteX0" fmla="*/ 0 w 2023440"/>
              <a:gd name="connsiteY0" fmla="*/ 0 h 3413147"/>
              <a:gd name="connsiteX1" fmla="*/ 1876166 w 2023440"/>
              <a:gd name="connsiteY1" fmla="*/ 0 h 3413147"/>
              <a:gd name="connsiteX2" fmla="*/ 1876166 w 2023440"/>
              <a:gd name="connsiteY2" fmla="*/ 1940355 h 3413147"/>
              <a:gd name="connsiteX3" fmla="*/ 2023440 w 2023440"/>
              <a:gd name="connsiteY3" fmla="*/ 2084827 h 3413147"/>
              <a:gd name="connsiteX4" fmla="*/ 1876166 w 2023440"/>
              <a:gd name="connsiteY4" fmla="*/ 2222598 h 3413147"/>
              <a:gd name="connsiteX5" fmla="*/ 1874919 w 2023440"/>
              <a:gd name="connsiteY5" fmla="*/ 3413147 h 3413147"/>
              <a:gd name="connsiteX6" fmla="*/ 1 w 2023440"/>
              <a:gd name="connsiteY6" fmla="*/ 3413147 h 3413147"/>
              <a:gd name="connsiteX7" fmla="*/ 1 w 2023440"/>
              <a:gd name="connsiteY7" fmla="*/ 2900463 h 3413147"/>
              <a:gd name="connsiteX8" fmla="*/ 0 w 2023440"/>
              <a:gd name="connsiteY8" fmla="*/ 2900463 h 3413147"/>
              <a:gd name="connsiteX9" fmla="*/ 0 w 2023440"/>
              <a:gd name="connsiteY9" fmla="*/ 0 h 3413147"/>
              <a:gd name="connsiteX0" fmla="*/ 0 w 2023440"/>
              <a:gd name="connsiteY0" fmla="*/ 0 h 3413147"/>
              <a:gd name="connsiteX1" fmla="*/ 1876166 w 2023440"/>
              <a:gd name="connsiteY1" fmla="*/ 0 h 3413147"/>
              <a:gd name="connsiteX2" fmla="*/ 1876166 w 2023440"/>
              <a:gd name="connsiteY2" fmla="*/ 1940355 h 3413147"/>
              <a:gd name="connsiteX3" fmla="*/ 2023440 w 2023440"/>
              <a:gd name="connsiteY3" fmla="*/ 2084827 h 3413147"/>
              <a:gd name="connsiteX4" fmla="*/ 1876166 w 2023440"/>
              <a:gd name="connsiteY4" fmla="*/ 2222598 h 3413147"/>
              <a:gd name="connsiteX5" fmla="*/ 1874919 w 2023440"/>
              <a:gd name="connsiteY5" fmla="*/ 3413147 h 3413147"/>
              <a:gd name="connsiteX6" fmla="*/ 1 w 2023440"/>
              <a:gd name="connsiteY6" fmla="*/ 3413147 h 3413147"/>
              <a:gd name="connsiteX7" fmla="*/ 1 w 2023440"/>
              <a:gd name="connsiteY7" fmla="*/ 2900463 h 3413147"/>
              <a:gd name="connsiteX8" fmla="*/ 0 w 2023440"/>
              <a:gd name="connsiteY8" fmla="*/ 0 h 3413147"/>
              <a:gd name="connsiteX0" fmla="*/ 0 w 2023440"/>
              <a:gd name="connsiteY0" fmla="*/ 0 h 3413147"/>
              <a:gd name="connsiteX1" fmla="*/ 1876166 w 2023440"/>
              <a:gd name="connsiteY1" fmla="*/ 0 h 3413147"/>
              <a:gd name="connsiteX2" fmla="*/ 1876166 w 2023440"/>
              <a:gd name="connsiteY2" fmla="*/ 1940355 h 3413147"/>
              <a:gd name="connsiteX3" fmla="*/ 2023440 w 2023440"/>
              <a:gd name="connsiteY3" fmla="*/ 2084827 h 3413147"/>
              <a:gd name="connsiteX4" fmla="*/ 1876166 w 2023440"/>
              <a:gd name="connsiteY4" fmla="*/ 2222598 h 3413147"/>
              <a:gd name="connsiteX5" fmla="*/ 1874919 w 2023440"/>
              <a:gd name="connsiteY5" fmla="*/ 3413147 h 3413147"/>
              <a:gd name="connsiteX6" fmla="*/ 1 w 2023440"/>
              <a:gd name="connsiteY6" fmla="*/ 3413147 h 3413147"/>
              <a:gd name="connsiteX7" fmla="*/ 0 w 2023440"/>
              <a:gd name="connsiteY7" fmla="*/ 0 h 3413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23440" h="3413147">
                <a:moveTo>
                  <a:pt x="0" y="0"/>
                </a:moveTo>
                <a:lnTo>
                  <a:pt x="1876166" y="0"/>
                </a:lnTo>
                <a:lnTo>
                  <a:pt x="1876166" y="1940355"/>
                </a:lnTo>
                <a:lnTo>
                  <a:pt x="2023440" y="2084827"/>
                </a:lnTo>
                <a:lnTo>
                  <a:pt x="1876166" y="2222598"/>
                </a:lnTo>
                <a:cubicBezTo>
                  <a:pt x="1875750" y="2619448"/>
                  <a:pt x="1875335" y="3016297"/>
                  <a:pt x="1874919" y="3413147"/>
                </a:cubicBezTo>
                <a:lnTo>
                  <a:pt x="1" y="3413147"/>
                </a:lnTo>
                <a:cubicBezTo>
                  <a:pt x="1" y="2275431"/>
                  <a:pt x="0" y="1137716"/>
                  <a:pt x="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noAutofit/>
          </a:bodyPr>
          <a:lstStyle/>
          <a:p>
            <a:pPr marL="115888" indent="-115888" defTabSz="926101">
              <a:lnSpc>
                <a:spcPct val="110000"/>
              </a:lnSpc>
              <a:spcAft>
                <a:spcPts val="300"/>
              </a:spcAft>
              <a:buSzPct val="100000"/>
              <a:buFont typeface="Avenir Next LT Pro" panose="020B0504020202020204" pitchFamily="34" charset="0"/>
              <a:buChar char="•"/>
              <a:defRPr/>
            </a:pPr>
            <a:r>
              <a:rPr lang="en-US" sz="900">
                <a:solidFill>
                  <a:schemeClr val="bg1"/>
                </a:solidFill>
              </a:rPr>
              <a:t>Bulleted list example</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a:solidFill>
                  <a:schemeClr val="bg1"/>
                </a:solidFill>
              </a:rPr>
              <a:t>Lorem ipsum dolor sit</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err="1">
                <a:solidFill>
                  <a:schemeClr val="bg1"/>
                </a:solidFill>
              </a:rPr>
              <a:t>Amet</a:t>
            </a:r>
            <a:r>
              <a:rPr lang="en-US" sz="900">
                <a:solidFill>
                  <a:schemeClr val="bg1"/>
                </a:solidFill>
              </a:rPr>
              <a:t> </a:t>
            </a:r>
            <a:r>
              <a:rPr lang="en-US" sz="900" err="1">
                <a:solidFill>
                  <a:schemeClr val="bg1"/>
                </a:solidFill>
              </a:rPr>
              <a:t>adipiscing</a:t>
            </a:r>
            <a:endParaRPr lang="en-US" sz="900">
              <a:solidFill>
                <a:schemeClr val="bg1"/>
              </a:solidFill>
            </a:endParaRP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a:solidFill>
                  <a:schemeClr val="bg1"/>
                </a:solidFill>
              </a:rPr>
              <a:t>Bulleted list example</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a:solidFill>
                  <a:schemeClr val="bg1"/>
                </a:solidFill>
              </a:rPr>
              <a:t>Lorem ipsum dolor sit</a:t>
            </a:r>
          </a:p>
        </p:txBody>
      </p:sp>
      <p:sp>
        <p:nvSpPr>
          <p:cNvPr id="178" name="Freeform: Shape 177">
            <a:extLst>
              <a:ext uri="{FF2B5EF4-FFF2-40B4-BE49-F238E27FC236}">
                <a16:creationId xmlns:a16="http://schemas.microsoft.com/office/drawing/2014/main" id="{BCFBBB29-07E3-137E-AE32-5DEAFCC035E8}"/>
              </a:ext>
            </a:extLst>
          </p:cNvPr>
          <p:cNvSpPr>
            <a:spLocks/>
          </p:cNvSpPr>
          <p:nvPr/>
        </p:nvSpPr>
        <p:spPr>
          <a:xfrm>
            <a:off x="2856446" y="1752601"/>
            <a:ext cx="1167817" cy="2117734"/>
          </a:xfrm>
          <a:custGeom>
            <a:avLst/>
            <a:gdLst>
              <a:gd name="connsiteX0" fmla="*/ 0 w 1167817"/>
              <a:gd name="connsiteY0" fmla="*/ 0 h 2117734"/>
              <a:gd name="connsiteX1" fmla="*/ 1021165 w 1167817"/>
              <a:gd name="connsiteY1" fmla="*/ 0 h 2117734"/>
              <a:gd name="connsiteX2" fmla="*/ 1021165 w 1167817"/>
              <a:gd name="connsiteY2" fmla="*/ 177303 h 2117734"/>
              <a:gd name="connsiteX3" fmla="*/ 1167817 w 1167817"/>
              <a:gd name="connsiteY3" fmla="*/ 321165 h 2117734"/>
              <a:gd name="connsiteX4" fmla="*/ 1021165 w 1167817"/>
              <a:gd name="connsiteY4" fmla="*/ 458354 h 2117734"/>
              <a:gd name="connsiteX5" fmla="*/ 1021165 w 1167817"/>
              <a:gd name="connsiteY5" fmla="*/ 2117734 h 2117734"/>
              <a:gd name="connsiteX6" fmla="*/ 0 w 1167817"/>
              <a:gd name="connsiteY6" fmla="*/ 2117734 h 211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7817" h="2117734">
                <a:moveTo>
                  <a:pt x="0" y="0"/>
                </a:moveTo>
                <a:lnTo>
                  <a:pt x="1021165" y="0"/>
                </a:lnTo>
                <a:lnTo>
                  <a:pt x="1021165" y="177303"/>
                </a:lnTo>
                <a:lnTo>
                  <a:pt x="1167817" y="321165"/>
                </a:lnTo>
                <a:lnTo>
                  <a:pt x="1021165" y="458354"/>
                </a:lnTo>
                <a:lnTo>
                  <a:pt x="1021165" y="2117734"/>
                </a:lnTo>
                <a:lnTo>
                  <a:pt x="0" y="211773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noAutofit/>
          </a:bodyPr>
          <a:lstStyle/>
          <a:p>
            <a:pPr marL="0" marR="0" lvl="0" indent="0" defTabSz="914400" rtl="0" eaLnBrk="1" fontAlgn="auto" latinLnBrk="0" hangingPunct="1">
              <a:lnSpc>
                <a:spcPct val="90000"/>
              </a:lnSpc>
              <a:spcBef>
                <a:spcPts val="0"/>
              </a:spcBef>
              <a:spcAft>
                <a:spcPts val="600"/>
              </a:spcAft>
              <a:buClrTx/>
              <a:buSzTx/>
              <a:buFontTx/>
              <a:buNone/>
              <a:tabLst/>
              <a:defRPr/>
            </a:pPr>
            <a:r>
              <a:rPr lang="en-US" sz="900" b="1">
                <a:solidFill>
                  <a:schemeClr val="bg1"/>
                </a:solidFill>
              </a:rPr>
              <a:t>Reactive Intake</a:t>
            </a:r>
            <a:endParaRPr kumimoji="0" lang="en-US" sz="900" b="1" i="0" u="none" strike="noStrike" kern="1200" cap="none" spc="0" normalizeH="0" baseline="0" noProof="0">
              <a:ln>
                <a:noFill/>
              </a:ln>
              <a:solidFill>
                <a:schemeClr val="bg1"/>
              </a:solidFill>
              <a:effectLst/>
              <a:uLnTx/>
              <a:uFillTx/>
              <a:ea typeface="+mn-ea"/>
              <a:cs typeface="+mn-cs"/>
            </a:endParaRPr>
          </a:p>
          <a:p>
            <a:pPr marL="115888" indent="-115888" defTabSz="926101">
              <a:lnSpc>
                <a:spcPct val="110000"/>
              </a:lnSpc>
              <a:spcAft>
                <a:spcPts val="300"/>
              </a:spcAft>
              <a:buSzPct val="100000"/>
              <a:buFont typeface="Avenir Next LT Pro" panose="020B0504020202020204" pitchFamily="34" charset="0"/>
              <a:buChar char="•"/>
              <a:defRPr/>
            </a:pPr>
            <a:r>
              <a:rPr lang="en-US" sz="900">
                <a:solidFill>
                  <a:schemeClr val="bg1"/>
                </a:solidFill>
              </a:rPr>
              <a:t>Bulleted list example</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a:solidFill>
                  <a:schemeClr val="bg1"/>
                </a:solidFill>
              </a:rPr>
              <a:t>Lorem ipsum dolor sit</a:t>
            </a:r>
          </a:p>
        </p:txBody>
      </p:sp>
      <p:sp>
        <p:nvSpPr>
          <p:cNvPr id="11" name="Freeform: Shape 10">
            <a:extLst>
              <a:ext uri="{FF2B5EF4-FFF2-40B4-BE49-F238E27FC236}">
                <a16:creationId xmlns:a16="http://schemas.microsoft.com/office/drawing/2014/main" id="{E1DAFDCA-4D93-E4F6-EF22-821CE87BC8A6}"/>
              </a:ext>
            </a:extLst>
          </p:cNvPr>
          <p:cNvSpPr/>
          <p:nvPr/>
        </p:nvSpPr>
        <p:spPr>
          <a:xfrm>
            <a:off x="2856447" y="3967003"/>
            <a:ext cx="1164807" cy="1920938"/>
          </a:xfrm>
          <a:custGeom>
            <a:avLst/>
            <a:gdLst>
              <a:gd name="connsiteX0" fmla="*/ 0 w 1164807"/>
              <a:gd name="connsiteY0" fmla="*/ 0 h 1920938"/>
              <a:gd name="connsiteX1" fmla="*/ 1018092 w 1164807"/>
              <a:gd name="connsiteY1" fmla="*/ 0 h 1920938"/>
              <a:gd name="connsiteX2" fmla="*/ 1018092 w 1164807"/>
              <a:gd name="connsiteY2" fmla="*/ 448696 h 1920938"/>
              <a:gd name="connsiteX3" fmla="*/ 1164807 w 1164807"/>
              <a:gd name="connsiteY3" fmla="*/ 592619 h 1920938"/>
              <a:gd name="connsiteX4" fmla="*/ 1018092 w 1164807"/>
              <a:gd name="connsiteY4" fmla="*/ 729867 h 1920938"/>
              <a:gd name="connsiteX5" fmla="*/ 1018092 w 1164807"/>
              <a:gd name="connsiteY5" fmla="*/ 1408255 h 1920938"/>
              <a:gd name="connsiteX6" fmla="*/ 1016843 w 1164807"/>
              <a:gd name="connsiteY6" fmla="*/ 1408255 h 1920938"/>
              <a:gd name="connsiteX7" fmla="*/ 1016843 w 1164807"/>
              <a:gd name="connsiteY7" fmla="*/ 1920938 h 1920938"/>
              <a:gd name="connsiteX8" fmla="*/ 1 w 1164807"/>
              <a:gd name="connsiteY8" fmla="*/ 1920938 h 1920938"/>
              <a:gd name="connsiteX9" fmla="*/ 1 w 1164807"/>
              <a:gd name="connsiteY9" fmla="*/ 1408255 h 1920938"/>
              <a:gd name="connsiteX10" fmla="*/ 0 w 1164807"/>
              <a:gd name="connsiteY10" fmla="*/ 1408255 h 1920938"/>
              <a:gd name="connsiteX11" fmla="*/ 0 w 1164807"/>
              <a:gd name="connsiteY11" fmla="*/ 733749 h 1920938"/>
              <a:gd name="connsiteX12" fmla="*/ 150776 w 1164807"/>
              <a:gd name="connsiteY12" fmla="*/ 595058 h 1920938"/>
              <a:gd name="connsiteX13" fmla="*/ 0 w 1164807"/>
              <a:gd name="connsiteY13" fmla="*/ 449622 h 1920938"/>
              <a:gd name="connsiteX0" fmla="*/ 0 w 1164807"/>
              <a:gd name="connsiteY0" fmla="*/ 0 h 1920938"/>
              <a:gd name="connsiteX1" fmla="*/ 1018092 w 1164807"/>
              <a:gd name="connsiteY1" fmla="*/ 0 h 1920938"/>
              <a:gd name="connsiteX2" fmla="*/ 1018092 w 1164807"/>
              <a:gd name="connsiteY2" fmla="*/ 448696 h 1920938"/>
              <a:gd name="connsiteX3" fmla="*/ 1164807 w 1164807"/>
              <a:gd name="connsiteY3" fmla="*/ 592619 h 1920938"/>
              <a:gd name="connsiteX4" fmla="*/ 1018092 w 1164807"/>
              <a:gd name="connsiteY4" fmla="*/ 729867 h 1920938"/>
              <a:gd name="connsiteX5" fmla="*/ 1018092 w 1164807"/>
              <a:gd name="connsiteY5" fmla="*/ 1408255 h 1920938"/>
              <a:gd name="connsiteX6" fmla="*/ 1016843 w 1164807"/>
              <a:gd name="connsiteY6" fmla="*/ 1408255 h 1920938"/>
              <a:gd name="connsiteX7" fmla="*/ 1016843 w 1164807"/>
              <a:gd name="connsiteY7" fmla="*/ 1920938 h 1920938"/>
              <a:gd name="connsiteX8" fmla="*/ 1 w 1164807"/>
              <a:gd name="connsiteY8" fmla="*/ 1920938 h 1920938"/>
              <a:gd name="connsiteX9" fmla="*/ 1 w 1164807"/>
              <a:gd name="connsiteY9" fmla="*/ 1408255 h 1920938"/>
              <a:gd name="connsiteX10" fmla="*/ 0 w 1164807"/>
              <a:gd name="connsiteY10" fmla="*/ 733749 h 1920938"/>
              <a:gd name="connsiteX11" fmla="*/ 150776 w 1164807"/>
              <a:gd name="connsiteY11" fmla="*/ 595058 h 1920938"/>
              <a:gd name="connsiteX12" fmla="*/ 0 w 1164807"/>
              <a:gd name="connsiteY12" fmla="*/ 449622 h 1920938"/>
              <a:gd name="connsiteX13" fmla="*/ 0 w 1164807"/>
              <a:gd name="connsiteY13" fmla="*/ 0 h 1920938"/>
              <a:gd name="connsiteX0" fmla="*/ 0 w 1164807"/>
              <a:gd name="connsiteY0" fmla="*/ 0 h 1920938"/>
              <a:gd name="connsiteX1" fmla="*/ 1018092 w 1164807"/>
              <a:gd name="connsiteY1" fmla="*/ 0 h 1920938"/>
              <a:gd name="connsiteX2" fmla="*/ 1018092 w 1164807"/>
              <a:gd name="connsiteY2" fmla="*/ 448696 h 1920938"/>
              <a:gd name="connsiteX3" fmla="*/ 1164807 w 1164807"/>
              <a:gd name="connsiteY3" fmla="*/ 592619 h 1920938"/>
              <a:gd name="connsiteX4" fmla="*/ 1018092 w 1164807"/>
              <a:gd name="connsiteY4" fmla="*/ 729867 h 1920938"/>
              <a:gd name="connsiteX5" fmla="*/ 1018092 w 1164807"/>
              <a:gd name="connsiteY5" fmla="*/ 1408255 h 1920938"/>
              <a:gd name="connsiteX6" fmla="*/ 1016843 w 1164807"/>
              <a:gd name="connsiteY6" fmla="*/ 1408255 h 1920938"/>
              <a:gd name="connsiteX7" fmla="*/ 1016843 w 1164807"/>
              <a:gd name="connsiteY7" fmla="*/ 1920938 h 1920938"/>
              <a:gd name="connsiteX8" fmla="*/ 1 w 1164807"/>
              <a:gd name="connsiteY8" fmla="*/ 1920938 h 1920938"/>
              <a:gd name="connsiteX9" fmla="*/ 0 w 1164807"/>
              <a:gd name="connsiteY9" fmla="*/ 733749 h 1920938"/>
              <a:gd name="connsiteX10" fmla="*/ 150776 w 1164807"/>
              <a:gd name="connsiteY10" fmla="*/ 595058 h 1920938"/>
              <a:gd name="connsiteX11" fmla="*/ 0 w 1164807"/>
              <a:gd name="connsiteY11" fmla="*/ 449622 h 1920938"/>
              <a:gd name="connsiteX12" fmla="*/ 0 w 1164807"/>
              <a:gd name="connsiteY12" fmla="*/ 0 h 1920938"/>
              <a:gd name="connsiteX0" fmla="*/ 0 w 1164807"/>
              <a:gd name="connsiteY0" fmla="*/ 0 h 1920938"/>
              <a:gd name="connsiteX1" fmla="*/ 1018092 w 1164807"/>
              <a:gd name="connsiteY1" fmla="*/ 0 h 1920938"/>
              <a:gd name="connsiteX2" fmla="*/ 1018092 w 1164807"/>
              <a:gd name="connsiteY2" fmla="*/ 448696 h 1920938"/>
              <a:gd name="connsiteX3" fmla="*/ 1164807 w 1164807"/>
              <a:gd name="connsiteY3" fmla="*/ 592619 h 1920938"/>
              <a:gd name="connsiteX4" fmla="*/ 1018092 w 1164807"/>
              <a:gd name="connsiteY4" fmla="*/ 729867 h 1920938"/>
              <a:gd name="connsiteX5" fmla="*/ 1018092 w 1164807"/>
              <a:gd name="connsiteY5" fmla="*/ 1408255 h 1920938"/>
              <a:gd name="connsiteX6" fmla="*/ 1016843 w 1164807"/>
              <a:gd name="connsiteY6" fmla="*/ 1920938 h 1920938"/>
              <a:gd name="connsiteX7" fmla="*/ 1 w 1164807"/>
              <a:gd name="connsiteY7" fmla="*/ 1920938 h 1920938"/>
              <a:gd name="connsiteX8" fmla="*/ 0 w 1164807"/>
              <a:gd name="connsiteY8" fmla="*/ 733749 h 1920938"/>
              <a:gd name="connsiteX9" fmla="*/ 150776 w 1164807"/>
              <a:gd name="connsiteY9" fmla="*/ 595058 h 1920938"/>
              <a:gd name="connsiteX10" fmla="*/ 0 w 1164807"/>
              <a:gd name="connsiteY10" fmla="*/ 449622 h 1920938"/>
              <a:gd name="connsiteX11" fmla="*/ 0 w 1164807"/>
              <a:gd name="connsiteY11" fmla="*/ 0 h 1920938"/>
              <a:gd name="connsiteX0" fmla="*/ 0 w 1164807"/>
              <a:gd name="connsiteY0" fmla="*/ 0 h 1920938"/>
              <a:gd name="connsiteX1" fmla="*/ 1018092 w 1164807"/>
              <a:gd name="connsiteY1" fmla="*/ 0 h 1920938"/>
              <a:gd name="connsiteX2" fmla="*/ 1018092 w 1164807"/>
              <a:gd name="connsiteY2" fmla="*/ 448696 h 1920938"/>
              <a:gd name="connsiteX3" fmla="*/ 1164807 w 1164807"/>
              <a:gd name="connsiteY3" fmla="*/ 592619 h 1920938"/>
              <a:gd name="connsiteX4" fmla="*/ 1018092 w 1164807"/>
              <a:gd name="connsiteY4" fmla="*/ 729867 h 1920938"/>
              <a:gd name="connsiteX5" fmla="*/ 1016843 w 1164807"/>
              <a:gd name="connsiteY5" fmla="*/ 1920938 h 1920938"/>
              <a:gd name="connsiteX6" fmla="*/ 1 w 1164807"/>
              <a:gd name="connsiteY6" fmla="*/ 1920938 h 1920938"/>
              <a:gd name="connsiteX7" fmla="*/ 0 w 1164807"/>
              <a:gd name="connsiteY7" fmla="*/ 733749 h 1920938"/>
              <a:gd name="connsiteX8" fmla="*/ 150776 w 1164807"/>
              <a:gd name="connsiteY8" fmla="*/ 595058 h 1920938"/>
              <a:gd name="connsiteX9" fmla="*/ 0 w 1164807"/>
              <a:gd name="connsiteY9" fmla="*/ 449622 h 1920938"/>
              <a:gd name="connsiteX10" fmla="*/ 0 w 1164807"/>
              <a:gd name="connsiteY10" fmla="*/ 0 h 192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4807" h="1920938">
                <a:moveTo>
                  <a:pt x="0" y="0"/>
                </a:moveTo>
                <a:lnTo>
                  <a:pt x="1018092" y="0"/>
                </a:lnTo>
                <a:lnTo>
                  <a:pt x="1018092" y="448696"/>
                </a:lnTo>
                <a:lnTo>
                  <a:pt x="1164807" y="592619"/>
                </a:lnTo>
                <a:lnTo>
                  <a:pt x="1018092" y="729867"/>
                </a:lnTo>
                <a:cubicBezTo>
                  <a:pt x="1017676" y="1126891"/>
                  <a:pt x="1017259" y="1523914"/>
                  <a:pt x="1016843" y="1920938"/>
                </a:cubicBezTo>
                <a:lnTo>
                  <a:pt x="1" y="1920938"/>
                </a:lnTo>
                <a:cubicBezTo>
                  <a:pt x="1" y="1525208"/>
                  <a:pt x="0" y="1129479"/>
                  <a:pt x="0" y="733749"/>
                </a:cubicBezTo>
                <a:lnTo>
                  <a:pt x="150776" y="595058"/>
                </a:lnTo>
                <a:lnTo>
                  <a:pt x="0" y="44962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tlCol="0" anchor="t">
            <a:noAutofit/>
          </a:bodyPr>
          <a:lstStyle/>
          <a:p>
            <a:pPr>
              <a:lnSpc>
                <a:spcPct val="90000"/>
              </a:lnSpc>
              <a:spcAft>
                <a:spcPts val="600"/>
              </a:spcAft>
            </a:pPr>
            <a:r>
              <a:rPr lang="en-US" sz="900" b="1">
                <a:solidFill>
                  <a:srgbClr val="09091C"/>
                </a:solidFill>
              </a:rPr>
              <a:t>Proactive </a:t>
            </a:r>
            <a:br>
              <a:rPr lang="en-US" sz="900" b="1">
                <a:solidFill>
                  <a:srgbClr val="09091C"/>
                </a:solidFill>
              </a:rPr>
            </a:br>
            <a:r>
              <a:rPr lang="en-US" sz="900" b="1">
                <a:solidFill>
                  <a:srgbClr val="09091C"/>
                </a:solidFill>
              </a:rPr>
              <a:t>Account Intake</a:t>
            </a:r>
          </a:p>
          <a:p>
            <a:pPr marL="115888" indent="-115888" defTabSz="926101">
              <a:lnSpc>
                <a:spcPct val="110000"/>
              </a:lnSpc>
              <a:spcAft>
                <a:spcPts val="300"/>
              </a:spcAft>
              <a:buSzPct val="100000"/>
              <a:buFont typeface="Avenir Next LT Pro" panose="020B0504020202020204" pitchFamily="34" charset="0"/>
              <a:buChar char="•"/>
              <a:defRPr/>
            </a:pPr>
            <a:r>
              <a:rPr lang="en-US" sz="900">
                <a:solidFill>
                  <a:schemeClr val="tx1"/>
                </a:solidFill>
              </a:rPr>
              <a:t>Bulleted list example</a:t>
            </a:r>
          </a:p>
          <a:p>
            <a:pPr marL="115888" indent="-115888" defTabSz="926101">
              <a:lnSpc>
                <a:spcPct val="110000"/>
              </a:lnSpc>
              <a:spcAft>
                <a:spcPts val="300"/>
              </a:spcAft>
              <a:buSzPct val="100000"/>
              <a:buFont typeface="Avenir Next LT Pro" panose="020B0504020202020204" pitchFamily="34" charset="0"/>
              <a:buChar char="•"/>
              <a:defRPr/>
            </a:pPr>
            <a:r>
              <a:rPr lang="en-US" sz="900">
                <a:solidFill>
                  <a:schemeClr val="tx1"/>
                </a:solidFill>
              </a:rPr>
              <a:t>Lorem ipsum dolor sit</a:t>
            </a:r>
          </a:p>
        </p:txBody>
      </p:sp>
      <p:sp>
        <p:nvSpPr>
          <p:cNvPr id="192" name="Freeform: Shape 191">
            <a:extLst>
              <a:ext uri="{FF2B5EF4-FFF2-40B4-BE49-F238E27FC236}">
                <a16:creationId xmlns:a16="http://schemas.microsoft.com/office/drawing/2014/main" id="{766D4A46-E793-3286-75AD-5665EF102048}"/>
              </a:ext>
            </a:extLst>
          </p:cNvPr>
          <p:cNvSpPr>
            <a:spLocks/>
          </p:cNvSpPr>
          <p:nvPr/>
        </p:nvSpPr>
        <p:spPr>
          <a:xfrm>
            <a:off x="3988069" y="1752601"/>
            <a:ext cx="2248003" cy="635431"/>
          </a:xfrm>
          <a:custGeom>
            <a:avLst/>
            <a:gdLst>
              <a:gd name="connsiteX0" fmla="*/ 0 w 2248003"/>
              <a:gd name="connsiteY0" fmla="*/ 0 h 635431"/>
              <a:gd name="connsiteX1" fmla="*/ 2099176 w 2248003"/>
              <a:gd name="connsiteY1" fmla="*/ 0 h 635431"/>
              <a:gd name="connsiteX2" fmla="*/ 2099176 w 2248003"/>
              <a:gd name="connsiteY2" fmla="*/ 175170 h 635431"/>
              <a:gd name="connsiteX3" fmla="*/ 2248003 w 2248003"/>
              <a:gd name="connsiteY3" fmla="*/ 321165 h 635431"/>
              <a:gd name="connsiteX4" fmla="*/ 2099176 w 2248003"/>
              <a:gd name="connsiteY4" fmla="*/ 460388 h 635431"/>
              <a:gd name="connsiteX5" fmla="*/ 2099176 w 2248003"/>
              <a:gd name="connsiteY5" fmla="*/ 635431 h 635431"/>
              <a:gd name="connsiteX6" fmla="*/ 0 w 2248003"/>
              <a:gd name="connsiteY6" fmla="*/ 635431 h 635431"/>
              <a:gd name="connsiteX7" fmla="*/ 0 w 2248003"/>
              <a:gd name="connsiteY7" fmla="*/ 472313 h 635431"/>
              <a:gd name="connsiteX8" fmla="*/ 147912 w 2248003"/>
              <a:gd name="connsiteY8" fmla="*/ 324132 h 635431"/>
              <a:gd name="connsiteX9" fmla="*/ 0 w 2248003"/>
              <a:gd name="connsiteY9" fmla="*/ 168745 h 63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8003" h="635431">
                <a:moveTo>
                  <a:pt x="0" y="0"/>
                </a:moveTo>
                <a:lnTo>
                  <a:pt x="2099176" y="0"/>
                </a:lnTo>
                <a:lnTo>
                  <a:pt x="2099176" y="175170"/>
                </a:lnTo>
                <a:lnTo>
                  <a:pt x="2248003" y="321165"/>
                </a:lnTo>
                <a:lnTo>
                  <a:pt x="2099176" y="460388"/>
                </a:lnTo>
                <a:lnTo>
                  <a:pt x="2099176" y="635431"/>
                </a:lnTo>
                <a:lnTo>
                  <a:pt x="0" y="635431"/>
                </a:lnTo>
                <a:lnTo>
                  <a:pt x="0" y="472313"/>
                </a:lnTo>
                <a:lnTo>
                  <a:pt x="147912" y="324132"/>
                </a:lnTo>
                <a:lnTo>
                  <a:pt x="0" y="16874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cap="all" spc="100">
                <a:solidFill>
                  <a:srgbClr val="FFFFFF"/>
                </a:solidFill>
              </a:rPr>
              <a:t>Pursuit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ea typeface="+mn-ea"/>
                <a:cs typeface="+mn-cs"/>
              </a:rPr>
              <a:t>Description</a:t>
            </a:r>
          </a:p>
        </p:txBody>
      </p:sp>
      <p:sp>
        <p:nvSpPr>
          <p:cNvPr id="7" name="Freeform: Shape 6">
            <a:extLst>
              <a:ext uri="{FF2B5EF4-FFF2-40B4-BE49-F238E27FC236}">
                <a16:creationId xmlns:a16="http://schemas.microsoft.com/office/drawing/2014/main" id="{576B6AE5-67C2-55A0-FA7D-57BA79C5C192}"/>
              </a:ext>
            </a:extLst>
          </p:cNvPr>
          <p:cNvSpPr>
            <a:spLocks/>
          </p:cNvSpPr>
          <p:nvPr/>
        </p:nvSpPr>
        <p:spPr>
          <a:xfrm>
            <a:off x="3982752" y="2474795"/>
            <a:ext cx="2099176" cy="3413147"/>
          </a:xfrm>
          <a:custGeom>
            <a:avLst/>
            <a:gdLst>
              <a:gd name="connsiteX0" fmla="*/ 0 w 2099176"/>
              <a:gd name="connsiteY0" fmla="*/ 0 h 3413147"/>
              <a:gd name="connsiteX1" fmla="*/ 2099176 w 2099176"/>
              <a:gd name="connsiteY1" fmla="*/ 0 h 3413147"/>
              <a:gd name="connsiteX2" fmla="*/ 2099176 w 2099176"/>
              <a:gd name="connsiteY2" fmla="*/ 2853590 h 3413147"/>
              <a:gd name="connsiteX3" fmla="*/ 2099176 w 2099176"/>
              <a:gd name="connsiteY3" fmla="*/ 2900463 h 3413147"/>
              <a:gd name="connsiteX4" fmla="*/ 2099176 w 2099176"/>
              <a:gd name="connsiteY4" fmla="*/ 3413147 h 3413147"/>
              <a:gd name="connsiteX5" fmla="*/ 0 w 2099176"/>
              <a:gd name="connsiteY5" fmla="*/ 3413147 h 3413147"/>
              <a:gd name="connsiteX6" fmla="*/ 0 w 2099176"/>
              <a:gd name="connsiteY6" fmla="*/ 2900463 h 3413147"/>
              <a:gd name="connsiteX7" fmla="*/ 0 w 2099176"/>
              <a:gd name="connsiteY7" fmla="*/ 2853590 h 3413147"/>
              <a:gd name="connsiteX8" fmla="*/ 0 w 2099176"/>
              <a:gd name="connsiteY8" fmla="*/ 2225447 h 3413147"/>
              <a:gd name="connsiteX9" fmla="*/ 150219 w 2099176"/>
              <a:gd name="connsiteY9" fmla="*/ 2087268 h 3413147"/>
              <a:gd name="connsiteX10" fmla="*/ 0 w 2099176"/>
              <a:gd name="connsiteY10" fmla="*/ 1942369 h 3413147"/>
              <a:gd name="connsiteX0" fmla="*/ 0 w 2099176"/>
              <a:gd name="connsiteY0" fmla="*/ 0 h 3413147"/>
              <a:gd name="connsiteX1" fmla="*/ 2099176 w 2099176"/>
              <a:gd name="connsiteY1" fmla="*/ 0 h 3413147"/>
              <a:gd name="connsiteX2" fmla="*/ 2099176 w 2099176"/>
              <a:gd name="connsiteY2" fmla="*/ 2853590 h 3413147"/>
              <a:gd name="connsiteX3" fmla="*/ 2099176 w 2099176"/>
              <a:gd name="connsiteY3" fmla="*/ 2900463 h 3413147"/>
              <a:gd name="connsiteX4" fmla="*/ 2099176 w 2099176"/>
              <a:gd name="connsiteY4" fmla="*/ 3413147 h 3413147"/>
              <a:gd name="connsiteX5" fmla="*/ 0 w 2099176"/>
              <a:gd name="connsiteY5" fmla="*/ 3413147 h 3413147"/>
              <a:gd name="connsiteX6" fmla="*/ 0 w 2099176"/>
              <a:gd name="connsiteY6" fmla="*/ 2900463 h 3413147"/>
              <a:gd name="connsiteX7" fmla="*/ 0 w 2099176"/>
              <a:gd name="connsiteY7" fmla="*/ 2225447 h 3413147"/>
              <a:gd name="connsiteX8" fmla="*/ 150219 w 2099176"/>
              <a:gd name="connsiteY8" fmla="*/ 2087268 h 3413147"/>
              <a:gd name="connsiteX9" fmla="*/ 0 w 2099176"/>
              <a:gd name="connsiteY9" fmla="*/ 1942369 h 3413147"/>
              <a:gd name="connsiteX10" fmla="*/ 0 w 2099176"/>
              <a:gd name="connsiteY10" fmla="*/ 0 h 3413147"/>
              <a:gd name="connsiteX0" fmla="*/ 0 w 2099176"/>
              <a:gd name="connsiteY0" fmla="*/ 0 h 3413147"/>
              <a:gd name="connsiteX1" fmla="*/ 2099176 w 2099176"/>
              <a:gd name="connsiteY1" fmla="*/ 0 h 3413147"/>
              <a:gd name="connsiteX2" fmla="*/ 2099176 w 2099176"/>
              <a:gd name="connsiteY2" fmla="*/ 2853590 h 3413147"/>
              <a:gd name="connsiteX3" fmla="*/ 2099176 w 2099176"/>
              <a:gd name="connsiteY3" fmla="*/ 2900463 h 3413147"/>
              <a:gd name="connsiteX4" fmla="*/ 2099176 w 2099176"/>
              <a:gd name="connsiteY4" fmla="*/ 3413147 h 3413147"/>
              <a:gd name="connsiteX5" fmla="*/ 0 w 2099176"/>
              <a:gd name="connsiteY5" fmla="*/ 3413147 h 3413147"/>
              <a:gd name="connsiteX6" fmla="*/ 0 w 2099176"/>
              <a:gd name="connsiteY6" fmla="*/ 2225447 h 3413147"/>
              <a:gd name="connsiteX7" fmla="*/ 150219 w 2099176"/>
              <a:gd name="connsiteY7" fmla="*/ 2087268 h 3413147"/>
              <a:gd name="connsiteX8" fmla="*/ 0 w 2099176"/>
              <a:gd name="connsiteY8" fmla="*/ 1942369 h 3413147"/>
              <a:gd name="connsiteX9" fmla="*/ 0 w 2099176"/>
              <a:gd name="connsiteY9" fmla="*/ 0 h 3413147"/>
              <a:gd name="connsiteX0" fmla="*/ 0 w 2099176"/>
              <a:gd name="connsiteY0" fmla="*/ 0 h 3413147"/>
              <a:gd name="connsiteX1" fmla="*/ 2099176 w 2099176"/>
              <a:gd name="connsiteY1" fmla="*/ 0 h 3413147"/>
              <a:gd name="connsiteX2" fmla="*/ 2099176 w 2099176"/>
              <a:gd name="connsiteY2" fmla="*/ 2853590 h 3413147"/>
              <a:gd name="connsiteX3" fmla="*/ 2099176 w 2099176"/>
              <a:gd name="connsiteY3" fmla="*/ 3413147 h 3413147"/>
              <a:gd name="connsiteX4" fmla="*/ 0 w 2099176"/>
              <a:gd name="connsiteY4" fmla="*/ 3413147 h 3413147"/>
              <a:gd name="connsiteX5" fmla="*/ 0 w 2099176"/>
              <a:gd name="connsiteY5" fmla="*/ 2225447 h 3413147"/>
              <a:gd name="connsiteX6" fmla="*/ 150219 w 2099176"/>
              <a:gd name="connsiteY6" fmla="*/ 2087268 h 3413147"/>
              <a:gd name="connsiteX7" fmla="*/ 0 w 2099176"/>
              <a:gd name="connsiteY7" fmla="*/ 1942369 h 3413147"/>
              <a:gd name="connsiteX8" fmla="*/ 0 w 2099176"/>
              <a:gd name="connsiteY8" fmla="*/ 0 h 3413147"/>
              <a:gd name="connsiteX0" fmla="*/ 0 w 2099176"/>
              <a:gd name="connsiteY0" fmla="*/ 0 h 3413147"/>
              <a:gd name="connsiteX1" fmla="*/ 2099176 w 2099176"/>
              <a:gd name="connsiteY1" fmla="*/ 0 h 3413147"/>
              <a:gd name="connsiteX2" fmla="*/ 2099176 w 2099176"/>
              <a:gd name="connsiteY2" fmla="*/ 3413147 h 3413147"/>
              <a:gd name="connsiteX3" fmla="*/ 0 w 2099176"/>
              <a:gd name="connsiteY3" fmla="*/ 3413147 h 3413147"/>
              <a:gd name="connsiteX4" fmla="*/ 0 w 2099176"/>
              <a:gd name="connsiteY4" fmla="*/ 2225447 h 3413147"/>
              <a:gd name="connsiteX5" fmla="*/ 150219 w 2099176"/>
              <a:gd name="connsiteY5" fmla="*/ 2087268 h 3413147"/>
              <a:gd name="connsiteX6" fmla="*/ 0 w 2099176"/>
              <a:gd name="connsiteY6" fmla="*/ 1942369 h 3413147"/>
              <a:gd name="connsiteX7" fmla="*/ 0 w 2099176"/>
              <a:gd name="connsiteY7" fmla="*/ 0 h 3413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9176" h="3413147">
                <a:moveTo>
                  <a:pt x="0" y="0"/>
                </a:moveTo>
                <a:lnTo>
                  <a:pt x="2099176" y="0"/>
                </a:lnTo>
                <a:lnTo>
                  <a:pt x="2099176" y="3413147"/>
                </a:lnTo>
                <a:lnTo>
                  <a:pt x="0" y="3413147"/>
                </a:lnTo>
                <a:lnTo>
                  <a:pt x="0" y="2225447"/>
                </a:lnTo>
                <a:lnTo>
                  <a:pt x="150219" y="2087268"/>
                </a:lnTo>
                <a:lnTo>
                  <a:pt x="0" y="1942369"/>
                </a:lnTo>
                <a:lnTo>
                  <a:pt x="0" y="0"/>
                </a:lnTo>
                <a:close/>
              </a:path>
            </a:pathLst>
          </a:cu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noAutofit/>
          </a:bodyPr>
          <a:lstStyle/>
          <a:p>
            <a:pPr marL="115888" indent="-115888" defTabSz="926101">
              <a:lnSpc>
                <a:spcPct val="110000"/>
              </a:lnSpc>
              <a:spcAft>
                <a:spcPts val="300"/>
              </a:spcAft>
              <a:buSzPct val="100000"/>
              <a:buFont typeface="Avenir Next LT Pro" panose="020B0504020202020204" pitchFamily="34" charset="0"/>
              <a:buChar char="•"/>
              <a:defRPr/>
            </a:pPr>
            <a:r>
              <a:rPr lang="en-US" sz="900">
                <a:solidFill>
                  <a:schemeClr val="tx1"/>
                </a:solidFill>
              </a:rPr>
              <a:t>Bulleted list example</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Lorem ipsum dolor sit</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err="1">
                <a:solidFill>
                  <a:schemeClr val="tx1"/>
                </a:solidFill>
              </a:rPr>
              <a:t>Amet</a:t>
            </a:r>
            <a:r>
              <a:rPr lang="en-US" sz="900">
                <a:solidFill>
                  <a:schemeClr val="tx1"/>
                </a:solidFill>
              </a:rPr>
              <a:t> </a:t>
            </a:r>
            <a:r>
              <a:rPr lang="en-US" sz="900" err="1">
                <a:solidFill>
                  <a:schemeClr val="tx1"/>
                </a:solidFill>
              </a:rPr>
              <a:t>adipiscing</a:t>
            </a:r>
            <a:endParaRPr lang="en-US" sz="900">
              <a:solidFill>
                <a:schemeClr val="tx1"/>
              </a:solidFill>
            </a:endParaRP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Bulleted list example</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Lorem ipsum dolor sit</a:t>
            </a:r>
          </a:p>
        </p:txBody>
      </p:sp>
      <p:sp>
        <p:nvSpPr>
          <p:cNvPr id="70" name="TextBox 69">
            <a:extLst>
              <a:ext uri="{FF2B5EF4-FFF2-40B4-BE49-F238E27FC236}">
                <a16:creationId xmlns:a16="http://schemas.microsoft.com/office/drawing/2014/main" id="{7BC58639-5E83-8FBF-4C48-9620DC1B0791}"/>
              </a:ext>
            </a:extLst>
          </p:cNvPr>
          <p:cNvSpPr txBox="1"/>
          <p:nvPr/>
        </p:nvSpPr>
        <p:spPr>
          <a:xfrm>
            <a:off x="4127742" y="4723050"/>
            <a:ext cx="1589126" cy="644894"/>
          </a:xfrm>
          <a:prstGeom prst="rect">
            <a:avLst/>
          </a:prstGeom>
          <a:noFill/>
        </p:spPr>
        <p:txBody>
          <a:bodyPr wrap="square" lIns="0" tIns="0" rIns="0" bIns="0" rtlCol="0">
            <a:noAutofit/>
          </a:bodyPr>
          <a:lstStyle/>
          <a:p>
            <a:pPr marR="0" lvl="0" defTabSz="926101" fontAlgn="auto">
              <a:lnSpc>
                <a:spcPct val="110000"/>
              </a:lnSpc>
              <a:spcBef>
                <a:spcPts val="0"/>
              </a:spcBef>
              <a:spcAft>
                <a:spcPts val="300"/>
              </a:spcAft>
              <a:buClrTx/>
              <a:buSzPct val="100000"/>
              <a:tabLst/>
              <a:defRPr/>
            </a:pPr>
            <a:r>
              <a:rPr lang="en-US" sz="900"/>
              <a:t>Team involvement text</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a:t>Lorem ipsum dolor sit</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err="1"/>
              <a:t>Amet</a:t>
            </a:r>
            <a:r>
              <a:rPr lang="en-US" sz="900"/>
              <a:t> </a:t>
            </a:r>
            <a:r>
              <a:rPr lang="en-US" sz="900" err="1"/>
              <a:t>adipiscing</a:t>
            </a:r>
            <a:endParaRPr lang="en-US" sz="900"/>
          </a:p>
        </p:txBody>
      </p:sp>
      <p:sp>
        <p:nvSpPr>
          <p:cNvPr id="32" name="TextBox 31">
            <a:extLst>
              <a:ext uri="{FF2B5EF4-FFF2-40B4-BE49-F238E27FC236}">
                <a16:creationId xmlns:a16="http://schemas.microsoft.com/office/drawing/2014/main" id="{FC4EFF35-443C-2341-6DE2-CF3993DA8999}"/>
              </a:ext>
            </a:extLst>
          </p:cNvPr>
          <p:cNvSpPr txBox="1"/>
          <p:nvPr/>
        </p:nvSpPr>
        <p:spPr>
          <a:xfrm>
            <a:off x="3982753" y="5887943"/>
            <a:ext cx="209917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E1E1E"/>
                </a:solidFill>
                <a:effectLst/>
                <a:uLnTx/>
                <a:uFillTx/>
                <a:ea typeface="+mn-ea"/>
                <a:cs typeface="+mn-cs"/>
              </a:rPr>
              <a:t>Timeframe text</a:t>
            </a:r>
          </a:p>
        </p:txBody>
      </p:sp>
      <p:sp>
        <p:nvSpPr>
          <p:cNvPr id="191" name="Freeform: Shape 190">
            <a:extLst>
              <a:ext uri="{FF2B5EF4-FFF2-40B4-BE49-F238E27FC236}">
                <a16:creationId xmlns:a16="http://schemas.microsoft.com/office/drawing/2014/main" id="{BDAA6221-7DCC-CB71-3120-88223FFC1FC8}"/>
              </a:ext>
            </a:extLst>
          </p:cNvPr>
          <p:cNvSpPr>
            <a:spLocks/>
          </p:cNvSpPr>
          <p:nvPr/>
        </p:nvSpPr>
        <p:spPr>
          <a:xfrm>
            <a:off x="6188890" y="1752601"/>
            <a:ext cx="2249396" cy="635431"/>
          </a:xfrm>
          <a:custGeom>
            <a:avLst/>
            <a:gdLst>
              <a:gd name="connsiteX0" fmla="*/ 0 w 2249396"/>
              <a:gd name="connsiteY0" fmla="*/ 0 h 635431"/>
              <a:gd name="connsiteX1" fmla="*/ 2099176 w 2249396"/>
              <a:gd name="connsiteY1" fmla="*/ 0 h 635431"/>
              <a:gd name="connsiteX2" fmla="*/ 2099176 w 2249396"/>
              <a:gd name="connsiteY2" fmla="*/ 173802 h 635431"/>
              <a:gd name="connsiteX3" fmla="*/ 2249396 w 2249396"/>
              <a:gd name="connsiteY3" fmla="*/ 321165 h 635431"/>
              <a:gd name="connsiteX4" fmla="*/ 2099176 w 2249396"/>
              <a:gd name="connsiteY4" fmla="*/ 461692 h 635431"/>
              <a:gd name="connsiteX5" fmla="*/ 2099176 w 2249396"/>
              <a:gd name="connsiteY5" fmla="*/ 635431 h 635431"/>
              <a:gd name="connsiteX6" fmla="*/ 0 w 2249396"/>
              <a:gd name="connsiteY6" fmla="*/ 635431 h 635431"/>
              <a:gd name="connsiteX7" fmla="*/ 0 w 2249396"/>
              <a:gd name="connsiteY7" fmla="*/ 483321 h 635431"/>
              <a:gd name="connsiteX8" fmla="*/ 158900 w 2249396"/>
              <a:gd name="connsiteY8" fmla="*/ 324132 h 635431"/>
              <a:gd name="connsiteX9" fmla="*/ 0 w 2249396"/>
              <a:gd name="connsiteY9" fmla="*/ 157201 h 63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9396" h="635431">
                <a:moveTo>
                  <a:pt x="0" y="0"/>
                </a:moveTo>
                <a:lnTo>
                  <a:pt x="2099176" y="0"/>
                </a:lnTo>
                <a:lnTo>
                  <a:pt x="2099176" y="173802"/>
                </a:lnTo>
                <a:lnTo>
                  <a:pt x="2249396" y="321165"/>
                </a:lnTo>
                <a:lnTo>
                  <a:pt x="2099176" y="461692"/>
                </a:lnTo>
                <a:lnTo>
                  <a:pt x="2099176" y="635431"/>
                </a:lnTo>
                <a:lnTo>
                  <a:pt x="0" y="635431"/>
                </a:lnTo>
                <a:lnTo>
                  <a:pt x="0" y="483321"/>
                </a:lnTo>
                <a:lnTo>
                  <a:pt x="158900" y="324132"/>
                </a:lnTo>
                <a:lnTo>
                  <a:pt x="0" y="1572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cap="all" spc="100">
                <a:solidFill>
                  <a:srgbClr val="FFFFFF"/>
                </a:solidFill>
              </a:rPr>
              <a:t>Initial engagement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ea typeface="+mn-ea"/>
                <a:cs typeface="+mn-cs"/>
              </a:rPr>
              <a:t>Description</a:t>
            </a:r>
          </a:p>
        </p:txBody>
      </p:sp>
      <p:sp>
        <p:nvSpPr>
          <p:cNvPr id="25" name="Rectangle 24">
            <a:extLst>
              <a:ext uri="{FF2B5EF4-FFF2-40B4-BE49-F238E27FC236}">
                <a16:creationId xmlns:a16="http://schemas.microsoft.com/office/drawing/2014/main" id="{39506483-7EE9-ACA8-15D6-6035EE704CF7}"/>
              </a:ext>
            </a:extLst>
          </p:cNvPr>
          <p:cNvSpPr>
            <a:spLocks/>
          </p:cNvSpPr>
          <p:nvPr/>
        </p:nvSpPr>
        <p:spPr>
          <a:xfrm>
            <a:off x="6190141" y="2474795"/>
            <a:ext cx="2099176" cy="3413147"/>
          </a:xfrm>
          <a:prstGeom prst="rect">
            <a:avLst/>
          </a:pr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lstStyle/>
          <a:p>
            <a:pPr marL="115888" indent="-115888" defTabSz="926101">
              <a:lnSpc>
                <a:spcPct val="110000"/>
              </a:lnSpc>
              <a:spcAft>
                <a:spcPts val="300"/>
              </a:spcAft>
              <a:buSzPct val="100000"/>
              <a:buFont typeface="Avenir Next LT Pro" panose="020B0504020202020204" pitchFamily="34" charset="0"/>
              <a:buChar char="•"/>
              <a:defRPr/>
            </a:pPr>
            <a:r>
              <a:rPr lang="en-US" sz="900">
                <a:solidFill>
                  <a:schemeClr val="tx1"/>
                </a:solidFill>
              </a:rPr>
              <a:t>Bulleted list example</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Lorem ipsum dolor sit</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err="1">
                <a:solidFill>
                  <a:schemeClr val="tx1"/>
                </a:solidFill>
              </a:rPr>
              <a:t>Amet</a:t>
            </a:r>
            <a:r>
              <a:rPr lang="en-US" sz="900">
                <a:solidFill>
                  <a:schemeClr val="tx1"/>
                </a:solidFill>
              </a:rPr>
              <a:t> </a:t>
            </a:r>
            <a:r>
              <a:rPr lang="en-US" sz="900" err="1">
                <a:solidFill>
                  <a:schemeClr val="tx1"/>
                </a:solidFill>
              </a:rPr>
              <a:t>adipiscing</a:t>
            </a:r>
            <a:endParaRPr lang="en-US" sz="900">
              <a:solidFill>
                <a:schemeClr val="tx1"/>
              </a:solidFill>
            </a:endParaRP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Bulleted list example</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Lorem ipsum dolor sit</a:t>
            </a:r>
            <a:endParaRPr lang="en-US" sz="800">
              <a:solidFill>
                <a:schemeClr val="tx1"/>
              </a:solidFill>
            </a:endParaRPr>
          </a:p>
        </p:txBody>
      </p:sp>
      <p:sp>
        <p:nvSpPr>
          <p:cNvPr id="139" name="TextBox 138">
            <a:extLst>
              <a:ext uri="{FF2B5EF4-FFF2-40B4-BE49-F238E27FC236}">
                <a16:creationId xmlns:a16="http://schemas.microsoft.com/office/drawing/2014/main" id="{6045CBA0-4A82-C016-AD64-0D3B35FAEF9E}"/>
              </a:ext>
            </a:extLst>
          </p:cNvPr>
          <p:cNvSpPr txBox="1"/>
          <p:nvPr/>
        </p:nvSpPr>
        <p:spPr>
          <a:xfrm>
            <a:off x="6335131" y="4723050"/>
            <a:ext cx="1589126" cy="644894"/>
          </a:xfrm>
          <a:prstGeom prst="rect">
            <a:avLst/>
          </a:prstGeom>
          <a:noFill/>
        </p:spPr>
        <p:txBody>
          <a:bodyPr wrap="square" lIns="0" tIns="0" rIns="0" bIns="0" rtlCol="0">
            <a:noAutofit/>
          </a:bodyPr>
          <a:lstStyle/>
          <a:p>
            <a:pPr marR="0" lvl="0" defTabSz="926101" fontAlgn="auto">
              <a:lnSpc>
                <a:spcPct val="110000"/>
              </a:lnSpc>
              <a:spcBef>
                <a:spcPts val="0"/>
              </a:spcBef>
              <a:spcAft>
                <a:spcPts val="300"/>
              </a:spcAft>
              <a:buClrTx/>
              <a:buSzPct val="100000"/>
              <a:tabLst/>
              <a:defRPr/>
            </a:pPr>
            <a:r>
              <a:rPr lang="en-US" sz="900"/>
              <a:t>Team involvement text</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a:t>Lorem ipsum dolor sit</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err="1"/>
              <a:t>Amet</a:t>
            </a:r>
            <a:r>
              <a:rPr lang="en-US" sz="900"/>
              <a:t> </a:t>
            </a:r>
            <a:r>
              <a:rPr lang="en-US" sz="900" err="1"/>
              <a:t>adipiscing</a:t>
            </a:r>
            <a:endParaRPr lang="en-US" sz="900"/>
          </a:p>
        </p:txBody>
      </p:sp>
      <p:sp>
        <p:nvSpPr>
          <p:cNvPr id="31" name="TextBox 30">
            <a:extLst>
              <a:ext uri="{FF2B5EF4-FFF2-40B4-BE49-F238E27FC236}">
                <a16:creationId xmlns:a16="http://schemas.microsoft.com/office/drawing/2014/main" id="{A3F14F79-CE1A-1751-8B78-FEF3C4D17855}"/>
              </a:ext>
            </a:extLst>
          </p:cNvPr>
          <p:cNvSpPr txBox="1"/>
          <p:nvPr/>
        </p:nvSpPr>
        <p:spPr>
          <a:xfrm>
            <a:off x="6188891" y="5887943"/>
            <a:ext cx="2099176" cy="2308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E1E1E"/>
                </a:solidFill>
                <a:effectLst/>
                <a:uLnTx/>
                <a:uFillTx/>
                <a:ea typeface="+mn-ea"/>
                <a:cs typeface="+mn-cs"/>
              </a:rPr>
              <a:t>Timeframe text</a:t>
            </a:r>
          </a:p>
        </p:txBody>
      </p:sp>
      <p:sp>
        <p:nvSpPr>
          <p:cNvPr id="188" name="Freeform: Shape 187">
            <a:extLst>
              <a:ext uri="{FF2B5EF4-FFF2-40B4-BE49-F238E27FC236}">
                <a16:creationId xmlns:a16="http://schemas.microsoft.com/office/drawing/2014/main" id="{537DAC65-6DE5-B9FE-9FA7-3FF8B541ADA8}"/>
              </a:ext>
            </a:extLst>
          </p:cNvPr>
          <p:cNvSpPr>
            <a:spLocks/>
          </p:cNvSpPr>
          <p:nvPr/>
        </p:nvSpPr>
        <p:spPr>
          <a:xfrm>
            <a:off x="8401166" y="1752601"/>
            <a:ext cx="2247652" cy="635431"/>
          </a:xfrm>
          <a:custGeom>
            <a:avLst/>
            <a:gdLst>
              <a:gd name="connsiteX0" fmla="*/ 0 w 2247652"/>
              <a:gd name="connsiteY0" fmla="*/ 0 h 635431"/>
              <a:gd name="connsiteX1" fmla="*/ 2099176 w 2247652"/>
              <a:gd name="connsiteY1" fmla="*/ 0 h 635431"/>
              <a:gd name="connsiteX2" fmla="*/ 2099176 w 2247652"/>
              <a:gd name="connsiteY2" fmla="*/ 175514 h 635431"/>
              <a:gd name="connsiteX3" fmla="*/ 2247652 w 2247652"/>
              <a:gd name="connsiteY3" fmla="*/ 321165 h 635431"/>
              <a:gd name="connsiteX4" fmla="*/ 2099176 w 2247652"/>
              <a:gd name="connsiteY4" fmla="*/ 460061 h 635431"/>
              <a:gd name="connsiteX5" fmla="*/ 2099176 w 2247652"/>
              <a:gd name="connsiteY5" fmla="*/ 635431 h 635431"/>
              <a:gd name="connsiteX6" fmla="*/ 0 w 2247652"/>
              <a:gd name="connsiteY6" fmla="*/ 635431 h 635431"/>
              <a:gd name="connsiteX7" fmla="*/ 0 w 2247652"/>
              <a:gd name="connsiteY7" fmla="*/ 473241 h 635431"/>
              <a:gd name="connsiteX8" fmla="*/ 148839 w 2247652"/>
              <a:gd name="connsiteY8" fmla="*/ 324132 h 635431"/>
              <a:gd name="connsiteX9" fmla="*/ 0 w 2247652"/>
              <a:gd name="connsiteY9" fmla="*/ 167771 h 63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47652" h="635431">
                <a:moveTo>
                  <a:pt x="0" y="0"/>
                </a:moveTo>
                <a:lnTo>
                  <a:pt x="2099176" y="0"/>
                </a:lnTo>
                <a:lnTo>
                  <a:pt x="2099176" y="175514"/>
                </a:lnTo>
                <a:lnTo>
                  <a:pt x="2247652" y="321165"/>
                </a:lnTo>
                <a:lnTo>
                  <a:pt x="2099176" y="460061"/>
                </a:lnTo>
                <a:lnTo>
                  <a:pt x="2099176" y="635431"/>
                </a:lnTo>
                <a:lnTo>
                  <a:pt x="0" y="635431"/>
                </a:lnTo>
                <a:lnTo>
                  <a:pt x="0" y="473241"/>
                </a:lnTo>
                <a:lnTo>
                  <a:pt x="148839" y="324132"/>
                </a:lnTo>
                <a:lnTo>
                  <a:pt x="0" y="1677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cap="all" spc="100">
                <a:solidFill>
                  <a:srgbClr val="FFFFFF"/>
                </a:solidFill>
              </a:rPr>
              <a:t>Portfolio – </a:t>
            </a:r>
            <a:br>
              <a:rPr lang="en-US" sz="1000" b="1" cap="all" spc="100">
                <a:solidFill>
                  <a:srgbClr val="FFFFFF"/>
                </a:solidFill>
              </a:rPr>
            </a:br>
            <a:r>
              <a:rPr lang="en-US" sz="1000" b="1" cap="all" spc="100">
                <a:solidFill>
                  <a:srgbClr val="FFFFFF"/>
                </a:solidFill>
              </a:rPr>
              <a:t>Key Account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ea typeface="+mn-ea"/>
                <a:cs typeface="+mn-cs"/>
              </a:rPr>
              <a:t>Description</a:t>
            </a:r>
          </a:p>
        </p:txBody>
      </p:sp>
      <p:sp>
        <p:nvSpPr>
          <p:cNvPr id="26" name="Rectangle 25">
            <a:extLst>
              <a:ext uri="{FF2B5EF4-FFF2-40B4-BE49-F238E27FC236}">
                <a16:creationId xmlns:a16="http://schemas.microsoft.com/office/drawing/2014/main" id="{36A699A4-F92A-A252-CE70-6C3F832C445A}"/>
              </a:ext>
            </a:extLst>
          </p:cNvPr>
          <p:cNvSpPr>
            <a:spLocks/>
          </p:cNvSpPr>
          <p:nvPr/>
        </p:nvSpPr>
        <p:spPr>
          <a:xfrm>
            <a:off x="8397530" y="2474795"/>
            <a:ext cx="2099176" cy="3413147"/>
          </a:xfrm>
          <a:prstGeom prst="rect">
            <a:avLst/>
          </a:pr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lstStyle/>
          <a:p>
            <a:pPr marL="115888" indent="-115888" defTabSz="926101">
              <a:lnSpc>
                <a:spcPct val="110000"/>
              </a:lnSpc>
              <a:spcAft>
                <a:spcPts val="300"/>
              </a:spcAft>
              <a:buSzPct val="100000"/>
              <a:buFont typeface="Avenir Next LT Pro" panose="020B0504020202020204" pitchFamily="34" charset="0"/>
              <a:buChar char="•"/>
              <a:defRPr/>
            </a:pPr>
            <a:r>
              <a:rPr lang="en-US" sz="900">
                <a:solidFill>
                  <a:schemeClr val="tx1"/>
                </a:solidFill>
              </a:rPr>
              <a:t>Bulleted list example</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Lorem ipsum dolor sit</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err="1">
                <a:solidFill>
                  <a:schemeClr val="tx1"/>
                </a:solidFill>
              </a:rPr>
              <a:t>Amet</a:t>
            </a:r>
            <a:r>
              <a:rPr lang="en-US" sz="900">
                <a:solidFill>
                  <a:schemeClr val="tx1"/>
                </a:solidFill>
              </a:rPr>
              <a:t> </a:t>
            </a:r>
            <a:r>
              <a:rPr lang="en-US" sz="900" err="1">
                <a:solidFill>
                  <a:schemeClr val="tx1"/>
                </a:solidFill>
              </a:rPr>
              <a:t>adipiscing</a:t>
            </a:r>
            <a:endParaRPr lang="en-US" sz="900">
              <a:solidFill>
                <a:schemeClr val="tx1"/>
              </a:solidFill>
            </a:endParaRP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Bulleted list example</a:t>
            </a:r>
          </a:p>
          <a:p>
            <a:pPr marL="115888" marR="0" lvl="0" indent="-115888" defTabSz="926101" fontAlgn="auto">
              <a:lnSpc>
                <a:spcPct val="110000"/>
              </a:lnSpc>
              <a:spcAft>
                <a:spcPts val="300"/>
              </a:spcAft>
              <a:buClrTx/>
              <a:buSzPct val="100000"/>
              <a:buFont typeface="Avenir Next LT Pro" panose="020B0504020202020204" pitchFamily="34" charset="0"/>
              <a:buChar char="•"/>
              <a:tabLst/>
              <a:defRPr/>
            </a:pPr>
            <a:r>
              <a:rPr lang="en-US" sz="900">
                <a:solidFill>
                  <a:schemeClr val="tx1"/>
                </a:solidFill>
              </a:rPr>
              <a:t>Lorem ipsum dolor sit</a:t>
            </a:r>
          </a:p>
        </p:txBody>
      </p:sp>
      <p:sp>
        <p:nvSpPr>
          <p:cNvPr id="140" name="TextBox 139">
            <a:extLst>
              <a:ext uri="{FF2B5EF4-FFF2-40B4-BE49-F238E27FC236}">
                <a16:creationId xmlns:a16="http://schemas.microsoft.com/office/drawing/2014/main" id="{143FA833-8C2F-9932-BA9F-77A27D77000A}"/>
              </a:ext>
            </a:extLst>
          </p:cNvPr>
          <p:cNvSpPr txBox="1"/>
          <p:nvPr/>
        </p:nvSpPr>
        <p:spPr>
          <a:xfrm>
            <a:off x="8542520" y="4723050"/>
            <a:ext cx="1589126" cy="644894"/>
          </a:xfrm>
          <a:prstGeom prst="rect">
            <a:avLst/>
          </a:prstGeom>
          <a:noFill/>
        </p:spPr>
        <p:txBody>
          <a:bodyPr wrap="square" lIns="0" tIns="0" rIns="0" bIns="0" rtlCol="0">
            <a:noAutofit/>
          </a:bodyPr>
          <a:lstStyle/>
          <a:p>
            <a:pPr marR="0" lvl="0" defTabSz="926101" fontAlgn="auto">
              <a:lnSpc>
                <a:spcPct val="110000"/>
              </a:lnSpc>
              <a:spcBef>
                <a:spcPts val="0"/>
              </a:spcBef>
              <a:spcAft>
                <a:spcPts val="300"/>
              </a:spcAft>
              <a:buClrTx/>
              <a:buSzPct val="100000"/>
              <a:tabLst/>
              <a:defRPr/>
            </a:pPr>
            <a:r>
              <a:rPr lang="en-US" sz="900"/>
              <a:t>Team involvement text</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a:t>Lorem ipsum dolor sit</a:t>
            </a:r>
          </a:p>
          <a:p>
            <a:pPr marL="115888" marR="0" lvl="0" indent="-115888" defTabSz="926101" fontAlgn="auto">
              <a:lnSpc>
                <a:spcPct val="110000"/>
              </a:lnSpc>
              <a:spcBef>
                <a:spcPts val="0"/>
              </a:spcBef>
              <a:spcAft>
                <a:spcPts val="300"/>
              </a:spcAft>
              <a:buClrTx/>
              <a:buSzPct val="100000"/>
              <a:buFont typeface="Avenir Next LT Pro" panose="020B0504020202020204" pitchFamily="34" charset="0"/>
              <a:buChar char="•"/>
              <a:tabLst/>
              <a:defRPr/>
            </a:pPr>
            <a:r>
              <a:rPr lang="en-US" sz="900" err="1"/>
              <a:t>Amet</a:t>
            </a:r>
            <a:r>
              <a:rPr lang="en-US" sz="900"/>
              <a:t> </a:t>
            </a:r>
            <a:r>
              <a:rPr lang="en-US" sz="900" err="1"/>
              <a:t>adipiscing</a:t>
            </a:r>
            <a:endParaRPr lang="en-US" sz="900"/>
          </a:p>
        </p:txBody>
      </p:sp>
      <p:sp>
        <p:nvSpPr>
          <p:cNvPr id="205" name="TextBox 204">
            <a:extLst>
              <a:ext uri="{FF2B5EF4-FFF2-40B4-BE49-F238E27FC236}">
                <a16:creationId xmlns:a16="http://schemas.microsoft.com/office/drawing/2014/main" id="{480DAC43-B318-7592-418F-7F9781DC285D}"/>
              </a:ext>
            </a:extLst>
          </p:cNvPr>
          <p:cNvSpPr txBox="1"/>
          <p:nvPr/>
        </p:nvSpPr>
        <p:spPr>
          <a:xfrm>
            <a:off x="8395029" y="5887943"/>
            <a:ext cx="2099176" cy="2308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E1E1E"/>
                </a:solidFill>
                <a:effectLst/>
                <a:uLnTx/>
                <a:uFillTx/>
                <a:ea typeface="+mn-ea"/>
                <a:cs typeface="+mn-cs"/>
              </a:rPr>
              <a:t>Timeframe text</a:t>
            </a:r>
          </a:p>
        </p:txBody>
      </p:sp>
      <p:cxnSp>
        <p:nvCxnSpPr>
          <p:cNvPr id="30" name="Straight Connector 29">
            <a:extLst>
              <a:ext uri="{FF2B5EF4-FFF2-40B4-BE49-F238E27FC236}">
                <a16:creationId xmlns:a16="http://schemas.microsoft.com/office/drawing/2014/main" id="{19FC558A-28DE-389B-E9AC-6B35CB981CE5}"/>
              </a:ext>
              <a:ext uri="{C183D7F6-B498-43B3-948B-1728B52AA6E4}">
                <adec:decorative xmlns:adec="http://schemas.microsoft.com/office/drawing/2017/decorative" val="1"/>
              </a:ext>
            </a:extLst>
          </p:cNvPr>
          <p:cNvCxnSpPr>
            <a:cxnSpLocks/>
          </p:cNvCxnSpPr>
          <p:nvPr/>
        </p:nvCxnSpPr>
        <p:spPr>
          <a:xfrm>
            <a:off x="648476" y="4199860"/>
            <a:ext cx="0" cy="1688081"/>
          </a:xfrm>
          <a:prstGeom prst="line">
            <a:avLst/>
          </a:prstGeom>
          <a:noFill/>
          <a:ln w="9525" cap="flat" cmpd="sng" algn="ctr">
            <a:solidFill>
              <a:prstClr val="black"/>
            </a:solidFill>
            <a:prstDash val="solid"/>
            <a:miter lim="800000"/>
            <a:tailEnd type="arrow"/>
          </a:ln>
          <a:effectLst/>
        </p:spPr>
      </p:cxnSp>
      <p:cxnSp>
        <p:nvCxnSpPr>
          <p:cNvPr id="71" name="Straight Connector 70">
            <a:extLst>
              <a:ext uri="{FF2B5EF4-FFF2-40B4-BE49-F238E27FC236}">
                <a16:creationId xmlns:a16="http://schemas.microsoft.com/office/drawing/2014/main" id="{D1D10BE3-9DEE-1402-6BFA-551A1DD73ABD}"/>
              </a:ext>
              <a:ext uri="{C183D7F6-B498-43B3-948B-1728B52AA6E4}">
                <adec:decorative xmlns:adec="http://schemas.microsoft.com/office/drawing/2017/decorative" val="1"/>
              </a:ext>
            </a:extLst>
          </p:cNvPr>
          <p:cNvCxnSpPr>
            <a:cxnSpLocks/>
          </p:cNvCxnSpPr>
          <p:nvPr/>
        </p:nvCxnSpPr>
        <p:spPr>
          <a:xfrm>
            <a:off x="4165665" y="4636286"/>
            <a:ext cx="1778905"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44A50AB-5894-1CB7-CE93-869FD81F307B}"/>
              </a:ext>
              <a:ext uri="{C183D7F6-B498-43B3-948B-1728B52AA6E4}">
                <adec:decorative xmlns:adec="http://schemas.microsoft.com/office/drawing/2017/decorative" val="1"/>
              </a:ext>
            </a:extLst>
          </p:cNvPr>
          <p:cNvCxnSpPr>
            <a:cxnSpLocks/>
          </p:cNvCxnSpPr>
          <p:nvPr/>
        </p:nvCxnSpPr>
        <p:spPr>
          <a:xfrm>
            <a:off x="6311338" y="4636286"/>
            <a:ext cx="184897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5DB608B-C7B3-67CA-8293-CCD3B228B265}"/>
              </a:ext>
              <a:ext uri="{C183D7F6-B498-43B3-948B-1728B52AA6E4}">
                <adec:decorative xmlns:adec="http://schemas.microsoft.com/office/drawing/2017/decorative" val="1"/>
              </a:ext>
            </a:extLst>
          </p:cNvPr>
          <p:cNvCxnSpPr>
            <a:cxnSpLocks/>
          </p:cNvCxnSpPr>
          <p:nvPr/>
        </p:nvCxnSpPr>
        <p:spPr>
          <a:xfrm>
            <a:off x="8542521" y="4636286"/>
            <a:ext cx="180919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D8D48754-CCE8-FCEE-B675-668CA26C8CD3}"/>
              </a:ext>
              <a:ext uri="{C183D7F6-B498-43B3-948B-1728B52AA6E4}">
                <adec:decorative xmlns:adec="http://schemas.microsoft.com/office/drawing/2017/decorative" val="1"/>
              </a:ext>
            </a:extLst>
          </p:cNvPr>
          <p:cNvGrpSpPr/>
          <p:nvPr/>
        </p:nvGrpSpPr>
        <p:grpSpPr>
          <a:xfrm>
            <a:off x="10926169" y="1752600"/>
            <a:ext cx="694331" cy="970273"/>
            <a:chOff x="10926169" y="2244741"/>
            <a:chExt cx="694331" cy="970273"/>
          </a:xfrm>
        </p:grpSpPr>
        <p:sp>
          <p:nvSpPr>
            <p:cNvPr id="141" name="object 2">
              <a:extLst>
                <a:ext uri="{FF2B5EF4-FFF2-40B4-BE49-F238E27FC236}">
                  <a16:creationId xmlns:a16="http://schemas.microsoft.com/office/drawing/2014/main" id="{5B56D54E-3A63-7288-3F83-3FAF88540F39}"/>
                </a:ext>
              </a:extLst>
            </p:cNvPr>
            <p:cNvSpPr txBox="1"/>
            <p:nvPr/>
          </p:nvSpPr>
          <p:spPr>
            <a:xfrm>
              <a:off x="11066797" y="2244741"/>
              <a:ext cx="553703" cy="970273"/>
            </a:xfrm>
            <a:prstGeom prst="rect">
              <a:avLst/>
            </a:prstGeom>
          </p:spPr>
          <p:txBody>
            <a:bodyPr vert="horz" wrap="square" lIns="0" tIns="7700" rIns="0" bIns="0" rtlCol="0">
              <a:noAutofit/>
            </a:bodyPr>
            <a:lstStyle/>
            <a:p>
              <a:pPr marR="3080">
                <a:spcBef>
                  <a:spcPts val="600"/>
                </a:spcBef>
              </a:pPr>
              <a:r>
                <a:rPr lang="en-US" sz="800">
                  <a:cs typeface="+mn-cs"/>
                </a:rPr>
                <a:t>Sales Executive </a:t>
              </a:r>
            </a:p>
            <a:p>
              <a:pPr marR="3080">
                <a:spcBef>
                  <a:spcPts val="600"/>
                </a:spcBef>
              </a:pPr>
              <a:r>
                <a:rPr lang="en-US" sz="800"/>
                <a:t>Account Leader</a:t>
              </a:r>
            </a:p>
            <a:p>
              <a:pPr marR="3080">
                <a:spcBef>
                  <a:spcPts val="600"/>
                </a:spcBef>
              </a:pPr>
              <a:r>
                <a:rPr lang="en-US" sz="800">
                  <a:cs typeface="+mn-cs"/>
                </a:rPr>
                <a:t>Capability Leader</a:t>
              </a:r>
            </a:p>
          </p:txBody>
        </p:sp>
        <p:sp>
          <p:nvSpPr>
            <p:cNvPr id="142" name="Oval 141">
              <a:extLst>
                <a:ext uri="{FF2B5EF4-FFF2-40B4-BE49-F238E27FC236}">
                  <a16:creationId xmlns:a16="http://schemas.microsoft.com/office/drawing/2014/main" id="{C4870736-2AC5-854F-42BE-2BF36E59FE61}"/>
                </a:ext>
              </a:extLst>
            </p:cNvPr>
            <p:cNvSpPr/>
            <p:nvPr/>
          </p:nvSpPr>
          <p:spPr>
            <a:xfrm>
              <a:off x="10926169" y="2266690"/>
              <a:ext cx="75078" cy="750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err="1">
                <a:solidFill>
                  <a:schemeClr val="accent2"/>
                </a:solidFill>
                <a:latin typeface="+mn-lt"/>
              </a:endParaRPr>
            </a:p>
          </p:txBody>
        </p:sp>
        <p:sp>
          <p:nvSpPr>
            <p:cNvPr id="143" name="Oval 142">
              <a:extLst>
                <a:ext uri="{FF2B5EF4-FFF2-40B4-BE49-F238E27FC236}">
                  <a16:creationId xmlns:a16="http://schemas.microsoft.com/office/drawing/2014/main" id="{60F87E80-F734-AEB1-F111-503867C549A5}"/>
                </a:ext>
              </a:extLst>
            </p:cNvPr>
            <p:cNvSpPr/>
            <p:nvPr/>
          </p:nvSpPr>
          <p:spPr>
            <a:xfrm>
              <a:off x="10926169" y="2585461"/>
              <a:ext cx="75078" cy="7507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err="1">
                <a:solidFill>
                  <a:schemeClr val="accent2"/>
                </a:solidFill>
                <a:latin typeface="+mn-lt"/>
              </a:endParaRPr>
            </a:p>
          </p:txBody>
        </p:sp>
        <p:sp>
          <p:nvSpPr>
            <p:cNvPr id="144" name="Oval 143">
              <a:extLst>
                <a:ext uri="{FF2B5EF4-FFF2-40B4-BE49-F238E27FC236}">
                  <a16:creationId xmlns:a16="http://schemas.microsoft.com/office/drawing/2014/main" id="{D9916623-978B-7B4E-FF23-233B1EB4FD7E}"/>
                </a:ext>
              </a:extLst>
            </p:cNvPr>
            <p:cNvSpPr/>
            <p:nvPr/>
          </p:nvSpPr>
          <p:spPr>
            <a:xfrm>
              <a:off x="10926169" y="2904232"/>
              <a:ext cx="75078" cy="75078"/>
            </a:xfrm>
            <a:prstGeom prst="ellipse">
              <a:avLst/>
            </a:prstGeom>
            <a:solidFill>
              <a:srgbClr val="CBEB0F"/>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err="1">
                <a:solidFill>
                  <a:schemeClr val="accent2"/>
                </a:solidFill>
                <a:latin typeface="+mn-lt"/>
              </a:endParaRPr>
            </a:p>
          </p:txBody>
        </p:sp>
      </p:grpSp>
      <p:grpSp>
        <p:nvGrpSpPr>
          <p:cNvPr id="67" name="Group 66">
            <a:extLst>
              <a:ext uri="{FF2B5EF4-FFF2-40B4-BE49-F238E27FC236}">
                <a16:creationId xmlns:a16="http://schemas.microsoft.com/office/drawing/2014/main" id="{48AB49EA-B16B-8F27-624F-CF47ED7A656C}"/>
              </a:ext>
              <a:ext uri="{C183D7F6-B498-43B3-948B-1728B52AA6E4}">
                <adec:decorative xmlns:adec="http://schemas.microsoft.com/office/drawing/2017/decorative" val="1"/>
              </a:ext>
            </a:extLst>
          </p:cNvPr>
          <p:cNvGrpSpPr/>
          <p:nvPr/>
        </p:nvGrpSpPr>
        <p:grpSpPr>
          <a:xfrm>
            <a:off x="5869492" y="4764098"/>
            <a:ext cx="75078" cy="409676"/>
            <a:chOff x="5906622" y="5256239"/>
            <a:chExt cx="75078" cy="409676"/>
          </a:xfrm>
        </p:grpSpPr>
        <p:sp>
          <p:nvSpPr>
            <p:cNvPr id="145" name="Oval 144">
              <a:extLst>
                <a:ext uri="{FF2B5EF4-FFF2-40B4-BE49-F238E27FC236}">
                  <a16:creationId xmlns:a16="http://schemas.microsoft.com/office/drawing/2014/main" id="{CA347BA1-4A01-CA16-935E-923589259B7E}"/>
                </a:ext>
              </a:extLst>
            </p:cNvPr>
            <p:cNvSpPr/>
            <p:nvPr/>
          </p:nvSpPr>
          <p:spPr>
            <a:xfrm>
              <a:off x="5906622" y="5256239"/>
              <a:ext cx="75078" cy="750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sp>
          <p:nvSpPr>
            <p:cNvPr id="146" name="Oval 145">
              <a:extLst>
                <a:ext uri="{FF2B5EF4-FFF2-40B4-BE49-F238E27FC236}">
                  <a16:creationId xmlns:a16="http://schemas.microsoft.com/office/drawing/2014/main" id="{42A34000-6034-7A77-B228-7F072AF9D1E0}"/>
                </a:ext>
              </a:extLst>
            </p:cNvPr>
            <p:cNvSpPr/>
            <p:nvPr/>
          </p:nvSpPr>
          <p:spPr>
            <a:xfrm>
              <a:off x="5906622" y="5423538"/>
              <a:ext cx="75078" cy="7507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sp>
          <p:nvSpPr>
            <p:cNvPr id="147" name="Oval 146">
              <a:extLst>
                <a:ext uri="{FF2B5EF4-FFF2-40B4-BE49-F238E27FC236}">
                  <a16:creationId xmlns:a16="http://schemas.microsoft.com/office/drawing/2014/main" id="{FF42CB99-40C2-9E6C-7D9F-0DC20FC1C4A0}"/>
                </a:ext>
              </a:extLst>
            </p:cNvPr>
            <p:cNvSpPr/>
            <p:nvPr/>
          </p:nvSpPr>
          <p:spPr>
            <a:xfrm>
              <a:off x="5906622" y="5590837"/>
              <a:ext cx="75078" cy="75078"/>
            </a:xfrm>
            <a:prstGeom prst="ellipse">
              <a:avLst/>
            </a:prstGeom>
            <a:solidFill>
              <a:srgbClr val="BDDD0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grpSp>
      <p:grpSp>
        <p:nvGrpSpPr>
          <p:cNvPr id="148" name="Group 147">
            <a:extLst>
              <a:ext uri="{FF2B5EF4-FFF2-40B4-BE49-F238E27FC236}">
                <a16:creationId xmlns:a16="http://schemas.microsoft.com/office/drawing/2014/main" id="{2325D247-7F52-7D61-0571-4319683DF26D}"/>
              </a:ext>
              <a:ext uri="{C183D7F6-B498-43B3-948B-1728B52AA6E4}">
                <adec:decorative xmlns:adec="http://schemas.microsoft.com/office/drawing/2017/decorative" val="1"/>
              </a:ext>
            </a:extLst>
          </p:cNvPr>
          <p:cNvGrpSpPr/>
          <p:nvPr/>
        </p:nvGrpSpPr>
        <p:grpSpPr>
          <a:xfrm>
            <a:off x="8085234" y="4764098"/>
            <a:ext cx="75078" cy="409676"/>
            <a:chOff x="5906622" y="5256239"/>
            <a:chExt cx="75078" cy="409676"/>
          </a:xfrm>
        </p:grpSpPr>
        <p:sp>
          <p:nvSpPr>
            <p:cNvPr id="149" name="Oval 148">
              <a:extLst>
                <a:ext uri="{FF2B5EF4-FFF2-40B4-BE49-F238E27FC236}">
                  <a16:creationId xmlns:a16="http://schemas.microsoft.com/office/drawing/2014/main" id="{0D449CD8-3F78-B63D-EB24-D0E3A2AF2BF0}"/>
                </a:ext>
              </a:extLst>
            </p:cNvPr>
            <p:cNvSpPr/>
            <p:nvPr/>
          </p:nvSpPr>
          <p:spPr>
            <a:xfrm>
              <a:off x="5906622" y="5256239"/>
              <a:ext cx="75078" cy="750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sp>
          <p:nvSpPr>
            <p:cNvPr id="150" name="Oval 149">
              <a:extLst>
                <a:ext uri="{FF2B5EF4-FFF2-40B4-BE49-F238E27FC236}">
                  <a16:creationId xmlns:a16="http://schemas.microsoft.com/office/drawing/2014/main" id="{F2E9CB97-F91E-D929-306F-2C7E93CD3B0A}"/>
                </a:ext>
              </a:extLst>
            </p:cNvPr>
            <p:cNvSpPr/>
            <p:nvPr/>
          </p:nvSpPr>
          <p:spPr>
            <a:xfrm>
              <a:off x="5906622" y="5423538"/>
              <a:ext cx="75078" cy="7507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sp>
          <p:nvSpPr>
            <p:cNvPr id="151" name="Oval 150">
              <a:extLst>
                <a:ext uri="{FF2B5EF4-FFF2-40B4-BE49-F238E27FC236}">
                  <a16:creationId xmlns:a16="http://schemas.microsoft.com/office/drawing/2014/main" id="{BEBFED38-BBA5-DB1E-257D-8C1BC8B66622}"/>
                </a:ext>
              </a:extLst>
            </p:cNvPr>
            <p:cNvSpPr/>
            <p:nvPr/>
          </p:nvSpPr>
          <p:spPr>
            <a:xfrm>
              <a:off x="5906622" y="5590837"/>
              <a:ext cx="75078" cy="75078"/>
            </a:xfrm>
            <a:prstGeom prst="ellipse">
              <a:avLst/>
            </a:prstGeom>
            <a:solidFill>
              <a:srgbClr val="BDDD0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grpSp>
      <p:grpSp>
        <p:nvGrpSpPr>
          <p:cNvPr id="152" name="Group 151">
            <a:extLst>
              <a:ext uri="{FF2B5EF4-FFF2-40B4-BE49-F238E27FC236}">
                <a16:creationId xmlns:a16="http://schemas.microsoft.com/office/drawing/2014/main" id="{DCE1C529-DD84-EE4F-2DA9-878B662154A3}"/>
              </a:ext>
              <a:ext uri="{C183D7F6-B498-43B3-948B-1728B52AA6E4}">
                <adec:decorative xmlns:adec="http://schemas.microsoft.com/office/drawing/2017/decorative" val="1"/>
              </a:ext>
            </a:extLst>
          </p:cNvPr>
          <p:cNvGrpSpPr/>
          <p:nvPr/>
        </p:nvGrpSpPr>
        <p:grpSpPr>
          <a:xfrm>
            <a:off x="10276637" y="4764098"/>
            <a:ext cx="75078" cy="409676"/>
            <a:chOff x="5906622" y="5256239"/>
            <a:chExt cx="75078" cy="409676"/>
          </a:xfrm>
        </p:grpSpPr>
        <p:sp>
          <p:nvSpPr>
            <p:cNvPr id="153" name="Oval 152">
              <a:extLst>
                <a:ext uri="{FF2B5EF4-FFF2-40B4-BE49-F238E27FC236}">
                  <a16:creationId xmlns:a16="http://schemas.microsoft.com/office/drawing/2014/main" id="{010CBA85-91CA-E410-7193-8C79DF356C66}"/>
                </a:ext>
              </a:extLst>
            </p:cNvPr>
            <p:cNvSpPr/>
            <p:nvPr/>
          </p:nvSpPr>
          <p:spPr>
            <a:xfrm>
              <a:off x="5906622" y="5256239"/>
              <a:ext cx="75078" cy="750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sp>
          <p:nvSpPr>
            <p:cNvPr id="154" name="Oval 153">
              <a:extLst>
                <a:ext uri="{FF2B5EF4-FFF2-40B4-BE49-F238E27FC236}">
                  <a16:creationId xmlns:a16="http://schemas.microsoft.com/office/drawing/2014/main" id="{7FDCFBDF-70D0-5DF3-519E-57B3543850EA}"/>
                </a:ext>
              </a:extLst>
            </p:cNvPr>
            <p:cNvSpPr/>
            <p:nvPr/>
          </p:nvSpPr>
          <p:spPr>
            <a:xfrm>
              <a:off x="5906622" y="5423538"/>
              <a:ext cx="75078" cy="7507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sp>
          <p:nvSpPr>
            <p:cNvPr id="155" name="Oval 154">
              <a:extLst>
                <a:ext uri="{FF2B5EF4-FFF2-40B4-BE49-F238E27FC236}">
                  <a16:creationId xmlns:a16="http://schemas.microsoft.com/office/drawing/2014/main" id="{2DA73F4B-9FB9-3C21-DE69-EC813DF3DFF8}"/>
                </a:ext>
              </a:extLst>
            </p:cNvPr>
            <p:cNvSpPr/>
            <p:nvPr/>
          </p:nvSpPr>
          <p:spPr>
            <a:xfrm>
              <a:off x="5906622" y="5590837"/>
              <a:ext cx="75078" cy="75078"/>
            </a:xfrm>
            <a:prstGeom prst="ellipse">
              <a:avLst/>
            </a:prstGeom>
            <a:solidFill>
              <a:srgbClr val="BDDD07"/>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b="1" err="1">
                <a:solidFill>
                  <a:schemeClr val="accent2"/>
                </a:solidFill>
                <a:latin typeface="+mn-lt"/>
              </a:endParaRPr>
            </a:p>
          </p:txBody>
        </p:sp>
      </p:grpSp>
      <p:sp>
        <p:nvSpPr>
          <p:cNvPr id="73" name="Left Bracket 72">
            <a:extLst>
              <a:ext uri="{FF2B5EF4-FFF2-40B4-BE49-F238E27FC236}">
                <a16:creationId xmlns:a16="http://schemas.microsoft.com/office/drawing/2014/main" id="{210295A1-9F84-A9E3-5EAF-D8FCAE68F86C}"/>
              </a:ext>
              <a:ext uri="{C183D7F6-B498-43B3-948B-1728B52AA6E4}">
                <adec:decorative xmlns:adec="http://schemas.microsoft.com/office/drawing/2017/decorative" val="1"/>
              </a:ext>
            </a:extLst>
          </p:cNvPr>
          <p:cNvSpPr/>
          <p:nvPr/>
        </p:nvSpPr>
        <p:spPr>
          <a:xfrm rot="16200000">
            <a:off x="6066829" y="4013376"/>
            <a:ext cx="137161" cy="4305314"/>
          </a:xfrm>
          <a:prstGeom prst="leftBracket">
            <a:avLst>
              <a:gd name="adj" fmla="val 0"/>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txBody>
          <a:bodyPr vert="vert" tIns="0" rIns="274320" rtlCol="0" anchor="ctr"/>
          <a:lstStyle/>
          <a:p>
            <a:pPr algn="ctr"/>
            <a:endParaRPr lang="en-US" sz="800" b="1"/>
          </a:p>
        </p:txBody>
      </p:sp>
      <p:sp>
        <p:nvSpPr>
          <p:cNvPr id="206" name="Left Bracket 205">
            <a:extLst>
              <a:ext uri="{FF2B5EF4-FFF2-40B4-BE49-F238E27FC236}">
                <a16:creationId xmlns:a16="http://schemas.microsoft.com/office/drawing/2014/main" id="{C1D54136-AC5F-A97E-91FD-00B2D5365392}"/>
              </a:ext>
              <a:ext uri="{C183D7F6-B498-43B3-948B-1728B52AA6E4}">
                <adec:decorative xmlns:adec="http://schemas.microsoft.com/office/drawing/2017/decorative" val="1"/>
              </a:ext>
            </a:extLst>
          </p:cNvPr>
          <p:cNvSpPr/>
          <p:nvPr/>
        </p:nvSpPr>
        <p:spPr>
          <a:xfrm rot="16200000">
            <a:off x="9376036" y="5116444"/>
            <a:ext cx="137161" cy="2099177"/>
          </a:xfrm>
          <a:prstGeom prst="leftBracket">
            <a:avLst>
              <a:gd name="adj" fmla="val 0"/>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txBody>
          <a:bodyPr vert="vert" tIns="0" rIns="274320" rtlCol="0" anchor="ctr"/>
          <a:lstStyle/>
          <a:p>
            <a:pPr algn="ctr"/>
            <a:endParaRPr lang="en-US" sz="800" b="1"/>
          </a:p>
        </p:txBody>
      </p:sp>
      <p:sp>
        <p:nvSpPr>
          <p:cNvPr id="207" name="TextBox 206">
            <a:extLst>
              <a:ext uri="{FF2B5EF4-FFF2-40B4-BE49-F238E27FC236}">
                <a16:creationId xmlns:a16="http://schemas.microsoft.com/office/drawing/2014/main" id="{E3C8B185-C423-916A-BA00-B835E85C49D3}"/>
              </a:ext>
            </a:extLst>
          </p:cNvPr>
          <p:cNvSpPr txBox="1"/>
          <p:nvPr/>
        </p:nvSpPr>
        <p:spPr>
          <a:xfrm>
            <a:off x="5407953" y="6164716"/>
            <a:ext cx="1454912" cy="123111"/>
          </a:xfrm>
          <a:prstGeom prst="rect">
            <a:avLst/>
          </a:prstGeom>
          <a:solidFill>
            <a:schemeClr val="bg1"/>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1E1E1E"/>
                </a:solidFill>
                <a:effectLst/>
                <a:uLnTx/>
                <a:uFillTx/>
                <a:ea typeface="+mn-ea"/>
                <a:cs typeface="+mn-cs"/>
              </a:rPr>
              <a:t>Market Focus: Lorem Ipsum</a:t>
            </a:r>
          </a:p>
        </p:txBody>
      </p:sp>
      <p:sp>
        <p:nvSpPr>
          <p:cNvPr id="208" name="TextBox 207">
            <a:extLst>
              <a:ext uri="{FF2B5EF4-FFF2-40B4-BE49-F238E27FC236}">
                <a16:creationId xmlns:a16="http://schemas.microsoft.com/office/drawing/2014/main" id="{1DFF96E3-90A2-65EE-F6BF-584741A16708}"/>
              </a:ext>
            </a:extLst>
          </p:cNvPr>
          <p:cNvSpPr txBox="1"/>
          <p:nvPr/>
        </p:nvSpPr>
        <p:spPr>
          <a:xfrm>
            <a:off x="8717160" y="6164716"/>
            <a:ext cx="1454912" cy="123111"/>
          </a:xfrm>
          <a:prstGeom prst="rect">
            <a:avLst/>
          </a:prstGeom>
          <a:solidFill>
            <a:schemeClr val="bg1"/>
          </a:solid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1E1E1E"/>
                </a:solidFill>
                <a:effectLst/>
                <a:uLnTx/>
                <a:uFillTx/>
                <a:ea typeface="+mn-ea"/>
                <a:cs typeface="+mn-cs"/>
              </a:rPr>
              <a:t>Market Focus: Lorem Ipsum</a:t>
            </a:r>
          </a:p>
        </p:txBody>
      </p:sp>
    </p:spTree>
    <p:extLst>
      <p:ext uri="{BB962C8B-B14F-4D97-AF65-F5344CB8AC3E}">
        <p14:creationId xmlns:p14="http://schemas.microsoft.com/office/powerpoint/2010/main" val="27503275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3FF128-5262-B056-27F6-490C7B81B543}"/>
              </a:ext>
            </a:extLst>
          </p:cNvPr>
          <p:cNvSpPr>
            <a:spLocks noGrp="1"/>
          </p:cNvSpPr>
          <p:nvPr>
            <p:ph type="title"/>
          </p:nvPr>
        </p:nvSpPr>
        <p:spPr/>
        <p:txBody>
          <a:bodyPr/>
          <a:lstStyle/>
          <a:p>
            <a:r>
              <a:rPr lang="en-US"/>
              <a:t>Key activities during first [x] weeks</a:t>
            </a:r>
          </a:p>
        </p:txBody>
      </p:sp>
      <p:sp>
        <p:nvSpPr>
          <p:cNvPr id="3" name="Footer Placeholder 2">
            <a:extLst>
              <a:ext uri="{FF2B5EF4-FFF2-40B4-BE49-F238E27FC236}">
                <a16:creationId xmlns:a16="http://schemas.microsoft.com/office/drawing/2014/main" id="{0642E4F2-B570-47E7-10D8-05A38D274B22}"/>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1378B62B-C422-BBB4-131E-06D9982BA03E}"/>
              </a:ext>
              <a:ext uri="{C183D7F6-B498-43B3-948B-1728B52AA6E4}">
                <adec:decorative xmlns:adec="http://schemas.microsoft.com/office/drawing/2017/decorative" val="1"/>
              </a:ext>
            </a:extLst>
          </p:cNvPr>
          <p:cNvSpPr>
            <a:spLocks noGrp="1"/>
          </p:cNvSpPr>
          <p:nvPr>
            <p:ph type="dt" sz="half" idx="11"/>
          </p:nvPr>
        </p:nvSpPr>
        <p:spPr/>
        <p:txBody>
          <a:bodyPr/>
          <a:lstStyle/>
          <a:p>
            <a:fld id="{EB3C4B34-BCE3-4227-8A82-53F6FAB46B86}" type="datetimeyyyy">
              <a:rPr lang="en-US" smtClean="0"/>
              <a:pPr/>
              <a:t>2025</a:t>
            </a:fld>
            <a:endParaRPr lang="en-US"/>
          </a:p>
        </p:txBody>
      </p:sp>
      <p:sp>
        <p:nvSpPr>
          <p:cNvPr id="4" name="Slide Number Placeholder 3">
            <a:extLst>
              <a:ext uri="{FF2B5EF4-FFF2-40B4-BE49-F238E27FC236}">
                <a16:creationId xmlns:a16="http://schemas.microsoft.com/office/drawing/2014/main" id="{1CA535BE-30CE-8628-23B1-33584DF12289}"/>
              </a:ext>
              <a:ext uri="{C183D7F6-B498-43B3-948B-1728B52AA6E4}">
                <adec:decorative xmlns:adec="http://schemas.microsoft.com/office/drawing/2017/decorative" val="1"/>
              </a:ext>
            </a:extLst>
          </p:cNvPr>
          <p:cNvSpPr>
            <a:spLocks noGrp="1"/>
          </p:cNvSpPr>
          <p:nvPr>
            <p:ph type="sldNum" sz="quarter" idx="12"/>
          </p:nvPr>
        </p:nvSpPr>
        <p:spPr/>
        <p:txBody>
          <a:bodyPr/>
          <a:lstStyle/>
          <a:p>
            <a:fld id="{D89D76C3-A5A9-4168-BE2E-6A3D1757D92E}" type="slidenum">
              <a:rPr lang="en-GB" smtClean="0"/>
              <a:pPr/>
              <a:t>97</a:t>
            </a:fld>
            <a:endParaRPr lang="en-GB"/>
          </a:p>
        </p:txBody>
      </p:sp>
      <p:graphicFrame>
        <p:nvGraphicFramePr>
          <p:cNvPr id="40" name="Table 39">
            <a:extLst>
              <a:ext uri="{FF2B5EF4-FFF2-40B4-BE49-F238E27FC236}">
                <a16:creationId xmlns:a16="http://schemas.microsoft.com/office/drawing/2014/main" id="{D250358C-2A28-46F1-42E0-53361563AD89}"/>
              </a:ext>
            </a:extLst>
          </p:cNvPr>
          <p:cNvGraphicFramePr>
            <a:graphicFrameLocks noGrp="1"/>
          </p:cNvGraphicFramePr>
          <p:nvPr/>
        </p:nvGraphicFramePr>
        <p:xfrm>
          <a:off x="583525" y="1266590"/>
          <a:ext cx="11048999" cy="5026106"/>
        </p:xfrm>
        <a:graphic>
          <a:graphicData uri="http://schemas.openxmlformats.org/drawingml/2006/table">
            <a:tbl>
              <a:tblPr firstRow="1" firstCol="1" bandRow="1">
                <a:tableStyleId>{85BE263C-DBD7-4A20-BB59-AAB30ACAA65A}</a:tableStyleId>
              </a:tblPr>
              <a:tblGrid>
                <a:gridCol w="328469">
                  <a:extLst>
                    <a:ext uri="{9D8B030D-6E8A-4147-A177-3AD203B41FA5}">
                      <a16:colId xmlns:a16="http://schemas.microsoft.com/office/drawing/2014/main" val="3090041428"/>
                    </a:ext>
                  </a:extLst>
                </a:gridCol>
                <a:gridCol w="2144106">
                  <a:extLst>
                    <a:ext uri="{9D8B030D-6E8A-4147-A177-3AD203B41FA5}">
                      <a16:colId xmlns:a16="http://schemas.microsoft.com/office/drawing/2014/main" val="967846087"/>
                    </a:ext>
                  </a:extLst>
                </a:gridCol>
                <a:gridCol w="2144106">
                  <a:extLst>
                    <a:ext uri="{9D8B030D-6E8A-4147-A177-3AD203B41FA5}">
                      <a16:colId xmlns:a16="http://schemas.microsoft.com/office/drawing/2014/main" val="1786238817"/>
                    </a:ext>
                  </a:extLst>
                </a:gridCol>
                <a:gridCol w="2144106">
                  <a:extLst>
                    <a:ext uri="{9D8B030D-6E8A-4147-A177-3AD203B41FA5}">
                      <a16:colId xmlns:a16="http://schemas.microsoft.com/office/drawing/2014/main" val="691241394"/>
                    </a:ext>
                  </a:extLst>
                </a:gridCol>
                <a:gridCol w="2144106">
                  <a:extLst>
                    <a:ext uri="{9D8B030D-6E8A-4147-A177-3AD203B41FA5}">
                      <a16:colId xmlns:a16="http://schemas.microsoft.com/office/drawing/2014/main" val="4139424836"/>
                    </a:ext>
                  </a:extLst>
                </a:gridCol>
                <a:gridCol w="2144106">
                  <a:extLst>
                    <a:ext uri="{9D8B030D-6E8A-4147-A177-3AD203B41FA5}">
                      <a16:colId xmlns:a16="http://schemas.microsoft.com/office/drawing/2014/main" val="2143042502"/>
                    </a:ext>
                  </a:extLst>
                </a:gridCol>
              </a:tblGrid>
              <a:tr h="299167">
                <a:tc>
                  <a:txBody>
                    <a:bodyPr/>
                    <a:lstStyle/>
                    <a:p>
                      <a:pPr algn="ctr"/>
                      <a:endParaRPr lang="en-US" sz="1200" b="1" kern="1200" cap="all" spc="150">
                        <a:solidFill>
                          <a:schemeClr val="bg1"/>
                        </a:solidFill>
                        <a:latin typeface="+mn-lt"/>
                        <a:ea typeface="+mn-ea"/>
                        <a:cs typeface="+mn-cs"/>
                      </a:endParaRPr>
                    </a:p>
                  </a:txBody>
                  <a:tcPr vert="vert270"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tc>
                  <a:txBody>
                    <a:bodyPr/>
                    <a:lstStyle/>
                    <a:p>
                      <a:pPr algn="ctr"/>
                      <a:r>
                        <a:rPr lang="en-US" sz="1200" b="1" kern="1200" cap="all" spc="150">
                          <a:solidFill>
                            <a:schemeClr val="bg1"/>
                          </a:solidFill>
                        </a:rPr>
                        <a:t>WEEK 0</a:t>
                      </a:r>
                      <a:endParaRPr lang="en-US" sz="1200" b="1" kern="1200" cap="all" spc="150">
                        <a:solidFill>
                          <a:schemeClr val="bg1"/>
                        </a:solidFill>
                        <a:latin typeface="+mn-lt"/>
                        <a:ea typeface="+mj-ea"/>
                        <a:cs typeface="+mj-cs"/>
                      </a:endParaRPr>
                    </a:p>
                  </a:txBody>
                  <a:tcPr marL="121807" marR="121807" marT="60904" marB="60904"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tc>
                  <a:txBody>
                    <a:bodyPr/>
                    <a:lstStyle/>
                    <a:p>
                      <a:pPr algn="ctr"/>
                      <a:r>
                        <a:rPr lang="en-US" sz="1200" b="1" kern="1200" cap="all" spc="150">
                          <a:solidFill>
                            <a:schemeClr val="bg1"/>
                          </a:solidFill>
                        </a:rPr>
                        <a:t>WEEK 1</a:t>
                      </a:r>
                      <a:endParaRPr lang="en-US" sz="1200" b="1" kern="1200" cap="all" spc="150">
                        <a:solidFill>
                          <a:schemeClr val="bg1"/>
                        </a:solidFill>
                        <a:latin typeface="+mn-lt"/>
                        <a:ea typeface="+mj-ea"/>
                        <a:cs typeface="+mj-cs"/>
                      </a:endParaRPr>
                    </a:p>
                  </a:txBody>
                  <a:tcPr marL="121807" marR="121807" marT="60904" marB="60904"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tc>
                  <a:txBody>
                    <a:bodyPr/>
                    <a:lstStyle/>
                    <a:p>
                      <a:pPr algn="ctr"/>
                      <a:r>
                        <a:rPr lang="en-US" sz="1200" b="1" kern="1200" cap="all" spc="150">
                          <a:solidFill>
                            <a:schemeClr val="bg1"/>
                          </a:solidFill>
                        </a:rPr>
                        <a:t>WEEK 2</a:t>
                      </a:r>
                      <a:endParaRPr lang="en-US" sz="1200" b="1" kern="1200" cap="all" spc="150">
                        <a:solidFill>
                          <a:schemeClr val="bg1"/>
                        </a:solidFill>
                        <a:latin typeface="+mn-lt"/>
                        <a:ea typeface="+mj-ea"/>
                        <a:cs typeface="+mj-cs"/>
                      </a:endParaRPr>
                    </a:p>
                  </a:txBody>
                  <a:tcPr marL="121807" marR="121807" marT="60904" marB="60904"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tc>
                  <a:txBody>
                    <a:bodyPr/>
                    <a:lstStyle/>
                    <a:p>
                      <a:pPr algn="ctr"/>
                      <a:r>
                        <a:rPr lang="en-US" sz="1200" b="1" kern="1200" cap="all" spc="150">
                          <a:solidFill>
                            <a:schemeClr val="bg1"/>
                          </a:solidFill>
                        </a:rPr>
                        <a:t>WEEK 3</a:t>
                      </a:r>
                      <a:endParaRPr lang="en-US" sz="1200" b="1" kern="1200" cap="all" spc="150">
                        <a:solidFill>
                          <a:schemeClr val="bg1"/>
                        </a:solidFill>
                        <a:latin typeface="+mn-lt"/>
                        <a:ea typeface="+mj-ea"/>
                        <a:cs typeface="+mj-cs"/>
                      </a:endParaRPr>
                    </a:p>
                  </a:txBody>
                  <a:tcPr marL="121807" marR="121807" marT="60904" marB="60904"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tc>
                  <a:txBody>
                    <a:bodyPr/>
                    <a:lstStyle/>
                    <a:p>
                      <a:pPr algn="ctr"/>
                      <a:r>
                        <a:rPr lang="en-US" sz="1200" b="1" kern="1200" cap="all" spc="150">
                          <a:solidFill>
                            <a:schemeClr val="bg1"/>
                          </a:solidFill>
                        </a:rPr>
                        <a:t>WEEK 4</a:t>
                      </a:r>
                      <a:endParaRPr lang="en-US" sz="1200" b="1" kern="1200" cap="all" spc="150">
                        <a:solidFill>
                          <a:schemeClr val="bg1"/>
                        </a:solidFill>
                        <a:latin typeface="+mn-lt"/>
                        <a:ea typeface="+mj-ea"/>
                        <a:cs typeface="+mj-cs"/>
                      </a:endParaRPr>
                    </a:p>
                  </a:txBody>
                  <a:tcPr marL="121807" marR="121807" marT="60904" marB="60904"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49135875"/>
                  </a:ext>
                </a:extLst>
              </a:tr>
              <a:tr h="359132">
                <a:tc rowSpan="3">
                  <a:txBody>
                    <a:bodyPr/>
                    <a:lstStyle/>
                    <a:p>
                      <a:pPr algn="ctr"/>
                      <a:r>
                        <a:rPr lang="en-US" sz="1200" b="1" kern="1200" cap="all" spc="150">
                          <a:solidFill>
                            <a:schemeClr val="bg1"/>
                          </a:solidFill>
                          <a:latin typeface="+mn-lt"/>
                          <a:ea typeface="+mn-ea"/>
                          <a:cs typeface="+mn-cs"/>
                        </a:rPr>
                        <a:t>Phase</a:t>
                      </a:r>
                    </a:p>
                  </a:txBody>
                  <a:tcPr vert="vert270"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tc>
                  <a:txBody>
                    <a:bodyPr/>
                    <a:lstStyle/>
                    <a:p>
                      <a:pPr marL="0" algn="l" defTabSz="914400" rtl="0" eaLnBrk="1" latinLnBrk="0" hangingPunct="1"/>
                      <a:r>
                        <a:rPr lang="en-US" sz="1200" b="1" kern="1200" cap="all" spc="150">
                          <a:solidFill>
                            <a:schemeClr val="tx1"/>
                          </a:solidFill>
                          <a:latin typeface="+mn-lt"/>
                          <a:ea typeface="+mn-ea"/>
                          <a:cs typeface="+mn-cs"/>
                        </a:rPr>
                        <a:t>Phase/Stage</a:t>
                      </a:r>
                    </a:p>
                  </a:txBody>
                  <a:tcPr marL="182880" marR="182880" marT="91440" marB="91440" anchor="ctr">
                    <a:lnL w="25400" cmpd="sng">
                      <a:noFill/>
                    </a:lnL>
                    <a:lnR>
                      <a:noFill/>
                    </a:lnR>
                    <a:lnT w="25400" cmpd="sng">
                      <a:noFill/>
                    </a:lnT>
                    <a:lnB>
                      <a:noFill/>
                    </a:lnB>
                    <a:lnTlToBr w="12700" cmpd="sng">
                      <a:noFill/>
                      <a:prstDash val="solid"/>
                    </a:lnTlToBr>
                    <a:lnBlToTr w="12700" cmpd="sng">
                      <a:noFill/>
                      <a:prstDash val="solid"/>
                    </a:lnBlToTr>
                    <a:solidFill>
                      <a:schemeClr val="accent3"/>
                    </a:solid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05369975"/>
                  </a:ext>
                </a:extLst>
              </a:tr>
              <a:tr h="359132">
                <a:tc vMerge="1">
                  <a:txBody>
                    <a:bodyPr/>
                    <a:lstStyle/>
                    <a:p>
                      <a:endParaRPr lang="en-US"/>
                    </a:p>
                  </a:txBody>
                  <a:tcPr/>
                </a:tc>
                <a:tc>
                  <a:txBody>
                    <a:bodyPr/>
                    <a:lstStyle/>
                    <a:p>
                      <a:pPr algn="l"/>
                      <a:endParaRPr lang="en-US" sz="900" b="0" i="0" spc="0" baseline="0">
                        <a:solidFill>
                          <a:schemeClr val="tx1"/>
                        </a:solidFill>
                        <a:latin typeface="+mn-lt"/>
                      </a:endParaRPr>
                    </a:p>
                  </a:txBody>
                  <a:tcPr marL="182880" marR="182880" marT="91440" marB="91440" anchor="ctr">
                    <a:lnL w="25400" cmpd="sng">
                      <a:noFill/>
                    </a:lnL>
                    <a:lnR>
                      <a:noFill/>
                    </a:lnR>
                    <a:lnT w="25400" cmpd="sng">
                      <a:noFill/>
                    </a:lnT>
                    <a:lnB>
                      <a:noFill/>
                    </a:lnB>
                    <a:lnTlToBr w="12700" cmpd="sng">
                      <a:noFill/>
                      <a:prstDash val="solid"/>
                    </a:lnTlToBr>
                    <a:lnBlToTr w="12700" cmpd="sng">
                      <a:noFill/>
                      <a:prstDash val="solid"/>
                    </a:lnBlToTr>
                    <a:noFill/>
                  </a:tcPr>
                </a:tc>
                <a:tc>
                  <a:txBody>
                    <a:bodyPr/>
                    <a:lstStyle/>
                    <a:p>
                      <a:pPr marL="0" algn="l" defTabSz="914400" rtl="0" eaLnBrk="1" latinLnBrk="0" hangingPunct="1"/>
                      <a:r>
                        <a:rPr lang="en-US" sz="1200" b="1" kern="1200" cap="all" spc="150">
                          <a:solidFill>
                            <a:schemeClr val="tx1"/>
                          </a:solidFill>
                          <a:latin typeface="+mn-lt"/>
                          <a:ea typeface="+mn-ea"/>
                          <a:cs typeface="+mn-cs"/>
                        </a:rPr>
                        <a:t>Phase/Stage</a:t>
                      </a: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solidFill>
                      <a:schemeClr val="accent4"/>
                    </a:solid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solidFill>
                      <a:schemeClr val="accent4"/>
                    </a:solid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812842359"/>
                  </a:ext>
                </a:extLst>
              </a:tr>
              <a:tr h="359132">
                <a:tc vMerge="1">
                  <a:txBody>
                    <a:bodyPr/>
                    <a:lstStyle/>
                    <a:p>
                      <a:endParaRPr lang="en-US"/>
                    </a:p>
                  </a:txBody>
                  <a:tcPr/>
                </a:tc>
                <a:tc>
                  <a:txBody>
                    <a:bodyPr/>
                    <a:lstStyle/>
                    <a:p>
                      <a:pPr algn="l"/>
                      <a:endParaRPr lang="en-US" sz="900" b="0" i="0" spc="0" baseline="0">
                        <a:solidFill>
                          <a:schemeClr val="tx1"/>
                        </a:solidFill>
                        <a:latin typeface="+mn-lt"/>
                      </a:endParaRPr>
                    </a:p>
                  </a:txBody>
                  <a:tcPr marL="182880" marR="182880" marT="91440" marB="91440" anchor="ctr">
                    <a:lnL w="25400" cmpd="sng">
                      <a:noFill/>
                    </a:lnL>
                    <a:lnR>
                      <a:noFill/>
                    </a:lnR>
                    <a:lnT w="25400" cmpd="sng">
                      <a:noFill/>
                    </a:lnT>
                    <a:lnB>
                      <a:noFill/>
                    </a:lnB>
                    <a:lnTlToBr w="12700" cmpd="sng">
                      <a:noFill/>
                      <a:prstDash val="solid"/>
                    </a:lnTlToBr>
                    <a:lnBlToTr w="12700" cmpd="sng">
                      <a:noFill/>
                      <a:prstDash val="solid"/>
                    </a:lnBlToTr>
                    <a:no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no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noFill/>
                  </a:tcPr>
                </a:tc>
                <a:tc>
                  <a:txBody>
                    <a:bodyPr/>
                    <a:lstStyle/>
                    <a:p>
                      <a:pPr marL="0" algn="l" defTabSz="914400" rtl="0" eaLnBrk="1" latinLnBrk="0" hangingPunct="1"/>
                      <a:r>
                        <a:rPr lang="en-US" sz="1200" b="1" kern="1200" cap="all" spc="150">
                          <a:solidFill>
                            <a:schemeClr val="tx1"/>
                          </a:solidFill>
                          <a:latin typeface="+mn-lt"/>
                          <a:ea typeface="+mn-ea"/>
                          <a:cs typeface="+mn-cs"/>
                        </a:rPr>
                        <a:t>Phase/Stage</a:t>
                      </a: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solidFill>
                      <a:schemeClr val="accent5"/>
                    </a:solidFill>
                  </a:tcPr>
                </a:tc>
                <a:tc>
                  <a:txBody>
                    <a:bodyPr/>
                    <a:lstStyle/>
                    <a:p>
                      <a:pPr algn="l"/>
                      <a:endParaRPr lang="en-US" sz="900" b="0" i="0" spc="0" baseline="0">
                        <a:solidFill>
                          <a:schemeClr val="tx1"/>
                        </a:solidFill>
                        <a:latin typeface="+mn-lt"/>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965409174"/>
                  </a:ext>
                </a:extLst>
              </a:tr>
              <a:tr h="1079692">
                <a:tc>
                  <a:txBody>
                    <a:bodyPr/>
                    <a:lstStyle/>
                    <a:p>
                      <a:pPr algn="ctr"/>
                      <a:r>
                        <a:rPr lang="en-US" sz="1200" b="1" kern="1200" cap="all" spc="150">
                          <a:solidFill>
                            <a:schemeClr val="bg1"/>
                          </a:solidFill>
                        </a:rPr>
                        <a:t>ACTIVITES</a:t>
                      </a:r>
                      <a:endParaRPr lang="en-US" sz="1200" b="1" kern="1200" cap="all" spc="150">
                        <a:solidFill>
                          <a:schemeClr val="bg1"/>
                        </a:solidFill>
                        <a:latin typeface="+mn-lt"/>
                        <a:ea typeface="+mj-ea"/>
                        <a:cs typeface="+mj-cs"/>
                      </a:endParaRPr>
                    </a:p>
                  </a:txBody>
                  <a:tcPr marL="121807" marR="121807" marT="60904" marB="60904" vert="vert270" anchor="ctr">
                    <a:lnL>
                      <a:noFill/>
                    </a:lnL>
                    <a:lnR>
                      <a:noFill/>
                    </a:lnR>
                    <a:lnT w="25400" cmpd="sng">
                      <a:noFill/>
                    </a:lnT>
                    <a:lnB>
                      <a:noFill/>
                    </a:lnB>
                    <a:lnTlToBr w="12700" cmpd="sng">
                      <a:noFill/>
                      <a:prstDash val="solid"/>
                    </a:lnTlToBr>
                    <a:lnBlToTr w="12700" cmpd="sng">
                      <a:noFill/>
                      <a:prstDash val="solid"/>
                    </a:lnBlToTr>
                    <a:solidFill>
                      <a:schemeClr val="accent1"/>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rPr>
                        <a:t>List out key activities for this role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rPr>
                        <a:t>List out key activities for this role during this phase and week</a:t>
                      </a:r>
                      <a:endParaRPr lang="en-US" sz="1000" b="0" i="0" kern="1200">
                        <a:solidFill>
                          <a:schemeClr val="tx1"/>
                        </a:solidFill>
                        <a:latin typeface="+mn-lt"/>
                        <a:ea typeface="+mn-ea"/>
                        <a:cs typeface="+mn-cs"/>
                      </a:endParaRPr>
                    </a:p>
                  </a:txBody>
                  <a:tcPr marT="182880" marB="91440">
                    <a:lnL>
                      <a:noFill/>
                    </a:lnL>
                    <a:lnR>
                      <a:noFill/>
                    </a:lnR>
                    <a:lnT>
                      <a:noFill/>
                    </a:lnT>
                    <a:lnB>
                      <a:noFill/>
                    </a:lnB>
                    <a:lnTlToBr w="12700" cmpd="sng">
                      <a:noFill/>
                      <a:prstDash val="solid"/>
                    </a:lnTlToBr>
                    <a:lnBlToTr w="12700" cmpd="sng">
                      <a:noFill/>
                      <a:prstDash val="solid"/>
                    </a:lnBlToTr>
                    <a:solidFill>
                      <a:schemeClr val="tx2">
                        <a:alpha val="20000"/>
                      </a:schemeClr>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activities for this role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activities for this role during this phase and week</a:t>
                      </a:r>
                    </a:p>
                  </a:txBody>
                  <a:tcPr marT="182880" marB="91440">
                    <a:lnL>
                      <a:noFill/>
                    </a:lnL>
                    <a:lnR>
                      <a:noFill/>
                    </a:lnR>
                    <a:lnT>
                      <a:noFill/>
                    </a:lnT>
                    <a:lnB>
                      <a:noFill/>
                    </a:lnB>
                    <a:lnTlToBr w="12700" cmpd="sng">
                      <a:noFill/>
                      <a:prstDash val="solid"/>
                    </a:lnTlToBr>
                    <a:lnBlToTr w="12700" cmpd="sng">
                      <a:noFill/>
                      <a:prstDash val="solid"/>
                    </a:lnBlToTr>
                    <a:solidFill>
                      <a:schemeClr val="tx2">
                        <a:alpha val="20000"/>
                      </a:schemeClr>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activities for this role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activities for this role during this phase and week</a:t>
                      </a:r>
                    </a:p>
                  </a:txBody>
                  <a:tcPr marT="182880" marB="91440">
                    <a:lnL>
                      <a:noFill/>
                    </a:lnL>
                    <a:lnR>
                      <a:noFill/>
                    </a:lnR>
                    <a:lnT>
                      <a:noFill/>
                    </a:lnT>
                    <a:lnB>
                      <a:noFill/>
                    </a:lnB>
                    <a:lnTlToBr w="12700" cmpd="sng">
                      <a:noFill/>
                      <a:prstDash val="solid"/>
                    </a:lnTlToBr>
                    <a:lnBlToTr w="12700" cmpd="sng">
                      <a:noFill/>
                      <a:prstDash val="solid"/>
                    </a:lnBlToTr>
                    <a:solidFill>
                      <a:schemeClr val="tx2">
                        <a:alpha val="20000"/>
                      </a:schemeClr>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activities for this role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activities for this role during this phase and week</a:t>
                      </a:r>
                    </a:p>
                  </a:txBody>
                  <a:tcPr marT="182880" marB="91440">
                    <a:lnL>
                      <a:noFill/>
                    </a:lnL>
                    <a:lnR>
                      <a:noFill/>
                    </a:lnR>
                    <a:lnT>
                      <a:noFill/>
                    </a:lnT>
                    <a:lnB>
                      <a:noFill/>
                    </a:lnB>
                    <a:lnTlToBr w="12700" cmpd="sng">
                      <a:noFill/>
                      <a:prstDash val="solid"/>
                    </a:lnTlToBr>
                    <a:lnBlToTr w="12700" cmpd="sng">
                      <a:noFill/>
                      <a:prstDash val="solid"/>
                    </a:lnBlToTr>
                    <a:solidFill>
                      <a:schemeClr val="tx2">
                        <a:alpha val="20000"/>
                      </a:schemeClr>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activities for this role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activities for this role during this phase and week</a:t>
                      </a:r>
                    </a:p>
                  </a:txBody>
                  <a:tcPr marT="182880" marB="91440">
                    <a:lnL>
                      <a:noFill/>
                    </a:lnL>
                    <a:lnR>
                      <a:noFill/>
                    </a:lnR>
                    <a:lnT>
                      <a:noFill/>
                    </a:lnT>
                    <a:lnB>
                      <a:noFill/>
                    </a:lnB>
                    <a:lnTlToBr w="12700" cmpd="sng">
                      <a:noFill/>
                      <a:prstDash val="solid"/>
                    </a:lnTlToBr>
                    <a:lnBlToTr w="12700" cmpd="sng">
                      <a:noFill/>
                      <a:prstDash val="solid"/>
                    </a:lnBlToTr>
                    <a:solidFill>
                      <a:schemeClr val="tx2">
                        <a:alpha val="20000"/>
                      </a:schemeClr>
                    </a:solidFill>
                  </a:tcPr>
                </a:tc>
                <a:extLst>
                  <a:ext uri="{0D108BD9-81ED-4DB2-BD59-A6C34878D82A}">
                    <a16:rowId xmlns:a16="http://schemas.microsoft.com/office/drawing/2014/main" val="3141700329"/>
                  </a:ext>
                </a:extLst>
              </a:tr>
              <a:tr h="1166868">
                <a:tc>
                  <a:txBody>
                    <a:bodyPr/>
                    <a:lstStyle/>
                    <a:p>
                      <a:pPr algn="ctr"/>
                      <a:r>
                        <a:rPr lang="en-US" sz="1200" b="1" kern="1200" cap="all" spc="150">
                          <a:solidFill>
                            <a:schemeClr val="bg1"/>
                          </a:solidFill>
                        </a:rPr>
                        <a:t> ROLE</a:t>
                      </a:r>
                      <a:endParaRPr lang="en-US" sz="1200" b="1" kern="1200" cap="all" spc="150">
                        <a:solidFill>
                          <a:schemeClr val="bg1"/>
                        </a:solidFill>
                        <a:latin typeface="+mn-lt"/>
                        <a:ea typeface="+mj-ea"/>
                        <a:cs typeface="+mj-cs"/>
                      </a:endParaRPr>
                    </a:p>
                  </a:txBody>
                  <a:tcPr marL="121807" marR="121807" marT="60904" marB="60904" vert="vert27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endParaRPr lang="en-US" sz="1000" b="0" i="0" kern="1200">
                        <a:solidFill>
                          <a:schemeClr val="tx1"/>
                        </a:solidFill>
                        <a:latin typeface="+mn-lt"/>
                        <a:ea typeface="+mn-ea"/>
                        <a:cs typeface="+mn-cs"/>
                      </a:endParaRPr>
                    </a:p>
                  </a:txBody>
                  <a:tcPr marT="182880" marB="91440">
                    <a:lnL>
                      <a:noFill/>
                    </a:lnL>
                    <a:lnR>
                      <a:noFill/>
                    </a:lnR>
                    <a:lnT>
                      <a:noFill/>
                    </a:lnT>
                    <a:lnB>
                      <a:noFill/>
                    </a:lnB>
                    <a:lnTlToBr w="12700" cmpd="sng">
                      <a:noFill/>
                      <a:prstDash val="solid"/>
                    </a:lnTlToBr>
                    <a:lnBlToTr w="12700" cmpd="sng">
                      <a:noFill/>
                      <a:prstDash val="solid"/>
                    </a:lnBlToTr>
                    <a:no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a:t>
                      </a:r>
                    </a:p>
                  </a:txBody>
                  <a:tcPr marT="182880" marB="91440">
                    <a:lnL>
                      <a:noFill/>
                    </a:lnL>
                    <a:lnR>
                      <a:noFill/>
                    </a:lnR>
                    <a:lnT>
                      <a:noFill/>
                    </a:lnT>
                    <a:lnB>
                      <a:noFill/>
                    </a:lnB>
                    <a:lnTlToBr w="12700" cmpd="sng">
                      <a:noFill/>
                      <a:prstDash val="solid"/>
                    </a:lnTlToBr>
                    <a:lnBlToTr w="12700" cmpd="sng">
                      <a:noFill/>
                      <a:prstDash val="solid"/>
                    </a:lnBlToTr>
                    <a:no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a:t>
                      </a:r>
                    </a:p>
                  </a:txBody>
                  <a:tcPr marT="182880" marB="91440">
                    <a:lnL>
                      <a:noFill/>
                    </a:lnL>
                    <a:lnR>
                      <a:noFill/>
                    </a:lnR>
                    <a:lnT>
                      <a:noFill/>
                    </a:lnT>
                    <a:lnB>
                      <a:noFill/>
                    </a:lnB>
                    <a:lnTlToBr w="12700" cmpd="sng">
                      <a:noFill/>
                      <a:prstDash val="solid"/>
                    </a:lnTlToBr>
                    <a:lnBlToTr w="12700" cmpd="sng">
                      <a:noFill/>
                      <a:prstDash val="solid"/>
                    </a:lnBlToTr>
                    <a:no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a:t>
                      </a:r>
                    </a:p>
                  </a:txBody>
                  <a:tcPr marT="182880" marB="91440">
                    <a:lnL>
                      <a:noFill/>
                    </a:lnL>
                    <a:lnR>
                      <a:noFill/>
                    </a:lnR>
                    <a:lnT>
                      <a:noFill/>
                    </a:lnT>
                    <a:lnB>
                      <a:noFill/>
                    </a:lnB>
                    <a:lnTlToBr w="12700" cmpd="sng">
                      <a:noFill/>
                      <a:prstDash val="solid"/>
                    </a:lnTlToBr>
                    <a:lnBlToTr w="12700" cmpd="sng">
                      <a:noFill/>
                      <a:prstDash val="solid"/>
                    </a:lnBlToTr>
                    <a:no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the roles</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endParaRPr lang="en-US" sz="1000" b="0" i="0" kern="1200">
                        <a:solidFill>
                          <a:schemeClr val="tx1"/>
                        </a:solidFill>
                        <a:latin typeface="+mn-lt"/>
                        <a:ea typeface="+mn-ea"/>
                        <a:cs typeface="+mn-cs"/>
                      </a:endParaRPr>
                    </a:p>
                  </a:txBody>
                  <a:tcPr marT="182880" marB="9144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736725205"/>
                  </a:ext>
                </a:extLst>
              </a:tr>
              <a:tr h="13314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cap="all" spc="150">
                          <a:solidFill>
                            <a:schemeClr val="bg1"/>
                          </a:solidFill>
                        </a:rPr>
                        <a:t>OUTPUTS</a:t>
                      </a:r>
                      <a:endParaRPr lang="en-US" sz="1200" b="1" kern="1200" cap="all" spc="150">
                        <a:solidFill>
                          <a:schemeClr val="bg1"/>
                        </a:solidFill>
                        <a:latin typeface="+mn-lt"/>
                        <a:ea typeface="+mj-ea"/>
                        <a:cs typeface="+mj-cs"/>
                      </a:endParaRPr>
                    </a:p>
                  </a:txBody>
                  <a:tcPr marL="121807" marR="121807" marT="60904" marB="60904" vert="vert270" anchor="ctr">
                    <a:lnL>
                      <a:noFill/>
                    </a:lnL>
                    <a:lnR>
                      <a:noFill/>
                    </a:lnR>
                    <a:lnT>
                      <a:noFill/>
                    </a:lnT>
                    <a:lnB w="25400" cmpd="sng">
                      <a:noFill/>
                    </a:lnB>
                    <a:lnTlToBr w="12700" cmpd="sng">
                      <a:noFill/>
                      <a:prstDash val="solid"/>
                    </a:lnTlToBr>
                    <a:lnBlToTr w="12700" cmpd="sng">
                      <a:noFill/>
                      <a:prstDash val="solid"/>
                    </a:lnBlToTr>
                    <a:solidFill>
                      <a:schemeClr val="accent1"/>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txBody>
                  <a:tcPr marT="182880" marB="91440">
                    <a:lnL>
                      <a:noFill/>
                    </a:lnL>
                    <a:lnR>
                      <a:noFill/>
                    </a:lnR>
                    <a:lnT>
                      <a:noFill/>
                    </a:lnT>
                    <a:lnB w="25400" cmpd="sng">
                      <a:noFill/>
                    </a:lnB>
                    <a:lnTlToBr w="12700" cmpd="sng">
                      <a:noFill/>
                      <a:prstDash val="solid"/>
                    </a:lnTlToBr>
                    <a:lnBlToTr w="12700" cmpd="sng">
                      <a:noFill/>
                      <a:prstDash val="solid"/>
                    </a:lnBlToTr>
                    <a:solidFill>
                      <a:schemeClr val="tx2">
                        <a:alpha val="20000"/>
                      </a:schemeClr>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endParaRPr lang="en-US" sz="1000" b="0" i="0" kern="1200">
                        <a:solidFill>
                          <a:schemeClr val="tx1"/>
                        </a:solidFill>
                        <a:latin typeface="+mn-lt"/>
                        <a:ea typeface="+mn-ea"/>
                        <a:cs typeface="+mn-cs"/>
                      </a:endParaRPr>
                    </a:p>
                  </a:txBody>
                  <a:tcPr marT="182880" marB="91440">
                    <a:lnL>
                      <a:noFill/>
                    </a:lnL>
                    <a:lnR>
                      <a:noFill/>
                    </a:lnR>
                    <a:lnT>
                      <a:noFill/>
                    </a:lnT>
                    <a:lnB w="25400" cmpd="sng">
                      <a:noFill/>
                    </a:lnB>
                    <a:lnTlToBr w="12700" cmpd="sng">
                      <a:noFill/>
                      <a:prstDash val="solid"/>
                    </a:lnTlToBr>
                    <a:lnBlToTr w="12700" cmpd="sng">
                      <a:noFill/>
                      <a:prstDash val="solid"/>
                    </a:lnBlToTr>
                    <a:solidFill>
                      <a:schemeClr val="tx2">
                        <a:alpha val="20000"/>
                      </a:schemeClr>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endParaRPr lang="en-US" sz="1000" b="0" i="0" kern="1200">
                        <a:solidFill>
                          <a:schemeClr val="tx1"/>
                        </a:solidFill>
                        <a:latin typeface="+mn-lt"/>
                        <a:ea typeface="+mn-ea"/>
                        <a:cs typeface="+mn-cs"/>
                      </a:endParaRPr>
                    </a:p>
                  </a:txBody>
                  <a:tcPr marT="182880" marB="91440">
                    <a:lnL>
                      <a:noFill/>
                    </a:lnL>
                    <a:lnR>
                      <a:noFill/>
                    </a:lnR>
                    <a:lnT>
                      <a:noFill/>
                    </a:lnT>
                    <a:lnB w="25400" cmpd="sng">
                      <a:noFill/>
                    </a:lnB>
                    <a:lnTlToBr w="12700" cmpd="sng">
                      <a:noFill/>
                      <a:prstDash val="solid"/>
                    </a:lnTlToBr>
                    <a:lnBlToTr w="12700" cmpd="sng">
                      <a:noFill/>
                      <a:prstDash val="solid"/>
                    </a:lnBlToTr>
                    <a:solidFill>
                      <a:schemeClr val="tx2">
                        <a:alpha val="20000"/>
                      </a:schemeClr>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endParaRPr lang="en-US" sz="1000" b="0" i="0" kern="1200">
                        <a:solidFill>
                          <a:schemeClr val="tx1"/>
                        </a:solidFill>
                        <a:latin typeface="+mn-lt"/>
                        <a:ea typeface="+mn-ea"/>
                        <a:cs typeface="+mn-cs"/>
                      </a:endParaRPr>
                    </a:p>
                  </a:txBody>
                  <a:tcPr marT="182880" marB="91440">
                    <a:lnL>
                      <a:noFill/>
                    </a:lnL>
                    <a:lnR>
                      <a:noFill/>
                    </a:lnR>
                    <a:lnT>
                      <a:noFill/>
                    </a:lnT>
                    <a:lnB w="25400" cmpd="sng">
                      <a:noFill/>
                    </a:lnB>
                    <a:lnTlToBr w="12700" cmpd="sng">
                      <a:noFill/>
                      <a:prstDash val="solid"/>
                    </a:lnTlToBr>
                    <a:lnBlToTr w="12700" cmpd="sng">
                      <a:noFill/>
                      <a:prstDash val="solid"/>
                    </a:lnBlToTr>
                    <a:solidFill>
                      <a:schemeClr val="tx2">
                        <a:alpha val="20000"/>
                      </a:schemeClr>
                    </a:solidFill>
                  </a:tcPr>
                </a:tc>
                <a:tc>
                  <a:txBody>
                    <a:bodyPr/>
                    <a:lstStyle/>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r>
                        <a:rPr lang="en-US" sz="1000" b="0" kern="1200">
                          <a:solidFill>
                            <a:schemeClr val="tx1"/>
                          </a:solidFill>
                          <a:latin typeface="+mn-lt"/>
                          <a:ea typeface="+mn-ea"/>
                          <a:cs typeface="+mn-cs"/>
                        </a:rPr>
                        <a:t>List out key outputs  during this phase and week</a:t>
                      </a:r>
                    </a:p>
                    <a:p>
                      <a:pPr marL="95250" marR="0" lvl="0" indent="-95250" algn="l" defTabSz="914400" rtl="0" eaLnBrk="1" fontAlgn="auto" latinLnBrk="0" hangingPunct="1">
                        <a:lnSpc>
                          <a:spcPct val="110000"/>
                        </a:lnSpc>
                        <a:spcBef>
                          <a:spcPts val="0"/>
                        </a:spcBef>
                        <a:spcAft>
                          <a:spcPts val="1000"/>
                        </a:spcAft>
                        <a:buClrTx/>
                        <a:buSzTx/>
                        <a:buFont typeface="Avenir Next LT Pro" panose="020B0504020202020204" pitchFamily="34" charset="0"/>
                        <a:buChar char="•"/>
                        <a:tabLst/>
                        <a:defRPr/>
                      </a:pPr>
                      <a:endParaRPr lang="en-US" sz="1000" b="0" i="0" kern="1200">
                        <a:solidFill>
                          <a:schemeClr val="tx1"/>
                        </a:solidFill>
                        <a:latin typeface="+mn-lt"/>
                        <a:ea typeface="+mn-ea"/>
                        <a:cs typeface="+mn-cs"/>
                      </a:endParaRPr>
                    </a:p>
                  </a:txBody>
                  <a:tcPr marT="182880" marB="91440">
                    <a:lnL>
                      <a:noFill/>
                    </a:lnL>
                    <a:lnR>
                      <a:noFill/>
                    </a:lnR>
                    <a:lnT>
                      <a:noFill/>
                    </a:lnT>
                    <a:lnB w="25400" cmpd="sng">
                      <a:noFill/>
                    </a:lnB>
                    <a:lnTlToBr w="12700" cmpd="sng">
                      <a:noFill/>
                      <a:prstDash val="solid"/>
                    </a:lnTlToBr>
                    <a:lnBlToTr w="12700" cmpd="sng">
                      <a:noFill/>
                      <a:prstDash val="solid"/>
                    </a:lnBlToTr>
                    <a:solidFill>
                      <a:schemeClr val="tx2">
                        <a:alpha val="20000"/>
                      </a:schemeClr>
                    </a:solidFill>
                  </a:tcPr>
                </a:tc>
                <a:extLst>
                  <a:ext uri="{0D108BD9-81ED-4DB2-BD59-A6C34878D82A}">
                    <a16:rowId xmlns:a16="http://schemas.microsoft.com/office/drawing/2014/main" val="3873201135"/>
                  </a:ext>
                </a:extLst>
              </a:tr>
            </a:tbl>
          </a:graphicData>
        </a:graphic>
      </p:graphicFrame>
    </p:spTree>
    <p:extLst>
      <p:ext uri="{BB962C8B-B14F-4D97-AF65-F5344CB8AC3E}">
        <p14:creationId xmlns:p14="http://schemas.microsoft.com/office/powerpoint/2010/main" val="32801790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3FF128-5262-B056-27F6-490C7B81B543}"/>
              </a:ext>
            </a:extLst>
          </p:cNvPr>
          <p:cNvSpPr>
            <a:spLocks noGrp="1"/>
          </p:cNvSpPr>
          <p:nvPr>
            <p:ph type="title"/>
          </p:nvPr>
        </p:nvSpPr>
        <p:spPr/>
        <p:txBody>
          <a:bodyPr/>
          <a:lstStyle/>
          <a:p>
            <a:r>
              <a:rPr lang="en-US"/>
              <a:t>Timeline slide 1</a:t>
            </a:r>
          </a:p>
        </p:txBody>
      </p:sp>
      <p:graphicFrame>
        <p:nvGraphicFramePr>
          <p:cNvPr id="17" name="Table 16">
            <a:extLst>
              <a:ext uri="{FF2B5EF4-FFF2-40B4-BE49-F238E27FC236}">
                <a16:creationId xmlns:a16="http://schemas.microsoft.com/office/drawing/2014/main" id="{503F9EE0-8D7D-7098-700C-373AB13413B8}"/>
              </a:ext>
            </a:extLst>
          </p:cNvPr>
          <p:cNvGraphicFramePr>
            <a:graphicFrameLocks noGrp="1"/>
          </p:cNvGraphicFramePr>
          <p:nvPr>
            <p:extLst>
              <p:ext uri="{D42A27DB-BD31-4B8C-83A1-F6EECF244321}">
                <p14:modId xmlns:p14="http://schemas.microsoft.com/office/powerpoint/2010/main" val="2019425161"/>
              </p:ext>
            </p:extLst>
          </p:nvPr>
        </p:nvGraphicFramePr>
        <p:xfrm>
          <a:off x="571499" y="1752600"/>
          <a:ext cx="11045952" cy="4541830"/>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321257212"/>
                    </a:ext>
                  </a:extLst>
                </a:gridCol>
                <a:gridCol w="1463040">
                  <a:extLst>
                    <a:ext uri="{9D8B030D-6E8A-4147-A177-3AD203B41FA5}">
                      <a16:colId xmlns:a16="http://schemas.microsoft.com/office/drawing/2014/main" val="328512846"/>
                    </a:ext>
                  </a:extLst>
                </a:gridCol>
                <a:gridCol w="164592">
                  <a:extLst>
                    <a:ext uri="{9D8B030D-6E8A-4147-A177-3AD203B41FA5}">
                      <a16:colId xmlns:a16="http://schemas.microsoft.com/office/drawing/2014/main" val="1786238817"/>
                    </a:ext>
                  </a:extLst>
                </a:gridCol>
                <a:gridCol w="164592">
                  <a:extLst>
                    <a:ext uri="{9D8B030D-6E8A-4147-A177-3AD203B41FA5}">
                      <a16:colId xmlns:a16="http://schemas.microsoft.com/office/drawing/2014/main" val="2226525391"/>
                    </a:ext>
                  </a:extLst>
                </a:gridCol>
                <a:gridCol w="164592">
                  <a:extLst>
                    <a:ext uri="{9D8B030D-6E8A-4147-A177-3AD203B41FA5}">
                      <a16:colId xmlns:a16="http://schemas.microsoft.com/office/drawing/2014/main" val="645086115"/>
                    </a:ext>
                  </a:extLst>
                </a:gridCol>
                <a:gridCol w="164592">
                  <a:extLst>
                    <a:ext uri="{9D8B030D-6E8A-4147-A177-3AD203B41FA5}">
                      <a16:colId xmlns:a16="http://schemas.microsoft.com/office/drawing/2014/main" val="2993494968"/>
                    </a:ext>
                  </a:extLst>
                </a:gridCol>
                <a:gridCol w="164592">
                  <a:extLst>
                    <a:ext uri="{9D8B030D-6E8A-4147-A177-3AD203B41FA5}">
                      <a16:colId xmlns:a16="http://schemas.microsoft.com/office/drawing/2014/main" val="1093444380"/>
                    </a:ext>
                  </a:extLst>
                </a:gridCol>
                <a:gridCol w="164592">
                  <a:extLst>
                    <a:ext uri="{9D8B030D-6E8A-4147-A177-3AD203B41FA5}">
                      <a16:colId xmlns:a16="http://schemas.microsoft.com/office/drawing/2014/main" val="936946899"/>
                    </a:ext>
                  </a:extLst>
                </a:gridCol>
                <a:gridCol w="164592">
                  <a:extLst>
                    <a:ext uri="{9D8B030D-6E8A-4147-A177-3AD203B41FA5}">
                      <a16:colId xmlns:a16="http://schemas.microsoft.com/office/drawing/2014/main" val="201366011"/>
                    </a:ext>
                  </a:extLst>
                </a:gridCol>
                <a:gridCol w="164592">
                  <a:extLst>
                    <a:ext uri="{9D8B030D-6E8A-4147-A177-3AD203B41FA5}">
                      <a16:colId xmlns:a16="http://schemas.microsoft.com/office/drawing/2014/main" val="691241394"/>
                    </a:ext>
                  </a:extLst>
                </a:gridCol>
                <a:gridCol w="164592">
                  <a:extLst>
                    <a:ext uri="{9D8B030D-6E8A-4147-A177-3AD203B41FA5}">
                      <a16:colId xmlns:a16="http://schemas.microsoft.com/office/drawing/2014/main" val="571032201"/>
                    </a:ext>
                  </a:extLst>
                </a:gridCol>
                <a:gridCol w="164592">
                  <a:extLst>
                    <a:ext uri="{9D8B030D-6E8A-4147-A177-3AD203B41FA5}">
                      <a16:colId xmlns:a16="http://schemas.microsoft.com/office/drawing/2014/main" val="1315458348"/>
                    </a:ext>
                  </a:extLst>
                </a:gridCol>
                <a:gridCol w="164592">
                  <a:extLst>
                    <a:ext uri="{9D8B030D-6E8A-4147-A177-3AD203B41FA5}">
                      <a16:colId xmlns:a16="http://schemas.microsoft.com/office/drawing/2014/main" val="858479389"/>
                    </a:ext>
                  </a:extLst>
                </a:gridCol>
                <a:gridCol w="164592">
                  <a:extLst>
                    <a:ext uri="{9D8B030D-6E8A-4147-A177-3AD203B41FA5}">
                      <a16:colId xmlns:a16="http://schemas.microsoft.com/office/drawing/2014/main" val="2849954496"/>
                    </a:ext>
                  </a:extLst>
                </a:gridCol>
                <a:gridCol w="164592">
                  <a:extLst>
                    <a:ext uri="{9D8B030D-6E8A-4147-A177-3AD203B41FA5}">
                      <a16:colId xmlns:a16="http://schemas.microsoft.com/office/drawing/2014/main" val="2846195402"/>
                    </a:ext>
                  </a:extLst>
                </a:gridCol>
                <a:gridCol w="164592">
                  <a:extLst>
                    <a:ext uri="{9D8B030D-6E8A-4147-A177-3AD203B41FA5}">
                      <a16:colId xmlns:a16="http://schemas.microsoft.com/office/drawing/2014/main" val="1080056003"/>
                    </a:ext>
                  </a:extLst>
                </a:gridCol>
                <a:gridCol w="164592">
                  <a:extLst>
                    <a:ext uri="{9D8B030D-6E8A-4147-A177-3AD203B41FA5}">
                      <a16:colId xmlns:a16="http://schemas.microsoft.com/office/drawing/2014/main" val="4139424836"/>
                    </a:ext>
                  </a:extLst>
                </a:gridCol>
                <a:gridCol w="164592">
                  <a:extLst>
                    <a:ext uri="{9D8B030D-6E8A-4147-A177-3AD203B41FA5}">
                      <a16:colId xmlns:a16="http://schemas.microsoft.com/office/drawing/2014/main" val="2122091258"/>
                    </a:ext>
                  </a:extLst>
                </a:gridCol>
                <a:gridCol w="164592">
                  <a:extLst>
                    <a:ext uri="{9D8B030D-6E8A-4147-A177-3AD203B41FA5}">
                      <a16:colId xmlns:a16="http://schemas.microsoft.com/office/drawing/2014/main" val="1669391906"/>
                    </a:ext>
                  </a:extLst>
                </a:gridCol>
                <a:gridCol w="164592">
                  <a:extLst>
                    <a:ext uri="{9D8B030D-6E8A-4147-A177-3AD203B41FA5}">
                      <a16:colId xmlns:a16="http://schemas.microsoft.com/office/drawing/2014/main" val="3829099846"/>
                    </a:ext>
                  </a:extLst>
                </a:gridCol>
                <a:gridCol w="164592">
                  <a:extLst>
                    <a:ext uri="{9D8B030D-6E8A-4147-A177-3AD203B41FA5}">
                      <a16:colId xmlns:a16="http://schemas.microsoft.com/office/drawing/2014/main" val="428094097"/>
                    </a:ext>
                  </a:extLst>
                </a:gridCol>
                <a:gridCol w="164592">
                  <a:extLst>
                    <a:ext uri="{9D8B030D-6E8A-4147-A177-3AD203B41FA5}">
                      <a16:colId xmlns:a16="http://schemas.microsoft.com/office/drawing/2014/main" val="3177753260"/>
                    </a:ext>
                  </a:extLst>
                </a:gridCol>
                <a:gridCol w="164592">
                  <a:extLst>
                    <a:ext uri="{9D8B030D-6E8A-4147-A177-3AD203B41FA5}">
                      <a16:colId xmlns:a16="http://schemas.microsoft.com/office/drawing/2014/main" val="137254515"/>
                    </a:ext>
                  </a:extLst>
                </a:gridCol>
                <a:gridCol w="164592">
                  <a:extLst>
                    <a:ext uri="{9D8B030D-6E8A-4147-A177-3AD203B41FA5}">
                      <a16:colId xmlns:a16="http://schemas.microsoft.com/office/drawing/2014/main" val="2143042502"/>
                    </a:ext>
                  </a:extLst>
                </a:gridCol>
                <a:gridCol w="164592">
                  <a:extLst>
                    <a:ext uri="{9D8B030D-6E8A-4147-A177-3AD203B41FA5}">
                      <a16:colId xmlns:a16="http://schemas.microsoft.com/office/drawing/2014/main" val="796322878"/>
                    </a:ext>
                  </a:extLst>
                </a:gridCol>
                <a:gridCol w="164592">
                  <a:extLst>
                    <a:ext uri="{9D8B030D-6E8A-4147-A177-3AD203B41FA5}">
                      <a16:colId xmlns:a16="http://schemas.microsoft.com/office/drawing/2014/main" val="2707415093"/>
                    </a:ext>
                  </a:extLst>
                </a:gridCol>
                <a:gridCol w="164592">
                  <a:extLst>
                    <a:ext uri="{9D8B030D-6E8A-4147-A177-3AD203B41FA5}">
                      <a16:colId xmlns:a16="http://schemas.microsoft.com/office/drawing/2014/main" val="3675939549"/>
                    </a:ext>
                  </a:extLst>
                </a:gridCol>
                <a:gridCol w="164592">
                  <a:extLst>
                    <a:ext uri="{9D8B030D-6E8A-4147-A177-3AD203B41FA5}">
                      <a16:colId xmlns:a16="http://schemas.microsoft.com/office/drawing/2014/main" val="1535111254"/>
                    </a:ext>
                  </a:extLst>
                </a:gridCol>
                <a:gridCol w="164592">
                  <a:extLst>
                    <a:ext uri="{9D8B030D-6E8A-4147-A177-3AD203B41FA5}">
                      <a16:colId xmlns:a16="http://schemas.microsoft.com/office/drawing/2014/main" val="263896095"/>
                    </a:ext>
                  </a:extLst>
                </a:gridCol>
                <a:gridCol w="164592">
                  <a:extLst>
                    <a:ext uri="{9D8B030D-6E8A-4147-A177-3AD203B41FA5}">
                      <a16:colId xmlns:a16="http://schemas.microsoft.com/office/drawing/2014/main" val="1923422929"/>
                    </a:ext>
                  </a:extLst>
                </a:gridCol>
                <a:gridCol w="164592">
                  <a:extLst>
                    <a:ext uri="{9D8B030D-6E8A-4147-A177-3AD203B41FA5}">
                      <a16:colId xmlns:a16="http://schemas.microsoft.com/office/drawing/2014/main" val="996423702"/>
                    </a:ext>
                  </a:extLst>
                </a:gridCol>
                <a:gridCol w="164592">
                  <a:extLst>
                    <a:ext uri="{9D8B030D-6E8A-4147-A177-3AD203B41FA5}">
                      <a16:colId xmlns:a16="http://schemas.microsoft.com/office/drawing/2014/main" val="3209866585"/>
                    </a:ext>
                  </a:extLst>
                </a:gridCol>
                <a:gridCol w="164592">
                  <a:extLst>
                    <a:ext uri="{9D8B030D-6E8A-4147-A177-3AD203B41FA5}">
                      <a16:colId xmlns:a16="http://schemas.microsoft.com/office/drawing/2014/main" val="3678168555"/>
                    </a:ext>
                  </a:extLst>
                </a:gridCol>
                <a:gridCol w="164592">
                  <a:extLst>
                    <a:ext uri="{9D8B030D-6E8A-4147-A177-3AD203B41FA5}">
                      <a16:colId xmlns:a16="http://schemas.microsoft.com/office/drawing/2014/main" val="2071023204"/>
                    </a:ext>
                  </a:extLst>
                </a:gridCol>
                <a:gridCol w="164592">
                  <a:extLst>
                    <a:ext uri="{9D8B030D-6E8A-4147-A177-3AD203B41FA5}">
                      <a16:colId xmlns:a16="http://schemas.microsoft.com/office/drawing/2014/main" val="1648491189"/>
                    </a:ext>
                  </a:extLst>
                </a:gridCol>
                <a:gridCol w="164592">
                  <a:extLst>
                    <a:ext uri="{9D8B030D-6E8A-4147-A177-3AD203B41FA5}">
                      <a16:colId xmlns:a16="http://schemas.microsoft.com/office/drawing/2014/main" val="340512175"/>
                    </a:ext>
                  </a:extLst>
                </a:gridCol>
                <a:gridCol w="164592">
                  <a:extLst>
                    <a:ext uri="{9D8B030D-6E8A-4147-A177-3AD203B41FA5}">
                      <a16:colId xmlns:a16="http://schemas.microsoft.com/office/drawing/2014/main" val="2690871766"/>
                    </a:ext>
                  </a:extLst>
                </a:gridCol>
                <a:gridCol w="164592">
                  <a:extLst>
                    <a:ext uri="{9D8B030D-6E8A-4147-A177-3AD203B41FA5}">
                      <a16:colId xmlns:a16="http://schemas.microsoft.com/office/drawing/2014/main" val="2734823289"/>
                    </a:ext>
                  </a:extLst>
                </a:gridCol>
                <a:gridCol w="164592">
                  <a:extLst>
                    <a:ext uri="{9D8B030D-6E8A-4147-A177-3AD203B41FA5}">
                      <a16:colId xmlns:a16="http://schemas.microsoft.com/office/drawing/2014/main" val="4194120534"/>
                    </a:ext>
                  </a:extLst>
                </a:gridCol>
                <a:gridCol w="164592">
                  <a:extLst>
                    <a:ext uri="{9D8B030D-6E8A-4147-A177-3AD203B41FA5}">
                      <a16:colId xmlns:a16="http://schemas.microsoft.com/office/drawing/2014/main" val="2785394274"/>
                    </a:ext>
                  </a:extLst>
                </a:gridCol>
                <a:gridCol w="164592">
                  <a:extLst>
                    <a:ext uri="{9D8B030D-6E8A-4147-A177-3AD203B41FA5}">
                      <a16:colId xmlns:a16="http://schemas.microsoft.com/office/drawing/2014/main" val="3503756369"/>
                    </a:ext>
                  </a:extLst>
                </a:gridCol>
                <a:gridCol w="164592">
                  <a:extLst>
                    <a:ext uri="{9D8B030D-6E8A-4147-A177-3AD203B41FA5}">
                      <a16:colId xmlns:a16="http://schemas.microsoft.com/office/drawing/2014/main" val="2835190246"/>
                    </a:ext>
                  </a:extLst>
                </a:gridCol>
                <a:gridCol w="164592">
                  <a:extLst>
                    <a:ext uri="{9D8B030D-6E8A-4147-A177-3AD203B41FA5}">
                      <a16:colId xmlns:a16="http://schemas.microsoft.com/office/drawing/2014/main" val="2388917081"/>
                    </a:ext>
                  </a:extLst>
                </a:gridCol>
                <a:gridCol w="164592">
                  <a:extLst>
                    <a:ext uri="{9D8B030D-6E8A-4147-A177-3AD203B41FA5}">
                      <a16:colId xmlns:a16="http://schemas.microsoft.com/office/drawing/2014/main" val="2516939941"/>
                    </a:ext>
                  </a:extLst>
                </a:gridCol>
                <a:gridCol w="164592">
                  <a:extLst>
                    <a:ext uri="{9D8B030D-6E8A-4147-A177-3AD203B41FA5}">
                      <a16:colId xmlns:a16="http://schemas.microsoft.com/office/drawing/2014/main" val="2458241515"/>
                    </a:ext>
                  </a:extLst>
                </a:gridCol>
                <a:gridCol w="164592">
                  <a:extLst>
                    <a:ext uri="{9D8B030D-6E8A-4147-A177-3AD203B41FA5}">
                      <a16:colId xmlns:a16="http://schemas.microsoft.com/office/drawing/2014/main" val="2386649322"/>
                    </a:ext>
                  </a:extLst>
                </a:gridCol>
                <a:gridCol w="164592">
                  <a:extLst>
                    <a:ext uri="{9D8B030D-6E8A-4147-A177-3AD203B41FA5}">
                      <a16:colId xmlns:a16="http://schemas.microsoft.com/office/drawing/2014/main" val="5643454"/>
                    </a:ext>
                  </a:extLst>
                </a:gridCol>
                <a:gridCol w="164592">
                  <a:extLst>
                    <a:ext uri="{9D8B030D-6E8A-4147-A177-3AD203B41FA5}">
                      <a16:colId xmlns:a16="http://schemas.microsoft.com/office/drawing/2014/main" val="597049658"/>
                    </a:ext>
                  </a:extLst>
                </a:gridCol>
                <a:gridCol w="164592">
                  <a:extLst>
                    <a:ext uri="{9D8B030D-6E8A-4147-A177-3AD203B41FA5}">
                      <a16:colId xmlns:a16="http://schemas.microsoft.com/office/drawing/2014/main" val="3698535875"/>
                    </a:ext>
                  </a:extLst>
                </a:gridCol>
                <a:gridCol w="164592">
                  <a:extLst>
                    <a:ext uri="{9D8B030D-6E8A-4147-A177-3AD203B41FA5}">
                      <a16:colId xmlns:a16="http://schemas.microsoft.com/office/drawing/2014/main" val="4086613288"/>
                    </a:ext>
                  </a:extLst>
                </a:gridCol>
                <a:gridCol w="164592">
                  <a:extLst>
                    <a:ext uri="{9D8B030D-6E8A-4147-A177-3AD203B41FA5}">
                      <a16:colId xmlns:a16="http://schemas.microsoft.com/office/drawing/2014/main" val="1717041108"/>
                    </a:ext>
                  </a:extLst>
                </a:gridCol>
                <a:gridCol w="164592">
                  <a:extLst>
                    <a:ext uri="{9D8B030D-6E8A-4147-A177-3AD203B41FA5}">
                      <a16:colId xmlns:a16="http://schemas.microsoft.com/office/drawing/2014/main" val="1607443029"/>
                    </a:ext>
                  </a:extLst>
                </a:gridCol>
                <a:gridCol w="164592">
                  <a:extLst>
                    <a:ext uri="{9D8B030D-6E8A-4147-A177-3AD203B41FA5}">
                      <a16:colId xmlns:a16="http://schemas.microsoft.com/office/drawing/2014/main" val="3304714321"/>
                    </a:ext>
                  </a:extLst>
                </a:gridCol>
                <a:gridCol w="164592">
                  <a:extLst>
                    <a:ext uri="{9D8B030D-6E8A-4147-A177-3AD203B41FA5}">
                      <a16:colId xmlns:a16="http://schemas.microsoft.com/office/drawing/2014/main" val="2904557979"/>
                    </a:ext>
                  </a:extLst>
                </a:gridCol>
                <a:gridCol w="164592">
                  <a:extLst>
                    <a:ext uri="{9D8B030D-6E8A-4147-A177-3AD203B41FA5}">
                      <a16:colId xmlns:a16="http://schemas.microsoft.com/office/drawing/2014/main" val="949019937"/>
                    </a:ext>
                  </a:extLst>
                </a:gridCol>
                <a:gridCol w="164592">
                  <a:extLst>
                    <a:ext uri="{9D8B030D-6E8A-4147-A177-3AD203B41FA5}">
                      <a16:colId xmlns:a16="http://schemas.microsoft.com/office/drawing/2014/main" val="3562084183"/>
                    </a:ext>
                  </a:extLst>
                </a:gridCol>
                <a:gridCol w="164592">
                  <a:extLst>
                    <a:ext uri="{9D8B030D-6E8A-4147-A177-3AD203B41FA5}">
                      <a16:colId xmlns:a16="http://schemas.microsoft.com/office/drawing/2014/main" val="1895578815"/>
                    </a:ext>
                  </a:extLst>
                </a:gridCol>
                <a:gridCol w="164592">
                  <a:extLst>
                    <a:ext uri="{9D8B030D-6E8A-4147-A177-3AD203B41FA5}">
                      <a16:colId xmlns:a16="http://schemas.microsoft.com/office/drawing/2014/main" val="3781991923"/>
                    </a:ext>
                  </a:extLst>
                </a:gridCol>
              </a:tblGrid>
              <a:tr h="318547">
                <a:tc>
                  <a:txBody>
                    <a:bodyPr/>
                    <a:lstStyle/>
                    <a:p>
                      <a:pPr algn="ctr">
                        <a:lnSpc>
                          <a:spcPct val="100000"/>
                        </a:lnSpc>
                      </a:pPr>
                      <a:endParaRPr lang="en-US" sz="800" b="1" kern="1200" cap="all" spc="150">
                        <a:solidFill>
                          <a:schemeClr val="accent2"/>
                        </a:solidFill>
                        <a:latin typeface="+mn-lt"/>
                        <a:ea typeface="+mj-ea"/>
                        <a:cs typeface="+mj-c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800" b="1" kern="1200" cap="all" spc="150">
                        <a:solidFill>
                          <a:schemeClr val="accent2"/>
                        </a:solidFill>
                        <a:latin typeface="+mn-lt"/>
                        <a:ea typeface="+mj-ea"/>
                        <a:cs typeface="+mj-cs"/>
                      </a:endParaRPr>
                    </a:p>
                  </a:txBody>
                  <a:tcPr marR="182880"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lnSpc>
                          <a:spcPct val="100000"/>
                        </a:lnSpc>
                      </a:pPr>
                      <a:r>
                        <a:rPr lang="en-US" sz="1200" b="1" kern="1200" cap="all" spc="150">
                          <a:solidFill>
                            <a:schemeClr val="accent1"/>
                          </a:solidFill>
                          <a:latin typeface="+mn-lt"/>
                          <a:ea typeface="+mj-ea"/>
                          <a:cs typeface="+mj-cs"/>
                        </a:rPr>
                        <a:t>WEEK 1</a:t>
                      </a: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1200" b="1" kern="1200" cap="all" spc="150">
                          <a:solidFill>
                            <a:schemeClr val="accent1"/>
                          </a:solidFill>
                          <a:latin typeface="+mn-lt"/>
                          <a:ea typeface="+mj-ea"/>
                          <a:cs typeface="+mj-cs"/>
                        </a:rPr>
                        <a:t>WEEK 2</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1200" b="1" kern="1200" cap="all" spc="150">
                          <a:solidFill>
                            <a:schemeClr val="accent1"/>
                          </a:solidFill>
                          <a:latin typeface="+mn-lt"/>
                          <a:ea typeface="+mj-ea"/>
                          <a:cs typeface="+mj-cs"/>
                        </a:rPr>
                        <a:t>WEEK 3</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1200" b="1" kern="1200" cap="all" spc="150">
                          <a:solidFill>
                            <a:schemeClr val="accent1"/>
                          </a:solidFill>
                          <a:latin typeface="+mn-lt"/>
                          <a:ea typeface="+mj-ea"/>
                          <a:cs typeface="+mj-cs"/>
                        </a:rPr>
                        <a:t>WEEK 4</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cap="all" spc="150">
                          <a:solidFill>
                            <a:schemeClr val="accent1"/>
                          </a:solidFill>
                          <a:latin typeface="+mn-lt"/>
                          <a:ea typeface="+mn-ea"/>
                          <a:cs typeface="+mn-cs"/>
                        </a:rPr>
                        <a:t>WEEK 5</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cap="all" spc="150">
                          <a:solidFill>
                            <a:schemeClr val="accent1"/>
                          </a:solidFill>
                          <a:latin typeface="+mn-lt"/>
                          <a:ea typeface="+mn-ea"/>
                          <a:cs typeface="+mn-cs"/>
                        </a:rPr>
                        <a:t>WEEK 6</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cap="all" spc="150">
                          <a:solidFill>
                            <a:schemeClr val="accent1"/>
                          </a:solidFill>
                          <a:latin typeface="+mn-lt"/>
                          <a:ea typeface="+mn-ea"/>
                          <a:cs typeface="+mn-cs"/>
                        </a:rPr>
                        <a:t>WEEK 7</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cap="all" spc="150">
                          <a:solidFill>
                            <a:schemeClr val="accent1"/>
                          </a:solidFill>
                          <a:latin typeface="+mn-lt"/>
                          <a:ea typeface="+mn-ea"/>
                          <a:cs typeface="+mn-cs"/>
                        </a:rPr>
                        <a:t>WEEK 8</a:t>
                      </a:r>
                    </a:p>
                  </a:txBody>
                  <a:tcPr marL="0" marR="0" marT="0" marB="0" anchor="ctr">
                    <a:lnL w="9525" cap="flat" cmpd="sng" algn="ctr">
                      <a:solidFill>
                        <a:schemeClr val="bg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9135875"/>
                  </a:ext>
                </a:extLst>
              </a:tr>
              <a:tr h="136358">
                <a:tc>
                  <a:txBody>
                    <a:bodyPr/>
                    <a:lstStyle/>
                    <a:p>
                      <a:pPr algn="ctr">
                        <a:lnSpc>
                          <a:spcPct val="100000"/>
                        </a:lnSpc>
                      </a:pPr>
                      <a:endParaRPr lang="en-US" sz="1200" b="1" kern="1200" cap="all" spc="150">
                        <a:solidFill>
                          <a:schemeClr val="accent2"/>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00000"/>
                        </a:lnSpc>
                      </a:pPr>
                      <a:endParaRPr lang="en-US" sz="900" b="0" i="0" spc="0" baseline="0">
                        <a:solidFill>
                          <a:schemeClr val="tx1"/>
                        </a:solidFill>
                        <a:latin typeface="+mn-lt"/>
                      </a:endParaRPr>
                    </a:p>
                  </a:txBody>
                  <a:tcPr marR="182880"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068373"/>
                  </a:ext>
                </a:extLst>
              </a:tr>
              <a:tr h="318547">
                <a:tc rowSpan="5">
                  <a:txBody>
                    <a:bodyPr/>
                    <a:lstStyle/>
                    <a:p>
                      <a:pPr algn="ctr">
                        <a:lnSpc>
                          <a:spcPct val="100000"/>
                        </a:lnSpc>
                      </a:pPr>
                      <a:r>
                        <a:rPr lang="en-US" sz="1200" b="1" kern="1200" cap="all" spc="150">
                          <a:solidFill>
                            <a:schemeClr val="accent1"/>
                          </a:solidFill>
                          <a:latin typeface="+mn-lt"/>
                          <a:ea typeface="+mj-ea"/>
                          <a:cs typeface="+mj-cs"/>
                        </a:rPr>
                        <a:t>ANALYZE</a:t>
                      </a: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00000"/>
                        </a:lnSpc>
                      </a:pPr>
                      <a:r>
                        <a:rPr lang="en-US" sz="1000" b="0" i="0" spc="0" baseline="0" dirty="0">
                          <a:solidFill>
                            <a:schemeClr val="tx1"/>
                          </a:solidFill>
                          <a:latin typeface="+mn-lt"/>
                        </a:rPr>
                        <a:t>Opportunity definition</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dirty="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05369975"/>
                  </a:ext>
                </a:extLst>
              </a:tr>
              <a:tr h="151508">
                <a:tc vMerge="1">
                  <a:txBody>
                    <a:bodyPr/>
                    <a:lstStyle/>
                    <a:p>
                      <a:endParaRPr lang="en-US"/>
                    </a:p>
                  </a:txBody>
                  <a:tcPr/>
                </a:tc>
                <a:tc>
                  <a:txBody>
                    <a:bodyPr/>
                    <a:lstStyle/>
                    <a:p>
                      <a:pPr algn="r">
                        <a:lnSpc>
                          <a:spcPct val="100000"/>
                        </a:lnSpc>
                      </a:pPr>
                      <a:endParaRPr lang="en-US" sz="1000" b="0" i="0" spc="0" baseline="0">
                        <a:solidFill>
                          <a:schemeClr val="tx1"/>
                        </a:solidFill>
                        <a:latin typeface="+mn-lt"/>
                      </a:endParaRP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7824114"/>
                  </a:ext>
                </a:extLst>
              </a:tr>
              <a:tr h="318547">
                <a:tc vMerge="1">
                  <a:txBody>
                    <a:bodyPr/>
                    <a:lstStyle/>
                    <a:p>
                      <a:pPr algn="ctr"/>
                      <a:endParaRPr lang="en-US" sz="900" b="0" i="0" spc="0" baseline="0">
                        <a:solidFill>
                          <a:schemeClr val="tx1"/>
                        </a:solidFill>
                        <a:latin typeface="+mn-lt"/>
                      </a:endParaRPr>
                    </a:p>
                  </a:txBody>
                  <a:tcPr marL="121807" marR="121807" marT="60904" marB="6090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r">
                        <a:lnSpc>
                          <a:spcPct val="100000"/>
                        </a:lnSpc>
                      </a:pPr>
                      <a:r>
                        <a:rPr lang="en-US" sz="1000" b="0" i="0" spc="0" baseline="0">
                          <a:solidFill>
                            <a:schemeClr val="tx1"/>
                          </a:solidFill>
                          <a:latin typeface="+mn-lt"/>
                        </a:rPr>
                        <a:t>Audience research</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67849940"/>
                  </a:ext>
                </a:extLst>
              </a:tr>
              <a:tr h="151508">
                <a:tc vMerge="1">
                  <a:txBody>
                    <a:bodyPr/>
                    <a:lstStyle/>
                    <a:p>
                      <a:pPr algn="ctr">
                        <a:lnSpc>
                          <a:spcPct val="100000"/>
                        </a:lnSpc>
                      </a:pPr>
                      <a:endParaRPr lang="en-US" sz="1200" b="1" kern="1200" cap="all" spc="150">
                        <a:solidFill>
                          <a:schemeClr val="accent2"/>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endParaRPr lang="en-US" sz="1000" b="0" i="0" spc="0" baseline="0">
                        <a:solidFill>
                          <a:schemeClr val="tx1"/>
                        </a:solidFill>
                        <a:latin typeface="+mn-lt"/>
                      </a:endParaRP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889279"/>
                  </a:ext>
                </a:extLst>
              </a:tr>
              <a:tr h="318547">
                <a:tc vMerge="1">
                  <a:txBody>
                    <a:bodyPr/>
                    <a:lstStyle/>
                    <a:p>
                      <a:pPr algn="ctr">
                        <a:lnSpc>
                          <a:spcPct val="100000"/>
                        </a:lnSpc>
                      </a:pPr>
                      <a:endParaRPr lang="en-US" sz="1200" b="1" kern="1200" cap="all" spc="150">
                        <a:solidFill>
                          <a:schemeClr val="accent2"/>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00000"/>
                        </a:lnSpc>
                      </a:pPr>
                      <a:r>
                        <a:rPr lang="en-US" sz="1000" b="0" i="0" spc="0" baseline="0">
                          <a:solidFill>
                            <a:schemeClr val="tx1"/>
                          </a:solidFill>
                          <a:latin typeface="+mn-lt"/>
                        </a:rPr>
                        <a:t>Competitive audit</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0495840"/>
                  </a:ext>
                </a:extLst>
              </a:tr>
              <a:tr h="151508">
                <a:tc>
                  <a:txBody>
                    <a:bodyPr/>
                    <a:lstStyle/>
                    <a:p>
                      <a:pPr algn="ctr">
                        <a:lnSpc>
                          <a:spcPct val="100000"/>
                        </a:lnSpc>
                      </a:pPr>
                      <a:endParaRPr lang="en-US" sz="1200" b="1" kern="1200" cap="all" spc="150">
                        <a:solidFill>
                          <a:schemeClr val="accent1"/>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00000"/>
                        </a:lnSpc>
                      </a:pPr>
                      <a:endParaRPr lang="en-US" sz="1000" b="0" i="0" spc="0" baseline="0">
                        <a:solidFill>
                          <a:schemeClr val="tx1"/>
                        </a:solidFill>
                        <a:latin typeface="+mn-lt"/>
                      </a:endParaRPr>
                    </a:p>
                  </a:txBody>
                  <a:tcPr marL="0"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000251"/>
                  </a:ext>
                </a:extLst>
              </a:tr>
              <a:tr h="318547">
                <a:tc rowSpan="5">
                  <a:txBody>
                    <a:bodyPr/>
                    <a:lstStyle/>
                    <a:p>
                      <a:pPr algn="ctr">
                        <a:lnSpc>
                          <a:spcPct val="100000"/>
                        </a:lnSpc>
                      </a:pPr>
                      <a:r>
                        <a:rPr lang="en-US" sz="1200" b="1" kern="1200" cap="all" spc="150">
                          <a:solidFill>
                            <a:schemeClr val="accent1"/>
                          </a:solidFill>
                          <a:latin typeface="+mn-lt"/>
                          <a:ea typeface="+mj-ea"/>
                          <a:cs typeface="+mj-cs"/>
                        </a:rPr>
                        <a:t>CREATE</a:t>
                      </a: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00000"/>
                        </a:lnSpc>
                      </a:pPr>
                      <a:r>
                        <a:rPr lang="en-US" sz="1000" b="0" i="0" spc="0" baseline="0">
                          <a:solidFill>
                            <a:schemeClr val="tx1"/>
                          </a:solidFill>
                          <a:latin typeface="+mn-lt"/>
                        </a:rPr>
                        <a:t>User journey</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5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67362246"/>
                  </a:ext>
                </a:extLst>
              </a:tr>
              <a:tr h="151508">
                <a:tc vMerge="1">
                  <a:txBody>
                    <a:bodyPr/>
                    <a:lstStyle/>
                    <a:p>
                      <a:endParaRPr lang="en-US"/>
                    </a:p>
                  </a:txBody>
                  <a:tcPr/>
                </a:tc>
                <a:tc>
                  <a:txBody>
                    <a:bodyPr/>
                    <a:lstStyle/>
                    <a:p>
                      <a:pPr marL="0" marR="0" lvl="0" indent="0" algn="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000" b="0" i="0" kern="1200">
                        <a:solidFill>
                          <a:srgbClr val="09091C"/>
                        </a:solidFill>
                        <a:latin typeface="+mn-lt"/>
                        <a:ea typeface="+mn-ea"/>
                        <a:cs typeface="+mn-cs"/>
                      </a:endParaRP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0801673"/>
                  </a:ext>
                </a:extLst>
              </a:tr>
              <a:tr h="318547">
                <a:tc vMerge="1">
                  <a:txBody>
                    <a:bodyPr/>
                    <a:lstStyle/>
                    <a:p>
                      <a:pPr marL="95250" marR="0" lvl="0" indent="-95250" algn="l" defTabSz="914400" rtl="0" eaLnBrk="1" fontAlgn="auto" latinLnBrk="0" hangingPunct="1">
                        <a:lnSpc>
                          <a:spcPct val="120000"/>
                        </a:lnSpc>
                        <a:spcBef>
                          <a:spcPts val="0"/>
                        </a:spcBef>
                        <a:spcAft>
                          <a:spcPts val="0"/>
                        </a:spcAft>
                        <a:buClrTx/>
                        <a:buSzTx/>
                        <a:buFont typeface="Avenir Next LT Pro" panose="020B0504020202020204" pitchFamily="34" charset="0"/>
                        <a:buChar char="•"/>
                        <a:tabLst/>
                        <a:defRPr/>
                      </a:pPr>
                      <a:endParaRPr lang="en-US" sz="900" b="0" i="0" kern="1200">
                        <a:solidFill>
                          <a:srgbClr val="09091C"/>
                        </a:solidFill>
                        <a:latin typeface="+mn-lt"/>
                        <a:ea typeface="+mn-ea"/>
                        <a:cs typeface="+mn-cs"/>
                      </a:endParaRPr>
                    </a:p>
                  </a:txBody>
                  <a:tcPr marL="108000" marR="108000" marT="36000" marB="108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r>
                        <a:rPr lang="en-US" sz="1000" b="0" i="0" kern="1200">
                          <a:solidFill>
                            <a:srgbClr val="09091C"/>
                          </a:solidFill>
                          <a:latin typeface="+mn-lt"/>
                          <a:ea typeface="+mn-ea"/>
                          <a:cs typeface="+mn-cs"/>
                        </a:rPr>
                        <a:t>Interactive prototype</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41700329"/>
                  </a:ext>
                </a:extLst>
              </a:tr>
              <a:tr h="151508">
                <a:tc vMerge="1">
                  <a:txBody>
                    <a:bodyPr/>
                    <a:lstStyle/>
                    <a:p>
                      <a:pPr algn="ctr">
                        <a:lnSpc>
                          <a:spcPct val="100000"/>
                        </a:lnSpc>
                      </a:pPr>
                      <a:endParaRPr lang="en-US" sz="1200" b="1" kern="1200" cap="all" spc="150">
                        <a:solidFill>
                          <a:schemeClr val="accent2"/>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000" b="0" i="0" kern="1200">
                        <a:solidFill>
                          <a:srgbClr val="09091C"/>
                        </a:solidFill>
                        <a:latin typeface="+mn-lt"/>
                        <a:ea typeface="+mn-ea"/>
                        <a:cs typeface="+mn-cs"/>
                      </a:endParaRP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388928"/>
                  </a:ext>
                </a:extLst>
              </a:tr>
              <a:tr h="318547">
                <a:tc vMerge="1">
                  <a:txBody>
                    <a:bodyPr/>
                    <a:lstStyle/>
                    <a:p>
                      <a:pPr algn="ctr">
                        <a:lnSpc>
                          <a:spcPct val="100000"/>
                        </a:lnSpc>
                      </a:pPr>
                      <a:endParaRPr lang="en-US" sz="1200" b="1" kern="1200" cap="all" spc="150">
                        <a:solidFill>
                          <a:schemeClr val="accent2"/>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r>
                        <a:rPr lang="en-US" sz="1000" b="0" i="0" kern="1200">
                          <a:solidFill>
                            <a:srgbClr val="09091C"/>
                          </a:solidFill>
                          <a:latin typeface="+mn-lt"/>
                          <a:ea typeface="+mn-ea"/>
                          <a:cs typeface="+mn-cs"/>
                        </a:rPr>
                        <a:t>Technical plan</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5288157"/>
                  </a:ext>
                </a:extLst>
              </a:tr>
              <a:tr h="151508">
                <a:tc>
                  <a:txBody>
                    <a:bodyPr/>
                    <a:lstStyle/>
                    <a:p>
                      <a:pPr marL="0" marR="0" lvl="0" indent="0" algn="l"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1" kern="1200" cap="all" spc="150">
                        <a:solidFill>
                          <a:schemeClr val="accent1"/>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000" b="0" i="0" kern="1200">
                        <a:solidFill>
                          <a:srgbClr val="09091C"/>
                        </a:solidFill>
                        <a:latin typeface="+mn-lt"/>
                        <a:ea typeface="+mn-ea"/>
                        <a:cs typeface="+mn-cs"/>
                      </a:endParaRPr>
                    </a:p>
                  </a:txBody>
                  <a:tcPr marL="0"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4991103"/>
                  </a:ext>
                </a:extLst>
              </a:tr>
              <a:tr h="318547">
                <a:tc rowSpan="5">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r>
                        <a:rPr lang="en-US" sz="1200" b="1" kern="1200" cap="all" spc="150" baseline="0">
                          <a:solidFill>
                            <a:schemeClr val="accent1"/>
                          </a:solidFill>
                          <a:latin typeface="+mn-lt"/>
                          <a:ea typeface="+mj-ea"/>
                          <a:cs typeface="+mj-cs"/>
                        </a:rPr>
                        <a:t>ACCELERATE</a:t>
                      </a: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r>
                        <a:rPr lang="en-US" sz="1000" b="0" i="0" kern="1200">
                          <a:solidFill>
                            <a:srgbClr val="09091C"/>
                          </a:solidFill>
                          <a:latin typeface="+mn-lt"/>
                          <a:ea typeface="+mn-ea"/>
                          <a:cs typeface="+mn-cs"/>
                        </a:rPr>
                        <a:t>Roadmap to build</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736725205"/>
                  </a:ext>
                </a:extLst>
              </a:tr>
              <a:tr h="151508">
                <a:tc vMerge="1">
                  <a:txBody>
                    <a:bodyPr/>
                    <a:lstStyle/>
                    <a:p>
                      <a:endParaRPr lang="en-US"/>
                    </a:p>
                  </a:txBody>
                  <a:tcPr/>
                </a:tc>
                <a:tc>
                  <a:txBody>
                    <a:bodyPr/>
                    <a:lstStyle/>
                    <a:p>
                      <a:pPr marL="0" marR="0" lvl="0" indent="0" algn="r" rtl="0" eaLnBrk="1" fontAlgn="auto" latinLnBrk="0" hangingPunct="1">
                        <a:lnSpc>
                          <a:spcPct val="100000"/>
                        </a:lnSpc>
                        <a:spcBef>
                          <a:spcPts val="0"/>
                        </a:spcBef>
                        <a:spcAft>
                          <a:spcPts val="0"/>
                        </a:spcAft>
                        <a:buClrTx/>
                        <a:buSzTx/>
                        <a:buFont typeface="Avenir Next LT Pro" panose="020B0504020202020204" pitchFamily="34" charset="0"/>
                        <a:buNone/>
                      </a:pPr>
                      <a:endParaRPr lang="en-US" sz="1000" b="0" i="0" kern="1200">
                        <a:solidFill>
                          <a:srgbClr val="09091C"/>
                        </a:solidFill>
                        <a:latin typeface="+mn-lt"/>
                        <a:ea typeface="+mn-ea"/>
                        <a:cs typeface="+mn-cs"/>
                      </a:endParaRP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44484666"/>
                  </a:ext>
                </a:extLst>
              </a:tr>
              <a:tr h="318547">
                <a:tc vMerge="1">
                  <a:txBody>
                    <a:bodyPr/>
                    <a:lstStyle/>
                    <a:p>
                      <a:pPr marL="0" marR="0" lvl="0" indent="0" algn="l" rtl="0" eaLnBrk="1" fontAlgn="auto" latinLnBrk="0" hangingPunct="1">
                        <a:lnSpc>
                          <a:spcPct val="120000"/>
                        </a:lnSpc>
                        <a:spcBef>
                          <a:spcPts val="0"/>
                        </a:spcBef>
                        <a:spcAft>
                          <a:spcPts val="0"/>
                        </a:spcAft>
                        <a:buClrTx/>
                        <a:buSzTx/>
                        <a:buFont typeface="Avenir Next LT Pro" panose="020B0504020202020204" pitchFamily="34" charset="0"/>
                        <a:buNone/>
                      </a:pPr>
                      <a:endParaRPr lang="en-US" sz="900" b="0" i="0" kern="1200">
                        <a:solidFill>
                          <a:srgbClr val="09091C"/>
                        </a:solidFill>
                        <a:latin typeface="+mn-lt"/>
                        <a:ea typeface="+mn-ea"/>
                        <a:cs typeface="+mn-cs"/>
                      </a:endParaRPr>
                    </a:p>
                  </a:txBody>
                  <a:tcPr marL="108000" marR="0" marT="3600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r" rtl="0" eaLnBrk="1" fontAlgn="auto" latinLnBrk="0" hangingPunct="1">
                        <a:lnSpc>
                          <a:spcPct val="100000"/>
                        </a:lnSpc>
                        <a:spcBef>
                          <a:spcPts val="0"/>
                        </a:spcBef>
                        <a:spcAft>
                          <a:spcPts val="0"/>
                        </a:spcAft>
                        <a:buClrTx/>
                        <a:buSzTx/>
                        <a:buFont typeface="Avenir Next LT Pro" panose="020B0504020202020204" pitchFamily="34" charset="0"/>
                        <a:buNone/>
                      </a:pPr>
                      <a:r>
                        <a:rPr lang="en-US" sz="1000" b="0" i="0" kern="1200">
                          <a:solidFill>
                            <a:srgbClr val="09091C"/>
                          </a:solidFill>
                          <a:latin typeface="+mn-lt"/>
                          <a:ea typeface="+mn-ea"/>
                          <a:cs typeface="+mn-cs"/>
                        </a:rPr>
                        <a:t>Understand ROI</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873201135"/>
                  </a:ext>
                </a:extLst>
              </a:tr>
              <a:tr h="151508">
                <a:tc vMerge="1">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1" kern="1200" cap="all" spc="100" baseline="0">
                        <a:solidFill>
                          <a:schemeClr val="accent2"/>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rtl="0" eaLnBrk="1" fontAlgn="auto" latinLnBrk="0" hangingPunct="1">
                        <a:lnSpc>
                          <a:spcPct val="100000"/>
                        </a:lnSpc>
                        <a:spcBef>
                          <a:spcPts val="0"/>
                        </a:spcBef>
                        <a:spcAft>
                          <a:spcPts val="0"/>
                        </a:spcAft>
                        <a:buClrTx/>
                        <a:buSzTx/>
                        <a:buFont typeface="Avenir Next LT Pro" panose="020B0504020202020204" pitchFamily="34" charset="0"/>
                        <a:buNone/>
                      </a:pPr>
                      <a:endParaRPr lang="en-US" sz="1000" b="0" i="0" kern="1200">
                        <a:solidFill>
                          <a:srgbClr val="09091C"/>
                        </a:solidFill>
                        <a:latin typeface="+mn-lt"/>
                        <a:ea typeface="+mn-ea"/>
                        <a:cs typeface="+mn-cs"/>
                      </a:endParaRP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1763686"/>
                  </a:ext>
                </a:extLst>
              </a:tr>
              <a:tr h="318547">
                <a:tc vMerge="1">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1" kern="1200" cap="all" spc="100" baseline="0">
                        <a:solidFill>
                          <a:schemeClr val="accent2"/>
                        </a:solidFill>
                        <a:latin typeface="+mn-lt"/>
                        <a:ea typeface="+mj-ea"/>
                        <a:cs typeface="+mj-cs"/>
                      </a:endParaRPr>
                    </a:p>
                  </a:txBody>
                  <a:tcPr marL="0" marR="0" marT="0" marB="0" vert="vert270" anchor="ctr">
                    <a:lnL w="12700"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rtl="0" eaLnBrk="1" fontAlgn="auto" latinLnBrk="0" hangingPunct="1">
                        <a:lnSpc>
                          <a:spcPct val="100000"/>
                        </a:lnSpc>
                        <a:spcBef>
                          <a:spcPts val="0"/>
                        </a:spcBef>
                        <a:spcAft>
                          <a:spcPts val="0"/>
                        </a:spcAft>
                        <a:buClrTx/>
                        <a:buSzTx/>
                        <a:buFont typeface="Avenir Next LT Pro" panose="020B0504020202020204" pitchFamily="34" charset="0"/>
                        <a:buNone/>
                      </a:pPr>
                      <a:r>
                        <a:rPr lang="en-US" sz="1000" b="0" i="0" kern="1200">
                          <a:solidFill>
                            <a:srgbClr val="09091C"/>
                          </a:solidFill>
                          <a:latin typeface="+mn-lt"/>
                          <a:ea typeface="+mn-ea"/>
                          <a:cs typeface="+mn-cs"/>
                        </a:rPr>
                        <a:t>Communication deck</a:t>
                      </a:r>
                    </a:p>
                  </a:txBody>
                  <a:tcPr marL="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500" b="0" i="0" kern="1200" dirty="0">
                        <a:solidFill>
                          <a:srgbClr val="09091C"/>
                        </a:solidFill>
                        <a:latin typeface="+mn-lt"/>
                        <a:ea typeface="+mn-ea"/>
                        <a:cs typeface="+mn-cs"/>
                      </a:endParaRPr>
                    </a:p>
                  </a:txBody>
                  <a:tcPr marL="0" marR="0" marT="0"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7539860"/>
                  </a:ext>
                </a:extLst>
              </a:tr>
            </a:tbl>
          </a:graphicData>
        </a:graphic>
      </p:graphicFrame>
      <p:sp>
        <p:nvSpPr>
          <p:cNvPr id="4" name="Slide Number Placeholder 3">
            <a:extLst>
              <a:ext uri="{FF2B5EF4-FFF2-40B4-BE49-F238E27FC236}">
                <a16:creationId xmlns:a16="http://schemas.microsoft.com/office/drawing/2014/main" id="{1CA535BE-30CE-8628-23B1-33584DF12289}"/>
              </a:ext>
              <a:ext uri="{C183D7F6-B498-43B3-948B-1728B52AA6E4}">
                <adec:decorative xmlns:adec="http://schemas.microsoft.com/office/drawing/2017/decorative" val="1"/>
              </a:ext>
            </a:extLst>
          </p:cNvPr>
          <p:cNvSpPr>
            <a:spLocks noGrp="1"/>
          </p:cNvSpPr>
          <p:nvPr>
            <p:ph type="sldNum" sz="quarter" idx="12"/>
          </p:nvPr>
        </p:nvSpPr>
        <p:spPr/>
        <p:txBody>
          <a:bodyPr/>
          <a:lstStyle/>
          <a:p>
            <a:fld id="{D89D76C3-A5A9-4168-BE2E-6A3D1757D92E}" type="slidenum">
              <a:rPr lang="en-GB" smtClean="0"/>
              <a:pPr/>
              <a:t>98</a:t>
            </a:fld>
            <a:endParaRPr lang="en-GB"/>
          </a:p>
        </p:txBody>
      </p:sp>
      <p:sp>
        <p:nvSpPr>
          <p:cNvPr id="3" name="Date Placeholder 2">
            <a:extLst>
              <a:ext uri="{FF2B5EF4-FFF2-40B4-BE49-F238E27FC236}">
                <a16:creationId xmlns:a16="http://schemas.microsoft.com/office/drawing/2014/main" id="{2538AA4D-C0A9-C0A0-FFE9-70DF6D21E443}"/>
              </a:ext>
              <a:ext uri="{C183D7F6-B498-43B3-948B-1728B52AA6E4}">
                <adec:decorative xmlns:adec="http://schemas.microsoft.com/office/drawing/2017/decorative" val="1"/>
              </a:ext>
            </a:extLst>
          </p:cNvPr>
          <p:cNvSpPr>
            <a:spLocks noGrp="1"/>
          </p:cNvSpPr>
          <p:nvPr>
            <p:ph type="dt" sz="half" idx="11"/>
          </p:nvPr>
        </p:nvSpPr>
        <p:spPr/>
        <p:txBody>
          <a:bodyPr/>
          <a:lstStyle/>
          <a:p>
            <a:fld id="{278AA90C-2441-4F79-A77F-559D113B8BEA}" type="datetimeyyyy">
              <a:rPr lang="en-US" smtClean="0"/>
              <a:t>2025</a:t>
            </a:fld>
            <a:endParaRPr lang="en-US"/>
          </a:p>
        </p:txBody>
      </p:sp>
      <p:sp>
        <p:nvSpPr>
          <p:cNvPr id="5" name="Footer Placeholder 4">
            <a:extLst>
              <a:ext uri="{FF2B5EF4-FFF2-40B4-BE49-F238E27FC236}">
                <a16:creationId xmlns:a16="http://schemas.microsoft.com/office/drawing/2014/main" id="{CF50DA23-AFBB-7BA8-6CA7-E5B63E38C6AB}"/>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Tree>
    <p:extLst>
      <p:ext uri="{BB962C8B-B14F-4D97-AF65-F5344CB8AC3E}">
        <p14:creationId xmlns:p14="http://schemas.microsoft.com/office/powerpoint/2010/main" val="5506837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3FF128-5262-B056-27F6-490C7B81B543}"/>
              </a:ext>
            </a:extLst>
          </p:cNvPr>
          <p:cNvSpPr>
            <a:spLocks noGrp="1"/>
          </p:cNvSpPr>
          <p:nvPr>
            <p:ph type="title"/>
          </p:nvPr>
        </p:nvSpPr>
        <p:spPr/>
        <p:txBody>
          <a:bodyPr/>
          <a:lstStyle/>
          <a:p>
            <a:r>
              <a:rPr lang="en-US" dirty="0"/>
              <a:t>BGCA </a:t>
            </a:r>
            <a:r>
              <a:rPr lang="en-US"/>
              <a:t>Timeline Slide</a:t>
            </a:r>
            <a:endParaRPr lang="en-US" dirty="0"/>
          </a:p>
        </p:txBody>
      </p:sp>
      <p:graphicFrame>
        <p:nvGraphicFramePr>
          <p:cNvPr id="9" name="Table 8">
            <a:extLst>
              <a:ext uri="{FF2B5EF4-FFF2-40B4-BE49-F238E27FC236}">
                <a16:creationId xmlns:a16="http://schemas.microsoft.com/office/drawing/2014/main" id="{7C236BF5-7416-59D0-42E8-2CE1C724B2CF}"/>
              </a:ext>
            </a:extLst>
          </p:cNvPr>
          <p:cNvGraphicFramePr>
            <a:graphicFrameLocks noGrp="1"/>
          </p:cNvGraphicFramePr>
          <p:nvPr>
            <p:extLst>
              <p:ext uri="{D42A27DB-BD31-4B8C-83A1-F6EECF244321}">
                <p14:modId xmlns:p14="http://schemas.microsoft.com/office/powerpoint/2010/main" val="4289792146"/>
              </p:ext>
            </p:extLst>
          </p:nvPr>
        </p:nvGraphicFramePr>
        <p:xfrm>
          <a:off x="571498" y="1752600"/>
          <a:ext cx="11049002" cy="2533650"/>
        </p:xfrm>
        <a:graphic>
          <a:graphicData uri="http://schemas.openxmlformats.org/drawingml/2006/table">
            <a:tbl>
              <a:tblPr firstRow="1" bandRow="1">
                <a:tableStyleId>{5940675A-B579-460E-94D1-54222C63F5DA}</a:tableStyleId>
              </a:tblPr>
              <a:tblGrid>
                <a:gridCol w="1104900">
                  <a:extLst>
                    <a:ext uri="{9D8B030D-6E8A-4147-A177-3AD203B41FA5}">
                      <a16:colId xmlns:a16="http://schemas.microsoft.com/office/drawing/2014/main" val="967846087"/>
                    </a:ext>
                  </a:extLst>
                </a:gridCol>
                <a:gridCol w="1104900">
                  <a:extLst>
                    <a:ext uri="{9D8B030D-6E8A-4147-A177-3AD203B41FA5}">
                      <a16:colId xmlns:a16="http://schemas.microsoft.com/office/drawing/2014/main" val="1786238817"/>
                    </a:ext>
                  </a:extLst>
                </a:gridCol>
                <a:gridCol w="1104900">
                  <a:extLst>
                    <a:ext uri="{9D8B030D-6E8A-4147-A177-3AD203B41FA5}">
                      <a16:colId xmlns:a16="http://schemas.microsoft.com/office/drawing/2014/main" val="691241394"/>
                    </a:ext>
                  </a:extLst>
                </a:gridCol>
                <a:gridCol w="1104900">
                  <a:extLst>
                    <a:ext uri="{9D8B030D-6E8A-4147-A177-3AD203B41FA5}">
                      <a16:colId xmlns:a16="http://schemas.microsoft.com/office/drawing/2014/main" val="4139424836"/>
                    </a:ext>
                  </a:extLst>
                </a:gridCol>
                <a:gridCol w="1104900">
                  <a:extLst>
                    <a:ext uri="{9D8B030D-6E8A-4147-A177-3AD203B41FA5}">
                      <a16:colId xmlns:a16="http://schemas.microsoft.com/office/drawing/2014/main" val="2143042502"/>
                    </a:ext>
                  </a:extLst>
                </a:gridCol>
                <a:gridCol w="552451">
                  <a:extLst>
                    <a:ext uri="{9D8B030D-6E8A-4147-A177-3AD203B41FA5}">
                      <a16:colId xmlns:a16="http://schemas.microsoft.com/office/drawing/2014/main" val="996423702"/>
                    </a:ext>
                  </a:extLst>
                </a:gridCol>
                <a:gridCol w="552451">
                  <a:extLst>
                    <a:ext uri="{9D8B030D-6E8A-4147-A177-3AD203B41FA5}">
                      <a16:colId xmlns:a16="http://schemas.microsoft.com/office/drawing/2014/main" val="3615468446"/>
                    </a:ext>
                  </a:extLst>
                </a:gridCol>
                <a:gridCol w="552450">
                  <a:extLst>
                    <a:ext uri="{9D8B030D-6E8A-4147-A177-3AD203B41FA5}">
                      <a16:colId xmlns:a16="http://schemas.microsoft.com/office/drawing/2014/main" val="2734823289"/>
                    </a:ext>
                  </a:extLst>
                </a:gridCol>
                <a:gridCol w="552450">
                  <a:extLst>
                    <a:ext uri="{9D8B030D-6E8A-4147-A177-3AD203B41FA5}">
                      <a16:colId xmlns:a16="http://schemas.microsoft.com/office/drawing/2014/main" val="2470085402"/>
                    </a:ext>
                  </a:extLst>
                </a:gridCol>
                <a:gridCol w="828675">
                  <a:extLst>
                    <a:ext uri="{9D8B030D-6E8A-4147-A177-3AD203B41FA5}">
                      <a16:colId xmlns:a16="http://schemas.microsoft.com/office/drawing/2014/main" val="2458241515"/>
                    </a:ext>
                  </a:extLst>
                </a:gridCol>
                <a:gridCol w="828675">
                  <a:extLst>
                    <a:ext uri="{9D8B030D-6E8A-4147-A177-3AD203B41FA5}">
                      <a16:colId xmlns:a16="http://schemas.microsoft.com/office/drawing/2014/main" val="2631664341"/>
                    </a:ext>
                  </a:extLst>
                </a:gridCol>
                <a:gridCol w="828675">
                  <a:extLst>
                    <a:ext uri="{9D8B030D-6E8A-4147-A177-3AD203B41FA5}">
                      <a16:colId xmlns:a16="http://schemas.microsoft.com/office/drawing/2014/main" val="3583327423"/>
                    </a:ext>
                  </a:extLst>
                </a:gridCol>
                <a:gridCol w="828675">
                  <a:extLst>
                    <a:ext uri="{9D8B030D-6E8A-4147-A177-3AD203B41FA5}">
                      <a16:colId xmlns:a16="http://schemas.microsoft.com/office/drawing/2014/main" val="3906180171"/>
                    </a:ext>
                  </a:extLst>
                </a:gridCol>
              </a:tblGrid>
              <a:tr h="361950">
                <a:tc>
                  <a:txBody>
                    <a:bodyPr/>
                    <a:lstStyle/>
                    <a:p>
                      <a:pPr marL="0" indent="0" algn="ctr">
                        <a:lnSpc>
                          <a:spcPct val="100000"/>
                        </a:lnSpc>
                        <a:buFont typeface="Avenir Next LT Pro" panose="020B0504020202020204" pitchFamily="34" charset="0"/>
                        <a:buNone/>
                      </a:pPr>
                      <a:r>
                        <a:rPr lang="en-US" sz="1200" b="1" kern="1200" cap="all" spc="150">
                          <a:solidFill>
                            <a:schemeClr val="accent1"/>
                          </a:solidFill>
                          <a:latin typeface="+mn-lt"/>
                          <a:ea typeface="+mj-ea"/>
                          <a:cs typeface="+mj-cs"/>
                        </a:rPr>
                        <a:t>Phase</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gridSpan="4">
                  <a:txBody>
                    <a:bodyPr/>
                    <a:lstStyle/>
                    <a:p>
                      <a:pPr marL="0" indent="0" algn="ctr" defTabSz="914400" rtl="0" eaLnBrk="1" latinLnBrk="0" hangingPunct="1">
                        <a:lnSpc>
                          <a:spcPct val="100000"/>
                        </a:lnSpc>
                        <a:buFont typeface="Avenir Next LT Pro" panose="020B0504020202020204" pitchFamily="34" charset="0"/>
                        <a:buNone/>
                      </a:pPr>
                      <a:r>
                        <a:rPr lang="en-US" sz="1200" b="1" kern="1200" cap="all" spc="150" dirty="0">
                          <a:solidFill>
                            <a:schemeClr val="accent1"/>
                          </a:solidFill>
                          <a:latin typeface="+mn-lt"/>
                          <a:ea typeface="+mj-ea"/>
                          <a:cs typeface="+mj-cs"/>
                        </a:rPr>
                        <a:t>Year 1</a:t>
                      </a:r>
                    </a:p>
                  </a:txBody>
                  <a:tcPr marL="0" marR="0" marT="0" marB="0" anchor="ctr">
                    <a:lnL w="952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algn="ctr"/>
                      <a:endParaRPr lang="en-US" sz="1000">
                        <a:solidFill>
                          <a:schemeClr val="bg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endParaRPr dirty="0"/>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algn="ctr"/>
                      <a:endParaRPr lang="en-US" sz="1000" b="1">
                        <a:solidFill>
                          <a:schemeClr val="bg1"/>
                        </a:solidFill>
                        <a:latin typeface="Avenir Next LT Pro" panose="020B05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gridSpan="4">
                  <a:txBody>
                    <a:bodyPr/>
                    <a:lstStyle/>
                    <a:p>
                      <a:pPr marL="0" indent="0" algn="ctr" defTabSz="914400" rtl="0" eaLnBrk="1" latinLnBrk="0" hangingPunct="1">
                        <a:lnSpc>
                          <a:spcPct val="100000"/>
                        </a:lnSpc>
                        <a:buFont typeface="Avenir Next LT Pro" panose="020B0504020202020204" pitchFamily="34" charset="0"/>
                        <a:buNone/>
                      </a:pPr>
                      <a:r>
                        <a:rPr lang="en-US" sz="1200" b="1" kern="1200" cap="all" spc="150" dirty="0">
                          <a:solidFill>
                            <a:schemeClr val="accent1"/>
                          </a:solidFill>
                          <a:latin typeface="+mn-lt"/>
                          <a:ea typeface="+mj-ea"/>
                          <a:cs typeface="+mj-cs"/>
                        </a:rPr>
                        <a:t>Year 2</a:t>
                      </a:r>
                    </a:p>
                  </a:txBody>
                  <a:tcPr marL="0" marR="0" marT="0" marB="0" anchor="ctr">
                    <a:lnL w="12700"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marL="0" indent="0" algn="ctr" defTabSz="914400" rtl="0" eaLnBrk="1" latinLnBrk="0" hangingPunct="1">
                        <a:lnSpc>
                          <a:spcPct val="100000"/>
                        </a:lnSpc>
                        <a:buFont typeface="Avenir Next LT Pro" panose="020B0504020202020204" pitchFamily="34" charset="0"/>
                        <a:buNone/>
                      </a:pPr>
                      <a:endParaRPr lang="en-US" sz="1200" b="1" kern="1200" cap="all" spc="150" dirty="0">
                        <a:solidFill>
                          <a:schemeClr val="accent1"/>
                        </a:solidFill>
                        <a:latin typeface="+mn-lt"/>
                        <a:ea typeface="+mj-ea"/>
                        <a:cs typeface="+mj-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marL="0" indent="0" algn="ctr" defTabSz="914400" rtl="0" eaLnBrk="1" latinLnBrk="0" hangingPunct="1">
                        <a:lnSpc>
                          <a:spcPct val="100000"/>
                        </a:lnSpc>
                        <a:buFont typeface="Avenir Next LT Pro" panose="020B0504020202020204" pitchFamily="34" charset="0"/>
                        <a:buNone/>
                      </a:pPr>
                      <a:endParaRPr lang="en-US" sz="1200" b="1" kern="1200" cap="all" spc="150" dirty="0">
                        <a:solidFill>
                          <a:schemeClr val="accent1"/>
                        </a:solidFill>
                        <a:latin typeface="+mn-lt"/>
                        <a:ea typeface="+mj-ea"/>
                        <a:cs typeface="+mj-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gridSpan="4">
                  <a:txBody>
                    <a:bodyPr/>
                    <a:lstStyle/>
                    <a:p>
                      <a:pPr marL="0" indent="0" algn="ctr" defTabSz="914400" rtl="0" eaLnBrk="1" latinLnBrk="0" hangingPunct="1">
                        <a:lnSpc>
                          <a:spcPct val="100000"/>
                        </a:lnSpc>
                        <a:buFont typeface="Avenir Next LT Pro" panose="020B0504020202020204" pitchFamily="34" charset="0"/>
                        <a:buNone/>
                      </a:pPr>
                      <a:r>
                        <a:rPr lang="en-US" sz="1200" b="1" kern="1200" cap="all" spc="150" dirty="0">
                          <a:solidFill>
                            <a:schemeClr val="accent1"/>
                          </a:solidFill>
                          <a:latin typeface="+mn-lt"/>
                          <a:ea typeface="+mj-ea"/>
                          <a:cs typeface="+mj-cs"/>
                        </a:rPr>
                        <a:t>Year 3</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marL="0" indent="0" algn="ctr" defTabSz="914400" rtl="0" eaLnBrk="1" latinLnBrk="0" hangingPunct="1">
                        <a:lnSpc>
                          <a:spcPct val="100000"/>
                        </a:lnSpc>
                        <a:buFont typeface="Avenir Next LT Pro" panose="020B0504020202020204" pitchFamily="34" charset="0"/>
                        <a:buNone/>
                      </a:pPr>
                      <a:endParaRPr lang="en-US" sz="1200" b="1" kern="1200" cap="all" spc="150" dirty="0">
                        <a:solidFill>
                          <a:schemeClr val="accent1"/>
                        </a:solidFill>
                        <a:latin typeface="+mn-lt"/>
                        <a:ea typeface="+mj-ea"/>
                        <a:cs typeface="+mj-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marL="0" indent="0" algn="ctr" defTabSz="914400" rtl="0" eaLnBrk="1" latinLnBrk="0" hangingPunct="1">
                        <a:lnSpc>
                          <a:spcPct val="100000"/>
                        </a:lnSpc>
                        <a:buFont typeface="Avenir Next LT Pro" panose="020B0504020202020204" pitchFamily="34" charset="0"/>
                        <a:buNone/>
                      </a:pPr>
                      <a:endParaRPr lang="en-US" sz="1200" b="1" kern="1200" cap="all" spc="150" dirty="0">
                        <a:solidFill>
                          <a:schemeClr val="accent1"/>
                        </a:solidFill>
                        <a:latin typeface="+mn-lt"/>
                        <a:ea typeface="+mj-ea"/>
                        <a:cs typeface="+mj-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pPr marL="0" indent="0" algn="ctr" defTabSz="914400" rtl="0" eaLnBrk="1" latinLnBrk="0" hangingPunct="1">
                        <a:lnSpc>
                          <a:spcPct val="100000"/>
                        </a:lnSpc>
                        <a:buFont typeface="Avenir Next LT Pro" panose="020B0504020202020204" pitchFamily="34" charset="0"/>
                        <a:buNone/>
                      </a:pPr>
                      <a:endParaRPr lang="en-US" sz="1200" b="1" kern="1200" cap="all" spc="150" dirty="0">
                        <a:solidFill>
                          <a:schemeClr val="accent1"/>
                        </a:solidFill>
                        <a:latin typeface="+mn-lt"/>
                        <a:ea typeface="+mj-ea"/>
                        <a:cs typeface="+mj-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449135875"/>
                  </a:ext>
                </a:extLst>
              </a:tr>
              <a:tr h="361950">
                <a:tc>
                  <a:txBody>
                    <a:bodyPr/>
                    <a:lstStyle/>
                    <a:p>
                      <a:pPr marL="0" indent="0" algn="ctr">
                        <a:lnSpc>
                          <a:spcPct val="100000"/>
                        </a:lnSpc>
                        <a:buFont typeface="Avenir Next LT Pro" panose="020B0504020202020204" pitchFamily="34" charset="0"/>
                        <a:buNone/>
                      </a:pPr>
                      <a:endParaRPr lang="en-US" sz="1200" b="1" i="0" dirty="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Q1</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Q2</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Q3</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Q4</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Q1</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Q2</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Q3</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Q4</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defTabSz="914400" rtl="0" eaLnBrk="1" latinLnBrk="0" hangingPunct="1">
                        <a:lnSpc>
                          <a:spcPct val="100000"/>
                        </a:lnSpc>
                        <a:buFont typeface="Avenir Next LT Pro" panose="020B0504020202020204" pitchFamily="34" charset="0"/>
                        <a:buNone/>
                      </a:pPr>
                      <a:r>
                        <a:rPr lang="en-US" sz="1200" b="1" i="0" kern="1200" dirty="0">
                          <a:solidFill>
                            <a:schemeClr val="tx1"/>
                          </a:solidFill>
                          <a:latin typeface="+mn-lt"/>
                          <a:ea typeface="+mn-ea"/>
                          <a:cs typeface="+mn-cs"/>
                        </a:rPr>
                        <a:t>Q1</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defTabSz="914400" rtl="0" eaLnBrk="1" latinLnBrk="0" hangingPunct="1">
                        <a:lnSpc>
                          <a:spcPct val="100000"/>
                        </a:lnSpc>
                        <a:buFont typeface="Avenir Next LT Pro" panose="020B0504020202020204" pitchFamily="34" charset="0"/>
                        <a:buNone/>
                      </a:pPr>
                      <a:r>
                        <a:rPr lang="en-US" sz="1200" b="1" i="0" kern="1200" dirty="0">
                          <a:solidFill>
                            <a:schemeClr val="tx1"/>
                          </a:solidFill>
                          <a:latin typeface="+mn-lt"/>
                          <a:ea typeface="+mn-ea"/>
                          <a:cs typeface="+mn-cs"/>
                        </a:rPr>
                        <a:t>Q2</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defTabSz="914400" rtl="0" eaLnBrk="1" latinLnBrk="0" hangingPunct="1">
                        <a:lnSpc>
                          <a:spcPct val="100000"/>
                        </a:lnSpc>
                        <a:buFont typeface="Avenir Next LT Pro" panose="020B0504020202020204" pitchFamily="34" charset="0"/>
                        <a:buNone/>
                      </a:pPr>
                      <a:r>
                        <a:rPr lang="en-US" sz="1200" b="1" i="0" kern="1200" dirty="0">
                          <a:solidFill>
                            <a:schemeClr val="tx1"/>
                          </a:solidFill>
                          <a:latin typeface="+mn-lt"/>
                          <a:ea typeface="+mn-ea"/>
                          <a:cs typeface="+mn-cs"/>
                        </a:rPr>
                        <a:t>Q3</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defTabSz="914400" rtl="0" eaLnBrk="1" latinLnBrk="0" hangingPunct="1">
                        <a:lnSpc>
                          <a:spcPct val="100000"/>
                        </a:lnSpc>
                        <a:buFont typeface="Avenir Next LT Pro" panose="020B0504020202020204" pitchFamily="34" charset="0"/>
                        <a:buNone/>
                      </a:pPr>
                      <a:r>
                        <a:rPr lang="en-US" sz="1200" b="1" i="0" kern="1200" dirty="0">
                          <a:solidFill>
                            <a:schemeClr val="tx1"/>
                          </a:solidFill>
                          <a:latin typeface="+mn-lt"/>
                          <a:ea typeface="+mn-ea"/>
                          <a:cs typeface="+mn-cs"/>
                        </a:rPr>
                        <a:t>Q4</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305369975"/>
                  </a:ext>
                </a:extLst>
              </a:tr>
              <a:tr h="361950">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CIMS</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gridSpan="2">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lnL w="9525" cap="flat" cmpd="sng" algn="ctr">
                      <a:solidFill>
                        <a:schemeClr val="bg2"/>
                      </a:solidFill>
                      <a:prstDash val="solid"/>
                      <a:round/>
                      <a:headEnd type="none" w="med" len="med"/>
                      <a:tailEnd type="none" w="med" len="med"/>
                    </a:lnL>
                    <a:lnT w="9525" cap="flat" cmpd="sng" algn="ctr">
                      <a:solidFill>
                        <a:schemeClr val="bg2"/>
                      </a:solidFill>
                      <a:prstDash val="solid"/>
                      <a:round/>
                      <a:headEnd type="none" w="med" len="med"/>
                      <a:tailEnd type="none" w="med" len="med"/>
                    </a:lnT>
                  </a:tcPr>
                </a:tc>
                <a:tc>
                  <a:txBody>
                    <a:bodyPr/>
                    <a:lstStyle/>
                    <a:p>
                      <a:endParaRPr lang="en-US"/>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endParaRPr lang="en-US" dirty="0"/>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867849940"/>
                  </a:ext>
                </a:extLst>
              </a:tr>
              <a:tr h="361950">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Insight</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endParaRPr lang="en-US" sz="1200" b="0" i="0" spc="0" baseline="0" dirty="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gridSpan="2">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indent="0" algn="ctr">
                        <a:lnSpc>
                          <a:spcPct val="100000"/>
                        </a:lnSpc>
                        <a:buFont typeface="Avenir Next LT Pro" panose="020B0504020202020204" pitchFamily="34" charset="0"/>
                        <a:buNone/>
                      </a:pPr>
                      <a:endParaRPr lang="en-US" sz="12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lnL w="9525" cap="flat" cmpd="sng" algn="ctr">
                      <a:solidFill>
                        <a:schemeClr val="bg2"/>
                      </a:solidFill>
                      <a:prstDash val="solid"/>
                      <a:round/>
                      <a:headEnd type="none" w="med" len="med"/>
                      <a:tailEnd type="none" w="med" len="med"/>
                    </a:lnL>
                  </a:tcPr>
                </a:tc>
                <a:tc>
                  <a:txBody>
                    <a:bodyPr/>
                    <a:lstStyle/>
                    <a:p>
                      <a:endParaRPr lang="en-US"/>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endParaRPr lang="en-US" dirty="0"/>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67362246"/>
                  </a:ext>
                </a:extLst>
              </a:tr>
              <a:tr h="361950">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GMS</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lnL w="9525" cap="flat" cmpd="sng" algn="ctr">
                      <a:solidFill>
                        <a:schemeClr val="bg2"/>
                      </a:solidFill>
                      <a:prstDash val="solid"/>
                      <a:round/>
                      <a:headEnd type="none" w="med" len="med"/>
                      <a:tailEnd type="none" w="med" len="med"/>
                    </a:lnL>
                  </a:tcPr>
                </a:tc>
                <a:tc>
                  <a:txBody>
                    <a:bodyPr/>
                    <a:lstStyle/>
                    <a:p>
                      <a:endParaRPr lang="en-US"/>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endParaRPr lang="en-US"/>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141700329"/>
                  </a:ext>
                </a:extLst>
              </a:tr>
              <a:tr h="361950">
                <a:tc>
                  <a:txBody>
                    <a:bodyPr/>
                    <a:lstStyle/>
                    <a:p>
                      <a:pPr marL="0" indent="0" algn="ctr">
                        <a:lnSpc>
                          <a:spcPct val="100000"/>
                        </a:lnSpc>
                        <a:buFont typeface="Avenir Next LT Pro" panose="020B0504020202020204" pitchFamily="34" charset="0"/>
                        <a:buNone/>
                      </a:pPr>
                      <a:r>
                        <a:rPr lang="en-US" sz="1200" b="1" i="0" dirty="0">
                          <a:solidFill>
                            <a:schemeClr val="tx1"/>
                          </a:solidFill>
                          <a:latin typeface="+mn-lt"/>
                        </a:rPr>
                        <a:t>RD NPSP</a:t>
                      </a: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dirty="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dirty="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lnL w="9525" cap="flat" cmpd="sng" algn="ctr">
                      <a:solidFill>
                        <a:schemeClr val="bg2"/>
                      </a:solidFill>
                      <a:prstDash val="solid"/>
                      <a:round/>
                      <a:headEnd type="none" w="med" len="med"/>
                      <a:tailEnd type="none" w="med" len="med"/>
                    </a:lnL>
                  </a:tcPr>
                </a:tc>
                <a:tc>
                  <a:txBody>
                    <a:bodyPr/>
                    <a:lstStyle/>
                    <a:p>
                      <a:endParaRPr lang="en-US" dirty="0"/>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endParaRPr lang="en-US" dirty="0"/>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736725205"/>
                  </a:ext>
                </a:extLst>
              </a:tr>
              <a:tr h="361950">
                <a:tc>
                  <a:txBody>
                    <a:bodyPr/>
                    <a:lstStyle/>
                    <a:p>
                      <a:pPr marL="0" indent="0" algn="ctr">
                        <a:lnSpc>
                          <a:spcPct val="100000"/>
                        </a:lnSpc>
                        <a:buFont typeface="Avenir Next LT Pro" panose="020B0504020202020204" pitchFamily="34" charset="0"/>
                        <a:buNone/>
                      </a:pPr>
                      <a:r>
                        <a:rPr lang="en-US" sz="1200" b="1" i="0" dirty="0" err="1">
                          <a:solidFill>
                            <a:schemeClr val="tx1"/>
                          </a:solidFill>
                          <a:latin typeface="+mn-lt"/>
                        </a:rPr>
                        <a:t>MyClubHub</a:t>
                      </a:r>
                      <a:endParaRPr lang="en-US" sz="1200" b="1" i="0" dirty="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dirty="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 typeface="Avenir Next LT Pro" panose="020B0504020202020204" pitchFamily="34" charset="0"/>
                        <a:buNone/>
                        <a:tabLst/>
                        <a:defRPr/>
                      </a:pPr>
                      <a:endParaRPr lang="en-US" sz="1200" b="0" i="0" kern="1200">
                        <a:solidFill>
                          <a:srgbClr val="09091C"/>
                        </a:solidFill>
                        <a:latin typeface="+mn-lt"/>
                        <a:ea typeface="+mn-ea"/>
                        <a:cs typeface="+mn-cs"/>
                      </a:endParaRPr>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hMerge="1">
                  <a:txBody>
                    <a:bodyPr/>
                    <a:lstStyle/>
                    <a:p>
                      <a:endParaRPr lang="en-US"/>
                    </a:p>
                  </a:txBody>
                  <a:tcPr/>
                </a:tc>
                <a:tc>
                  <a:txBody>
                    <a:bodyPr/>
                    <a:lstStyle/>
                    <a:p>
                      <a:endParaRPr lang="en-US" dirty="0"/>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endParaRPr lang="en-US" dirty="0"/>
                    </a:p>
                  </a:txBody>
                  <a:tcPr marL="0" marR="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71716597"/>
                  </a:ext>
                </a:extLst>
              </a:tr>
            </a:tbl>
          </a:graphicData>
        </a:graphic>
      </p:graphicFrame>
      <p:grpSp>
        <p:nvGrpSpPr>
          <p:cNvPr id="11" name="Group 10">
            <a:extLst>
              <a:ext uri="{FF2B5EF4-FFF2-40B4-BE49-F238E27FC236}">
                <a16:creationId xmlns:a16="http://schemas.microsoft.com/office/drawing/2014/main" id="{C62CB24D-3738-58DA-9FB8-3D932F0EF706}"/>
              </a:ext>
              <a:ext uri="{C183D7F6-B498-43B3-948B-1728B52AA6E4}">
                <adec:decorative xmlns:adec="http://schemas.microsoft.com/office/drawing/2017/decorative" val="1"/>
              </a:ext>
            </a:extLst>
          </p:cNvPr>
          <p:cNvGrpSpPr/>
          <p:nvPr/>
        </p:nvGrpSpPr>
        <p:grpSpPr>
          <a:xfrm>
            <a:off x="3029085" y="1323822"/>
            <a:ext cx="867118" cy="2600478"/>
            <a:chOff x="8972555" y="1323822"/>
            <a:chExt cx="867118" cy="2600478"/>
          </a:xfrm>
        </p:grpSpPr>
        <p:sp>
          <p:nvSpPr>
            <p:cNvPr id="27" name="Text Placeholder 25">
              <a:extLst>
                <a:ext uri="{FF2B5EF4-FFF2-40B4-BE49-F238E27FC236}">
                  <a16:creationId xmlns:a16="http://schemas.microsoft.com/office/drawing/2014/main" id="{078F4F18-6102-2289-47C5-5C18405E8C64}"/>
                </a:ext>
              </a:extLst>
            </p:cNvPr>
            <p:cNvSpPr txBox="1">
              <a:spLocks/>
            </p:cNvSpPr>
            <p:nvPr/>
          </p:nvSpPr>
          <p:spPr>
            <a:xfrm>
              <a:off x="8972555" y="1323822"/>
              <a:ext cx="867118" cy="170239"/>
            </a:xfrm>
            <a:prstGeom prst="rect">
              <a:avLst/>
            </a:prstGeom>
          </p:spPr>
          <p:txBody>
            <a:bodyPr wrap="square" lIns="0" tIns="0" rIns="0" bIns="0">
              <a:spAutoFit/>
            </a:bodyPr>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gn="ctr">
                <a:buNone/>
              </a:pPr>
              <a:r>
                <a:rPr lang="en-US" sz="1000" b="1"/>
                <a:t>Release</a:t>
              </a:r>
            </a:p>
          </p:txBody>
        </p:sp>
        <p:cxnSp>
          <p:nvCxnSpPr>
            <p:cNvPr id="17" name="Straight Connector 16">
              <a:extLst>
                <a:ext uri="{FF2B5EF4-FFF2-40B4-BE49-F238E27FC236}">
                  <a16:creationId xmlns:a16="http://schemas.microsoft.com/office/drawing/2014/main" id="{20E27984-A879-E915-1523-4AAA9D7DD3F9}"/>
                </a:ext>
              </a:extLst>
            </p:cNvPr>
            <p:cNvCxnSpPr>
              <a:cxnSpLocks/>
            </p:cNvCxnSpPr>
            <p:nvPr/>
          </p:nvCxnSpPr>
          <p:spPr>
            <a:xfrm>
              <a:off x="9406114" y="1562100"/>
              <a:ext cx="0" cy="2362200"/>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5E20093C-01C1-208D-C942-9D421746E3A6}"/>
              </a:ext>
              <a:ext uri="{C183D7F6-B498-43B3-948B-1728B52AA6E4}">
                <adec:decorative xmlns:adec="http://schemas.microsoft.com/office/drawing/2017/decorative" val="1"/>
              </a:ext>
            </a:extLst>
          </p:cNvPr>
          <p:cNvGrpSpPr/>
          <p:nvPr/>
        </p:nvGrpSpPr>
        <p:grpSpPr>
          <a:xfrm>
            <a:off x="4372015" y="1371871"/>
            <a:ext cx="867118" cy="2600478"/>
            <a:chOff x="10078514" y="1323822"/>
            <a:chExt cx="867118" cy="2600478"/>
          </a:xfrm>
        </p:grpSpPr>
        <p:sp>
          <p:nvSpPr>
            <p:cNvPr id="26" name="Text Placeholder 25">
              <a:extLst>
                <a:ext uri="{FF2B5EF4-FFF2-40B4-BE49-F238E27FC236}">
                  <a16:creationId xmlns:a16="http://schemas.microsoft.com/office/drawing/2014/main" id="{8C6F2D29-FBCC-6108-C7A6-D93CDE6B912E}"/>
                </a:ext>
              </a:extLst>
            </p:cNvPr>
            <p:cNvSpPr txBox="1">
              <a:spLocks/>
            </p:cNvSpPr>
            <p:nvPr/>
          </p:nvSpPr>
          <p:spPr>
            <a:xfrm>
              <a:off x="10078514" y="1323822"/>
              <a:ext cx="867118" cy="170239"/>
            </a:xfrm>
            <a:prstGeom prst="rect">
              <a:avLst/>
            </a:prstGeom>
          </p:spPr>
          <p:txBody>
            <a:bodyPr wrap="square" lIns="0" tIns="0" rIns="0" bIns="0">
              <a:spAutoFit/>
            </a:bodyPr>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gn="ctr">
                <a:buNone/>
              </a:pPr>
              <a:r>
                <a:rPr lang="en-US" sz="1000" b="1"/>
                <a:t>Release</a:t>
              </a:r>
            </a:p>
          </p:txBody>
        </p:sp>
        <p:cxnSp>
          <p:nvCxnSpPr>
            <p:cNvPr id="18" name="Straight Connector 17">
              <a:extLst>
                <a:ext uri="{FF2B5EF4-FFF2-40B4-BE49-F238E27FC236}">
                  <a16:creationId xmlns:a16="http://schemas.microsoft.com/office/drawing/2014/main" id="{E6B10E8C-C3E6-BBC2-BADF-C3DDD6A2809A}"/>
                </a:ext>
              </a:extLst>
            </p:cNvPr>
            <p:cNvCxnSpPr>
              <a:cxnSpLocks/>
            </p:cNvCxnSpPr>
            <p:nvPr/>
          </p:nvCxnSpPr>
          <p:spPr>
            <a:xfrm>
              <a:off x="10512073" y="1562100"/>
              <a:ext cx="0" cy="2362200"/>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3B8B654D-114A-698B-412E-4153D6C4B542}"/>
              </a:ext>
              <a:ext uri="{C183D7F6-B498-43B3-948B-1728B52AA6E4}">
                <adec:decorative xmlns:adec="http://schemas.microsoft.com/office/drawing/2017/decorative" val="1"/>
              </a:ext>
            </a:extLst>
          </p:cNvPr>
          <p:cNvGrpSpPr/>
          <p:nvPr/>
        </p:nvGrpSpPr>
        <p:grpSpPr>
          <a:xfrm>
            <a:off x="5163376" y="1221314"/>
            <a:ext cx="867118" cy="2600478"/>
            <a:chOff x="11184473" y="1323822"/>
            <a:chExt cx="867118" cy="2600478"/>
          </a:xfrm>
        </p:grpSpPr>
        <p:sp>
          <p:nvSpPr>
            <p:cNvPr id="25" name="Text Placeholder 25">
              <a:extLst>
                <a:ext uri="{FF2B5EF4-FFF2-40B4-BE49-F238E27FC236}">
                  <a16:creationId xmlns:a16="http://schemas.microsoft.com/office/drawing/2014/main" id="{547C83AB-7B51-4AAF-C1B1-A43CF4C391F7}"/>
                </a:ext>
              </a:extLst>
            </p:cNvPr>
            <p:cNvSpPr txBox="1">
              <a:spLocks/>
            </p:cNvSpPr>
            <p:nvPr/>
          </p:nvSpPr>
          <p:spPr>
            <a:xfrm>
              <a:off x="11184473" y="1323822"/>
              <a:ext cx="867118" cy="170239"/>
            </a:xfrm>
            <a:prstGeom prst="rect">
              <a:avLst/>
            </a:prstGeom>
          </p:spPr>
          <p:txBody>
            <a:bodyPr wrap="square" lIns="0" tIns="0" rIns="0" bIns="0">
              <a:spAutoFit/>
            </a:bodyPr>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gn="ctr">
                <a:buNone/>
              </a:pPr>
              <a:r>
                <a:rPr lang="en-US" sz="1000" b="1"/>
                <a:t>Release</a:t>
              </a:r>
            </a:p>
          </p:txBody>
        </p:sp>
        <p:cxnSp>
          <p:nvCxnSpPr>
            <p:cNvPr id="19" name="Straight Connector 18">
              <a:extLst>
                <a:ext uri="{FF2B5EF4-FFF2-40B4-BE49-F238E27FC236}">
                  <a16:creationId xmlns:a16="http://schemas.microsoft.com/office/drawing/2014/main" id="{9FF83317-3F8D-45C3-26A2-528CC59FD36C}"/>
                </a:ext>
              </a:extLst>
            </p:cNvPr>
            <p:cNvCxnSpPr>
              <a:cxnSpLocks/>
            </p:cNvCxnSpPr>
            <p:nvPr/>
          </p:nvCxnSpPr>
          <p:spPr>
            <a:xfrm>
              <a:off x="11618032" y="1562100"/>
              <a:ext cx="0" cy="2362200"/>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AFF7D470-5AC6-288A-7172-E1CC2D6DF9BD}"/>
              </a:ext>
              <a:ext uri="{C183D7F6-B498-43B3-948B-1728B52AA6E4}">
                <adec:decorative xmlns:adec="http://schemas.microsoft.com/office/drawing/2017/decorative" val="1"/>
              </a:ext>
            </a:extLst>
          </p:cNvPr>
          <p:cNvSpPr/>
          <p:nvPr/>
        </p:nvSpPr>
        <p:spPr>
          <a:xfrm>
            <a:off x="1866900" y="2551933"/>
            <a:ext cx="6430787" cy="2028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29" name="Rectangle 28">
            <a:extLst>
              <a:ext uri="{FF2B5EF4-FFF2-40B4-BE49-F238E27FC236}">
                <a16:creationId xmlns:a16="http://schemas.microsoft.com/office/drawing/2014/main" id="{77ED712A-A36A-98F0-D5C5-4B23A2282393}"/>
              </a:ext>
              <a:ext uri="{C183D7F6-B498-43B3-948B-1728B52AA6E4}">
                <adec:decorative xmlns:adec="http://schemas.microsoft.com/office/drawing/2017/decorative" val="1"/>
              </a:ext>
            </a:extLst>
          </p:cNvPr>
          <p:cNvSpPr/>
          <p:nvPr/>
        </p:nvSpPr>
        <p:spPr>
          <a:xfrm>
            <a:off x="8303544" y="2551933"/>
            <a:ext cx="3320345" cy="2028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6" name="Rectangle 35">
            <a:extLst>
              <a:ext uri="{FF2B5EF4-FFF2-40B4-BE49-F238E27FC236}">
                <a16:creationId xmlns:a16="http://schemas.microsoft.com/office/drawing/2014/main" id="{ED18780F-DDF2-33FB-5F1B-FAB2AA2D34D9}"/>
              </a:ext>
              <a:ext uri="{C183D7F6-B498-43B3-948B-1728B52AA6E4}">
                <adec:decorative xmlns:adec="http://schemas.microsoft.com/office/drawing/2017/decorative" val="1"/>
              </a:ext>
            </a:extLst>
          </p:cNvPr>
          <p:cNvSpPr/>
          <p:nvPr/>
        </p:nvSpPr>
        <p:spPr>
          <a:xfrm>
            <a:off x="1694161" y="2551109"/>
            <a:ext cx="167336" cy="202821"/>
          </a:xfrm>
          <a:prstGeom prst="rect">
            <a:avLst/>
          </a:prstGeom>
          <a:pattFill prst="trellis">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0" name="Rectangle 29">
            <a:extLst>
              <a:ext uri="{FF2B5EF4-FFF2-40B4-BE49-F238E27FC236}">
                <a16:creationId xmlns:a16="http://schemas.microsoft.com/office/drawing/2014/main" id="{7D3FB8F2-02DA-9C99-B926-8D47314C5CAE}"/>
              </a:ext>
              <a:ext uri="{C183D7F6-B498-43B3-948B-1728B52AA6E4}">
                <adec:decorative xmlns:adec="http://schemas.microsoft.com/office/drawing/2017/decorative" val="1"/>
              </a:ext>
            </a:extLst>
          </p:cNvPr>
          <p:cNvSpPr/>
          <p:nvPr/>
        </p:nvSpPr>
        <p:spPr>
          <a:xfrm>
            <a:off x="3981452" y="2914695"/>
            <a:ext cx="4322092" cy="2028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1" name="Rectangle 30">
            <a:extLst>
              <a:ext uri="{FF2B5EF4-FFF2-40B4-BE49-F238E27FC236}">
                <a16:creationId xmlns:a16="http://schemas.microsoft.com/office/drawing/2014/main" id="{D37E8825-22B2-9490-B9D8-790376BD4296}"/>
              </a:ext>
              <a:ext uri="{C183D7F6-B498-43B3-948B-1728B52AA6E4}">
                <adec:decorative xmlns:adec="http://schemas.microsoft.com/office/drawing/2017/decorative" val="1"/>
              </a:ext>
            </a:extLst>
          </p:cNvPr>
          <p:cNvSpPr/>
          <p:nvPr/>
        </p:nvSpPr>
        <p:spPr>
          <a:xfrm>
            <a:off x="8303544" y="2914695"/>
            <a:ext cx="3320345" cy="2028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7" name="Rectangle 36">
            <a:extLst>
              <a:ext uri="{FF2B5EF4-FFF2-40B4-BE49-F238E27FC236}">
                <a16:creationId xmlns:a16="http://schemas.microsoft.com/office/drawing/2014/main" id="{31FDAE04-B4CF-6D46-229F-E4177E69E8E3}"/>
              </a:ext>
              <a:ext uri="{C183D7F6-B498-43B3-948B-1728B52AA6E4}">
                <adec:decorative xmlns:adec="http://schemas.microsoft.com/office/drawing/2017/decorative" val="1"/>
              </a:ext>
            </a:extLst>
          </p:cNvPr>
          <p:cNvSpPr/>
          <p:nvPr/>
        </p:nvSpPr>
        <p:spPr>
          <a:xfrm>
            <a:off x="4110345" y="3277457"/>
            <a:ext cx="555108" cy="202821"/>
          </a:xfrm>
          <a:prstGeom prst="rect">
            <a:avLst/>
          </a:prstGeom>
          <a:pattFill prst="trellis">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2" name="Rectangle 31">
            <a:extLst>
              <a:ext uri="{FF2B5EF4-FFF2-40B4-BE49-F238E27FC236}">
                <a16:creationId xmlns:a16="http://schemas.microsoft.com/office/drawing/2014/main" id="{071CDFC1-6435-40C1-F300-CB9C81AC97A6}"/>
              </a:ext>
              <a:ext uri="{C183D7F6-B498-43B3-948B-1728B52AA6E4}">
                <adec:decorative xmlns:adec="http://schemas.microsoft.com/office/drawing/2017/decorative" val="1"/>
              </a:ext>
            </a:extLst>
          </p:cNvPr>
          <p:cNvSpPr/>
          <p:nvPr/>
        </p:nvSpPr>
        <p:spPr>
          <a:xfrm>
            <a:off x="4638676" y="3277457"/>
            <a:ext cx="3659011" cy="2028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3" name="Rectangle 32">
            <a:extLst>
              <a:ext uri="{FF2B5EF4-FFF2-40B4-BE49-F238E27FC236}">
                <a16:creationId xmlns:a16="http://schemas.microsoft.com/office/drawing/2014/main" id="{1941588A-571C-46CF-D039-019477F60377}"/>
              </a:ext>
              <a:ext uri="{C183D7F6-B498-43B3-948B-1728B52AA6E4}">
                <adec:decorative xmlns:adec="http://schemas.microsoft.com/office/drawing/2017/decorative" val="1"/>
              </a:ext>
            </a:extLst>
          </p:cNvPr>
          <p:cNvSpPr/>
          <p:nvPr/>
        </p:nvSpPr>
        <p:spPr>
          <a:xfrm>
            <a:off x="8303544" y="3277457"/>
            <a:ext cx="3320345" cy="2028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8" name="Rectangle 37">
            <a:extLst>
              <a:ext uri="{FF2B5EF4-FFF2-40B4-BE49-F238E27FC236}">
                <a16:creationId xmlns:a16="http://schemas.microsoft.com/office/drawing/2014/main" id="{7AA4BBDA-349E-779F-DAE2-F52DAB67C195}"/>
              </a:ext>
              <a:ext uri="{C183D7F6-B498-43B3-948B-1728B52AA6E4}">
                <adec:decorative xmlns:adec="http://schemas.microsoft.com/office/drawing/2017/decorative" val="1"/>
              </a:ext>
            </a:extLst>
          </p:cNvPr>
          <p:cNvSpPr/>
          <p:nvPr/>
        </p:nvSpPr>
        <p:spPr>
          <a:xfrm>
            <a:off x="4665453" y="3640218"/>
            <a:ext cx="555108" cy="202821"/>
          </a:xfrm>
          <a:prstGeom prst="rect">
            <a:avLst/>
          </a:prstGeom>
          <a:pattFill prst="trellis">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4" name="Rectangle 33">
            <a:extLst>
              <a:ext uri="{FF2B5EF4-FFF2-40B4-BE49-F238E27FC236}">
                <a16:creationId xmlns:a16="http://schemas.microsoft.com/office/drawing/2014/main" id="{A488D9E3-6E0E-F0E3-AD26-D1C437BDBBA7}"/>
              </a:ext>
              <a:ext uri="{C183D7F6-B498-43B3-948B-1728B52AA6E4}">
                <adec:decorative xmlns:adec="http://schemas.microsoft.com/office/drawing/2017/decorative" val="1"/>
              </a:ext>
            </a:extLst>
          </p:cNvPr>
          <p:cNvSpPr/>
          <p:nvPr/>
        </p:nvSpPr>
        <p:spPr>
          <a:xfrm>
            <a:off x="5163376" y="3638504"/>
            <a:ext cx="3077985" cy="2028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5" name="Rectangle 34">
            <a:extLst>
              <a:ext uri="{FF2B5EF4-FFF2-40B4-BE49-F238E27FC236}">
                <a16:creationId xmlns:a16="http://schemas.microsoft.com/office/drawing/2014/main" id="{EAF56C4C-916C-A12B-9029-223883005AB3}"/>
              </a:ext>
              <a:ext uri="{C183D7F6-B498-43B3-948B-1728B52AA6E4}">
                <adec:decorative xmlns:adec="http://schemas.microsoft.com/office/drawing/2017/decorative" val="1"/>
              </a:ext>
            </a:extLst>
          </p:cNvPr>
          <p:cNvSpPr/>
          <p:nvPr/>
        </p:nvSpPr>
        <p:spPr>
          <a:xfrm>
            <a:off x="8303544" y="3640218"/>
            <a:ext cx="3320345" cy="2028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10" name="Text Placeholder 25">
            <a:extLst>
              <a:ext uri="{FF2B5EF4-FFF2-40B4-BE49-F238E27FC236}">
                <a16:creationId xmlns:a16="http://schemas.microsoft.com/office/drawing/2014/main" id="{EFCBD49E-514C-F0BF-F787-DED9A62E15CD}"/>
              </a:ext>
            </a:extLst>
          </p:cNvPr>
          <p:cNvSpPr txBox="1">
            <a:spLocks/>
          </p:cNvSpPr>
          <p:nvPr/>
        </p:nvSpPr>
        <p:spPr>
          <a:xfrm>
            <a:off x="571498" y="4696249"/>
            <a:ext cx="11046532" cy="2171700"/>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000"/>
              </a:spcAft>
              <a:buNone/>
            </a:pPr>
            <a:r>
              <a:rPr lang="en-US" sz="1200" b="1" dirty="0"/>
              <a:t>Deliverables</a:t>
            </a:r>
          </a:p>
          <a:p>
            <a:pPr marL="166688" indent="-166688">
              <a:lnSpc>
                <a:spcPct val="110000"/>
              </a:lnSpc>
              <a:spcBef>
                <a:spcPts val="0"/>
              </a:spcBef>
              <a:spcAft>
                <a:spcPts val="1000"/>
              </a:spcAft>
            </a:pPr>
            <a:r>
              <a:rPr lang="en-US" sz="1200" b="1" dirty="0"/>
              <a:t>Stage 1: </a:t>
            </a:r>
            <a:r>
              <a:rPr lang="en-US" sz="1200" dirty="0" err="1"/>
              <a:t>Beremod</a:t>
            </a:r>
            <a:r>
              <a:rPr lang="en-US" sz="1200" dirty="0"/>
              <a:t> </a:t>
            </a:r>
            <a:r>
              <a:rPr lang="en-US" sz="1200" dirty="0" err="1"/>
              <a:t>maximusaesto</a:t>
            </a:r>
            <a:r>
              <a:rPr lang="en-US" sz="1200" dirty="0"/>
              <a:t> </a:t>
            </a:r>
            <a:r>
              <a:rPr lang="en-US" sz="1200" dirty="0" err="1"/>
              <a:t>dunt</a:t>
            </a:r>
            <a:r>
              <a:rPr lang="en-US" sz="1200" dirty="0"/>
              <a:t> </a:t>
            </a:r>
            <a:r>
              <a:rPr lang="en-US" sz="1200" dirty="0" err="1"/>
              <a:t>labo</a:t>
            </a:r>
            <a:r>
              <a:rPr lang="en-US" sz="1200" dirty="0"/>
              <a:t>. Et  </a:t>
            </a:r>
            <a:r>
              <a:rPr lang="en-US" sz="1200" dirty="0" err="1"/>
              <a:t>laborum</a:t>
            </a:r>
            <a:r>
              <a:rPr lang="en-US" sz="1200" dirty="0"/>
              <a:t> que </a:t>
            </a:r>
            <a:r>
              <a:rPr lang="en-US" sz="1200" dirty="0" err="1"/>
              <a:t>parit</a:t>
            </a:r>
            <a:r>
              <a:rPr lang="en-US" sz="1200" dirty="0"/>
              <a:t> </a:t>
            </a:r>
            <a:r>
              <a:rPr lang="en-US" sz="1200" dirty="0" err="1"/>
              <a:t>invere</a:t>
            </a:r>
            <a:r>
              <a:rPr lang="en-US" sz="1200" dirty="0"/>
              <a:t> </a:t>
            </a:r>
            <a:r>
              <a:rPr lang="en-US" sz="1200" dirty="0" err="1"/>
              <a:t>nullit</a:t>
            </a:r>
            <a:r>
              <a:rPr lang="en-US" sz="1200" dirty="0"/>
              <a:t> et, </a:t>
            </a:r>
            <a:r>
              <a:rPr lang="en-US" sz="1200" dirty="0" err="1"/>
              <a:t>simporiatium</a:t>
            </a:r>
            <a:r>
              <a:rPr lang="en-US" sz="1200" dirty="0"/>
              <a:t> sim.</a:t>
            </a:r>
          </a:p>
          <a:p>
            <a:pPr marL="166688" indent="-166688">
              <a:lnSpc>
                <a:spcPct val="110000"/>
              </a:lnSpc>
              <a:spcBef>
                <a:spcPts val="0"/>
              </a:spcBef>
              <a:spcAft>
                <a:spcPts val="1000"/>
              </a:spcAft>
              <a:defRPr/>
            </a:pPr>
            <a:r>
              <a:rPr kumimoji="0" lang="en-US" sz="1200" b="1" i="0" u="none" strike="noStrike" kern="1200" cap="none" spc="0" normalizeH="0" baseline="0" noProof="0" dirty="0">
                <a:ln>
                  <a:noFill/>
                </a:ln>
                <a:effectLst/>
                <a:uLnTx/>
                <a:uFillTx/>
                <a:ea typeface="+mn-ea"/>
                <a:cs typeface="+mn-cs"/>
              </a:rPr>
              <a:t>Stage 2: </a:t>
            </a:r>
            <a:r>
              <a:rPr kumimoji="0" lang="en-US" sz="1200" b="0" i="0" u="none" strike="noStrike" kern="1200" cap="none" spc="0" normalizeH="0" baseline="0" noProof="0" dirty="0" err="1">
                <a:ln>
                  <a:noFill/>
                </a:ln>
                <a:effectLst/>
                <a:uLnTx/>
                <a:uFillTx/>
                <a:ea typeface="+mn-ea"/>
                <a:cs typeface="+mn-cs"/>
              </a:rPr>
              <a:t>Beremod</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maximusaesto</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dunt</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labo</a:t>
            </a:r>
            <a:r>
              <a:rPr kumimoji="0" lang="en-US" sz="1200" b="0" i="0" u="none" strike="noStrike" kern="1200" cap="none" spc="0" normalizeH="0" baseline="0" noProof="0" dirty="0">
                <a:ln>
                  <a:noFill/>
                </a:ln>
                <a:effectLst/>
                <a:uLnTx/>
                <a:uFillTx/>
                <a:ea typeface="+mn-ea"/>
                <a:cs typeface="+mn-cs"/>
              </a:rPr>
              <a:t>. Et  </a:t>
            </a:r>
            <a:r>
              <a:rPr kumimoji="0" lang="en-US" sz="1200" b="0" i="0" u="none" strike="noStrike" kern="1200" cap="none" spc="0" normalizeH="0" baseline="0" noProof="0" dirty="0" err="1">
                <a:ln>
                  <a:noFill/>
                </a:ln>
                <a:effectLst/>
                <a:uLnTx/>
                <a:uFillTx/>
                <a:ea typeface="+mn-ea"/>
                <a:cs typeface="+mn-cs"/>
              </a:rPr>
              <a:t>laborum</a:t>
            </a:r>
            <a:r>
              <a:rPr kumimoji="0" lang="en-US" sz="1200" b="0" i="0" u="none" strike="noStrike" kern="1200" cap="none" spc="0" normalizeH="0" baseline="0" noProof="0" dirty="0">
                <a:ln>
                  <a:noFill/>
                </a:ln>
                <a:effectLst/>
                <a:uLnTx/>
                <a:uFillTx/>
                <a:ea typeface="+mn-ea"/>
                <a:cs typeface="+mn-cs"/>
              </a:rPr>
              <a:t> que </a:t>
            </a:r>
            <a:r>
              <a:rPr kumimoji="0" lang="en-US" sz="1200" b="0" i="0" u="none" strike="noStrike" kern="1200" cap="none" spc="0" normalizeH="0" baseline="0" noProof="0" dirty="0" err="1">
                <a:ln>
                  <a:noFill/>
                </a:ln>
                <a:effectLst/>
                <a:uLnTx/>
                <a:uFillTx/>
                <a:ea typeface="+mn-ea"/>
                <a:cs typeface="+mn-cs"/>
              </a:rPr>
              <a:t>parit</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invere</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nullit</a:t>
            </a:r>
            <a:r>
              <a:rPr kumimoji="0" lang="en-US" sz="1200" b="0" i="0" u="none" strike="noStrike" kern="1200" cap="none" spc="0" normalizeH="0" baseline="0" noProof="0" dirty="0">
                <a:ln>
                  <a:noFill/>
                </a:ln>
                <a:effectLst/>
                <a:uLnTx/>
                <a:uFillTx/>
                <a:ea typeface="+mn-ea"/>
                <a:cs typeface="+mn-cs"/>
              </a:rPr>
              <a:t> et, </a:t>
            </a:r>
            <a:r>
              <a:rPr kumimoji="0" lang="en-US" sz="1200" b="0" i="0" u="none" strike="noStrike" kern="1200" cap="none" spc="0" normalizeH="0" baseline="0" noProof="0" dirty="0" err="1">
                <a:ln>
                  <a:noFill/>
                </a:ln>
                <a:effectLst/>
                <a:uLnTx/>
                <a:uFillTx/>
                <a:ea typeface="+mn-ea"/>
                <a:cs typeface="+mn-cs"/>
              </a:rPr>
              <a:t>simporiatium</a:t>
            </a:r>
            <a:r>
              <a:rPr kumimoji="0" lang="en-US" sz="1200" b="0" i="0" u="none" strike="noStrike" kern="1200" cap="none" spc="0" normalizeH="0" baseline="0" noProof="0" dirty="0">
                <a:ln>
                  <a:noFill/>
                </a:ln>
                <a:effectLst/>
                <a:uLnTx/>
                <a:uFillTx/>
                <a:ea typeface="+mn-ea"/>
                <a:cs typeface="+mn-cs"/>
              </a:rPr>
              <a:t> sim.</a:t>
            </a:r>
          </a:p>
          <a:p>
            <a:pPr marL="166688" indent="-166688">
              <a:lnSpc>
                <a:spcPct val="110000"/>
              </a:lnSpc>
              <a:spcBef>
                <a:spcPts val="0"/>
              </a:spcBef>
              <a:spcAft>
                <a:spcPts val="1000"/>
              </a:spcAft>
              <a:defRPr/>
            </a:pPr>
            <a:r>
              <a:rPr kumimoji="0" lang="en-US" sz="1200" b="1" i="0" u="none" strike="noStrike" kern="1200" cap="none" spc="0" normalizeH="0" baseline="0" noProof="0" dirty="0">
                <a:ln>
                  <a:noFill/>
                </a:ln>
                <a:effectLst/>
                <a:uLnTx/>
                <a:uFillTx/>
                <a:ea typeface="+mn-ea"/>
                <a:cs typeface="+mn-cs"/>
              </a:rPr>
              <a:t>Stage 3: </a:t>
            </a:r>
            <a:r>
              <a:rPr kumimoji="0" lang="en-US" sz="1200" b="0" i="0" u="none" strike="noStrike" kern="1200" cap="none" spc="0" normalizeH="0" baseline="0" noProof="0" dirty="0" err="1">
                <a:ln>
                  <a:noFill/>
                </a:ln>
                <a:effectLst/>
                <a:uLnTx/>
                <a:uFillTx/>
                <a:ea typeface="+mn-ea"/>
                <a:cs typeface="+mn-cs"/>
              </a:rPr>
              <a:t>Beremod</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maximusaesto</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dunt</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labo</a:t>
            </a:r>
            <a:r>
              <a:rPr kumimoji="0" lang="en-US" sz="1200" b="0" i="0" u="none" strike="noStrike" kern="1200" cap="none" spc="0" normalizeH="0" baseline="0" noProof="0" dirty="0">
                <a:ln>
                  <a:noFill/>
                </a:ln>
                <a:effectLst/>
                <a:uLnTx/>
                <a:uFillTx/>
                <a:ea typeface="+mn-ea"/>
                <a:cs typeface="+mn-cs"/>
              </a:rPr>
              <a:t>. Et  </a:t>
            </a:r>
            <a:r>
              <a:rPr kumimoji="0" lang="en-US" sz="1200" b="0" i="0" u="none" strike="noStrike" kern="1200" cap="none" spc="0" normalizeH="0" baseline="0" noProof="0" dirty="0" err="1">
                <a:ln>
                  <a:noFill/>
                </a:ln>
                <a:effectLst/>
                <a:uLnTx/>
                <a:uFillTx/>
                <a:ea typeface="+mn-ea"/>
                <a:cs typeface="+mn-cs"/>
              </a:rPr>
              <a:t>laborum</a:t>
            </a:r>
            <a:r>
              <a:rPr kumimoji="0" lang="en-US" sz="1200" b="0" i="0" u="none" strike="noStrike" kern="1200" cap="none" spc="0" normalizeH="0" baseline="0" noProof="0" dirty="0">
                <a:ln>
                  <a:noFill/>
                </a:ln>
                <a:effectLst/>
                <a:uLnTx/>
                <a:uFillTx/>
                <a:ea typeface="+mn-ea"/>
                <a:cs typeface="+mn-cs"/>
              </a:rPr>
              <a:t> que </a:t>
            </a:r>
            <a:r>
              <a:rPr kumimoji="0" lang="en-US" sz="1200" b="0" i="0" u="none" strike="noStrike" kern="1200" cap="none" spc="0" normalizeH="0" baseline="0" noProof="0" dirty="0" err="1">
                <a:ln>
                  <a:noFill/>
                </a:ln>
                <a:effectLst/>
                <a:uLnTx/>
                <a:uFillTx/>
                <a:ea typeface="+mn-ea"/>
                <a:cs typeface="+mn-cs"/>
              </a:rPr>
              <a:t>parit</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invere</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nullit</a:t>
            </a:r>
            <a:r>
              <a:rPr kumimoji="0" lang="en-US" sz="1200" b="0" i="0" u="none" strike="noStrike" kern="1200" cap="none" spc="0" normalizeH="0" baseline="0" noProof="0" dirty="0">
                <a:ln>
                  <a:noFill/>
                </a:ln>
                <a:effectLst/>
                <a:uLnTx/>
                <a:uFillTx/>
                <a:ea typeface="+mn-ea"/>
                <a:cs typeface="+mn-cs"/>
              </a:rPr>
              <a:t> et, </a:t>
            </a:r>
            <a:r>
              <a:rPr kumimoji="0" lang="en-US" sz="1200" b="0" i="0" u="none" strike="noStrike" kern="1200" cap="none" spc="0" normalizeH="0" baseline="0" noProof="0" dirty="0" err="1">
                <a:ln>
                  <a:noFill/>
                </a:ln>
                <a:effectLst/>
                <a:uLnTx/>
                <a:uFillTx/>
                <a:ea typeface="+mn-ea"/>
                <a:cs typeface="+mn-cs"/>
              </a:rPr>
              <a:t>simporiatium</a:t>
            </a:r>
            <a:r>
              <a:rPr kumimoji="0" lang="en-US" sz="1200" b="0" i="0" u="none" strike="noStrike" kern="1200" cap="none" spc="0" normalizeH="0" baseline="0" noProof="0" dirty="0">
                <a:ln>
                  <a:noFill/>
                </a:ln>
                <a:effectLst/>
                <a:uLnTx/>
                <a:uFillTx/>
                <a:ea typeface="+mn-ea"/>
                <a:cs typeface="+mn-cs"/>
              </a:rPr>
              <a:t> sim.</a:t>
            </a:r>
          </a:p>
          <a:p>
            <a:pPr marL="166688" indent="-166688">
              <a:lnSpc>
                <a:spcPct val="110000"/>
              </a:lnSpc>
              <a:spcBef>
                <a:spcPts val="0"/>
              </a:spcBef>
              <a:spcAft>
                <a:spcPts val="1000"/>
              </a:spcAft>
              <a:defRPr/>
            </a:pPr>
            <a:r>
              <a:rPr kumimoji="0" lang="en-US" sz="1200" b="1" i="0" u="none" strike="noStrike" kern="1200" cap="none" spc="0" normalizeH="0" baseline="0" noProof="0" dirty="0">
                <a:ln>
                  <a:noFill/>
                </a:ln>
                <a:effectLst/>
                <a:uLnTx/>
                <a:uFillTx/>
                <a:ea typeface="+mn-ea"/>
                <a:cs typeface="+mn-cs"/>
              </a:rPr>
              <a:t>Stage 4: </a:t>
            </a:r>
            <a:r>
              <a:rPr kumimoji="0" lang="en-US" sz="1200" b="0" i="0" u="none" strike="noStrike" kern="1200" cap="none" spc="0" normalizeH="0" baseline="0" noProof="0" dirty="0" err="1">
                <a:ln>
                  <a:noFill/>
                </a:ln>
                <a:effectLst/>
                <a:uLnTx/>
                <a:uFillTx/>
                <a:ea typeface="+mn-ea"/>
                <a:cs typeface="+mn-cs"/>
              </a:rPr>
              <a:t>Beremod</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maximusaesto</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dunt</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labo</a:t>
            </a:r>
            <a:r>
              <a:rPr kumimoji="0" lang="en-US" sz="1200" b="0" i="0" u="none" strike="noStrike" kern="1200" cap="none" spc="0" normalizeH="0" baseline="0" noProof="0" dirty="0">
                <a:ln>
                  <a:noFill/>
                </a:ln>
                <a:effectLst/>
                <a:uLnTx/>
                <a:uFillTx/>
                <a:ea typeface="+mn-ea"/>
                <a:cs typeface="+mn-cs"/>
              </a:rPr>
              <a:t>. Et  </a:t>
            </a:r>
            <a:r>
              <a:rPr kumimoji="0" lang="en-US" sz="1200" b="0" i="0" u="none" strike="noStrike" kern="1200" cap="none" spc="0" normalizeH="0" baseline="0" noProof="0" dirty="0" err="1">
                <a:ln>
                  <a:noFill/>
                </a:ln>
                <a:effectLst/>
                <a:uLnTx/>
                <a:uFillTx/>
                <a:ea typeface="+mn-ea"/>
                <a:cs typeface="+mn-cs"/>
              </a:rPr>
              <a:t>laborum</a:t>
            </a:r>
            <a:r>
              <a:rPr kumimoji="0" lang="en-US" sz="1200" b="0" i="0" u="none" strike="noStrike" kern="1200" cap="none" spc="0" normalizeH="0" baseline="0" noProof="0" dirty="0">
                <a:ln>
                  <a:noFill/>
                </a:ln>
                <a:effectLst/>
                <a:uLnTx/>
                <a:uFillTx/>
                <a:ea typeface="+mn-ea"/>
                <a:cs typeface="+mn-cs"/>
              </a:rPr>
              <a:t> que </a:t>
            </a:r>
            <a:r>
              <a:rPr kumimoji="0" lang="en-US" sz="1200" b="0" i="0" u="none" strike="noStrike" kern="1200" cap="none" spc="0" normalizeH="0" baseline="0" noProof="0" dirty="0" err="1">
                <a:ln>
                  <a:noFill/>
                </a:ln>
                <a:effectLst/>
                <a:uLnTx/>
                <a:uFillTx/>
                <a:ea typeface="+mn-ea"/>
                <a:cs typeface="+mn-cs"/>
              </a:rPr>
              <a:t>parit</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invere</a:t>
            </a:r>
            <a:r>
              <a:rPr kumimoji="0" lang="en-US" sz="1200" b="0" i="0" u="none" strike="noStrike" kern="1200" cap="none" spc="0" normalizeH="0" baseline="0" noProof="0" dirty="0">
                <a:ln>
                  <a:noFill/>
                </a:ln>
                <a:effectLst/>
                <a:uLnTx/>
                <a:uFillTx/>
                <a:ea typeface="+mn-ea"/>
                <a:cs typeface="+mn-cs"/>
              </a:rPr>
              <a:t> </a:t>
            </a:r>
            <a:r>
              <a:rPr kumimoji="0" lang="en-US" sz="1200" b="0" i="0" u="none" strike="noStrike" kern="1200" cap="none" spc="0" normalizeH="0" baseline="0" noProof="0" dirty="0" err="1">
                <a:ln>
                  <a:noFill/>
                </a:ln>
                <a:effectLst/>
                <a:uLnTx/>
                <a:uFillTx/>
                <a:ea typeface="+mn-ea"/>
                <a:cs typeface="+mn-cs"/>
              </a:rPr>
              <a:t>nullit</a:t>
            </a:r>
            <a:r>
              <a:rPr kumimoji="0" lang="en-US" sz="1200" b="0" i="0" u="none" strike="noStrike" kern="1200" cap="none" spc="0" normalizeH="0" baseline="0" noProof="0" dirty="0">
                <a:ln>
                  <a:noFill/>
                </a:ln>
                <a:effectLst/>
                <a:uLnTx/>
                <a:uFillTx/>
                <a:ea typeface="+mn-ea"/>
                <a:cs typeface="+mn-cs"/>
              </a:rPr>
              <a:t> et, </a:t>
            </a:r>
            <a:r>
              <a:rPr kumimoji="0" lang="en-US" sz="1200" b="0" i="0" u="none" strike="noStrike" kern="1200" cap="none" spc="0" normalizeH="0" baseline="0" noProof="0" dirty="0" err="1">
                <a:ln>
                  <a:noFill/>
                </a:ln>
                <a:effectLst/>
                <a:uLnTx/>
                <a:uFillTx/>
                <a:ea typeface="+mn-ea"/>
                <a:cs typeface="+mn-cs"/>
              </a:rPr>
              <a:t>simporiatium</a:t>
            </a:r>
            <a:r>
              <a:rPr kumimoji="0" lang="en-US" sz="1200" b="0" i="0" u="none" strike="noStrike" kern="1200" cap="none" spc="0" normalizeH="0" baseline="0" noProof="0" dirty="0">
                <a:ln>
                  <a:noFill/>
                </a:ln>
                <a:effectLst/>
                <a:uLnTx/>
                <a:uFillTx/>
                <a:ea typeface="+mn-ea"/>
                <a:cs typeface="+mn-cs"/>
              </a:rPr>
              <a:t> sim.</a:t>
            </a:r>
            <a:endParaRPr lang="en-US" sz="1200" dirty="0"/>
          </a:p>
        </p:txBody>
      </p:sp>
      <p:sp>
        <p:nvSpPr>
          <p:cNvPr id="4" name="Slide Number Placeholder 3">
            <a:extLst>
              <a:ext uri="{FF2B5EF4-FFF2-40B4-BE49-F238E27FC236}">
                <a16:creationId xmlns:a16="http://schemas.microsoft.com/office/drawing/2014/main" id="{1CA535BE-30CE-8628-23B1-33584DF12289}"/>
              </a:ext>
              <a:ext uri="{C183D7F6-B498-43B3-948B-1728B52AA6E4}">
                <adec:decorative xmlns:adec="http://schemas.microsoft.com/office/drawing/2017/decorative" val="1"/>
              </a:ext>
            </a:extLst>
          </p:cNvPr>
          <p:cNvSpPr>
            <a:spLocks noGrp="1"/>
          </p:cNvSpPr>
          <p:nvPr>
            <p:ph type="sldNum" sz="quarter" idx="12"/>
          </p:nvPr>
        </p:nvSpPr>
        <p:spPr/>
        <p:txBody>
          <a:bodyPr/>
          <a:lstStyle/>
          <a:p>
            <a:fld id="{D89D76C3-A5A9-4168-BE2E-6A3D1757D92E}" type="slidenum">
              <a:rPr lang="en-GB" smtClean="0"/>
              <a:pPr/>
              <a:t>99</a:t>
            </a:fld>
            <a:endParaRPr lang="en-GB"/>
          </a:p>
        </p:txBody>
      </p:sp>
      <p:sp>
        <p:nvSpPr>
          <p:cNvPr id="2" name="Date Placeholder 1">
            <a:extLst>
              <a:ext uri="{FF2B5EF4-FFF2-40B4-BE49-F238E27FC236}">
                <a16:creationId xmlns:a16="http://schemas.microsoft.com/office/drawing/2014/main" id="{BA9ACA7E-82BB-78D3-4DD8-4E7585A64E64}"/>
              </a:ext>
              <a:ext uri="{C183D7F6-B498-43B3-948B-1728B52AA6E4}">
                <adec:decorative xmlns:adec="http://schemas.microsoft.com/office/drawing/2017/decorative" val="1"/>
              </a:ext>
            </a:extLst>
          </p:cNvPr>
          <p:cNvSpPr>
            <a:spLocks noGrp="1"/>
          </p:cNvSpPr>
          <p:nvPr>
            <p:ph type="dt" sz="half" idx="11"/>
          </p:nvPr>
        </p:nvSpPr>
        <p:spPr/>
        <p:txBody>
          <a:bodyPr/>
          <a:lstStyle/>
          <a:p>
            <a:fld id="{B07F4B5B-5C5D-44E2-B802-B3CF13611B9B}" type="datetimeyyyy">
              <a:rPr lang="en-US" smtClean="0"/>
              <a:t>2025</a:t>
            </a:fld>
            <a:endParaRPr lang="en-US"/>
          </a:p>
        </p:txBody>
      </p:sp>
      <p:sp>
        <p:nvSpPr>
          <p:cNvPr id="5" name="Footer Placeholder 4">
            <a:extLst>
              <a:ext uri="{FF2B5EF4-FFF2-40B4-BE49-F238E27FC236}">
                <a16:creationId xmlns:a16="http://schemas.microsoft.com/office/drawing/2014/main" id="{D7B6DF76-9AA3-B1FE-0E7E-12B5D96296F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6" name="Rectangle 5">
            <a:extLst>
              <a:ext uri="{FF2B5EF4-FFF2-40B4-BE49-F238E27FC236}">
                <a16:creationId xmlns:a16="http://schemas.microsoft.com/office/drawing/2014/main" id="{5A06D990-5EC2-10A2-DC37-82D9FC08AD7F}"/>
              </a:ext>
              <a:ext uri="{C183D7F6-B498-43B3-948B-1728B52AA6E4}">
                <adec:decorative xmlns:adec="http://schemas.microsoft.com/office/drawing/2017/decorative" val="1"/>
              </a:ext>
            </a:extLst>
          </p:cNvPr>
          <p:cNvSpPr/>
          <p:nvPr/>
        </p:nvSpPr>
        <p:spPr>
          <a:xfrm>
            <a:off x="1693706" y="2921379"/>
            <a:ext cx="167336" cy="202821"/>
          </a:xfrm>
          <a:prstGeom prst="rect">
            <a:avLst/>
          </a:prstGeom>
          <a:pattFill prst="trellis">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15" name="Rectangle 14">
            <a:extLst>
              <a:ext uri="{FF2B5EF4-FFF2-40B4-BE49-F238E27FC236}">
                <a16:creationId xmlns:a16="http://schemas.microsoft.com/office/drawing/2014/main" id="{A87884D1-66A3-278B-4FB7-91ABDA2CB5C9}"/>
              </a:ext>
              <a:ext uri="{C183D7F6-B498-43B3-948B-1728B52AA6E4}">
                <adec:decorative xmlns:adec="http://schemas.microsoft.com/office/drawing/2017/decorative" val="1"/>
              </a:ext>
            </a:extLst>
          </p:cNvPr>
          <p:cNvSpPr/>
          <p:nvPr/>
        </p:nvSpPr>
        <p:spPr>
          <a:xfrm>
            <a:off x="1693706" y="3657600"/>
            <a:ext cx="167336" cy="202821"/>
          </a:xfrm>
          <a:prstGeom prst="rect">
            <a:avLst/>
          </a:prstGeom>
          <a:pattFill prst="trellis">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16" name="Rectangle 15">
            <a:extLst>
              <a:ext uri="{FF2B5EF4-FFF2-40B4-BE49-F238E27FC236}">
                <a16:creationId xmlns:a16="http://schemas.microsoft.com/office/drawing/2014/main" id="{F27E0EB0-211A-10E5-7075-B2E3FA2F3D7E}"/>
              </a:ext>
              <a:ext uri="{C183D7F6-B498-43B3-948B-1728B52AA6E4}">
                <adec:decorative xmlns:adec="http://schemas.microsoft.com/office/drawing/2017/decorative" val="1"/>
              </a:ext>
            </a:extLst>
          </p:cNvPr>
          <p:cNvSpPr/>
          <p:nvPr/>
        </p:nvSpPr>
        <p:spPr>
          <a:xfrm>
            <a:off x="1693706" y="3962400"/>
            <a:ext cx="167336" cy="202821"/>
          </a:xfrm>
          <a:prstGeom prst="rect">
            <a:avLst/>
          </a:prstGeom>
          <a:pattFill prst="trellis">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22" name="Rectangle 21">
            <a:extLst>
              <a:ext uri="{FF2B5EF4-FFF2-40B4-BE49-F238E27FC236}">
                <a16:creationId xmlns:a16="http://schemas.microsoft.com/office/drawing/2014/main" id="{8E48EE20-FF80-0BDB-37EB-7739F2A207EE}"/>
              </a:ext>
              <a:ext uri="{C183D7F6-B498-43B3-948B-1728B52AA6E4}">
                <adec:decorative xmlns:adec="http://schemas.microsoft.com/office/drawing/2017/decorative" val="1"/>
              </a:ext>
            </a:extLst>
          </p:cNvPr>
          <p:cNvSpPr/>
          <p:nvPr/>
        </p:nvSpPr>
        <p:spPr>
          <a:xfrm>
            <a:off x="1861042" y="2914695"/>
            <a:ext cx="2064914" cy="20282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23" name="Rectangle 22">
            <a:extLst>
              <a:ext uri="{FF2B5EF4-FFF2-40B4-BE49-F238E27FC236}">
                <a16:creationId xmlns:a16="http://schemas.microsoft.com/office/drawing/2014/main" id="{54577F0B-D859-9434-722E-2B8FEB5A8235}"/>
              </a:ext>
              <a:ext uri="{C183D7F6-B498-43B3-948B-1728B52AA6E4}">
                <adec:decorative xmlns:adec="http://schemas.microsoft.com/office/drawing/2017/decorative" val="1"/>
              </a:ext>
            </a:extLst>
          </p:cNvPr>
          <p:cNvSpPr/>
          <p:nvPr/>
        </p:nvSpPr>
        <p:spPr>
          <a:xfrm>
            <a:off x="1693706" y="3293120"/>
            <a:ext cx="2064914" cy="20282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24" name="Rectangle 23">
            <a:extLst>
              <a:ext uri="{FF2B5EF4-FFF2-40B4-BE49-F238E27FC236}">
                <a16:creationId xmlns:a16="http://schemas.microsoft.com/office/drawing/2014/main" id="{CD357143-1A00-F3A0-5AA1-5AD2E4E0871D}"/>
              </a:ext>
              <a:ext uri="{C183D7F6-B498-43B3-948B-1728B52AA6E4}">
                <adec:decorative xmlns:adec="http://schemas.microsoft.com/office/drawing/2017/decorative" val="1"/>
              </a:ext>
            </a:extLst>
          </p:cNvPr>
          <p:cNvSpPr/>
          <p:nvPr/>
        </p:nvSpPr>
        <p:spPr>
          <a:xfrm>
            <a:off x="1861042" y="3657599"/>
            <a:ext cx="2064914" cy="20282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39" name="Rectangle 38">
            <a:extLst>
              <a:ext uri="{FF2B5EF4-FFF2-40B4-BE49-F238E27FC236}">
                <a16:creationId xmlns:a16="http://schemas.microsoft.com/office/drawing/2014/main" id="{E0148CB7-F286-F96E-E37C-7F79871C3B0B}"/>
              </a:ext>
              <a:ext uri="{C183D7F6-B498-43B3-948B-1728B52AA6E4}">
                <adec:decorative xmlns:adec="http://schemas.microsoft.com/office/drawing/2017/decorative" val="1"/>
              </a:ext>
            </a:extLst>
          </p:cNvPr>
          <p:cNvSpPr/>
          <p:nvPr/>
        </p:nvSpPr>
        <p:spPr>
          <a:xfrm>
            <a:off x="1861042" y="3950608"/>
            <a:ext cx="2064914" cy="20282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nchorCtr="0"/>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chemeClr val="bg1"/>
              </a:solidFill>
              <a:effectLst/>
              <a:uLnTx/>
              <a:uFillTx/>
              <a:ea typeface="Avenir Next LT Pro" panose="020B0504020202020204" pitchFamily="34" charset="0"/>
              <a:cs typeface="Avenir Next LT Pro" panose="020B0504020202020204" pitchFamily="34" charset="0"/>
            </a:endParaRPr>
          </a:p>
        </p:txBody>
      </p:sp>
      <p:sp>
        <p:nvSpPr>
          <p:cNvPr id="40" name="TextBox 39">
            <a:extLst>
              <a:ext uri="{FF2B5EF4-FFF2-40B4-BE49-F238E27FC236}">
                <a16:creationId xmlns:a16="http://schemas.microsoft.com/office/drawing/2014/main" id="{233869FE-E3D9-5FBE-26D3-BFDEBAD4EE4E}"/>
              </a:ext>
            </a:extLst>
          </p:cNvPr>
          <p:cNvSpPr txBox="1"/>
          <p:nvPr/>
        </p:nvSpPr>
        <p:spPr>
          <a:xfrm>
            <a:off x="2968495" y="2528952"/>
            <a:ext cx="2807039" cy="214248"/>
          </a:xfrm>
          <a:prstGeom prst="rect">
            <a:avLst/>
          </a:prstGeom>
          <a:noFill/>
        </p:spPr>
        <p:txBody>
          <a:bodyPr wrap="square" lIns="0" tIns="0" rIns="0" bIns="0" rtlCol="0">
            <a:noAutofit/>
          </a:bodyPr>
          <a:lstStyle/>
          <a:p>
            <a:pPr algn="l">
              <a:lnSpc>
                <a:spcPct val="110000"/>
              </a:lnSpc>
              <a:spcBef>
                <a:spcPts val="1000"/>
              </a:spcBef>
            </a:pPr>
            <a:r>
              <a:rPr lang="en-US" sz="1400" dirty="0">
                <a:solidFill>
                  <a:schemeClr val="bg1"/>
                </a:solidFill>
              </a:rPr>
              <a:t>Enhance and Operate</a:t>
            </a:r>
          </a:p>
        </p:txBody>
      </p:sp>
      <p:sp>
        <p:nvSpPr>
          <p:cNvPr id="41" name="TextBox 40">
            <a:extLst>
              <a:ext uri="{FF2B5EF4-FFF2-40B4-BE49-F238E27FC236}">
                <a16:creationId xmlns:a16="http://schemas.microsoft.com/office/drawing/2014/main" id="{348DA8B8-3818-37A8-1936-50958E345F11}"/>
              </a:ext>
            </a:extLst>
          </p:cNvPr>
          <p:cNvSpPr txBox="1"/>
          <p:nvPr/>
        </p:nvSpPr>
        <p:spPr>
          <a:xfrm>
            <a:off x="4577924" y="2882686"/>
            <a:ext cx="2807039" cy="214248"/>
          </a:xfrm>
          <a:prstGeom prst="rect">
            <a:avLst/>
          </a:prstGeom>
          <a:noFill/>
        </p:spPr>
        <p:txBody>
          <a:bodyPr wrap="square" lIns="0" tIns="0" rIns="0" bIns="0" rtlCol="0">
            <a:noAutofit/>
          </a:bodyPr>
          <a:lstStyle/>
          <a:p>
            <a:pPr algn="l">
              <a:lnSpc>
                <a:spcPct val="110000"/>
              </a:lnSpc>
              <a:spcBef>
                <a:spcPts val="1000"/>
              </a:spcBef>
            </a:pPr>
            <a:r>
              <a:rPr lang="en-US" sz="1400" dirty="0">
                <a:solidFill>
                  <a:schemeClr val="bg1"/>
                </a:solidFill>
              </a:rPr>
              <a:t>Enhance and Operate</a:t>
            </a:r>
          </a:p>
        </p:txBody>
      </p:sp>
      <p:sp>
        <p:nvSpPr>
          <p:cNvPr id="42" name="TextBox 41">
            <a:extLst>
              <a:ext uri="{FF2B5EF4-FFF2-40B4-BE49-F238E27FC236}">
                <a16:creationId xmlns:a16="http://schemas.microsoft.com/office/drawing/2014/main" id="{60B87674-856E-E549-D707-855122750384}"/>
              </a:ext>
            </a:extLst>
          </p:cNvPr>
          <p:cNvSpPr txBox="1"/>
          <p:nvPr/>
        </p:nvSpPr>
        <p:spPr>
          <a:xfrm>
            <a:off x="4832351" y="3230219"/>
            <a:ext cx="2807039" cy="214248"/>
          </a:xfrm>
          <a:prstGeom prst="rect">
            <a:avLst/>
          </a:prstGeom>
          <a:noFill/>
        </p:spPr>
        <p:txBody>
          <a:bodyPr wrap="square" lIns="0" tIns="0" rIns="0" bIns="0" rtlCol="0">
            <a:noAutofit/>
          </a:bodyPr>
          <a:lstStyle/>
          <a:p>
            <a:pPr algn="l">
              <a:lnSpc>
                <a:spcPct val="110000"/>
              </a:lnSpc>
              <a:spcBef>
                <a:spcPts val="1000"/>
              </a:spcBef>
            </a:pPr>
            <a:r>
              <a:rPr lang="en-US" sz="1400" dirty="0">
                <a:solidFill>
                  <a:schemeClr val="bg1"/>
                </a:solidFill>
              </a:rPr>
              <a:t>Enhance and Operate</a:t>
            </a:r>
          </a:p>
        </p:txBody>
      </p:sp>
      <p:sp>
        <p:nvSpPr>
          <p:cNvPr id="43" name="TextBox 42">
            <a:extLst>
              <a:ext uri="{FF2B5EF4-FFF2-40B4-BE49-F238E27FC236}">
                <a16:creationId xmlns:a16="http://schemas.microsoft.com/office/drawing/2014/main" id="{707F5279-39FC-C8D9-F33C-542FDE00CB17}"/>
              </a:ext>
            </a:extLst>
          </p:cNvPr>
          <p:cNvSpPr txBox="1"/>
          <p:nvPr/>
        </p:nvSpPr>
        <p:spPr>
          <a:xfrm>
            <a:off x="1970787" y="2896702"/>
            <a:ext cx="2807039" cy="214248"/>
          </a:xfrm>
          <a:prstGeom prst="rect">
            <a:avLst/>
          </a:prstGeom>
          <a:noFill/>
        </p:spPr>
        <p:txBody>
          <a:bodyPr wrap="square" lIns="0" tIns="0" rIns="0" bIns="0" rtlCol="0">
            <a:noAutofit/>
          </a:bodyPr>
          <a:lstStyle/>
          <a:p>
            <a:pPr algn="l">
              <a:lnSpc>
                <a:spcPct val="110000"/>
              </a:lnSpc>
              <a:spcBef>
                <a:spcPts val="1000"/>
              </a:spcBef>
            </a:pPr>
            <a:r>
              <a:rPr lang="en-US" sz="1400" dirty="0">
                <a:solidFill>
                  <a:schemeClr val="bg1"/>
                </a:solidFill>
              </a:rPr>
              <a:t>Development Sprints</a:t>
            </a:r>
          </a:p>
        </p:txBody>
      </p:sp>
      <p:sp>
        <p:nvSpPr>
          <p:cNvPr id="44" name="TextBox 43">
            <a:extLst>
              <a:ext uri="{FF2B5EF4-FFF2-40B4-BE49-F238E27FC236}">
                <a16:creationId xmlns:a16="http://schemas.microsoft.com/office/drawing/2014/main" id="{223B11F5-823D-95DB-82EF-2B35EED69268}"/>
              </a:ext>
            </a:extLst>
          </p:cNvPr>
          <p:cNvSpPr txBox="1"/>
          <p:nvPr/>
        </p:nvSpPr>
        <p:spPr>
          <a:xfrm>
            <a:off x="1785399" y="3275615"/>
            <a:ext cx="2807039" cy="214248"/>
          </a:xfrm>
          <a:prstGeom prst="rect">
            <a:avLst/>
          </a:prstGeom>
          <a:noFill/>
        </p:spPr>
        <p:txBody>
          <a:bodyPr wrap="square" lIns="0" tIns="0" rIns="0" bIns="0" rtlCol="0">
            <a:noAutofit/>
          </a:bodyPr>
          <a:lstStyle/>
          <a:p>
            <a:pPr algn="l">
              <a:lnSpc>
                <a:spcPct val="110000"/>
              </a:lnSpc>
              <a:spcBef>
                <a:spcPts val="1000"/>
              </a:spcBef>
            </a:pPr>
            <a:r>
              <a:rPr lang="en-US" sz="1400" dirty="0">
                <a:solidFill>
                  <a:schemeClr val="bg1"/>
                </a:solidFill>
              </a:rPr>
              <a:t>Development Sprints</a:t>
            </a:r>
          </a:p>
        </p:txBody>
      </p:sp>
      <p:sp>
        <p:nvSpPr>
          <p:cNvPr id="45" name="TextBox 44">
            <a:extLst>
              <a:ext uri="{FF2B5EF4-FFF2-40B4-BE49-F238E27FC236}">
                <a16:creationId xmlns:a16="http://schemas.microsoft.com/office/drawing/2014/main" id="{CC79AA09-CC7A-9078-2C74-B87F9E0D9668}"/>
              </a:ext>
            </a:extLst>
          </p:cNvPr>
          <p:cNvSpPr txBox="1"/>
          <p:nvPr/>
        </p:nvSpPr>
        <p:spPr>
          <a:xfrm>
            <a:off x="1909659" y="3655099"/>
            <a:ext cx="2807039" cy="214248"/>
          </a:xfrm>
          <a:prstGeom prst="rect">
            <a:avLst/>
          </a:prstGeom>
          <a:noFill/>
        </p:spPr>
        <p:txBody>
          <a:bodyPr wrap="square" lIns="0" tIns="0" rIns="0" bIns="0" rtlCol="0">
            <a:noAutofit/>
          </a:bodyPr>
          <a:lstStyle/>
          <a:p>
            <a:pPr algn="l">
              <a:lnSpc>
                <a:spcPct val="110000"/>
              </a:lnSpc>
              <a:spcBef>
                <a:spcPts val="1000"/>
              </a:spcBef>
            </a:pPr>
            <a:r>
              <a:rPr lang="en-US" sz="1400" dirty="0">
                <a:solidFill>
                  <a:schemeClr val="bg1"/>
                </a:solidFill>
              </a:rPr>
              <a:t>Development Sprints</a:t>
            </a:r>
          </a:p>
        </p:txBody>
      </p:sp>
      <p:sp>
        <p:nvSpPr>
          <p:cNvPr id="46" name="TextBox 45">
            <a:extLst>
              <a:ext uri="{FF2B5EF4-FFF2-40B4-BE49-F238E27FC236}">
                <a16:creationId xmlns:a16="http://schemas.microsoft.com/office/drawing/2014/main" id="{7EE34F7B-CAF8-FE00-9326-76FA0AF149B5}"/>
              </a:ext>
            </a:extLst>
          </p:cNvPr>
          <p:cNvSpPr txBox="1"/>
          <p:nvPr/>
        </p:nvSpPr>
        <p:spPr>
          <a:xfrm>
            <a:off x="1915741" y="3931657"/>
            <a:ext cx="2807039" cy="214248"/>
          </a:xfrm>
          <a:prstGeom prst="rect">
            <a:avLst/>
          </a:prstGeom>
          <a:noFill/>
        </p:spPr>
        <p:txBody>
          <a:bodyPr wrap="square" lIns="0" tIns="0" rIns="0" bIns="0" rtlCol="0">
            <a:noAutofit/>
          </a:bodyPr>
          <a:lstStyle/>
          <a:p>
            <a:pPr algn="l">
              <a:lnSpc>
                <a:spcPct val="110000"/>
              </a:lnSpc>
              <a:spcBef>
                <a:spcPts val="1000"/>
              </a:spcBef>
            </a:pPr>
            <a:r>
              <a:rPr lang="en-US" sz="1400" dirty="0">
                <a:solidFill>
                  <a:schemeClr val="bg1"/>
                </a:solidFill>
              </a:rPr>
              <a:t>Development Sprints</a:t>
            </a:r>
          </a:p>
        </p:txBody>
      </p:sp>
      <p:pic>
        <p:nvPicPr>
          <p:cNvPr id="48" name="Graphic 47" descr="Badge New outline">
            <a:extLst>
              <a:ext uri="{FF2B5EF4-FFF2-40B4-BE49-F238E27FC236}">
                <a16:creationId xmlns:a16="http://schemas.microsoft.com/office/drawing/2014/main" id="{E5897996-7E85-EBC0-BBD7-1825008982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20138" y="4328853"/>
            <a:ext cx="500809" cy="500809"/>
          </a:xfrm>
          <a:prstGeom prst="rect">
            <a:avLst/>
          </a:prstGeom>
        </p:spPr>
      </p:pic>
    </p:spTree>
    <p:extLst>
      <p:ext uri="{BB962C8B-B14F-4D97-AF65-F5344CB8AC3E}">
        <p14:creationId xmlns:p14="http://schemas.microsoft.com/office/powerpoint/2010/main" val="360985420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0B508F7-3C9D-BBA4-D72E-2C83F458A091}"/>
              </a:ext>
            </a:extLst>
          </p:cNvPr>
          <p:cNvSpPr>
            <a:spLocks noGrp="1"/>
          </p:cNvSpPr>
          <p:nvPr>
            <p:ph type="title"/>
          </p:nvPr>
        </p:nvSpPr>
        <p:spPr>
          <a:xfrm>
            <a:off x="571500" y="571501"/>
            <a:ext cx="3530600" cy="990600"/>
          </a:xfrm>
        </p:spPr>
        <p:txBody>
          <a:bodyPr/>
          <a:lstStyle/>
          <a:p>
            <a:r>
              <a:rPr lang="en-US"/>
              <a:t>Pricing slide. </a:t>
            </a:r>
            <a:br>
              <a:rPr lang="en-US">
                <a:solidFill>
                  <a:schemeClr val="accent1"/>
                </a:solidFill>
              </a:rPr>
            </a:br>
            <a:r>
              <a:rPr lang="en-US">
                <a:solidFill>
                  <a:schemeClr val="accent1"/>
                </a:solidFill>
              </a:rPr>
              <a:t>No more than three lines.</a:t>
            </a:r>
          </a:p>
        </p:txBody>
      </p:sp>
      <p:sp>
        <p:nvSpPr>
          <p:cNvPr id="27" name="Text Placeholder 26">
            <a:extLst>
              <a:ext uri="{FF2B5EF4-FFF2-40B4-BE49-F238E27FC236}">
                <a16:creationId xmlns:a16="http://schemas.microsoft.com/office/drawing/2014/main" id="{26FE20BB-B9D8-DA01-DA97-0960B8817C39}"/>
              </a:ext>
            </a:extLst>
          </p:cNvPr>
          <p:cNvSpPr>
            <a:spLocks noGrp="1"/>
          </p:cNvSpPr>
          <p:nvPr>
            <p:ph type="body" sz="quarter" idx="13"/>
          </p:nvPr>
        </p:nvSpPr>
        <p:spPr>
          <a:xfrm>
            <a:off x="571500" y="2933700"/>
            <a:ext cx="3759200" cy="2171700"/>
          </a:xfrm>
        </p:spPr>
        <p:txBody>
          <a:bodyPr/>
          <a:lstStyle/>
          <a:p>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et  </a:t>
            </a:r>
            <a:r>
              <a:rPr lang="en-US" err="1"/>
              <a:t>exceatibus</a:t>
            </a:r>
            <a:r>
              <a:rPr lang="en-US"/>
              <a:t> sim </a:t>
            </a:r>
            <a:r>
              <a:rPr lang="en-US" err="1"/>
              <a:t>laborro</a:t>
            </a:r>
            <a:r>
              <a:rPr lang="en-US"/>
              <a:t> </a:t>
            </a:r>
            <a:r>
              <a:rPr lang="en-US" err="1"/>
              <a:t>doluptiat</a:t>
            </a:r>
            <a:r>
              <a:rPr lang="en-US"/>
              <a:t> lorem ipsum </a:t>
            </a:r>
            <a:r>
              <a:rPr lang="en-US" err="1"/>
              <a:t>dolores</a:t>
            </a:r>
            <a:r>
              <a:rPr lang="en-US"/>
              <a:t>  sit </a:t>
            </a:r>
            <a:r>
              <a:rPr lang="en-US" err="1"/>
              <a:t>amet</a:t>
            </a:r>
            <a:r>
              <a:rPr lang="en-US"/>
              <a:t>.</a:t>
            </a:r>
          </a:p>
        </p:txBody>
      </p:sp>
      <p:sp>
        <p:nvSpPr>
          <p:cNvPr id="2" name="Date Placeholder 1">
            <a:extLst>
              <a:ext uri="{FF2B5EF4-FFF2-40B4-BE49-F238E27FC236}">
                <a16:creationId xmlns:a16="http://schemas.microsoft.com/office/drawing/2014/main" id="{DDDE87B8-CE6B-30D9-0ABD-183132871F73}"/>
              </a:ext>
              <a:ext uri="{C183D7F6-B498-43B3-948B-1728B52AA6E4}">
                <adec:decorative xmlns:adec="http://schemas.microsoft.com/office/drawing/2017/decorative" val="1"/>
              </a:ext>
            </a:extLst>
          </p:cNvPr>
          <p:cNvSpPr>
            <a:spLocks noGrp="1"/>
          </p:cNvSpPr>
          <p:nvPr>
            <p:ph type="dt" sz="half" idx="10"/>
          </p:nvPr>
        </p:nvSpPr>
        <p:spPr/>
        <p:txBody>
          <a:bodyPr/>
          <a:lstStyle/>
          <a:p>
            <a:fld id="{1FE865F0-C819-4F17-9697-3A5FD4DDF3B6}" type="datetimeyyyy">
              <a:rPr lang="en-US" smtClean="0"/>
              <a:t>2025</a:t>
            </a:fld>
            <a:endParaRPr lang="en-US"/>
          </a:p>
        </p:txBody>
      </p:sp>
      <p:sp>
        <p:nvSpPr>
          <p:cNvPr id="3" name="Footer Placeholder 2">
            <a:extLst>
              <a:ext uri="{FF2B5EF4-FFF2-40B4-BE49-F238E27FC236}">
                <a16:creationId xmlns:a16="http://schemas.microsoft.com/office/drawing/2014/main" id="{20F47B55-985D-C079-C0BC-B8EFE514CF4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4F9BE84A-8C48-AD66-FF54-71E5605F721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100</a:t>
            </a:fld>
            <a:endParaRPr lang="en-US"/>
          </a:p>
        </p:txBody>
      </p:sp>
      <p:graphicFrame>
        <p:nvGraphicFramePr>
          <p:cNvPr id="28" name="object 3">
            <a:extLst>
              <a:ext uri="{FF2B5EF4-FFF2-40B4-BE49-F238E27FC236}">
                <a16:creationId xmlns:a16="http://schemas.microsoft.com/office/drawing/2014/main" id="{D854C20C-64A4-18DE-7790-E2BB57682C99}"/>
              </a:ext>
            </a:extLst>
          </p:cNvPr>
          <p:cNvGraphicFramePr>
            <a:graphicFrameLocks noGrp="1"/>
          </p:cNvGraphicFramePr>
          <p:nvPr>
            <p:ph idx="4294967295"/>
          </p:nvPr>
        </p:nvGraphicFramePr>
        <p:xfrm>
          <a:off x="5278967" y="571502"/>
          <a:ext cx="6350000" cy="5714995"/>
        </p:xfrm>
        <a:graphic>
          <a:graphicData uri="http://schemas.openxmlformats.org/drawingml/2006/table">
            <a:tbl>
              <a:tblPr firstRow="1" bandRow="1">
                <a:tableStyleId>{85BE263C-DBD7-4A20-BB59-AAB30ACAA65A}</a:tableStyleId>
              </a:tblPr>
              <a:tblGrid>
                <a:gridCol w="31750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tblGrid>
              <a:tr h="519545">
                <a:tc>
                  <a:txBody>
                    <a:bodyPr/>
                    <a:lstStyle/>
                    <a:p>
                      <a:pPr marL="1270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marR="182880"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1200" b="1" kern="1200" cap="all" spc="150" noProof="0">
                          <a:solidFill>
                            <a:schemeClr val="bg1"/>
                          </a:solidFill>
                          <a:latin typeface="+mn-lt"/>
                          <a:ea typeface="+mn-ea"/>
                          <a:cs typeface="+mn-cs"/>
                        </a:rPr>
                        <a:t>Lorem ipsum</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31479630"/>
                  </a:ext>
                </a:extLst>
              </a:tr>
              <a:tr h="519545">
                <a:tc>
                  <a:txBody>
                    <a:bodyPr/>
                    <a:lstStyle/>
                    <a:p>
                      <a:pPr marL="12700" marR="0"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Timeframe</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marR="182880" anchor="ctr">
                    <a:lnL>
                      <a:noFill/>
                    </a:lnL>
                    <a:lnR>
                      <a:noFill/>
                    </a:lnR>
                    <a:lnT w="25400" cmpd="sng">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XX weeks</a:t>
                      </a:r>
                      <a:endParaRPr kumimoji="0" lang="en-US" sz="14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19545">
                <a:tc>
                  <a:txBody>
                    <a:bodyPr/>
                    <a:lstStyle/>
                    <a:p>
                      <a:pPr marL="12700" marR="0"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Avg Cost Per Sprint (2 </a:t>
                      </a:r>
                      <a:r>
                        <a:rPr kumimoji="0" lang="en-US" sz="1400" b="0" u="none" strike="noStrike" kern="1200" cap="none" spc="0" normalizeH="0" baseline="0" noProof="0" err="1">
                          <a:ln>
                            <a:noFill/>
                          </a:ln>
                          <a:solidFill>
                            <a:schemeClr val="tx1"/>
                          </a:solidFill>
                          <a:effectLst/>
                          <a:uLnTx/>
                          <a:uFillTx/>
                        </a:rPr>
                        <a:t>wks</a:t>
                      </a:r>
                      <a:r>
                        <a:rPr kumimoji="0" lang="en-US" sz="1400" b="0" u="none" strike="noStrike" kern="1200" cap="none" spc="0" normalizeH="0" baseline="0" noProof="0">
                          <a:ln>
                            <a:noFill/>
                          </a:ln>
                          <a:solidFill>
                            <a:schemeClr val="tx1"/>
                          </a:solidFill>
                          <a:effectLst/>
                          <a:uLnTx/>
                          <a:uFillTx/>
                        </a:rPr>
                        <a:t>)</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marR="182880" anchor="ctr">
                    <a:lnL>
                      <a:noFill/>
                    </a:lnL>
                    <a:lnR>
                      <a:noFill/>
                    </a:lnR>
                    <a:lnT>
                      <a:noFill/>
                    </a:lnT>
                    <a:lnB>
                      <a:noFill/>
                    </a:lnB>
                    <a:lnTlToBr w="12700" cmpd="sng">
                      <a:noFill/>
                      <a:prstDash val="solid"/>
                    </a:lnTlToBr>
                    <a:lnBlToTr w="12700" cmpd="sng">
                      <a:noFill/>
                      <a:prstDash val="solid"/>
                    </a:lnBlToTr>
                  </a:tcPr>
                </a:tc>
                <a:tc>
                  <a:txBody>
                    <a:bodyPr/>
                    <a:lstStyle/>
                    <a:p>
                      <a:pPr marL="0" marR="3175"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$XXX,XXX</a:t>
                      </a:r>
                      <a:endParaRPr kumimoji="0" lang="en-US" sz="14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19545">
                <a:tc>
                  <a:txBody>
                    <a:bodyPr/>
                    <a:lstStyle/>
                    <a:p>
                      <a:pPr marL="12700" marR="0"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Baseline Phase Cost</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marR="182880" anchor="ctr">
                    <a:lnL>
                      <a:noFill/>
                    </a:lnL>
                    <a:lnR>
                      <a:noFill/>
                    </a:lnR>
                    <a:lnT>
                      <a:noFill/>
                    </a:lnT>
                    <a:lnB>
                      <a:noFill/>
                    </a:lnB>
                    <a:lnTlToBr w="12700" cmpd="sng">
                      <a:noFill/>
                      <a:prstDash val="solid"/>
                    </a:lnTlToBr>
                    <a:lnBlToTr w="12700" cmpd="sng">
                      <a:noFill/>
                      <a:prstDash val="solid"/>
                    </a:lnBlToTr>
                  </a:tcPr>
                </a:tc>
                <a:tc>
                  <a:txBody>
                    <a:bodyPr/>
                    <a:lstStyle/>
                    <a:p>
                      <a:pPr marL="0" marR="3175"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$XXX,XXX</a:t>
                      </a:r>
                      <a:endParaRPr kumimoji="0" lang="en-US" sz="14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19545">
                <a:tc>
                  <a:txBody>
                    <a:bodyPr/>
                    <a:lstStyle/>
                    <a:p>
                      <a:pPr marL="12700" marR="0"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Total Estimated Cost (52 </a:t>
                      </a:r>
                      <a:r>
                        <a:rPr kumimoji="0" lang="en-US" sz="1400" b="0" u="none" strike="noStrike" kern="1200" cap="none" spc="0" normalizeH="0" baseline="0" noProof="0" err="1">
                          <a:ln>
                            <a:noFill/>
                          </a:ln>
                          <a:solidFill>
                            <a:schemeClr val="tx1"/>
                          </a:solidFill>
                          <a:effectLst/>
                          <a:uLnTx/>
                          <a:uFillTx/>
                        </a:rPr>
                        <a:t>wks</a:t>
                      </a:r>
                      <a:r>
                        <a:rPr kumimoji="0" lang="en-US" sz="1400" b="0" u="none" strike="noStrike" kern="1200" cap="none" spc="0" normalizeH="0" baseline="0" noProof="0">
                          <a:ln>
                            <a:noFill/>
                          </a:ln>
                          <a:solidFill>
                            <a:schemeClr val="tx1"/>
                          </a:solidFill>
                          <a:effectLst/>
                          <a:uLnTx/>
                          <a:uFillTx/>
                        </a:rPr>
                        <a:t>)</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marR="182880" anchor="ctr">
                    <a:lnL>
                      <a:noFill/>
                    </a:lnL>
                    <a:lnR>
                      <a:noFill/>
                    </a:lnR>
                    <a:lnT>
                      <a:noFill/>
                    </a:lnT>
                    <a:lnB>
                      <a:noFill/>
                    </a:lnB>
                    <a:lnTlToBr w="12700" cmpd="sng">
                      <a:noFill/>
                      <a:prstDash val="solid"/>
                    </a:lnTlToBr>
                    <a:lnBlToTr w="12700" cmpd="sng">
                      <a:noFill/>
                      <a:prstDash val="solid"/>
                    </a:lnBlToTr>
                  </a:tcPr>
                </a:tc>
                <a:tc>
                  <a:txBody>
                    <a:bodyPr/>
                    <a:lstStyle/>
                    <a:p>
                      <a:pPr marL="0" marR="3175"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$XXX,XXX</a:t>
                      </a:r>
                      <a:endParaRPr kumimoji="0" lang="en-US" sz="14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19545">
                <a:tc>
                  <a:txBody>
                    <a:bodyPr/>
                    <a:lstStyle/>
                    <a:p>
                      <a:pPr marL="12700" marR="0"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Total Team at Peak</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marR="18288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XX</a:t>
                      </a:r>
                      <a:endParaRPr kumimoji="0" lang="en-US" sz="14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19545">
                <a:tc>
                  <a:txBody>
                    <a:bodyPr/>
                    <a:lstStyle/>
                    <a:p>
                      <a:pPr marL="12700" indent="0" algn="r" defTabSz="914400" rtl="0" eaLnBrk="1" latinLnBrk="0" hangingPunct="1">
                        <a:lnSpc>
                          <a:spcPct val="100000"/>
                        </a:lnSpc>
                        <a:spcBef>
                          <a:spcPts val="0"/>
                        </a:spcBef>
                        <a:tabLst/>
                      </a:pPr>
                      <a:r>
                        <a:rPr lang="en-US" sz="1400" b="0" kern="1200" spc="0">
                          <a:solidFill>
                            <a:schemeClr val="tx1"/>
                          </a:solidFill>
                        </a:rPr>
                        <a:t>Avg Bill Rate</a:t>
                      </a:r>
                      <a:endParaRPr lang="en-US" sz="1400" b="0" i="0" kern="1200" spc="0">
                        <a:solidFill>
                          <a:schemeClr val="tx1"/>
                        </a:solidFill>
                        <a:latin typeface="+mn-lt"/>
                        <a:ea typeface="+mn-ea"/>
                        <a:cs typeface="+mn-cs"/>
                      </a:endParaRPr>
                    </a:p>
                  </a:txBody>
                  <a:tcPr marR="18288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$XXX</a:t>
                      </a:r>
                      <a:endParaRPr kumimoji="0" lang="en-US" sz="14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519545">
                <a:tc>
                  <a:txBody>
                    <a:bodyPr/>
                    <a:lstStyle/>
                    <a:p>
                      <a:pPr marL="12700" indent="0" algn="r" defTabSz="914400" rtl="0" eaLnBrk="1" latinLnBrk="0" hangingPunct="1">
                        <a:lnSpc>
                          <a:spcPct val="100000"/>
                        </a:lnSpc>
                        <a:spcBef>
                          <a:spcPts val="0"/>
                        </a:spcBef>
                        <a:tabLst/>
                      </a:pPr>
                      <a:endParaRPr lang="en-US" sz="1400" b="0" i="0" kern="1200" spc="0">
                        <a:solidFill>
                          <a:schemeClr val="tx1"/>
                        </a:solidFill>
                        <a:latin typeface="+mn-lt"/>
                        <a:ea typeface="+mn-ea"/>
                        <a:cs typeface="+mn-cs"/>
                      </a:endParaRPr>
                    </a:p>
                  </a:txBody>
                  <a:tcPr marR="18288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0743901"/>
                  </a:ext>
                </a:extLst>
              </a:tr>
              <a:tr h="519545">
                <a:tc>
                  <a:txBody>
                    <a:bodyPr/>
                    <a:lstStyle/>
                    <a:p>
                      <a:pPr marL="12700" indent="0" algn="r" defTabSz="914400" rtl="0" eaLnBrk="1" latinLnBrk="0" hangingPunct="1">
                        <a:lnSpc>
                          <a:spcPct val="100000"/>
                        </a:lnSpc>
                        <a:spcBef>
                          <a:spcPts val="0"/>
                        </a:spcBef>
                        <a:tabLst/>
                      </a:pPr>
                      <a:endParaRPr lang="en-US" sz="1400" b="0" i="0" kern="1200" spc="0">
                        <a:solidFill>
                          <a:schemeClr val="tx1"/>
                        </a:solidFill>
                        <a:latin typeface="+mn-lt"/>
                        <a:ea typeface="+mn-ea"/>
                        <a:cs typeface="+mn-cs"/>
                      </a:endParaRPr>
                    </a:p>
                  </a:txBody>
                  <a:tcPr marR="18288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1200" b="1" kern="1200" cap="all" spc="150" noProof="0">
                          <a:solidFill>
                            <a:schemeClr val="bg1"/>
                          </a:solidFill>
                          <a:latin typeface="+mn-lt"/>
                          <a:ea typeface="+mn-ea"/>
                          <a:cs typeface="+mn-cs"/>
                        </a:rPr>
                        <a:t>Lorem ipsum</a:t>
                      </a:r>
                    </a:p>
                  </a:txBody>
                  <a:tcPr anchor="ctr">
                    <a:lnL>
                      <a:noFill/>
                    </a:lnL>
                    <a:lnR>
                      <a:noFill/>
                    </a:lnR>
                    <a:lnT>
                      <a:noFill/>
                    </a:lnT>
                    <a:lnB>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300738810"/>
                  </a:ext>
                </a:extLst>
              </a:tr>
              <a:tr h="519545">
                <a:tc>
                  <a:txBody>
                    <a:bodyPr/>
                    <a:lstStyle/>
                    <a:p>
                      <a:pPr marL="12700" marR="0"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Timeframe</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marR="18288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XX weeks</a:t>
                      </a:r>
                      <a:endParaRPr kumimoji="0" lang="en-US" sz="14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165301513"/>
                  </a:ext>
                </a:extLst>
              </a:tr>
              <a:tr h="519545">
                <a:tc>
                  <a:txBody>
                    <a:bodyPr/>
                    <a:lstStyle/>
                    <a:p>
                      <a:pPr marL="12700" marR="0"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chemeClr val="tx1"/>
                          </a:solidFill>
                          <a:effectLst/>
                          <a:uLnTx/>
                          <a:uFillTx/>
                        </a:rPr>
                        <a:t>Total Estimated Cost (52 </a:t>
                      </a:r>
                      <a:r>
                        <a:rPr kumimoji="0" lang="en-US" sz="1400" b="0" u="none" strike="noStrike" kern="1200" cap="none" spc="0" normalizeH="0" baseline="0" noProof="0" err="1">
                          <a:ln>
                            <a:noFill/>
                          </a:ln>
                          <a:solidFill>
                            <a:schemeClr val="tx1"/>
                          </a:solidFill>
                          <a:effectLst/>
                          <a:uLnTx/>
                          <a:uFillTx/>
                        </a:rPr>
                        <a:t>wks</a:t>
                      </a:r>
                      <a:r>
                        <a:rPr kumimoji="0" lang="en-US" sz="1400" b="0" u="none" strike="noStrike" kern="1200" cap="none" spc="0" normalizeH="0" baseline="0" noProof="0">
                          <a:ln>
                            <a:noFill/>
                          </a:ln>
                          <a:solidFill>
                            <a:schemeClr val="tx1"/>
                          </a:solidFill>
                          <a:effectLst/>
                          <a:uLnTx/>
                          <a:uFillTx/>
                        </a:rPr>
                        <a:t>)</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marR="182880" anchor="ctr">
                    <a:lnL>
                      <a:noFill/>
                    </a:lnL>
                    <a:lnR>
                      <a:noFill/>
                    </a:lnR>
                    <a:lnT>
                      <a:noFill/>
                    </a:lnT>
                    <a:lnB w="25400" cmpd="sng">
                      <a:noFill/>
                    </a:lnB>
                    <a:lnTlToBr w="12700" cmpd="sng">
                      <a:noFill/>
                      <a:prstDash val="solid"/>
                    </a:lnTlToBr>
                    <a:lnBlToTr w="12700" cmpd="sng">
                      <a:noFill/>
                      <a:prstDash val="solid"/>
                    </a:lnBlToTr>
                  </a:tcPr>
                </a:tc>
                <a:tc>
                  <a:txBody>
                    <a:bodyPr/>
                    <a:lstStyle/>
                    <a:p>
                      <a:pPr marL="0" marR="3175" lvl="0" indent="0" algn="ct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$XXX,XXX</a:t>
                      </a:r>
                      <a:endParaRPr kumimoji="0" lang="en-US" sz="1400" b="1" i="0" u="none" strike="noStrike" kern="1200" cap="none" spc="0" normalizeH="0" baseline="0" noProof="0">
                        <a:ln>
                          <a:noFill/>
                        </a:ln>
                        <a:solidFill>
                          <a:schemeClr val="tx1"/>
                        </a:solidFill>
                        <a:effectLst/>
                        <a:uLnTx/>
                        <a:uFillTx/>
                        <a:latin typeface="+mn-lt"/>
                        <a:ea typeface="+mn-ea"/>
                        <a:cs typeface="+mn-cs"/>
                      </a:endParaRPr>
                    </a:p>
                  </a:txBody>
                  <a:tcPr anchor="ctr">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620821153"/>
                  </a:ext>
                </a:extLst>
              </a:tr>
            </a:tbl>
          </a:graphicData>
        </a:graphic>
      </p:graphicFrame>
    </p:spTree>
    <p:extLst>
      <p:ext uri="{BB962C8B-B14F-4D97-AF65-F5344CB8AC3E}">
        <p14:creationId xmlns:p14="http://schemas.microsoft.com/office/powerpoint/2010/main" val="203985404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0B508F7-3C9D-BBA4-D72E-2C83F458A091}"/>
              </a:ext>
            </a:extLst>
          </p:cNvPr>
          <p:cNvSpPr>
            <a:spLocks noGrp="1"/>
          </p:cNvSpPr>
          <p:nvPr>
            <p:ph type="title"/>
          </p:nvPr>
        </p:nvSpPr>
        <p:spPr/>
        <p:txBody>
          <a:bodyPr/>
          <a:lstStyle/>
          <a:p>
            <a:r>
              <a:rPr lang="en-US"/>
              <a:t>Estimated </a:t>
            </a:r>
            <a:r>
              <a:rPr lang="en-US">
                <a:solidFill>
                  <a:schemeClr val="accent1"/>
                </a:solidFill>
              </a:rPr>
              <a:t>discovery</a:t>
            </a:r>
            <a:r>
              <a:rPr lang="en-US"/>
              <a:t> cost</a:t>
            </a:r>
          </a:p>
        </p:txBody>
      </p:sp>
      <p:sp>
        <p:nvSpPr>
          <p:cNvPr id="19" name="Text Placeholder 18">
            <a:extLst>
              <a:ext uri="{FF2B5EF4-FFF2-40B4-BE49-F238E27FC236}">
                <a16:creationId xmlns:a16="http://schemas.microsoft.com/office/drawing/2014/main" id="{35303C57-D469-10F5-1D83-E3C4842059A2}"/>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3" name="Footer Placeholder 2">
            <a:extLst>
              <a:ext uri="{FF2B5EF4-FFF2-40B4-BE49-F238E27FC236}">
                <a16:creationId xmlns:a16="http://schemas.microsoft.com/office/drawing/2014/main" id="{20F47B55-985D-C079-C0BC-B8EFE514CF4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DDDE87B8-CE6B-30D9-0ABD-183132871F73}"/>
              </a:ext>
              <a:ext uri="{C183D7F6-B498-43B3-948B-1728B52AA6E4}">
                <adec:decorative xmlns:adec="http://schemas.microsoft.com/office/drawing/2017/decorative" val="1"/>
              </a:ext>
            </a:extLst>
          </p:cNvPr>
          <p:cNvSpPr>
            <a:spLocks noGrp="1"/>
          </p:cNvSpPr>
          <p:nvPr>
            <p:ph type="dt" sz="half" idx="11"/>
          </p:nvPr>
        </p:nvSpPr>
        <p:spPr/>
        <p:txBody>
          <a:bodyPr/>
          <a:lstStyle/>
          <a:p>
            <a:fld id="{805A8CFE-1AA5-42AB-A803-5130CD1464D6}" type="datetimeyyyy">
              <a:rPr lang="en-US" smtClean="0"/>
              <a:t>2025</a:t>
            </a:fld>
            <a:endParaRPr lang="en-US"/>
          </a:p>
        </p:txBody>
      </p:sp>
      <p:sp>
        <p:nvSpPr>
          <p:cNvPr id="4" name="Slide Number Placeholder 3">
            <a:extLst>
              <a:ext uri="{FF2B5EF4-FFF2-40B4-BE49-F238E27FC236}">
                <a16:creationId xmlns:a16="http://schemas.microsoft.com/office/drawing/2014/main" id="{4F9BE84A-8C48-AD66-FF54-71E5605F721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101</a:t>
            </a:fld>
            <a:endParaRPr lang="en-US"/>
          </a:p>
        </p:txBody>
      </p:sp>
      <p:sp>
        <p:nvSpPr>
          <p:cNvPr id="15" name="object 2">
            <a:extLst>
              <a:ext uri="{FF2B5EF4-FFF2-40B4-BE49-F238E27FC236}">
                <a16:creationId xmlns:a16="http://schemas.microsoft.com/office/drawing/2014/main" id="{500D2873-D665-4CA2-76C4-184A75AB99D8}"/>
              </a:ext>
            </a:extLst>
          </p:cNvPr>
          <p:cNvSpPr txBox="1"/>
          <p:nvPr/>
        </p:nvSpPr>
        <p:spPr>
          <a:xfrm>
            <a:off x="571500" y="2943325"/>
            <a:ext cx="3530600" cy="3124200"/>
          </a:xfrm>
          <a:prstGeom prst="rect">
            <a:avLst/>
          </a:prstGeom>
        </p:spPr>
        <p:txBody>
          <a:bodyPr vert="horz" wrap="square" lIns="0" tIns="7315" rIns="0" bIns="0" rtlCol="0">
            <a:noAutofit/>
          </a:bodyPr>
          <a:lstStyle/>
          <a:p>
            <a:pPr marR="3080">
              <a:lnSpc>
                <a:spcPct val="110000"/>
              </a:lnSpc>
              <a:spcAft>
                <a:spcPts val="1000"/>
              </a:spcAft>
            </a:pPr>
            <a:r>
              <a:rPr lang="en-US" sz="1400" b="1">
                <a:ea typeface="+mj-ea"/>
                <a:cs typeface="+mj-cs"/>
              </a:rPr>
              <a:t>Team Structure</a:t>
            </a:r>
          </a:p>
          <a:p>
            <a:pPr marR="3080">
              <a:lnSpc>
                <a:spcPct val="110000"/>
              </a:lnSpc>
              <a:spcAft>
                <a:spcPts val="1000"/>
              </a:spcAft>
            </a:pPr>
            <a:r>
              <a:rPr lang="en-US" sz="1400">
                <a:ea typeface="+mj-ea"/>
                <a:cs typeface="+mj-cs"/>
              </a:rPr>
              <a:t>Level one </a:t>
            </a:r>
          </a:p>
          <a:p>
            <a:pPr marR="3080">
              <a:lnSpc>
                <a:spcPct val="110000"/>
              </a:lnSpc>
              <a:spcAft>
                <a:spcPts val="1000"/>
              </a:spcAft>
            </a:pPr>
            <a:r>
              <a:rPr lang="en-US" sz="1400">
                <a:ea typeface="+mj-ea"/>
                <a:cs typeface="+mj-cs"/>
              </a:rPr>
              <a:t>Level two</a:t>
            </a:r>
          </a:p>
          <a:p>
            <a:pPr marR="3080">
              <a:lnSpc>
                <a:spcPct val="110000"/>
              </a:lnSpc>
              <a:spcAft>
                <a:spcPts val="1000"/>
              </a:spcAft>
            </a:pPr>
            <a:r>
              <a:rPr lang="en-US" sz="1400">
                <a:ea typeface="+mj-ea"/>
                <a:cs typeface="+mj-cs"/>
              </a:rPr>
              <a:t>Level three</a:t>
            </a:r>
          </a:p>
          <a:p>
            <a:pPr marR="3080">
              <a:lnSpc>
                <a:spcPct val="110000"/>
              </a:lnSpc>
              <a:spcAft>
                <a:spcPts val="1000"/>
              </a:spcAft>
            </a:pPr>
            <a:r>
              <a:rPr lang="en-US" sz="1400">
                <a:ea typeface="+mj-ea"/>
                <a:cs typeface="+mj-cs"/>
              </a:rPr>
              <a:t>Level four</a:t>
            </a:r>
          </a:p>
          <a:p>
            <a:pPr marR="3080">
              <a:lnSpc>
                <a:spcPct val="110000"/>
              </a:lnSpc>
              <a:spcAft>
                <a:spcPts val="1000"/>
              </a:spcAft>
            </a:pPr>
            <a:r>
              <a:rPr lang="en-US" sz="1400">
                <a:ea typeface="+mj-ea"/>
                <a:cs typeface="+mj-cs"/>
              </a:rPr>
              <a:t>Level five</a:t>
            </a:r>
          </a:p>
          <a:p>
            <a:pPr marR="3080">
              <a:lnSpc>
                <a:spcPct val="110000"/>
              </a:lnSpc>
              <a:spcAft>
                <a:spcPts val="1000"/>
              </a:spcAft>
            </a:pPr>
            <a:endParaRPr lang="en-US" sz="1400">
              <a:ea typeface="+mj-ea"/>
              <a:cs typeface="+mj-cs"/>
            </a:endParaRPr>
          </a:p>
        </p:txBody>
      </p:sp>
      <p:graphicFrame>
        <p:nvGraphicFramePr>
          <p:cNvPr id="11" name="object 3">
            <a:extLst>
              <a:ext uri="{FF2B5EF4-FFF2-40B4-BE49-F238E27FC236}">
                <a16:creationId xmlns:a16="http://schemas.microsoft.com/office/drawing/2014/main" id="{23D78B5D-7DF6-E061-6281-3D08DA0657EB}"/>
              </a:ext>
            </a:extLst>
          </p:cNvPr>
          <p:cNvGraphicFramePr>
            <a:graphicFrameLocks noGrp="1"/>
          </p:cNvGraphicFramePr>
          <p:nvPr/>
        </p:nvGraphicFramePr>
        <p:xfrm>
          <a:off x="5270500" y="2943325"/>
          <a:ext cx="6350000" cy="2162076"/>
        </p:xfrm>
        <a:graphic>
          <a:graphicData uri="http://schemas.openxmlformats.org/drawingml/2006/table">
            <a:tbl>
              <a:tblPr firstRow="1" bandRow="1">
                <a:tableStyleId>{85BE263C-DBD7-4A20-BB59-AAB30ACAA65A}</a:tableStyleId>
              </a:tblPr>
              <a:tblGrid>
                <a:gridCol w="31750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tblGrid>
              <a:tr h="540519">
                <a:tc>
                  <a:txBody>
                    <a:bodyPr/>
                    <a:lstStyle/>
                    <a:p>
                      <a:pPr marL="1270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mn-lt"/>
                        <a:ea typeface="+mn-ea"/>
                        <a:cs typeface="+mn-cs"/>
                      </a:endParaRPr>
                    </a:p>
                  </a:txBody>
                  <a:tcPr marL="182880" marR="182880" marT="91440" marB="91440" anchor="ctr">
                    <a:lnL>
                      <a:noFill/>
                    </a:lnL>
                    <a:lnR>
                      <a:noFill/>
                    </a:lnR>
                    <a:lnT w="25400" cmpd="sng">
                      <a:noFill/>
                    </a:lnT>
                    <a:lnB w="254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1200" b="1" kern="1200" cap="all" spc="150" noProof="0">
                          <a:solidFill>
                            <a:schemeClr val="bg1"/>
                          </a:solidFill>
                          <a:latin typeface="+mn-lt"/>
                          <a:ea typeface="+mn-ea"/>
                          <a:cs typeface="+mn-cs"/>
                        </a:rPr>
                        <a:t>Team</a:t>
                      </a:r>
                    </a:p>
                  </a:txBody>
                  <a:tcPr marL="182880" marR="182880" marT="91440" marB="91440" anchor="ctr">
                    <a:lnL>
                      <a:noFill/>
                    </a:lnL>
                    <a:lnR>
                      <a:noFill/>
                    </a:lnR>
                    <a:lnT w="25400" cmpd="sng">
                      <a:noFill/>
                    </a:lnT>
                    <a:lnB w="254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063493135"/>
                  </a:ext>
                </a:extLst>
              </a:tr>
              <a:tr h="540519">
                <a:tc>
                  <a:txBody>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prstClr val="black"/>
                          </a:solidFill>
                          <a:effectLst/>
                          <a:uLnTx/>
                          <a:uFillTx/>
                        </a:rPr>
                        <a:t>Lorem ipsum</a:t>
                      </a:r>
                      <a:endParaRPr kumimoji="0" lang="en-US" sz="1400" b="0" i="0" u="none" strike="noStrike" kern="1200" cap="none" spc="0" normalizeH="0" baseline="0" noProof="0">
                        <a:ln>
                          <a:noFill/>
                        </a:ln>
                        <a:solidFill>
                          <a:prstClr val="black"/>
                        </a:solidFill>
                        <a:effectLst/>
                        <a:uLnTx/>
                        <a:uFillTx/>
                        <a:latin typeface="+mn-lt"/>
                        <a:ea typeface="+mn-ea"/>
                        <a:cs typeface="+mn-cs"/>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prstClr val="black"/>
                          </a:solidFill>
                          <a:effectLst/>
                          <a:uLnTx/>
                          <a:uFillTx/>
                        </a:rPr>
                        <a:t>$000,000</a:t>
                      </a:r>
                      <a:endParaRPr kumimoji="0" lang="en-US" sz="1400" b="0" i="0" u="none" strike="noStrike" kern="1200" cap="none" spc="0" normalizeH="0" baseline="0" noProof="0">
                        <a:ln>
                          <a:noFill/>
                        </a:ln>
                        <a:solidFill>
                          <a:prstClr val="black"/>
                        </a:solidFill>
                        <a:effectLst/>
                        <a:uLnTx/>
                        <a:uFillTx/>
                        <a:latin typeface="+mn-lt"/>
                        <a:ea typeface="+mn-ea"/>
                        <a:cs typeface="+mn-cs"/>
                      </a:endParaRPr>
                    </a:p>
                  </a:txBody>
                  <a:tcPr marL="182880" marR="182880" marT="91440" marB="91440" anchor="ct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40519">
                <a:tc>
                  <a:txBody>
                    <a:bodyPr/>
                    <a:lstStyle/>
                    <a:p>
                      <a:pPr marL="12700" marR="0" lvl="0" indent="0" algn="l" defTabSz="914400" rtl="0" eaLnBrk="1" fontAlgn="auto" latinLnBrk="0" hangingPunct="1">
                        <a:lnSpc>
                          <a:spcPct val="100000"/>
                        </a:lnSpc>
                        <a:spcBef>
                          <a:spcPts val="2655"/>
                        </a:spcBef>
                        <a:spcAft>
                          <a:spcPts val="0"/>
                        </a:spcAft>
                        <a:buClrTx/>
                        <a:buSzTx/>
                        <a:buFontTx/>
                        <a:buNone/>
                        <a:tabLst/>
                        <a:defRPr/>
                      </a:pPr>
                      <a:r>
                        <a:rPr kumimoji="0" lang="en-US" sz="1400" b="0" u="none" strike="noStrike" kern="1200" cap="none" spc="0" normalizeH="0" baseline="0" noProof="0">
                          <a:ln>
                            <a:noFill/>
                          </a:ln>
                          <a:solidFill>
                            <a:prstClr val="black"/>
                          </a:solidFill>
                          <a:effectLst/>
                          <a:uLnTx/>
                          <a:uFillTx/>
                        </a:rPr>
                        <a:t>Lorem ipsum</a:t>
                      </a:r>
                      <a:endParaRPr kumimoji="0" lang="en-US" sz="1400" b="0" i="0" u="none" strike="noStrike" kern="1200" cap="none" spc="0" normalizeH="0" baseline="0" noProof="0">
                        <a:ln>
                          <a:noFill/>
                        </a:ln>
                        <a:solidFill>
                          <a:prstClr val="black"/>
                        </a:solidFill>
                        <a:effectLst/>
                        <a:uLnTx/>
                        <a:uFillTx/>
                        <a:latin typeface="+mn-lt"/>
                        <a:ea typeface="+mn-ea"/>
                        <a:cs typeface="+mn-cs"/>
                      </a:endParaRPr>
                    </a:p>
                  </a:txBody>
                  <a:tcPr marL="182880" marR="182880" marT="91440" marB="91440" anchor="ctr">
                    <a:lnL>
                      <a:noFill/>
                    </a:lnL>
                    <a:lnR>
                      <a:noFill/>
                    </a:lnR>
                    <a:lnT>
                      <a:noFill/>
                    </a:lnT>
                    <a:lnB>
                      <a:noFill/>
                    </a:lnB>
                    <a:lnTlToBr w="12700" cmpd="sng">
                      <a:noFill/>
                      <a:prstDash val="solid"/>
                    </a:lnTlToBr>
                    <a:lnBlToTr w="12700" cmpd="sng">
                      <a:noFill/>
                      <a:prstDash val="solid"/>
                    </a:lnBlToTr>
                  </a:tcPr>
                </a:tc>
                <a:tc>
                  <a:txBody>
                    <a:bodyPr/>
                    <a:lstStyle/>
                    <a:p>
                      <a:pPr marL="0" marR="3175" lvl="0" indent="0" algn="r"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prstClr val="black"/>
                          </a:solidFill>
                          <a:effectLst/>
                          <a:uLnTx/>
                          <a:uFillTx/>
                        </a:rPr>
                        <a:t>$00,000</a:t>
                      </a:r>
                      <a:endParaRPr kumimoji="0" lang="en-US" sz="1400" b="0" i="0" u="none" strike="noStrike" kern="1200" cap="none" spc="0" normalizeH="0" baseline="0" noProof="0">
                        <a:ln>
                          <a:noFill/>
                        </a:ln>
                        <a:solidFill>
                          <a:prstClr val="black"/>
                        </a:solidFill>
                        <a:effectLst/>
                        <a:uLnTx/>
                        <a:uFillTx/>
                        <a:latin typeface="+mn-lt"/>
                        <a:ea typeface="+mn-ea"/>
                        <a:cs typeface="+mn-cs"/>
                      </a:endParaRPr>
                    </a:p>
                  </a:txBody>
                  <a:tcPr marL="182880" marR="182880" marT="91440" marB="9144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40519">
                <a:tc>
                  <a:txBody>
                    <a:bodyPr/>
                    <a:lstStyle/>
                    <a:p>
                      <a:pPr marL="12700" marR="0" lvl="0" indent="0" algn="l" defTabSz="914400" rtl="0" eaLnBrk="1" fontAlgn="auto" latinLnBrk="0" hangingPunct="1">
                        <a:lnSpc>
                          <a:spcPct val="100000"/>
                        </a:lnSpc>
                        <a:spcBef>
                          <a:spcPts val="2655"/>
                        </a:spcBef>
                        <a:spcAft>
                          <a:spcPts val="0"/>
                        </a:spcAft>
                        <a:buClrTx/>
                        <a:buSzTx/>
                        <a:buFontTx/>
                        <a:buNone/>
                        <a:tabLst/>
                        <a:defRPr/>
                      </a:pPr>
                      <a:r>
                        <a:rPr kumimoji="0" lang="en-US" sz="1400" b="1" u="none" strike="noStrike" kern="1200" cap="none" spc="0" normalizeH="0" baseline="0" noProof="0">
                          <a:ln>
                            <a:noFill/>
                          </a:ln>
                          <a:solidFill>
                            <a:prstClr val="black"/>
                          </a:solidFill>
                          <a:effectLst/>
                          <a:uLnTx/>
                          <a:uFillTx/>
                        </a:rPr>
                        <a:t>Total</a:t>
                      </a:r>
                      <a:endParaRPr kumimoji="0" lang="en-US" sz="1400" b="1" i="0" u="none" strike="noStrike" kern="1200" cap="none" spc="0" normalizeH="0" baseline="0" noProof="0">
                        <a:ln>
                          <a:noFill/>
                        </a:ln>
                        <a:solidFill>
                          <a:prstClr val="black"/>
                        </a:solidFill>
                        <a:effectLst/>
                        <a:uLnTx/>
                        <a:uFillTx/>
                        <a:latin typeface="+mn-lt"/>
                        <a:ea typeface="+mn-ea"/>
                        <a:cs typeface="+mn-cs"/>
                      </a:endParaRPr>
                    </a:p>
                  </a:txBody>
                  <a:tcPr marL="182880" marR="182880" marT="91440" marB="91440" anchor="ctr">
                    <a:lnL>
                      <a:noFill/>
                    </a:lnL>
                    <a:lnR>
                      <a:noFill/>
                    </a:lnR>
                    <a:lnT>
                      <a:noFill/>
                    </a:lnT>
                    <a:lnB w="25400" cmpd="sng">
                      <a:noFill/>
                    </a:lnB>
                    <a:lnTlToBr w="12700" cmpd="sng">
                      <a:noFill/>
                      <a:prstDash val="solid"/>
                    </a:lnTlToBr>
                    <a:lnBlToTr w="12700" cmpd="sng">
                      <a:noFill/>
                      <a:prstDash val="solid"/>
                    </a:lnBlToTr>
                  </a:tcPr>
                </a:tc>
                <a:tc>
                  <a:txBody>
                    <a:bodyPr/>
                    <a:lstStyle/>
                    <a:p>
                      <a:pPr marL="0" marR="3175" lvl="0" indent="0" algn="r"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prstClr val="black"/>
                          </a:solidFill>
                          <a:effectLst/>
                          <a:uLnTx/>
                          <a:uFillTx/>
                        </a:rPr>
                        <a:t>$000,000</a:t>
                      </a:r>
                      <a:endParaRPr kumimoji="0" lang="en-US" sz="1400" b="1" i="0" u="none" strike="noStrike" kern="1200" cap="none" spc="0" normalizeH="0" baseline="0" noProof="0">
                        <a:ln>
                          <a:noFill/>
                        </a:ln>
                        <a:solidFill>
                          <a:prstClr val="black"/>
                        </a:solidFill>
                        <a:effectLst/>
                        <a:uLnTx/>
                        <a:uFillTx/>
                        <a:latin typeface="+mn-lt"/>
                        <a:ea typeface="+mn-ea"/>
                        <a:cs typeface="+mn-cs"/>
                      </a:endParaRPr>
                    </a:p>
                  </a:txBody>
                  <a:tcPr marL="182880" marR="182880" marT="91440" marB="91440" anchor="ctr">
                    <a:lnL>
                      <a:noFill/>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2244628153"/>
                  </a:ext>
                </a:extLst>
              </a:tr>
            </a:tbl>
          </a:graphicData>
        </a:graphic>
      </p:graphicFrame>
    </p:spTree>
    <p:extLst>
      <p:ext uri="{BB962C8B-B14F-4D97-AF65-F5344CB8AC3E}">
        <p14:creationId xmlns:p14="http://schemas.microsoft.com/office/powerpoint/2010/main" val="5802339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CA8FB1-ADF7-A95C-2A9C-D26E48806EA6}"/>
              </a:ext>
            </a:extLst>
          </p:cNvPr>
          <p:cNvSpPr>
            <a:spLocks noGrp="1"/>
          </p:cNvSpPr>
          <p:nvPr>
            <p:ph type="title"/>
          </p:nvPr>
        </p:nvSpPr>
        <p:spPr/>
        <p:txBody>
          <a:bodyPr/>
          <a:lstStyle/>
          <a:p>
            <a:r>
              <a:rPr lang="en-US"/>
              <a:t>Diagram with </a:t>
            </a:r>
            <a:r>
              <a:rPr lang="en-US">
                <a:solidFill>
                  <a:schemeClr val="accent1"/>
                </a:solidFill>
              </a:rPr>
              <a:t>3</a:t>
            </a:r>
            <a:r>
              <a:rPr lang="en-US"/>
              <a:t> icons.</a:t>
            </a:r>
          </a:p>
        </p:txBody>
      </p:sp>
      <p:sp>
        <p:nvSpPr>
          <p:cNvPr id="42" name="Text Placeholder 41">
            <a:extLst>
              <a:ext uri="{FF2B5EF4-FFF2-40B4-BE49-F238E27FC236}">
                <a16:creationId xmlns:a16="http://schemas.microsoft.com/office/drawing/2014/main" id="{094AEF40-B689-7780-4D7A-FFCC7136A040}"/>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13" name="Title 6">
            <a:extLst>
              <a:ext uri="{FF2B5EF4-FFF2-40B4-BE49-F238E27FC236}">
                <a16:creationId xmlns:a16="http://schemas.microsoft.com/office/drawing/2014/main" id="{85C4C04D-CB46-D6BF-F88E-17D1D2961063}"/>
              </a:ext>
            </a:extLst>
          </p:cNvPr>
          <p:cNvSpPr txBox="1">
            <a:spLocks/>
          </p:cNvSpPr>
          <p:nvPr/>
        </p:nvSpPr>
        <p:spPr>
          <a:xfrm>
            <a:off x="4893128" y="4060003"/>
            <a:ext cx="2405744" cy="51292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gn="ctr">
              <a:lnSpc>
                <a:spcPct val="100000"/>
              </a:lnSpc>
            </a:pPr>
            <a:r>
              <a:rPr lang="en-US" sz="2200">
                <a:latin typeface="+mn-lt"/>
              </a:rPr>
              <a:t>Diagram title</a:t>
            </a:r>
          </a:p>
        </p:txBody>
      </p:sp>
      <p:sp>
        <p:nvSpPr>
          <p:cNvPr id="10" name="object 2">
            <a:extLst>
              <a:ext uri="{FF2B5EF4-FFF2-40B4-BE49-F238E27FC236}">
                <a16:creationId xmlns:a16="http://schemas.microsoft.com/office/drawing/2014/main" id="{822E2AE4-1D7A-FA36-F5F7-7DDA3175F508}"/>
              </a:ext>
            </a:extLst>
          </p:cNvPr>
          <p:cNvSpPr txBox="1"/>
          <p:nvPr/>
        </p:nvSpPr>
        <p:spPr>
          <a:xfrm>
            <a:off x="571500" y="2943532"/>
            <a:ext cx="259080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p>
        </p:txBody>
      </p:sp>
      <p:sp>
        <p:nvSpPr>
          <p:cNvPr id="11" name="object 2">
            <a:extLst>
              <a:ext uri="{FF2B5EF4-FFF2-40B4-BE49-F238E27FC236}">
                <a16:creationId xmlns:a16="http://schemas.microsoft.com/office/drawing/2014/main" id="{791D2525-41E1-535B-7734-4C1928AF93E1}"/>
              </a:ext>
            </a:extLst>
          </p:cNvPr>
          <p:cNvSpPr txBox="1">
            <a:spLocks/>
          </p:cNvSpPr>
          <p:nvPr/>
        </p:nvSpPr>
        <p:spPr>
          <a:xfrm>
            <a:off x="571500" y="4133687"/>
            <a:ext cx="259080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12" name="object 2">
            <a:extLst>
              <a:ext uri="{FF2B5EF4-FFF2-40B4-BE49-F238E27FC236}">
                <a16:creationId xmlns:a16="http://schemas.microsoft.com/office/drawing/2014/main" id="{269F4487-D5A0-AE0E-45FB-128E64FBD42B}"/>
              </a:ext>
            </a:extLst>
          </p:cNvPr>
          <p:cNvSpPr txBox="1">
            <a:spLocks/>
          </p:cNvSpPr>
          <p:nvPr/>
        </p:nvSpPr>
        <p:spPr>
          <a:xfrm>
            <a:off x="9029700" y="2943532"/>
            <a:ext cx="260368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20" name="Oval 19">
            <a:extLst>
              <a:ext uri="{FF2B5EF4-FFF2-40B4-BE49-F238E27FC236}">
                <a16:creationId xmlns:a16="http://schemas.microsoft.com/office/drawing/2014/main" id="{46C455A0-B5F5-7F5D-E846-3A119BB16196}"/>
              </a:ext>
              <a:ext uri="{C183D7F6-B498-43B3-948B-1728B52AA6E4}">
                <adec:decorative xmlns:adec="http://schemas.microsoft.com/office/drawing/2017/decorative" val="1"/>
              </a:ext>
            </a:extLst>
          </p:cNvPr>
          <p:cNvSpPr/>
          <p:nvPr/>
        </p:nvSpPr>
        <p:spPr>
          <a:xfrm>
            <a:off x="4353983" y="2574448"/>
            <a:ext cx="3484033" cy="348403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1" name="Oval 20">
            <a:extLst>
              <a:ext uri="{FF2B5EF4-FFF2-40B4-BE49-F238E27FC236}">
                <a16:creationId xmlns:a16="http://schemas.microsoft.com/office/drawing/2014/main" id="{E6514112-257A-A0B5-7BBB-A08C00890EA6}"/>
              </a:ext>
              <a:ext uri="{C183D7F6-B498-43B3-948B-1728B52AA6E4}">
                <adec:decorative xmlns:adec="http://schemas.microsoft.com/office/drawing/2017/decorative" val="1"/>
              </a:ext>
            </a:extLst>
          </p:cNvPr>
          <p:cNvSpPr/>
          <p:nvPr/>
        </p:nvSpPr>
        <p:spPr>
          <a:xfrm>
            <a:off x="4474966" y="2550408"/>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2" name="Oval 21">
            <a:extLst>
              <a:ext uri="{FF2B5EF4-FFF2-40B4-BE49-F238E27FC236}">
                <a16:creationId xmlns:a16="http://schemas.microsoft.com/office/drawing/2014/main" id="{7B64669F-E6F0-FB9A-C67B-7E8A200557B8}"/>
              </a:ext>
              <a:ext uri="{C183D7F6-B498-43B3-948B-1728B52AA6E4}">
                <adec:decorative xmlns:adec="http://schemas.microsoft.com/office/drawing/2017/decorative" val="1"/>
              </a:ext>
            </a:extLst>
          </p:cNvPr>
          <p:cNvSpPr/>
          <p:nvPr/>
        </p:nvSpPr>
        <p:spPr>
          <a:xfrm>
            <a:off x="4474966" y="5168121"/>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3" name="Oval 22">
            <a:extLst>
              <a:ext uri="{FF2B5EF4-FFF2-40B4-BE49-F238E27FC236}">
                <a16:creationId xmlns:a16="http://schemas.microsoft.com/office/drawing/2014/main" id="{CBAB95AB-7737-629B-524C-A23149F51A67}"/>
              </a:ext>
              <a:ext uri="{C183D7F6-B498-43B3-948B-1728B52AA6E4}">
                <adec:decorative xmlns:adec="http://schemas.microsoft.com/office/drawing/2017/decorative" val="1"/>
              </a:ext>
            </a:extLst>
          </p:cNvPr>
          <p:cNvSpPr/>
          <p:nvPr/>
        </p:nvSpPr>
        <p:spPr>
          <a:xfrm>
            <a:off x="7373032" y="3859262"/>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 name="Footer Placeholder 2">
            <a:extLst>
              <a:ext uri="{FF2B5EF4-FFF2-40B4-BE49-F238E27FC236}">
                <a16:creationId xmlns:a16="http://schemas.microsoft.com/office/drawing/2014/main" id="{4D1955B1-FE7C-F13F-1D75-E3AC2DBFAC5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5C18A4C8-CB00-4FF3-38CB-7160C30DAAD1}"/>
              </a:ext>
              <a:ext uri="{C183D7F6-B498-43B3-948B-1728B52AA6E4}">
                <adec:decorative xmlns:adec="http://schemas.microsoft.com/office/drawing/2017/decorative" val="1"/>
              </a:ext>
            </a:extLst>
          </p:cNvPr>
          <p:cNvSpPr>
            <a:spLocks noGrp="1"/>
          </p:cNvSpPr>
          <p:nvPr>
            <p:ph type="dt" sz="half" idx="11"/>
          </p:nvPr>
        </p:nvSpPr>
        <p:spPr/>
        <p:txBody>
          <a:bodyPr/>
          <a:lstStyle/>
          <a:p>
            <a:fld id="{39068B17-DA64-4E32-8A1C-B78406D65978}" type="datetimeyyyy">
              <a:rPr lang="en-US" smtClean="0"/>
              <a:t>2025</a:t>
            </a:fld>
            <a:endParaRPr lang="en-US"/>
          </a:p>
        </p:txBody>
      </p:sp>
      <p:sp>
        <p:nvSpPr>
          <p:cNvPr id="4" name="Slide Number Placeholder 3">
            <a:extLst>
              <a:ext uri="{FF2B5EF4-FFF2-40B4-BE49-F238E27FC236}">
                <a16:creationId xmlns:a16="http://schemas.microsoft.com/office/drawing/2014/main" id="{DC11F6F9-F3D6-34C0-23FA-1B8EAC4A1B3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102</a:t>
            </a:fld>
            <a:endParaRPr lang="en-US"/>
          </a:p>
        </p:txBody>
      </p:sp>
      <p:pic>
        <p:nvPicPr>
          <p:cNvPr id="7" name="Graphic 6">
            <a:extLst>
              <a:ext uri="{FF2B5EF4-FFF2-40B4-BE49-F238E27FC236}">
                <a16:creationId xmlns:a16="http://schemas.microsoft.com/office/drawing/2014/main" id="{9638551D-4706-1FEE-F06D-BB05F7B55E3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56861" y="3943091"/>
            <a:ext cx="746742" cy="746742"/>
          </a:xfrm>
          <a:prstGeom prst="rect">
            <a:avLst/>
          </a:prstGeom>
        </p:spPr>
      </p:pic>
      <p:pic>
        <p:nvPicPr>
          <p:cNvPr id="8" name="Graphic 7">
            <a:extLst>
              <a:ext uri="{FF2B5EF4-FFF2-40B4-BE49-F238E27FC236}">
                <a16:creationId xmlns:a16="http://schemas.microsoft.com/office/drawing/2014/main" id="{82627DCC-B8E0-C8C8-AF51-C004EAFE0C9D}"/>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474966" y="5168121"/>
            <a:ext cx="914399" cy="914399"/>
          </a:xfrm>
          <a:prstGeom prst="rect">
            <a:avLst/>
          </a:prstGeom>
        </p:spPr>
      </p:pic>
      <p:pic>
        <p:nvPicPr>
          <p:cNvPr id="9" name="Graphic 8">
            <a:extLst>
              <a:ext uri="{FF2B5EF4-FFF2-40B4-BE49-F238E27FC236}">
                <a16:creationId xmlns:a16="http://schemas.microsoft.com/office/drawing/2014/main" id="{C80D3E33-9116-AB77-E846-467CE1B7012D}"/>
              </a:ext>
              <a:ext uri="{C183D7F6-B498-43B3-948B-1728B52AA6E4}">
                <adec:decorative xmlns:adec="http://schemas.microsoft.com/office/drawing/2017/decorative" val="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476912" y="2552354"/>
            <a:ext cx="910508" cy="910508"/>
          </a:xfrm>
          <a:prstGeom prst="rect">
            <a:avLst/>
          </a:prstGeom>
        </p:spPr>
      </p:pic>
    </p:spTree>
    <p:extLst>
      <p:ext uri="{BB962C8B-B14F-4D97-AF65-F5344CB8AC3E}">
        <p14:creationId xmlns:p14="http://schemas.microsoft.com/office/powerpoint/2010/main" val="42338342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CA8FB1-ADF7-A95C-2A9C-D26E48806EA6}"/>
              </a:ext>
            </a:extLst>
          </p:cNvPr>
          <p:cNvSpPr>
            <a:spLocks noGrp="1"/>
          </p:cNvSpPr>
          <p:nvPr>
            <p:ph type="title"/>
          </p:nvPr>
        </p:nvSpPr>
        <p:spPr/>
        <p:txBody>
          <a:bodyPr/>
          <a:lstStyle/>
          <a:p>
            <a:r>
              <a:rPr lang="en-US"/>
              <a:t>Diagram with </a:t>
            </a:r>
            <a:r>
              <a:rPr lang="en-US">
                <a:solidFill>
                  <a:schemeClr val="accent1"/>
                </a:solidFill>
              </a:rPr>
              <a:t>4</a:t>
            </a:r>
            <a:r>
              <a:rPr lang="en-US"/>
              <a:t> icons.</a:t>
            </a:r>
          </a:p>
        </p:txBody>
      </p:sp>
      <p:sp>
        <p:nvSpPr>
          <p:cNvPr id="42" name="Text Placeholder 41">
            <a:extLst>
              <a:ext uri="{FF2B5EF4-FFF2-40B4-BE49-F238E27FC236}">
                <a16:creationId xmlns:a16="http://schemas.microsoft.com/office/drawing/2014/main" id="{094AEF40-B689-7780-4D7A-FFCC7136A040}"/>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21" name="Title 6">
            <a:extLst>
              <a:ext uri="{FF2B5EF4-FFF2-40B4-BE49-F238E27FC236}">
                <a16:creationId xmlns:a16="http://schemas.microsoft.com/office/drawing/2014/main" id="{643F245C-17D8-ACC9-B67D-EA01088F0D4F}"/>
              </a:ext>
            </a:extLst>
          </p:cNvPr>
          <p:cNvSpPr txBox="1">
            <a:spLocks/>
          </p:cNvSpPr>
          <p:nvPr/>
        </p:nvSpPr>
        <p:spPr>
          <a:xfrm>
            <a:off x="4893128" y="4060003"/>
            <a:ext cx="2405744" cy="51292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gn="ctr">
              <a:lnSpc>
                <a:spcPct val="100000"/>
              </a:lnSpc>
            </a:pPr>
            <a:r>
              <a:rPr lang="en-US" sz="2200">
                <a:latin typeface="+mn-lt"/>
              </a:rPr>
              <a:t>Diagram title</a:t>
            </a:r>
          </a:p>
        </p:txBody>
      </p:sp>
      <p:sp>
        <p:nvSpPr>
          <p:cNvPr id="6" name="object 2">
            <a:extLst>
              <a:ext uri="{FF2B5EF4-FFF2-40B4-BE49-F238E27FC236}">
                <a16:creationId xmlns:a16="http://schemas.microsoft.com/office/drawing/2014/main" id="{554AC93C-C7D7-AE57-45C0-C4AEFDAB8EF3}"/>
              </a:ext>
            </a:extLst>
          </p:cNvPr>
          <p:cNvSpPr txBox="1"/>
          <p:nvPr/>
        </p:nvSpPr>
        <p:spPr>
          <a:xfrm>
            <a:off x="571500" y="2943532"/>
            <a:ext cx="259080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p>
        </p:txBody>
      </p:sp>
      <p:sp>
        <p:nvSpPr>
          <p:cNvPr id="7" name="object 2">
            <a:extLst>
              <a:ext uri="{FF2B5EF4-FFF2-40B4-BE49-F238E27FC236}">
                <a16:creationId xmlns:a16="http://schemas.microsoft.com/office/drawing/2014/main" id="{FA7383F0-FEC1-7B6F-868B-4C7402CB504F}"/>
              </a:ext>
            </a:extLst>
          </p:cNvPr>
          <p:cNvSpPr txBox="1">
            <a:spLocks/>
          </p:cNvSpPr>
          <p:nvPr/>
        </p:nvSpPr>
        <p:spPr>
          <a:xfrm>
            <a:off x="571500" y="4133687"/>
            <a:ext cx="259080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8" name="object 2">
            <a:extLst>
              <a:ext uri="{FF2B5EF4-FFF2-40B4-BE49-F238E27FC236}">
                <a16:creationId xmlns:a16="http://schemas.microsoft.com/office/drawing/2014/main" id="{00D5C7DD-F4B8-A192-D261-304E3C8DD8EE}"/>
              </a:ext>
            </a:extLst>
          </p:cNvPr>
          <p:cNvSpPr txBox="1">
            <a:spLocks/>
          </p:cNvSpPr>
          <p:nvPr/>
        </p:nvSpPr>
        <p:spPr>
          <a:xfrm>
            <a:off x="9029700" y="2943532"/>
            <a:ext cx="260368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9" name="object 2">
            <a:extLst>
              <a:ext uri="{FF2B5EF4-FFF2-40B4-BE49-F238E27FC236}">
                <a16:creationId xmlns:a16="http://schemas.microsoft.com/office/drawing/2014/main" id="{92631B30-75A3-8DA7-4C57-F65FA5F5B013}"/>
              </a:ext>
            </a:extLst>
          </p:cNvPr>
          <p:cNvSpPr txBox="1">
            <a:spLocks/>
          </p:cNvSpPr>
          <p:nvPr/>
        </p:nvSpPr>
        <p:spPr>
          <a:xfrm>
            <a:off x="9029700" y="4133687"/>
            <a:ext cx="260368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32" name="Oval 31">
            <a:extLst>
              <a:ext uri="{FF2B5EF4-FFF2-40B4-BE49-F238E27FC236}">
                <a16:creationId xmlns:a16="http://schemas.microsoft.com/office/drawing/2014/main" id="{B0E2208C-29A0-4E1C-DF46-57126C2AE9B9}"/>
              </a:ext>
              <a:ext uri="{C183D7F6-B498-43B3-948B-1728B52AA6E4}">
                <adec:decorative xmlns:adec="http://schemas.microsoft.com/office/drawing/2017/decorative" val="1"/>
              </a:ext>
            </a:extLst>
          </p:cNvPr>
          <p:cNvSpPr/>
          <p:nvPr/>
        </p:nvSpPr>
        <p:spPr>
          <a:xfrm>
            <a:off x="4353983" y="2574448"/>
            <a:ext cx="3484033" cy="348403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4" name="Oval 33">
            <a:extLst>
              <a:ext uri="{FF2B5EF4-FFF2-40B4-BE49-F238E27FC236}">
                <a16:creationId xmlns:a16="http://schemas.microsoft.com/office/drawing/2014/main" id="{64B106F1-418A-904F-BD27-CBE04C660E02}"/>
              </a:ext>
              <a:ext uri="{C183D7F6-B498-43B3-948B-1728B52AA6E4}">
                <adec:decorative xmlns:adec="http://schemas.microsoft.com/office/drawing/2017/decorative" val="1"/>
              </a:ext>
            </a:extLst>
          </p:cNvPr>
          <p:cNvSpPr/>
          <p:nvPr/>
        </p:nvSpPr>
        <p:spPr>
          <a:xfrm>
            <a:off x="4474966" y="2550408"/>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5" name="Oval 34">
            <a:extLst>
              <a:ext uri="{FF2B5EF4-FFF2-40B4-BE49-F238E27FC236}">
                <a16:creationId xmlns:a16="http://schemas.microsoft.com/office/drawing/2014/main" id="{6378B2DB-85A3-7613-8780-CAE56BBCF351}"/>
              </a:ext>
              <a:ext uri="{C183D7F6-B498-43B3-948B-1728B52AA6E4}">
                <adec:decorative xmlns:adec="http://schemas.microsoft.com/office/drawing/2017/decorative" val="1"/>
              </a:ext>
            </a:extLst>
          </p:cNvPr>
          <p:cNvSpPr/>
          <p:nvPr/>
        </p:nvSpPr>
        <p:spPr>
          <a:xfrm>
            <a:off x="4474966" y="5168121"/>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8" name="Oval 37">
            <a:extLst>
              <a:ext uri="{FF2B5EF4-FFF2-40B4-BE49-F238E27FC236}">
                <a16:creationId xmlns:a16="http://schemas.microsoft.com/office/drawing/2014/main" id="{2F1C45AC-759E-BD5F-AF4D-D3A0349B14CB}"/>
              </a:ext>
              <a:ext uri="{C183D7F6-B498-43B3-948B-1728B52AA6E4}">
                <adec:decorative xmlns:adec="http://schemas.microsoft.com/office/drawing/2017/decorative" val="1"/>
              </a:ext>
            </a:extLst>
          </p:cNvPr>
          <p:cNvSpPr/>
          <p:nvPr/>
        </p:nvSpPr>
        <p:spPr>
          <a:xfrm>
            <a:off x="6869689" y="2550408"/>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9" name="Oval 38">
            <a:extLst>
              <a:ext uri="{FF2B5EF4-FFF2-40B4-BE49-F238E27FC236}">
                <a16:creationId xmlns:a16="http://schemas.microsoft.com/office/drawing/2014/main" id="{209CF9E4-16EF-401C-8B31-A1BCA5E5E172}"/>
              </a:ext>
              <a:ext uri="{C183D7F6-B498-43B3-948B-1728B52AA6E4}">
                <adec:decorative xmlns:adec="http://schemas.microsoft.com/office/drawing/2017/decorative" val="1"/>
              </a:ext>
            </a:extLst>
          </p:cNvPr>
          <p:cNvSpPr/>
          <p:nvPr/>
        </p:nvSpPr>
        <p:spPr>
          <a:xfrm>
            <a:off x="6869689" y="5168121"/>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 name="Footer Placeholder 2">
            <a:extLst>
              <a:ext uri="{FF2B5EF4-FFF2-40B4-BE49-F238E27FC236}">
                <a16:creationId xmlns:a16="http://schemas.microsoft.com/office/drawing/2014/main" id="{4D1955B1-FE7C-F13F-1D75-E3AC2DBFAC5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5C18A4C8-CB00-4FF3-38CB-7160C30DAAD1}"/>
              </a:ext>
              <a:ext uri="{C183D7F6-B498-43B3-948B-1728B52AA6E4}">
                <adec:decorative xmlns:adec="http://schemas.microsoft.com/office/drawing/2017/decorative" val="1"/>
              </a:ext>
            </a:extLst>
          </p:cNvPr>
          <p:cNvSpPr>
            <a:spLocks noGrp="1"/>
          </p:cNvSpPr>
          <p:nvPr>
            <p:ph type="dt" sz="half" idx="11"/>
          </p:nvPr>
        </p:nvSpPr>
        <p:spPr/>
        <p:txBody>
          <a:bodyPr/>
          <a:lstStyle/>
          <a:p>
            <a:fld id="{F5610F9F-A4BC-4F7F-8DDC-4A749AB21A80}" type="datetimeyyyy">
              <a:rPr lang="en-US" smtClean="0"/>
              <a:t>2025</a:t>
            </a:fld>
            <a:endParaRPr lang="en-US"/>
          </a:p>
        </p:txBody>
      </p:sp>
      <p:sp>
        <p:nvSpPr>
          <p:cNvPr id="4" name="Slide Number Placeholder 3">
            <a:extLst>
              <a:ext uri="{FF2B5EF4-FFF2-40B4-BE49-F238E27FC236}">
                <a16:creationId xmlns:a16="http://schemas.microsoft.com/office/drawing/2014/main" id="{DC11F6F9-F3D6-34C0-23FA-1B8EAC4A1B3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103</a:t>
            </a:fld>
            <a:endParaRPr lang="en-US"/>
          </a:p>
        </p:txBody>
      </p:sp>
      <p:pic>
        <p:nvPicPr>
          <p:cNvPr id="11" name="Graphic 10">
            <a:extLst>
              <a:ext uri="{FF2B5EF4-FFF2-40B4-BE49-F238E27FC236}">
                <a16:creationId xmlns:a16="http://schemas.microsoft.com/office/drawing/2014/main" id="{A929B35E-27E5-7D1B-83B3-21B372110A64}"/>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53518" y="5251950"/>
            <a:ext cx="746742" cy="746742"/>
          </a:xfrm>
          <a:prstGeom prst="rect">
            <a:avLst/>
          </a:prstGeom>
        </p:spPr>
      </p:pic>
      <p:pic>
        <p:nvPicPr>
          <p:cNvPr id="12" name="Graphic 11">
            <a:extLst>
              <a:ext uri="{FF2B5EF4-FFF2-40B4-BE49-F238E27FC236}">
                <a16:creationId xmlns:a16="http://schemas.microsoft.com/office/drawing/2014/main" id="{51C5C9BD-97D5-E413-D01F-D45C5E3BF061}"/>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869690" y="2550409"/>
            <a:ext cx="914399" cy="914399"/>
          </a:xfrm>
          <a:prstGeom prst="rect">
            <a:avLst/>
          </a:prstGeom>
        </p:spPr>
      </p:pic>
      <p:pic>
        <p:nvPicPr>
          <p:cNvPr id="14" name="Graphic 13">
            <a:extLst>
              <a:ext uri="{FF2B5EF4-FFF2-40B4-BE49-F238E27FC236}">
                <a16:creationId xmlns:a16="http://schemas.microsoft.com/office/drawing/2014/main" id="{A16634F1-E29B-8892-BFB9-11B34BD2A3E6}"/>
              </a:ext>
              <a:ext uri="{C183D7F6-B498-43B3-948B-1728B52AA6E4}">
                <adec:decorative xmlns:adec="http://schemas.microsoft.com/office/drawing/2017/decorative" val="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476912" y="2552354"/>
            <a:ext cx="910508" cy="910508"/>
          </a:xfrm>
          <a:prstGeom prst="rect">
            <a:avLst/>
          </a:prstGeom>
        </p:spPr>
      </p:pic>
      <p:pic>
        <p:nvPicPr>
          <p:cNvPr id="15" name="Graphic 14">
            <a:extLst>
              <a:ext uri="{FF2B5EF4-FFF2-40B4-BE49-F238E27FC236}">
                <a16:creationId xmlns:a16="http://schemas.microsoft.com/office/drawing/2014/main" id="{AF84FF2F-6C89-4599-C2F3-1E2995E70ED0}"/>
              </a:ext>
              <a:ext uri="{C183D7F6-B498-43B3-948B-1728B52AA6E4}">
                <adec:decorative xmlns:adec="http://schemas.microsoft.com/office/drawing/2017/decorative" val="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558795" y="5251950"/>
            <a:ext cx="746741" cy="746741"/>
          </a:xfrm>
          <a:prstGeom prst="rect">
            <a:avLst/>
          </a:prstGeom>
        </p:spPr>
      </p:pic>
    </p:spTree>
    <p:extLst>
      <p:ext uri="{BB962C8B-B14F-4D97-AF65-F5344CB8AC3E}">
        <p14:creationId xmlns:p14="http://schemas.microsoft.com/office/powerpoint/2010/main" val="20937808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CA8FB1-ADF7-A95C-2A9C-D26E48806EA6}"/>
              </a:ext>
            </a:extLst>
          </p:cNvPr>
          <p:cNvSpPr>
            <a:spLocks noGrp="1"/>
          </p:cNvSpPr>
          <p:nvPr>
            <p:ph type="title"/>
          </p:nvPr>
        </p:nvSpPr>
        <p:spPr/>
        <p:txBody>
          <a:bodyPr/>
          <a:lstStyle/>
          <a:p>
            <a:r>
              <a:rPr lang="en-US"/>
              <a:t>Diagram with </a:t>
            </a:r>
            <a:r>
              <a:rPr lang="en-US">
                <a:solidFill>
                  <a:schemeClr val="accent1"/>
                </a:solidFill>
              </a:rPr>
              <a:t>5</a:t>
            </a:r>
            <a:r>
              <a:rPr lang="en-US"/>
              <a:t> icons.</a:t>
            </a:r>
          </a:p>
        </p:txBody>
      </p:sp>
      <p:sp>
        <p:nvSpPr>
          <p:cNvPr id="42" name="Text Placeholder 41">
            <a:extLst>
              <a:ext uri="{FF2B5EF4-FFF2-40B4-BE49-F238E27FC236}">
                <a16:creationId xmlns:a16="http://schemas.microsoft.com/office/drawing/2014/main" id="{094AEF40-B689-7780-4D7A-FFCC7136A040}"/>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13" name="Title 6">
            <a:extLst>
              <a:ext uri="{FF2B5EF4-FFF2-40B4-BE49-F238E27FC236}">
                <a16:creationId xmlns:a16="http://schemas.microsoft.com/office/drawing/2014/main" id="{6393658C-3D69-8AC0-21D5-54EF42A3ABCD}"/>
              </a:ext>
            </a:extLst>
          </p:cNvPr>
          <p:cNvSpPr txBox="1">
            <a:spLocks/>
          </p:cNvSpPr>
          <p:nvPr/>
        </p:nvSpPr>
        <p:spPr>
          <a:xfrm>
            <a:off x="4893128" y="4060003"/>
            <a:ext cx="2405744" cy="51292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gn="ctr">
              <a:lnSpc>
                <a:spcPct val="100000"/>
              </a:lnSpc>
            </a:pPr>
            <a:r>
              <a:rPr lang="en-US" sz="2200">
                <a:latin typeface="+mn-lt"/>
              </a:rPr>
              <a:t>Diagram title</a:t>
            </a:r>
          </a:p>
        </p:txBody>
      </p:sp>
      <p:sp>
        <p:nvSpPr>
          <p:cNvPr id="6" name="object 2">
            <a:extLst>
              <a:ext uri="{FF2B5EF4-FFF2-40B4-BE49-F238E27FC236}">
                <a16:creationId xmlns:a16="http://schemas.microsoft.com/office/drawing/2014/main" id="{79E7FEBF-AFF7-41A9-BCD0-ACA342F69447}"/>
              </a:ext>
            </a:extLst>
          </p:cNvPr>
          <p:cNvSpPr txBox="1"/>
          <p:nvPr/>
        </p:nvSpPr>
        <p:spPr>
          <a:xfrm>
            <a:off x="571500" y="2943532"/>
            <a:ext cx="259080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p>
        </p:txBody>
      </p:sp>
      <p:sp>
        <p:nvSpPr>
          <p:cNvPr id="7" name="object 2">
            <a:extLst>
              <a:ext uri="{FF2B5EF4-FFF2-40B4-BE49-F238E27FC236}">
                <a16:creationId xmlns:a16="http://schemas.microsoft.com/office/drawing/2014/main" id="{1462E391-88C3-3DE1-C0C6-50FB5D0BAB48}"/>
              </a:ext>
            </a:extLst>
          </p:cNvPr>
          <p:cNvSpPr txBox="1">
            <a:spLocks/>
          </p:cNvSpPr>
          <p:nvPr/>
        </p:nvSpPr>
        <p:spPr>
          <a:xfrm>
            <a:off x="571500" y="4133687"/>
            <a:ext cx="259080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8" name="object 2">
            <a:extLst>
              <a:ext uri="{FF2B5EF4-FFF2-40B4-BE49-F238E27FC236}">
                <a16:creationId xmlns:a16="http://schemas.microsoft.com/office/drawing/2014/main" id="{509E96DE-FBC1-D73F-E307-4B6859CAB47C}"/>
              </a:ext>
            </a:extLst>
          </p:cNvPr>
          <p:cNvSpPr txBox="1">
            <a:spLocks/>
          </p:cNvSpPr>
          <p:nvPr/>
        </p:nvSpPr>
        <p:spPr>
          <a:xfrm>
            <a:off x="571501" y="5314003"/>
            <a:ext cx="2590800" cy="972497"/>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9" name="object 2">
            <a:extLst>
              <a:ext uri="{FF2B5EF4-FFF2-40B4-BE49-F238E27FC236}">
                <a16:creationId xmlns:a16="http://schemas.microsoft.com/office/drawing/2014/main" id="{F530356B-BD4E-C159-447B-C3A22D94BAE0}"/>
              </a:ext>
            </a:extLst>
          </p:cNvPr>
          <p:cNvSpPr txBox="1">
            <a:spLocks/>
          </p:cNvSpPr>
          <p:nvPr/>
        </p:nvSpPr>
        <p:spPr>
          <a:xfrm>
            <a:off x="9029700" y="2943532"/>
            <a:ext cx="260368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10" name="object 2">
            <a:extLst>
              <a:ext uri="{FF2B5EF4-FFF2-40B4-BE49-F238E27FC236}">
                <a16:creationId xmlns:a16="http://schemas.microsoft.com/office/drawing/2014/main" id="{F4EC3A17-9DDB-A4F7-F9BB-17A7C242D77B}"/>
              </a:ext>
            </a:extLst>
          </p:cNvPr>
          <p:cNvSpPr txBox="1">
            <a:spLocks/>
          </p:cNvSpPr>
          <p:nvPr/>
        </p:nvSpPr>
        <p:spPr>
          <a:xfrm>
            <a:off x="9029700" y="4133687"/>
            <a:ext cx="260368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25" name="Oval 24">
            <a:extLst>
              <a:ext uri="{FF2B5EF4-FFF2-40B4-BE49-F238E27FC236}">
                <a16:creationId xmlns:a16="http://schemas.microsoft.com/office/drawing/2014/main" id="{2766D71A-C7D5-09B6-AE97-364D8BD17650}"/>
              </a:ext>
              <a:ext uri="{C183D7F6-B498-43B3-948B-1728B52AA6E4}">
                <adec:decorative xmlns:adec="http://schemas.microsoft.com/office/drawing/2017/decorative" val="1"/>
              </a:ext>
            </a:extLst>
          </p:cNvPr>
          <p:cNvSpPr/>
          <p:nvPr/>
        </p:nvSpPr>
        <p:spPr>
          <a:xfrm>
            <a:off x="4353983" y="2574448"/>
            <a:ext cx="3484033" cy="348403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Oval 25">
            <a:extLst>
              <a:ext uri="{FF2B5EF4-FFF2-40B4-BE49-F238E27FC236}">
                <a16:creationId xmlns:a16="http://schemas.microsoft.com/office/drawing/2014/main" id="{A6D04AE7-561F-5D91-E976-61650D01BD53}"/>
              </a:ext>
              <a:ext uri="{C183D7F6-B498-43B3-948B-1728B52AA6E4}">
                <adec:decorative xmlns:adec="http://schemas.microsoft.com/office/drawing/2017/decorative" val="1"/>
              </a:ext>
            </a:extLst>
          </p:cNvPr>
          <p:cNvSpPr/>
          <p:nvPr/>
        </p:nvSpPr>
        <p:spPr>
          <a:xfrm>
            <a:off x="5638800" y="2174448"/>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Oval 26">
            <a:extLst>
              <a:ext uri="{FF2B5EF4-FFF2-40B4-BE49-F238E27FC236}">
                <a16:creationId xmlns:a16="http://schemas.microsoft.com/office/drawing/2014/main" id="{6E5B7D24-8AE1-2984-8BCB-65D57B8FDC0A}"/>
              </a:ext>
              <a:ext uri="{C183D7F6-B498-43B3-948B-1728B52AA6E4}">
                <adec:decorative xmlns:adec="http://schemas.microsoft.com/office/drawing/2017/decorative" val="1"/>
              </a:ext>
            </a:extLst>
          </p:cNvPr>
          <p:cNvSpPr/>
          <p:nvPr/>
        </p:nvSpPr>
        <p:spPr>
          <a:xfrm>
            <a:off x="3926365" y="3391564"/>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2" name="Oval 31">
            <a:extLst>
              <a:ext uri="{FF2B5EF4-FFF2-40B4-BE49-F238E27FC236}">
                <a16:creationId xmlns:a16="http://schemas.microsoft.com/office/drawing/2014/main" id="{595F5A4A-4152-8ACF-5084-1816E4CE5078}"/>
              </a:ext>
              <a:ext uri="{C183D7F6-B498-43B3-948B-1728B52AA6E4}">
                <adec:decorative xmlns:adec="http://schemas.microsoft.com/office/drawing/2017/decorative" val="1"/>
              </a:ext>
            </a:extLst>
          </p:cNvPr>
          <p:cNvSpPr/>
          <p:nvPr/>
        </p:nvSpPr>
        <p:spPr>
          <a:xfrm>
            <a:off x="4474966" y="4980126"/>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5" name="Oval 34">
            <a:extLst>
              <a:ext uri="{FF2B5EF4-FFF2-40B4-BE49-F238E27FC236}">
                <a16:creationId xmlns:a16="http://schemas.microsoft.com/office/drawing/2014/main" id="{CED9D7EB-83CF-88AE-EE05-546B56F6C1B9}"/>
              </a:ext>
              <a:ext uri="{C183D7F6-B498-43B3-948B-1728B52AA6E4}">
                <adec:decorative xmlns:adec="http://schemas.microsoft.com/office/drawing/2017/decorative" val="1"/>
              </a:ext>
            </a:extLst>
          </p:cNvPr>
          <p:cNvSpPr/>
          <p:nvPr/>
        </p:nvSpPr>
        <p:spPr>
          <a:xfrm>
            <a:off x="6869689" y="4980126"/>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9" name="Oval 38">
            <a:extLst>
              <a:ext uri="{FF2B5EF4-FFF2-40B4-BE49-F238E27FC236}">
                <a16:creationId xmlns:a16="http://schemas.microsoft.com/office/drawing/2014/main" id="{6D3312EB-B284-6D9B-FA73-DEC96D191DF7}"/>
              </a:ext>
              <a:ext uri="{C183D7F6-B498-43B3-948B-1728B52AA6E4}">
                <adec:decorative xmlns:adec="http://schemas.microsoft.com/office/drawing/2017/decorative" val="1"/>
              </a:ext>
            </a:extLst>
          </p:cNvPr>
          <p:cNvSpPr/>
          <p:nvPr/>
        </p:nvSpPr>
        <p:spPr>
          <a:xfrm>
            <a:off x="7373032" y="3391564"/>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 name="Footer Placeholder 2">
            <a:extLst>
              <a:ext uri="{FF2B5EF4-FFF2-40B4-BE49-F238E27FC236}">
                <a16:creationId xmlns:a16="http://schemas.microsoft.com/office/drawing/2014/main" id="{4D1955B1-FE7C-F13F-1D75-E3AC2DBFAC5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5C18A4C8-CB00-4FF3-38CB-7160C30DAAD1}"/>
              </a:ext>
              <a:ext uri="{C183D7F6-B498-43B3-948B-1728B52AA6E4}">
                <adec:decorative xmlns:adec="http://schemas.microsoft.com/office/drawing/2017/decorative" val="1"/>
              </a:ext>
            </a:extLst>
          </p:cNvPr>
          <p:cNvSpPr>
            <a:spLocks noGrp="1"/>
          </p:cNvSpPr>
          <p:nvPr>
            <p:ph type="dt" sz="half" idx="11"/>
          </p:nvPr>
        </p:nvSpPr>
        <p:spPr/>
        <p:txBody>
          <a:bodyPr/>
          <a:lstStyle/>
          <a:p>
            <a:fld id="{D300B941-B5E8-4709-9A6C-239D5354EB2D}" type="datetimeyyyy">
              <a:rPr lang="en-US" smtClean="0"/>
              <a:t>2025</a:t>
            </a:fld>
            <a:endParaRPr lang="en-US"/>
          </a:p>
        </p:txBody>
      </p:sp>
      <p:sp>
        <p:nvSpPr>
          <p:cNvPr id="4" name="Slide Number Placeholder 3">
            <a:extLst>
              <a:ext uri="{FF2B5EF4-FFF2-40B4-BE49-F238E27FC236}">
                <a16:creationId xmlns:a16="http://schemas.microsoft.com/office/drawing/2014/main" id="{DC11F6F9-F3D6-34C0-23FA-1B8EAC4A1B3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104</a:t>
            </a:fld>
            <a:endParaRPr lang="en-US"/>
          </a:p>
        </p:txBody>
      </p:sp>
      <p:pic>
        <p:nvPicPr>
          <p:cNvPr id="17" name="Graphic 16">
            <a:extLst>
              <a:ext uri="{FF2B5EF4-FFF2-40B4-BE49-F238E27FC236}">
                <a16:creationId xmlns:a16="http://schemas.microsoft.com/office/drawing/2014/main" id="{F0431331-F615-E155-E0D9-295A3AF539BB}"/>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58795" y="5063955"/>
            <a:ext cx="746741" cy="746741"/>
          </a:xfrm>
          <a:prstGeom prst="rect">
            <a:avLst/>
          </a:prstGeom>
        </p:spPr>
      </p:pic>
      <p:pic>
        <p:nvPicPr>
          <p:cNvPr id="18" name="Graphic 17">
            <a:extLst>
              <a:ext uri="{FF2B5EF4-FFF2-40B4-BE49-F238E27FC236}">
                <a16:creationId xmlns:a16="http://schemas.microsoft.com/office/drawing/2014/main" id="{35114EBC-5F14-3A8C-A2F0-8DFE192AB2B7}"/>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953518" y="5063955"/>
            <a:ext cx="746742" cy="746742"/>
          </a:xfrm>
          <a:prstGeom prst="rect">
            <a:avLst/>
          </a:prstGeom>
        </p:spPr>
      </p:pic>
      <p:pic>
        <p:nvPicPr>
          <p:cNvPr id="19" name="Graphic 18">
            <a:extLst>
              <a:ext uri="{FF2B5EF4-FFF2-40B4-BE49-F238E27FC236}">
                <a16:creationId xmlns:a16="http://schemas.microsoft.com/office/drawing/2014/main" id="{CAD47E37-EBE7-0D25-7E9C-AB051D9603EC}"/>
              </a:ext>
              <a:ext uri="{C183D7F6-B498-43B3-948B-1728B52AA6E4}">
                <adec:decorative xmlns:adec="http://schemas.microsoft.com/office/drawing/2017/decorative" val="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373033" y="3391564"/>
            <a:ext cx="914399" cy="914399"/>
          </a:xfrm>
          <a:prstGeom prst="rect">
            <a:avLst/>
          </a:prstGeom>
        </p:spPr>
      </p:pic>
      <p:pic>
        <p:nvPicPr>
          <p:cNvPr id="20" name="Graphic 19">
            <a:extLst>
              <a:ext uri="{FF2B5EF4-FFF2-40B4-BE49-F238E27FC236}">
                <a16:creationId xmlns:a16="http://schemas.microsoft.com/office/drawing/2014/main" id="{6F980393-CD1E-CF24-03E4-6F184FD1099C}"/>
              </a:ext>
              <a:ext uri="{C183D7F6-B498-43B3-948B-1728B52AA6E4}">
                <adec:decorative xmlns:adec="http://schemas.microsoft.com/office/drawing/2017/decorative" val="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094024" y="3475393"/>
            <a:ext cx="746741" cy="746741"/>
          </a:xfrm>
          <a:prstGeom prst="rect">
            <a:avLst/>
          </a:prstGeom>
        </p:spPr>
      </p:pic>
      <p:pic>
        <p:nvPicPr>
          <p:cNvPr id="21" name="Graphic 20">
            <a:extLst>
              <a:ext uri="{FF2B5EF4-FFF2-40B4-BE49-F238E27FC236}">
                <a16:creationId xmlns:a16="http://schemas.microsoft.com/office/drawing/2014/main" id="{7553FE9E-21F7-24CD-91B0-B2334901D528}"/>
              </a:ext>
              <a:ext uri="{C183D7F6-B498-43B3-948B-1728B52AA6E4}">
                <adec:decorative xmlns:adec="http://schemas.microsoft.com/office/drawing/2017/decorative" val="1"/>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640746" y="2176394"/>
            <a:ext cx="910508" cy="910508"/>
          </a:xfrm>
          <a:prstGeom prst="rect">
            <a:avLst/>
          </a:prstGeom>
        </p:spPr>
      </p:pic>
    </p:spTree>
    <p:extLst>
      <p:ext uri="{BB962C8B-B14F-4D97-AF65-F5344CB8AC3E}">
        <p14:creationId xmlns:p14="http://schemas.microsoft.com/office/powerpoint/2010/main" val="209138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CA8FB1-ADF7-A95C-2A9C-D26E48806EA6}"/>
              </a:ext>
            </a:extLst>
          </p:cNvPr>
          <p:cNvSpPr>
            <a:spLocks noGrp="1"/>
          </p:cNvSpPr>
          <p:nvPr>
            <p:ph type="title"/>
          </p:nvPr>
        </p:nvSpPr>
        <p:spPr/>
        <p:txBody>
          <a:bodyPr/>
          <a:lstStyle/>
          <a:p>
            <a:r>
              <a:rPr lang="en-US"/>
              <a:t>Diagram with </a:t>
            </a:r>
            <a:r>
              <a:rPr lang="en-US">
                <a:solidFill>
                  <a:schemeClr val="accent1"/>
                </a:solidFill>
              </a:rPr>
              <a:t>6</a:t>
            </a:r>
            <a:r>
              <a:rPr lang="en-US"/>
              <a:t> icons.</a:t>
            </a:r>
          </a:p>
        </p:txBody>
      </p:sp>
      <p:sp>
        <p:nvSpPr>
          <p:cNvPr id="42" name="Text Placeholder 41">
            <a:extLst>
              <a:ext uri="{FF2B5EF4-FFF2-40B4-BE49-F238E27FC236}">
                <a16:creationId xmlns:a16="http://schemas.microsoft.com/office/drawing/2014/main" id="{094AEF40-B689-7780-4D7A-FFCC7136A040}"/>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re lab il </a:t>
            </a:r>
            <a:r>
              <a:rPr lang="en-US" err="1"/>
              <a:t>idi</a:t>
            </a:r>
            <a:r>
              <a:rPr lang="en-US"/>
              <a:t> ipsum.</a:t>
            </a:r>
          </a:p>
        </p:txBody>
      </p:sp>
      <p:sp>
        <p:nvSpPr>
          <p:cNvPr id="3" name="Footer Placeholder 2">
            <a:extLst>
              <a:ext uri="{FF2B5EF4-FFF2-40B4-BE49-F238E27FC236}">
                <a16:creationId xmlns:a16="http://schemas.microsoft.com/office/drawing/2014/main" id="{4D1955B1-FE7C-F13F-1D75-E3AC2DBFAC5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5C18A4C8-CB00-4FF3-38CB-7160C30DAAD1}"/>
              </a:ext>
              <a:ext uri="{C183D7F6-B498-43B3-948B-1728B52AA6E4}">
                <adec:decorative xmlns:adec="http://schemas.microsoft.com/office/drawing/2017/decorative" val="1"/>
              </a:ext>
            </a:extLst>
          </p:cNvPr>
          <p:cNvSpPr>
            <a:spLocks noGrp="1"/>
          </p:cNvSpPr>
          <p:nvPr>
            <p:ph type="dt" sz="half" idx="11"/>
          </p:nvPr>
        </p:nvSpPr>
        <p:spPr/>
        <p:txBody>
          <a:bodyPr/>
          <a:lstStyle/>
          <a:p>
            <a:fld id="{9FA5972F-78F4-4BA1-851F-7B238B42FA6B}" type="datetimeyyyy">
              <a:rPr lang="en-US" smtClean="0"/>
              <a:t>2025</a:t>
            </a:fld>
            <a:endParaRPr lang="en-US"/>
          </a:p>
        </p:txBody>
      </p:sp>
      <p:sp>
        <p:nvSpPr>
          <p:cNvPr id="4" name="Slide Number Placeholder 3">
            <a:extLst>
              <a:ext uri="{FF2B5EF4-FFF2-40B4-BE49-F238E27FC236}">
                <a16:creationId xmlns:a16="http://schemas.microsoft.com/office/drawing/2014/main" id="{DC11F6F9-F3D6-34C0-23FA-1B8EAC4A1B3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105</a:t>
            </a:fld>
            <a:endParaRPr lang="en-US"/>
          </a:p>
        </p:txBody>
      </p:sp>
      <p:sp>
        <p:nvSpPr>
          <p:cNvPr id="23" name="Title 6">
            <a:extLst>
              <a:ext uri="{FF2B5EF4-FFF2-40B4-BE49-F238E27FC236}">
                <a16:creationId xmlns:a16="http://schemas.microsoft.com/office/drawing/2014/main" id="{6BA0797E-AC2A-2080-4DCE-C94A96374E62}"/>
              </a:ext>
            </a:extLst>
          </p:cNvPr>
          <p:cNvSpPr txBox="1">
            <a:spLocks/>
          </p:cNvSpPr>
          <p:nvPr/>
        </p:nvSpPr>
        <p:spPr>
          <a:xfrm>
            <a:off x="4893128" y="4060003"/>
            <a:ext cx="2405744" cy="512924"/>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lgn="ctr">
              <a:lnSpc>
                <a:spcPct val="100000"/>
              </a:lnSpc>
            </a:pPr>
            <a:r>
              <a:rPr lang="en-US" sz="2200">
                <a:latin typeface="+mn-lt"/>
              </a:rPr>
              <a:t>Diagram title</a:t>
            </a:r>
          </a:p>
        </p:txBody>
      </p:sp>
      <p:sp>
        <p:nvSpPr>
          <p:cNvPr id="25" name="object 2">
            <a:extLst>
              <a:ext uri="{FF2B5EF4-FFF2-40B4-BE49-F238E27FC236}">
                <a16:creationId xmlns:a16="http://schemas.microsoft.com/office/drawing/2014/main" id="{C8C48F5C-9FE7-23DA-0D36-C81C2FF44A41}"/>
              </a:ext>
            </a:extLst>
          </p:cNvPr>
          <p:cNvSpPr txBox="1"/>
          <p:nvPr/>
        </p:nvSpPr>
        <p:spPr>
          <a:xfrm>
            <a:off x="571500" y="2943532"/>
            <a:ext cx="259080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 </a:t>
            </a:r>
          </a:p>
        </p:txBody>
      </p:sp>
      <p:sp>
        <p:nvSpPr>
          <p:cNvPr id="26" name="object 2">
            <a:extLst>
              <a:ext uri="{FF2B5EF4-FFF2-40B4-BE49-F238E27FC236}">
                <a16:creationId xmlns:a16="http://schemas.microsoft.com/office/drawing/2014/main" id="{3663174D-C8A9-BA89-06FF-61E9C491E72B}"/>
              </a:ext>
            </a:extLst>
          </p:cNvPr>
          <p:cNvSpPr txBox="1">
            <a:spLocks/>
          </p:cNvSpPr>
          <p:nvPr/>
        </p:nvSpPr>
        <p:spPr>
          <a:xfrm>
            <a:off x="571500" y="4133687"/>
            <a:ext cx="259080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27" name="object 2">
            <a:extLst>
              <a:ext uri="{FF2B5EF4-FFF2-40B4-BE49-F238E27FC236}">
                <a16:creationId xmlns:a16="http://schemas.microsoft.com/office/drawing/2014/main" id="{3B5B7BB4-D135-5EBD-EC55-953F159595E6}"/>
              </a:ext>
            </a:extLst>
          </p:cNvPr>
          <p:cNvSpPr txBox="1">
            <a:spLocks/>
          </p:cNvSpPr>
          <p:nvPr/>
        </p:nvSpPr>
        <p:spPr>
          <a:xfrm>
            <a:off x="571501" y="5314003"/>
            <a:ext cx="2590800" cy="972497"/>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29" name="object 2">
            <a:extLst>
              <a:ext uri="{FF2B5EF4-FFF2-40B4-BE49-F238E27FC236}">
                <a16:creationId xmlns:a16="http://schemas.microsoft.com/office/drawing/2014/main" id="{57A4E70C-E877-D770-16FB-C0DF427758A6}"/>
              </a:ext>
            </a:extLst>
          </p:cNvPr>
          <p:cNvSpPr txBox="1">
            <a:spLocks/>
          </p:cNvSpPr>
          <p:nvPr/>
        </p:nvSpPr>
        <p:spPr>
          <a:xfrm>
            <a:off x="9029700" y="2943532"/>
            <a:ext cx="260368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30" name="object 2">
            <a:extLst>
              <a:ext uri="{FF2B5EF4-FFF2-40B4-BE49-F238E27FC236}">
                <a16:creationId xmlns:a16="http://schemas.microsoft.com/office/drawing/2014/main" id="{78BA8546-6C32-8504-B92D-8B3C9B151F05}"/>
              </a:ext>
            </a:extLst>
          </p:cNvPr>
          <p:cNvSpPr txBox="1">
            <a:spLocks/>
          </p:cNvSpPr>
          <p:nvPr/>
        </p:nvSpPr>
        <p:spPr>
          <a:xfrm>
            <a:off x="9029700" y="4133687"/>
            <a:ext cx="2603680" cy="980768"/>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32" name="object 2">
            <a:extLst>
              <a:ext uri="{FF2B5EF4-FFF2-40B4-BE49-F238E27FC236}">
                <a16:creationId xmlns:a16="http://schemas.microsoft.com/office/drawing/2014/main" id="{DCBC70FF-6797-CEE5-01C7-0C0A6AF2C4A7}"/>
              </a:ext>
            </a:extLst>
          </p:cNvPr>
          <p:cNvSpPr txBox="1">
            <a:spLocks/>
          </p:cNvSpPr>
          <p:nvPr/>
        </p:nvSpPr>
        <p:spPr>
          <a:xfrm>
            <a:off x="9029764" y="5314003"/>
            <a:ext cx="2590736" cy="972497"/>
          </a:xfrm>
          <a:prstGeom prst="rect">
            <a:avLst/>
          </a:prstGeom>
        </p:spPr>
        <p:txBody>
          <a:bodyPr vert="horz" wrap="square" lIns="0" tIns="7315" rIns="0" bIns="0" rtlCol="0">
            <a:noAutofit/>
          </a:bodyPr>
          <a:lstStyle/>
          <a:p>
            <a:pPr marR="3080">
              <a:lnSpc>
                <a:spcPct val="110000"/>
              </a:lnSpc>
              <a:spcAft>
                <a:spcPts val="1000"/>
              </a:spcAft>
            </a:pPr>
            <a:r>
              <a:rPr lang="en-US" sz="1200" b="1">
                <a:ea typeface="+mj-ea"/>
                <a:cs typeface="+mj-cs"/>
              </a:rPr>
              <a:t>Subheadline</a:t>
            </a:r>
          </a:p>
          <a:p>
            <a:pPr marR="3080">
              <a:lnSpc>
                <a:spcPct val="110000"/>
              </a:lnSpc>
              <a:spcAft>
                <a:spcPts val="1000"/>
              </a:spcAft>
            </a:pPr>
            <a:r>
              <a:rPr lang="en-US" sz="1200" err="1">
                <a:ea typeface="+mj-ea"/>
                <a:cs typeface="+mj-cs"/>
              </a:rPr>
              <a:t>Beremod</a:t>
            </a:r>
            <a:r>
              <a:rPr lang="en-US" sz="1200">
                <a:ea typeface="+mj-ea"/>
                <a:cs typeface="+mj-cs"/>
              </a:rPr>
              <a:t> </a:t>
            </a:r>
            <a:r>
              <a:rPr lang="en-US" sz="1200" err="1">
                <a:ea typeface="+mj-ea"/>
                <a:cs typeface="+mj-cs"/>
              </a:rPr>
              <a:t>maximusaesto</a:t>
            </a:r>
            <a:r>
              <a:rPr lang="en-US" sz="1200">
                <a:ea typeface="+mj-ea"/>
                <a:cs typeface="+mj-cs"/>
              </a:rPr>
              <a:t> </a:t>
            </a:r>
            <a:r>
              <a:rPr lang="en-US" sz="1200" err="1">
                <a:ea typeface="+mj-ea"/>
                <a:cs typeface="+mj-cs"/>
              </a:rPr>
              <a:t>dunt</a:t>
            </a:r>
            <a:r>
              <a:rPr lang="en-US" sz="1200">
                <a:ea typeface="+mj-ea"/>
                <a:cs typeface="+mj-cs"/>
              </a:rPr>
              <a:t>  </a:t>
            </a:r>
            <a:r>
              <a:rPr lang="en-US" sz="1200" err="1">
                <a:ea typeface="+mj-ea"/>
                <a:cs typeface="+mj-cs"/>
              </a:rPr>
              <a:t>labo</a:t>
            </a:r>
            <a:r>
              <a:rPr lang="en-US" sz="1200">
                <a:ea typeface="+mj-ea"/>
                <a:cs typeface="+mj-cs"/>
              </a:rPr>
              <a:t>. Et </a:t>
            </a:r>
            <a:r>
              <a:rPr lang="en-US" sz="1200" err="1">
                <a:ea typeface="+mj-ea"/>
                <a:cs typeface="+mj-cs"/>
              </a:rPr>
              <a:t>laborum</a:t>
            </a:r>
            <a:r>
              <a:rPr lang="en-US" sz="1200">
                <a:ea typeface="+mj-ea"/>
                <a:cs typeface="+mj-cs"/>
              </a:rPr>
              <a:t> que </a:t>
            </a:r>
            <a:r>
              <a:rPr lang="en-US" sz="1200" err="1">
                <a:ea typeface="+mj-ea"/>
                <a:cs typeface="+mj-cs"/>
              </a:rPr>
              <a:t>parit</a:t>
            </a:r>
            <a:r>
              <a:rPr lang="en-US" sz="1200">
                <a:ea typeface="+mj-ea"/>
                <a:cs typeface="+mj-cs"/>
              </a:rPr>
              <a:t> </a:t>
            </a:r>
            <a:r>
              <a:rPr lang="en-US" sz="1200" err="1">
                <a:ea typeface="+mj-ea"/>
                <a:cs typeface="+mj-cs"/>
              </a:rPr>
              <a:t>invere</a:t>
            </a:r>
            <a:r>
              <a:rPr lang="en-US" sz="1200">
                <a:ea typeface="+mj-ea"/>
                <a:cs typeface="+mj-cs"/>
              </a:rPr>
              <a:t> </a:t>
            </a:r>
            <a:r>
              <a:rPr lang="en-US" sz="1200" err="1">
                <a:ea typeface="+mj-ea"/>
                <a:cs typeface="+mj-cs"/>
              </a:rPr>
              <a:t>nullit</a:t>
            </a:r>
            <a:r>
              <a:rPr lang="en-US" sz="1200">
                <a:ea typeface="+mj-ea"/>
                <a:cs typeface="+mj-cs"/>
              </a:rPr>
              <a:t> et.</a:t>
            </a:r>
          </a:p>
        </p:txBody>
      </p:sp>
      <p:sp>
        <p:nvSpPr>
          <p:cNvPr id="35" name="Oval 34">
            <a:extLst>
              <a:ext uri="{FF2B5EF4-FFF2-40B4-BE49-F238E27FC236}">
                <a16:creationId xmlns:a16="http://schemas.microsoft.com/office/drawing/2014/main" id="{92681769-B6C4-7D08-21B8-86ABD78B78D2}"/>
              </a:ext>
              <a:ext uri="{C183D7F6-B498-43B3-948B-1728B52AA6E4}">
                <adec:decorative xmlns:adec="http://schemas.microsoft.com/office/drawing/2017/decorative" val="1"/>
              </a:ext>
            </a:extLst>
          </p:cNvPr>
          <p:cNvSpPr/>
          <p:nvPr/>
        </p:nvSpPr>
        <p:spPr>
          <a:xfrm>
            <a:off x="4353983" y="2574448"/>
            <a:ext cx="3484033" cy="348403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45" name="Oval 44">
            <a:extLst>
              <a:ext uri="{FF2B5EF4-FFF2-40B4-BE49-F238E27FC236}">
                <a16:creationId xmlns:a16="http://schemas.microsoft.com/office/drawing/2014/main" id="{E367281E-B6E9-3DB9-7B77-6A22D55B728D}"/>
              </a:ext>
              <a:ext uri="{C183D7F6-B498-43B3-948B-1728B52AA6E4}">
                <adec:decorative xmlns:adec="http://schemas.microsoft.com/office/drawing/2017/decorative" val="1"/>
              </a:ext>
            </a:extLst>
          </p:cNvPr>
          <p:cNvSpPr/>
          <p:nvPr/>
        </p:nvSpPr>
        <p:spPr>
          <a:xfrm>
            <a:off x="4474966" y="2550408"/>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47" name="Oval 46">
            <a:extLst>
              <a:ext uri="{FF2B5EF4-FFF2-40B4-BE49-F238E27FC236}">
                <a16:creationId xmlns:a16="http://schemas.microsoft.com/office/drawing/2014/main" id="{577C7B90-CC18-F01C-D651-AD23FCB7921A}"/>
              </a:ext>
              <a:ext uri="{C183D7F6-B498-43B3-948B-1728B52AA6E4}">
                <adec:decorative xmlns:adec="http://schemas.microsoft.com/office/drawing/2017/decorative" val="1"/>
              </a:ext>
            </a:extLst>
          </p:cNvPr>
          <p:cNvSpPr/>
          <p:nvPr/>
        </p:nvSpPr>
        <p:spPr>
          <a:xfrm>
            <a:off x="3926365" y="3859264"/>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48" name="Oval 47">
            <a:extLst>
              <a:ext uri="{FF2B5EF4-FFF2-40B4-BE49-F238E27FC236}">
                <a16:creationId xmlns:a16="http://schemas.microsoft.com/office/drawing/2014/main" id="{51E30FB8-4E42-A24A-9323-8C9A899D57B8}"/>
              </a:ext>
              <a:ext uri="{C183D7F6-B498-43B3-948B-1728B52AA6E4}">
                <adec:decorative xmlns:adec="http://schemas.microsoft.com/office/drawing/2017/decorative" val="1"/>
              </a:ext>
            </a:extLst>
          </p:cNvPr>
          <p:cNvSpPr/>
          <p:nvPr/>
        </p:nvSpPr>
        <p:spPr>
          <a:xfrm>
            <a:off x="4474966" y="5168121"/>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49" name="Oval 48">
            <a:extLst>
              <a:ext uri="{FF2B5EF4-FFF2-40B4-BE49-F238E27FC236}">
                <a16:creationId xmlns:a16="http://schemas.microsoft.com/office/drawing/2014/main" id="{4E3EF37D-B1A9-DE35-D6EB-9EA5D3A7A833}"/>
              </a:ext>
              <a:ext uri="{C183D7F6-B498-43B3-948B-1728B52AA6E4}">
                <adec:decorative xmlns:adec="http://schemas.microsoft.com/office/drawing/2017/decorative" val="1"/>
              </a:ext>
            </a:extLst>
          </p:cNvPr>
          <p:cNvSpPr/>
          <p:nvPr/>
        </p:nvSpPr>
        <p:spPr>
          <a:xfrm>
            <a:off x="6869689" y="2550408"/>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50" name="Oval 49">
            <a:extLst>
              <a:ext uri="{FF2B5EF4-FFF2-40B4-BE49-F238E27FC236}">
                <a16:creationId xmlns:a16="http://schemas.microsoft.com/office/drawing/2014/main" id="{6D5516E9-82D5-3254-D518-773A6BEF8A8A}"/>
              </a:ext>
              <a:ext uri="{C183D7F6-B498-43B3-948B-1728B52AA6E4}">
                <adec:decorative xmlns:adec="http://schemas.microsoft.com/office/drawing/2017/decorative" val="1"/>
              </a:ext>
            </a:extLst>
          </p:cNvPr>
          <p:cNvSpPr/>
          <p:nvPr/>
        </p:nvSpPr>
        <p:spPr>
          <a:xfrm>
            <a:off x="6869689" y="5168121"/>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51" name="Oval 50">
            <a:extLst>
              <a:ext uri="{FF2B5EF4-FFF2-40B4-BE49-F238E27FC236}">
                <a16:creationId xmlns:a16="http://schemas.microsoft.com/office/drawing/2014/main" id="{D268E500-2861-C303-7899-70FD2BB095B0}"/>
              </a:ext>
              <a:ext uri="{C183D7F6-B498-43B3-948B-1728B52AA6E4}">
                <adec:decorative xmlns:adec="http://schemas.microsoft.com/office/drawing/2017/decorative" val="1"/>
              </a:ext>
            </a:extLst>
          </p:cNvPr>
          <p:cNvSpPr/>
          <p:nvPr/>
        </p:nvSpPr>
        <p:spPr>
          <a:xfrm>
            <a:off x="7373032" y="3859262"/>
            <a:ext cx="914400" cy="914400"/>
          </a:xfrm>
          <a:prstGeom prst="ellipse">
            <a:avLst/>
          </a:prstGeom>
          <a:solidFill>
            <a:schemeClr val="bg1"/>
          </a:solid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pic>
        <p:nvPicPr>
          <p:cNvPr id="14" name="Graphic 13">
            <a:extLst>
              <a:ext uri="{FF2B5EF4-FFF2-40B4-BE49-F238E27FC236}">
                <a16:creationId xmlns:a16="http://schemas.microsoft.com/office/drawing/2014/main" id="{57F62222-3FEE-1C8C-4877-30F9AC40F113}"/>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58795" y="5251950"/>
            <a:ext cx="746741" cy="746741"/>
          </a:xfrm>
          <a:prstGeom prst="rect">
            <a:avLst/>
          </a:prstGeom>
        </p:spPr>
      </p:pic>
      <p:pic>
        <p:nvPicPr>
          <p:cNvPr id="13" name="Graphic 12">
            <a:extLst>
              <a:ext uri="{FF2B5EF4-FFF2-40B4-BE49-F238E27FC236}">
                <a16:creationId xmlns:a16="http://schemas.microsoft.com/office/drawing/2014/main" id="{588CA2F9-9965-E54B-246C-3D7A7C29F8B1}"/>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953518" y="5251950"/>
            <a:ext cx="746742" cy="746742"/>
          </a:xfrm>
          <a:prstGeom prst="rect">
            <a:avLst/>
          </a:prstGeom>
        </p:spPr>
      </p:pic>
      <p:pic>
        <p:nvPicPr>
          <p:cNvPr id="9" name="Graphic 8">
            <a:extLst>
              <a:ext uri="{FF2B5EF4-FFF2-40B4-BE49-F238E27FC236}">
                <a16:creationId xmlns:a16="http://schemas.microsoft.com/office/drawing/2014/main" id="{9CF510CC-F82D-721A-EC42-B2C1C934DA75}"/>
              </a:ext>
              <a:ext uri="{C183D7F6-B498-43B3-948B-1728B52AA6E4}">
                <adec:decorative xmlns:adec="http://schemas.microsoft.com/office/drawing/2017/decorative" val="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869690" y="2550409"/>
            <a:ext cx="914399" cy="914399"/>
          </a:xfrm>
          <a:prstGeom prst="rect">
            <a:avLst/>
          </a:prstGeom>
        </p:spPr>
      </p:pic>
      <p:pic>
        <p:nvPicPr>
          <p:cNvPr id="11" name="Graphic 10">
            <a:extLst>
              <a:ext uri="{FF2B5EF4-FFF2-40B4-BE49-F238E27FC236}">
                <a16:creationId xmlns:a16="http://schemas.microsoft.com/office/drawing/2014/main" id="{878F0786-E54A-B799-1519-559D674DD7D2}"/>
              </a:ext>
              <a:ext uri="{C183D7F6-B498-43B3-948B-1728B52AA6E4}">
                <adec:decorative xmlns:adec="http://schemas.microsoft.com/office/drawing/2017/decorative" val="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010194" y="3943093"/>
            <a:ext cx="746741" cy="746741"/>
          </a:xfrm>
          <a:prstGeom prst="rect">
            <a:avLst/>
          </a:prstGeom>
        </p:spPr>
      </p:pic>
      <p:pic>
        <p:nvPicPr>
          <p:cNvPr id="12" name="Graphic 11">
            <a:extLst>
              <a:ext uri="{FF2B5EF4-FFF2-40B4-BE49-F238E27FC236}">
                <a16:creationId xmlns:a16="http://schemas.microsoft.com/office/drawing/2014/main" id="{46BE534E-81CF-58A0-56B5-48AC817ED57E}"/>
              </a:ext>
              <a:ext uri="{C183D7F6-B498-43B3-948B-1728B52AA6E4}">
                <adec:decorative xmlns:adec="http://schemas.microsoft.com/office/drawing/2017/decorative" val="1"/>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474966" y="2554300"/>
            <a:ext cx="910508" cy="910508"/>
          </a:xfrm>
          <a:prstGeom prst="rect">
            <a:avLst/>
          </a:prstGeom>
        </p:spPr>
      </p:pic>
      <p:pic>
        <p:nvPicPr>
          <p:cNvPr id="15" name="Graphic 14">
            <a:extLst>
              <a:ext uri="{FF2B5EF4-FFF2-40B4-BE49-F238E27FC236}">
                <a16:creationId xmlns:a16="http://schemas.microsoft.com/office/drawing/2014/main" id="{140F20A1-EA73-5E43-9CC5-B178F70FCB25}"/>
              </a:ext>
              <a:ext uri="{C183D7F6-B498-43B3-948B-1728B52AA6E4}">
                <adec:decorative xmlns:adec="http://schemas.microsoft.com/office/drawing/2017/decorative" val="1"/>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456383" y="3942612"/>
            <a:ext cx="747699" cy="747699"/>
          </a:xfrm>
          <a:prstGeom prst="rect">
            <a:avLst/>
          </a:prstGeom>
        </p:spPr>
      </p:pic>
    </p:spTree>
    <p:extLst>
      <p:ext uri="{BB962C8B-B14F-4D97-AF65-F5344CB8AC3E}">
        <p14:creationId xmlns:p14="http://schemas.microsoft.com/office/powerpoint/2010/main" val="39438685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644190-3E55-72C4-AC44-25F071B4A46F}"/>
              </a:ext>
            </a:extLst>
          </p:cNvPr>
          <p:cNvSpPr>
            <a:spLocks noGrp="1"/>
          </p:cNvSpPr>
          <p:nvPr>
            <p:ph type="title"/>
          </p:nvPr>
        </p:nvSpPr>
        <p:spPr/>
        <p:txBody>
          <a:bodyPr/>
          <a:lstStyle/>
          <a:p>
            <a:r>
              <a:rPr lang="en-US"/>
              <a:t>Device frame slide. </a:t>
            </a:r>
            <a:br>
              <a:rPr lang="en-US"/>
            </a:br>
            <a:r>
              <a:rPr lang="en-US">
                <a:solidFill>
                  <a:schemeClr val="accent1"/>
                </a:solidFill>
              </a:rPr>
              <a:t>Image to be replaced.</a:t>
            </a:r>
          </a:p>
        </p:txBody>
      </p:sp>
      <p:sp>
        <p:nvSpPr>
          <p:cNvPr id="17" name="Text Placeholder 16">
            <a:extLst>
              <a:ext uri="{FF2B5EF4-FFF2-40B4-BE49-F238E27FC236}">
                <a16:creationId xmlns:a16="http://schemas.microsoft.com/office/drawing/2014/main" id="{5F373B07-A28C-1DEA-E79C-BF12F464E489}"/>
              </a:ext>
            </a:extLst>
          </p:cNvPr>
          <p:cNvSpPr>
            <a:spLocks noGrp="1"/>
          </p:cNvSpPr>
          <p:nvPr>
            <p:ph type="body" sz="quarter" idx="13"/>
          </p:nvPr>
        </p:nvSpPr>
        <p:spPr/>
        <p:txBody>
          <a:bodyPr/>
          <a:lstStyle/>
          <a:p>
            <a:r>
              <a:rPr lang="en-US"/>
              <a:t>Subtitle </a:t>
            </a:r>
            <a:r>
              <a:rPr lang="pt-BR"/>
              <a:t>necupta ius consequ.</a:t>
            </a:r>
          </a:p>
        </p:txBody>
      </p:sp>
      <p:sp>
        <p:nvSpPr>
          <p:cNvPr id="18" name="Text Placeholder 17">
            <a:extLst>
              <a:ext uri="{FF2B5EF4-FFF2-40B4-BE49-F238E27FC236}">
                <a16:creationId xmlns:a16="http://schemas.microsoft.com/office/drawing/2014/main" id="{77A35C63-65D5-8232-5FEE-55D7C06BB9C2}"/>
              </a:ext>
            </a:extLst>
          </p:cNvPr>
          <p:cNvSpPr>
            <a:spLocks noGrp="1"/>
          </p:cNvSpPr>
          <p:nvPr>
            <p:ph type="body" sz="quarter" idx="16"/>
          </p:nvPr>
        </p:nvSpPr>
        <p:spPr/>
        <p:txBody>
          <a:bodyPr/>
          <a:lstStyle/>
          <a:p>
            <a:pPr marL="0" indent="0">
              <a:buNone/>
            </a:pPr>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br>
              <a:rPr lang="en-US"/>
            </a:br>
            <a:r>
              <a:rPr lang="en-US" err="1"/>
              <a:t>exceatibus</a:t>
            </a:r>
            <a:r>
              <a:rPr lang="en-US"/>
              <a:t> sim </a:t>
            </a:r>
            <a:r>
              <a:rPr lang="en-US" err="1"/>
              <a:t>laborro</a:t>
            </a:r>
            <a:r>
              <a:rPr lang="en-US"/>
              <a:t> to </a:t>
            </a:r>
            <a:r>
              <a:rPr lang="en-US" err="1"/>
              <a:t>doluptiat</a:t>
            </a:r>
            <a:r>
              <a:rPr lang="en-US"/>
              <a:t> lorem ipsum </a:t>
            </a:r>
            <a:br>
              <a:rPr lang="en-US"/>
            </a:br>
            <a:r>
              <a:rPr lang="en-US" err="1"/>
              <a:t>dolores</a:t>
            </a:r>
            <a:r>
              <a:rPr lang="en-US"/>
              <a:t>  sit </a:t>
            </a:r>
            <a:r>
              <a:rPr lang="en-US" err="1"/>
              <a:t>amet</a:t>
            </a:r>
            <a:r>
              <a:rPr lang="en-US"/>
              <a:t> </a:t>
            </a:r>
            <a:r>
              <a:rPr lang="en-US" err="1"/>
              <a:t>adipiscing</a:t>
            </a:r>
            <a:r>
              <a:rPr lang="en-US"/>
              <a:t>. </a:t>
            </a:r>
            <a:r>
              <a:rPr lang="en-US" err="1"/>
              <a:t>Beremod</a:t>
            </a:r>
            <a:r>
              <a:rPr lang="en-US"/>
              <a:t> </a:t>
            </a:r>
            <a:r>
              <a:rPr lang="en-US" err="1"/>
              <a:t>maximusaesto</a:t>
            </a:r>
            <a:r>
              <a:rPr lang="en-US"/>
              <a:t> </a:t>
            </a:r>
            <a:br>
              <a:rPr lang="en-US"/>
            </a:b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br>
              <a:rPr lang="en-US"/>
            </a:br>
            <a:r>
              <a:rPr lang="en-US" err="1"/>
              <a:t>simporiatium</a:t>
            </a:r>
            <a:r>
              <a:rPr lang="en-US"/>
              <a:t> et  </a:t>
            </a:r>
            <a:r>
              <a:rPr lang="en-US" err="1"/>
              <a:t>exceatibus</a:t>
            </a:r>
            <a:r>
              <a:rPr lang="en-US"/>
              <a:t> sim </a:t>
            </a:r>
            <a:r>
              <a:rPr lang="en-US" err="1"/>
              <a:t>laborro</a:t>
            </a:r>
            <a:r>
              <a:rPr lang="en-US"/>
              <a:t> to </a:t>
            </a:r>
            <a:r>
              <a:rPr lang="en-US" err="1"/>
              <a:t>doluptiat</a:t>
            </a:r>
            <a:r>
              <a:rPr lang="en-US"/>
              <a:t> </a:t>
            </a:r>
            <a:br>
              <a:rPr lang="en-US"/>
            </a:br>
            <a:r>
              <a:rPr lang="en-US"/>
              <a:t>lorem ipsum </a:t>
            </a:r>
            <a:r>
              <a:rPr lang="en-US" err="1"/>
              <a:t>dolores</a:t>
            </a:r>
            <a:r>
              <a:rPr lang="en-US"/>
              <a:t>  sit </a:t>
            </a:r>
            <a:r>
              <a:rPr lang="en-US" err="1"/>
              <a:t>amet</a:t>
            </a:r>
            <a:r>
              <a:rPr lang="en-US"/>
              <a:t>.</a:t>
            </a:r>
          </a:p>
        </p:txBody>
      </p:sp>
      <p:sp>
        <p:nvSpPr>
          <p:cNvPr id="3" name="Footer Placeholder 2">
            <a:extLst>
              <a:ext uri="{FF2B5EF4-FFF2-40B4-BE49-F238E27FC236}">
                <a16:creationId xmlns:a16="http://schemas.microsoft.com/office/drawing/2014/main" id="{D7920C6A-9175-5999-4E80-0367438E2C8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D63E760E-1343-69F8-E7D2-EF9DBBC7BAE3}"/>
              </a:ext>
              <a:ext uri="{C183D7F6-B498-43B3-948B-1728B52AA6E4}">
                <adec:decorative xmlns:adec="http://schemas.microsoft.com/office/drawing/2017/decorative" val="1"/>
              </a:ext>
            </a:extLst>
          </p:cNvPr>
          <p:cNvSpPr>
            <a:spLocks noGrp="1"/>
          </p:cNvSpPr>
          <p:nvPr>
            <p:ph type="dt" sz="half" idx="11"/>
          </p:nvPr>
        </p:nvSpPr>
        <p:spPr/>
        <p:txBody>
          <a:bodyPr/>
          <a:lstStyle/>
          <a:p>
            <a:fld id="{ECAB9BEB-3BBE-411E-B605-8CF8E8BF9571}" type="datetimeyyyy">
              <a:rPr lang="en-US" smtClean="0"/>
              <a:t>2025</a:t>
            </a:fld>
            <a:endParaRPr lang="en-US"/>
          </a:p>
        </p:txBody>
      </p:sp>
      <p:sp>
        <p:nvSpPr>
          <p:cNvPr id="4" name="Slide Number Placeholder 3">
            <a:extLst>
              <a:ext uri="{FF2B5EF4-FFF2-40B4-BE49-F238E27FC236}">
                <a16:creationId xmlns:a16="http://schemas.microsoft.com/office/drawing/2014/main" id="{00D8E96A-A75C-7CCB-EE9E-669CC0A0094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106</a:t>
            </a:fld>
            <a:endParaRPr lang="en-US"/>
          </a:p>
        </p:txBody>
      </p:sp>
      <p:pic>
        <p:nvPicPr>
          <p:cNvPr id="36" name="Picture 35">
            <a:extLst>
              <a:ext uri="{FF2B5EF4-FFF2-40B4-BE49-F238E27FC236}">
                <a16:creationId xmlns:a16="http://schemas.microsoft.com/office/drawing/2014/main" id="{442295BF-D02E-FF0C-9842-15E0998EBB5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288657" y="738178"/>
            <a:ext cx="2578832" cy="5383235"/>
          </a:xfrm>
          <a:prstGeom prst="rect">
            <a:avLst/>
          </a:prstGeom>
        </p:spPr>
      </p:pic>
      <p:pic>
        <p:nvPicPr>
          <p:cNvPr id="30" name="Picture 29" descr="Smartphone with screenshot">
            <a:extLst>
              <a:ext uri="{FF2B5EF4-FFF2-40B4-BE49-F238E27FC236}">
                <a16:creationId xmlns:a16="http://schemas.microsoft.com/office/drawing/2014/main" id="{85349B5B-4AF4-7510-D409-458D21EF1091}"/>
              </a:ext>
              <a:ext uri="{C183D7F6-B498-43B3-948B-1728B52AA6E4}">
                <adec:decorative xmlns:adec="http://schemas.microsoft.com/office/drawing/2017/decorative" val="0"/>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7171960" y="634408"/>
            <a:ext cx="2812226" cy="5609167"/>
          </a:xfrm>
          <a:prstGeom prst="rect">
            <a:avLst/>
          </a:prstGeom>
        </p:spPr>
      </p:pic>
      <p:sp>
        <p:nvSpPr>
          <p:cNvPr id="6" name="Rectangle 5">
            <a:extLst>
              <a:ext uri="{FF2B5EF4-FFF2-40B4-BE49-F238E27FC236}">
                <a16:creationId xmlns:a16="http://schemas.microsoft.com/office/drawing/2014/main" id="{F06793C2-8F94-7870-87C2-BAD23852DA94}"/>
              </a:ext>
              <a:ext uri="{C183D7F6-B498-43B3-948B-1728B52AA6E4}">
                <adec:decorative xmlns:adec="http://schemas.microsoft.com/office/drawing/2017/decorative" val="1"/>
              </a:ext>
            </a:extLst>
          </p:cNvPr>
          <p:cNvSpPr/>
          <p:nvPr/>
        </p:nvSpPr>
        <p:spPr>
          <a:xfrm>
            <a:off x="12443985" y="0"/>
            <a:ext cx="307743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NOTE </a:t>
            </a:r>
          </a:p>
          <a:p>
            <a:pPr marL="174625" indent="-174625">
              <a:spcBef>
                <a:spcPts val="1200"/>
              </a:spcBef>
              <a:buFont typeface="Avenir Next LT Pro" panose="020B0504020202020204" pitchFamily="34" charset="0"/>
              <a:buChar char="•"/>
            </a:pPr>
            <a:r>
              <a:rPr lang="en-US" sz="1000">
                <a:solidFill>
                  <a:schemeClr val="bg1"/>
                </a:solidFill>
              </a:rPr>
              <a:t>More device options are available in the </a:t>
            </a:r>
            <a:br>
              <a:rPr lang="en-US" sz="1000">
                <a:solidFill>
                  <a:schemeClr val="bg1"/>
                </a:solidFill>
              </a:rPr>
            </a:br>
            <a:r>
              <a:rPr lang="en-US" sz="1000">
                <a:solidFill>
                  <a:schemeClr val="bg1"/>
                </a:solidFill>
              </a:rPr>
              <a:t>assets section</a:t>
            </a: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r>
              <a:rPr lang="en-US" sz="1000">
                <a:solidFill>
                  <a:schemeClr val="bg1"/>
                </a:solidFill>
              </a:rPr>
              <a:t>Formatting images into device frames:</a:t>
            </a:r>
          </a:p>
          <a:p>
            <a:pPr marL="171450" indent="-171450">
              <a:spcBef>
                <a:spcPts val="1200"/>
              </a:spcBef>
              <a:buFont typeface="Arial" panose="020B0604020202020204" pitchFamily="34" charset="0"/>
              <a:buChar char="•"/>
            </a:pPr>
            <a:r>
              <a:rPr lang="en-US" sz="1000">
                <a:solidFill>
                  <a:schemeClr val="bg1"/>
                </a:solidFill>
              </a:rPr>
              <a:t>The device frame and the screen image on this page are two separate items. Add a new screen image and ‘Send to Back’ to place it behind the frame. If the image pokes out at the corners, use ‘Crop to Shape’ and select ‘Rounded Rectangle’ to hide the corners.</a:t>
            </a:r>
          </a:p>
          <a:p>
            <a:pPr marL="174625" indent="-174625">
              <a:spcBef>
                <a:spcPts val="1200"/>
              </a:spcBef>
              <a:buFont typeface="Avenir Next LT Pro" panose="020B0504020202020204" pitchFamily="34" charset="0"/>
              <a:buChar char="•"/>
            </a:pPr>
            <a:endParaRPr lang="en-US" sz="1000">
              <a:solidFill>
                <a:schemeClr val="bg1"/>
              </a:solidFill>
            </a:endParaRPr>
          </a:p>
        </p:txBody>
      </p:sp>
    </p:spTree>
    <p:extLst>
      <p:ext uri="{BB962C8B-B14F-4D97-AF65-F5344CB8AC3E}">
        <p14:creationId xmlns:p14="http://schemas.microsoft.com/office/powerpoint/2010/main" val="374836935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644190-3E55-72C4-AC44-25F071B4A46F}"/>
              </a:ext>
            </a:extLst>
          </p:cNvPr>
          <p:cNvSpPr>
            <a:spLocks noGrp="1"/>
          </p:cNvSpPr>
          <p:nvPr>
            <p:ph type="title"/>
          </p:nvPr>
        </p:nvSpPr>
        <p:spPr/>
        <p:txBody>
          <a:bodyPr/>
          <a:lstStyle/>
          <a:p>
            <a:r>
              <a:rPr lang="en-US"/>
              <a:t>Device frame slide. </a:t>
            </a:r>
            <a:br>
              <a:rPr lang="en-US"/>
            </a:br>
            <a:r>
              <a:rPr lang="en-US">
                <a:solidFill>
                  <a:schemeClr val="accent1"/>
                </a:solidFill>
              </a:rPr>
              <a:t>Image to be replaced.</a:t>
            </a:r>
          </a:p>
        </p:txBody>
      </p:sp>
      <p:sp>
        <p:nvSpPr>
          <p:cNvPr id="17" name="Text Placeholder 16">
            <a:extLst>
              <a:ext uri="{FF2B5EF4-FFF2-40B4-BE49-F238E27FC236}">
                <a16:creationId xmlns:a16="http://schemas.microsoft.com/office/drawing/2014/main" id="{5F373B07-A28C-1DEA-E79C-BF12F464E489}"/>
              </a:ext>
            </a:extLst>
          </p:cNvPr>
          <p:cNvSpPr>
            <a:spLocks noGrp="1"/>
          </p:cNvSpPr>
          <p:nvPr>
            <p:ph type="body" sz="quarter" idx="13"/>
          </p:nvPr>
        </p:nvSpPr>
        <p:spPr/>
        <p:txBody>
          <a:bodyPr/>
          <a:lstStyle/>
          <a:p>
            <a:r>
              <a:rPr lang="en-US"/>
              <a:t>Subtitle </a:t>
            </a:r>
            <a:r>
              <a:rPr lang="pt-BR"/>
              <a:t>necupta ius consequ.</a:t>
            </a:r>
          </a:p>
        </p:txBody>
      </p:sp>
      <p:sp>
        <p:nvSpPr>
          <p:cNvPr id="18" name="Text Placeholder 17">
            <a:extLst>
              <a:ext uri="{FF2B5EF4-FFF2-40B4-BE49-F238E27FC236}">
                <a16:creationId xmlns:a16="http://schemas.microsoft.com/office/drawing/2014/main" id="{77A35C63-65D5-8232-5FEE-55D7C06BB9C2}"/>
              </a:ext>
            </a:extLst>
          </p:cNvPr>
          <p:cNvSpPr>
            <a:spLocks noGrp="1"/>
          </p:cNvSpPr>
          <p:nvPr>
            <p:ph type="body" sz="quarter" idx="16"/>
          </p:nvPr>
        </p:nvSpPr>
        <p:spPr>
          <a:xfrm>
            <a:off x="571500" y="2933700"/>
            <a:ext cx="4389968" cy="3352799"/>
          </a:xfrm>
        </p:spPr>
        <p:txBody>
          <a:bodyPr/>
          <a:lstStyle/>
          <a:p>
            <a:pPr marL="0" indent="0">
              <a:buNone/>
            </a:pPr>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br>
              <a:rPr lang="en-US"/>
            </a:br>
            <a:r>
              <a:rPr lang="en-US" err="1"/>
              <a:t>exceatibus</a:t>
            </a:r>
            <a:r>
              <a:rPr lang="en-US"/>
              <a:t> sim </a:t>
            </a:r>
            <a:r>
              <a:rPr lang="en-US" err="1"/>
              <a:t>laborro</a:t>
            </a:r>
            <a:r>
              <a:rPr lang="en-US"/>
              <a:t> to </a:t>
            </a:r>
            <a:r>
              <a:rPr lang="en-US" err="1"/>
              <a:t>doluptiat</a:t>
            </a:r>
            <a:r>
              <a:rPr lang="en-US"/>
              <a:t> lorem ipsum </a:t>
            </a:r>
            <a:br>
              <a:rPr lang="en-US"/>
            </a:br>
            <a:r>
              <a:rPr lang="en-US" err="1"/>
              <a:t>dolores</a:t>
            </a:r>
            <a:r>
              <a:rPr lang="en-US"/>
              <a:t>  sit </a:t>
            </a:r>
            <a:r>
              <a:rPr lang="en-US" err="1"/>
              <a:t>amet</a:t>
            </a:r>
            <a:r>
              <a:rPr lang="en-US"/>
              <a:t> </a:t>
            </a:r>
            <a:r>
              <a:rPr lang="en-US" err="1"/>
              <a:t>adipiscing</a:t>
            </a:r>
            <a:r>
              <a:rPr lang="en-US"/>
              <a:t>. </a:t>
            </a:r>
            <a:r>
              <a:rPr lang="en-US" err="1"/>
              <a:t>Beremod</a:t>
            </a:r>
            <a:r>
              <a:rPr lang="en-US"/>
              <a:t> </a:t>
            </a:r>
            <a:r>
              <a:rPr lang="en-US" err="1"/>
              <a:t>maximusaesto</a:t>
            </a:r>
            <a:r>
              <a:rPr lang="en-US"/>
              <a:t> </a:t>
            </a:r>
            <a:br>
              <a:rPr lang="en-US"/>
            </a:b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br>
              <a:rPr lang="en-US"/>
            </a:br>
            <a:r>
              <a:rPr lang="en-US" err="1"/>
              <a:t>simporiatium</a:t>
            </a:r>
            <a:r>
              <a:rPr lang="en-US"/>
              <a:t> et  </a:t>
            </a:r>
            <a:r>
              <a:rPr lang="en-US" err="1"/>
              <a:t>exceatibus</a:t>
            </a:r>
            <a:r>
              <a:rPr lang="en-US"/>
              <a:t> sim </a:t>
            </a:r>
            <a:r>
              <a:rPr lang="en-US" err="1"/>
              <a:t>laborro</a:t>
            </a:r>
            <a:r>
              <a:rPr lang="en-US"/>
              <a:t> to </a:t>
            </a:r>
            <a:r>
              <a:rPr lang="en-US" err="1"/>
              <a:t>doluptiat</a:t>
            </a:r>
            <a:r>
              <a:rPr lang="en-US"/>
              <a:t> </a:t>
            </a:r>
            <a:br>
              <a:rPr lang="en-US"/>
            </a:br>
            <a:r>
              <a:rPr lang="en-US"/>
              <a:t>lorem ipsum </a:t>
            </a:r>
            <a:r>
              <a:rPr lang="en-US" err="1"/>
              <a:t>dolores</a:t>
            </a:r>
            <a:r>
              <a:rPr lang="en-US"/>
              <a:t>  sit </a:t>
            </a:r>
            <a:r>
              <a:rPr lang="en-US" err="1"/>
              <a:t>amet</a:t>
            </a:r>
            <a:r>
              <a:rPr lang="en-US"/>
              <a:t>.</a:t>
            </a:r>
          </a:p>
        </p:txBody>
      </p:sp>
      <p:pic>
        <p:nvPicPr>
          <p:cNvPr id="35" name="Picture 34">
            <a:extLst>
              <a:ext uri="{FF2B5EF4-FFF2-40B4-BE49-F238E27FC236}">
                <a16:creationId xmlns:a16="http://schemas.microsoft.com/office/drawing/2014/main" id="{57DCD4C6-3A86-D7B2-6D16-DF10C6473D04}"/>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932746" y="1908134"/>
            <a:ext cx="5017443" cy="3273836"/>
          </a:xfrm>
          <a:prstGeom prst="rect">
            <a:avLst/>
          </a:prstGeom>
        </p:spPr>
      </p:pic>
      <p:pic>
        <p:nvPicPr>
          <p:cNvPr id="19" name="Picture 18" descr="Laptop with screenshot">
            <a:extLst>
              <a:ext uri="{FF2B5EF4-FFF2-40B4-BE49-F238E27FC236}">
                <a16:creationId xmlns:a16="http://schemas.microsoft.com/office/drawing/2014/main" id="{16FF323C-0DE7-AFA1-FFED-EDB5D601A88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270500" y="1754171"/>
            <a:ext cx="6350000" cy="3732229"/>
          </a:xfrm>
          <a:prstGeom prst="rect">
            <a:avLst/>
          </a:prstGeom>
        </p:spPr>
      </p:pic>
      <p:sp>
        <p:nvSpPr>
          <p:cNvPr id="3" name="Footer Placeholder 2">
            <a:extLst>
              <a:ext uri="{FF2B5EF4-FFF2-40B4-BE49-F238E27FC236}">
                <a16:creationId xmlns:a16="http://schemas.microsoft.com/office/drawing/2014/main" id="{D7920C6A-9175-5999-4E80-0367438E2C8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D63E760E-1343-69F8-E7D2-EF9DBBC7BAE3}"/>
              </a:ext>
              <a:ext uri="{C183D7F6-B498-43B3-948B-1728B52AA6E4}">
                <adec:decorative xmlns:adec="http://schemas.microsoft.com/office/drawing/2017/decorative" val="1"/>
              </a:ext>
            </a:extLst>
          </p:cNvPr>
          <p:cNvSpPr>
            <a:spLocks noGrp="1"/>
          </p:cNvSpPr>
          <p:nvPr>
            <p:ph type="dt" sz="half" idx="11"/>
          </p:nvPr>
        </p:nvSpPr>
        <p:spPr/>
        <p:txBody>
          <a:bodyPr/>
          <a:lstStyle/>
          <a:p>
            <a:fld id="{FF1F8353-9EFC-4447-ABAE-1D76D98C3516}" type="datetimeyyyy">
              <a:rPr lang="en-US" smtClean="0"/>
              <a:t>2025</a:t>
            </a:fld>
            <a:endParaRPr lang="en-US"/>
          </a:p>
        </p:txBody>
      </p:sp>
      <p:sp>
        <p:nvSpPr>
          <p:cNvPr id="12" name="Slide Number Placeholder 3">
            <a:extLst>
              <a:ext uri="{FF2B5EF4-FFF2-40B4-BE49-F238E27FC236}">
                <a16:creationId xmlns:a16="http://schemas.microsoft.com/office/drawing/2014/main" id="{B51F2079-AFA1-F94F-7253-356306B7830F}"/>
              </a:ext>
              <a:ext uri="{C183D7F6-B498-43B3-948B-1728B52AA6E4}">
                <adec:decorative xmlns:adec="http://schemas.microsoft.com/office/drawing/2017/decorative" val="1"/>
              </a:ext>
            </a:extLst>
          </p:cNvPr>
          <p:cNvSpPr>
            <a:spLocks noGrp="1"/>
          </p:cNvSpPr>
          <p:nvPr>
            <p:ph type="sldNum" sz="quarter" idx="12"/>
          </p:nvPr>
        </p:nvSpPr>
        <p:spPr>
          <a:xfrm>
            <a:off x="11277601" y="6503670"/>
            <a:ext cx="342898" cy="137160"/>
          </a:xfrm>
        </p:spPr>
        <p:txBody>
          <a:bodyPr/>
          <a:lstStyle/>
          <a:p>
            <a:fld id="{B2643E34-DC33-45ED-8E33-EC0D5991E9A4}" type="slidenum">
              <a:rPr lang="en-US" smtClean="0"/>
              <a:pPr/>
              <a:t>107</a:t>
            </a:fld>
            <a:endParaRPr lang="en-US"/>
          </a:p>
        </p:txBody>
      </p:sp>
      <p:sp>
        <p:nvSpPr>
          <p:cNvPr id="4" name="Rectangle 3">
            <a:extLst>
              <a:ext uri="{FF2B5EF4-FFF2-40B4-BE49-F238E27FC236}">
                <a16:creationId xmlns:a16="http://schemas.microsoft.com/office/drawing/2014/main" id="{7C54E645-6B73-9D8C-73AF-244A46697920}"/>
              </a:ext>
              <a:ext uri="{C183D7F6-B498-43B3-948B-1728B52AA6E4}">
                <adec:decorative xmlns:adec="http://schemas.microsoft.com/office/drawing/2017/decorative" val="1"/>
              </a:ext>
            </a:extLst>
          </p:cNvPr>
          <p:cNvSpPr/>
          <p:nvPr/>
        </p:nvSpPr>
        <p:spPr>
          <a:xfrm>
            <a:off x="12443985" y="0"/>
            <a:ext cx="307743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NOTE </a:t>
            </a:r>
          </a:p>
          <a:p>
            <a:pPr marL="174625" indent="-174625">
              <a:spcBef>
                <a:spcPts val="1200"/>
              </a:spcBef>
              <a:buFont typeface="Avenir Next LT Pro" panose="020B0504020202020204" pitchFamily="34" charset="0"/>
              <a:buChar char="•"/>
            </a:pPr>
            <a:r>
              <a:rPr lang="en-US" sz="1000">
                <a:solidFill>
                  <a:schemeClr val="bg1"/>
                </a:solidFill>
              </a:rPr>
              <a:t>More device options are available in the </a:t>
            </a:r>
            <a:br>
              <a:rPr lang="en-US" sz="1000">
                <a:solidFill>
                  <a:schemeClr val="bg1"/>
                </a:solidFill>
              </a:rPr>
            </a:br>
            <a:r>
              <a:rPr lang="en-US" sz="1000">
                <a:solidFill>
                  <a:schemeClr val="bg1"/>
                </a:solidFill>
              </a:rPr>
              <a:t>assets section</a:t>
            </a: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r>
              <a:rPr lang="en-US" sz="1000">
                <a:solidFill>
                  <a:schemeClr val="bg1"/>
                </a:solidFill>
              </a:rPr>
              <a:t>Formatting images into device frames:</a:t>
            </a:r>
          </a:p>
          <a:p>
            <a:pPr marL="171450" indent="-171450">
              <a:spcBef>
                <a:spcPts val="1200"/>
              </a:spcBef>
              <a:buFont typeface="Arial" panose="020B0604020202020204" pitchFamily="34" charset="0"/>
              <a:buChar char="•"/>
            </a:pPr>
            <a:r>
              <a:rPr lang="en-US" sz="1000">
                <a:solidFill>
                  <a:schemeClr val="bg1"/>
                </a:solidFill>
              </a:rPr>
              <a:t>The device frame and the screen image on this page are two separate items. Add a new screen image and ‘Send to Back’ to place it behind the frame. If the image pokes out at the corners, use ‘Crop to Shape’ and select ‘Rounded Rectangle’ to hide the corners.</a:t>
            </a:r>
          </a:p>
          <a:p>
            <a:pPr marL="174625" indent="-174625">
              <a:spcBef>
                <a:spcPts val="1200"/>
              </a:spcBef>
              <a:buFont typeface="Avenir Next LT Pro" panose="020B0504020202020204" pitchFamily="34" charset="0"/>
              <a:buChar char="•"/>
            </a:pPr>
            <a:endParaRPr lang="en-US" sz="1000">
              <a:solidFill>
                <a:schemeClr val="bg1"/>
              </a:solidFill>
            </a:endParaRPr>
          </a:p>
        </p:txBody>
      </p:sp>
    </p:spTree>
    <p:extLst>
      <p:ext uri="{BB962C8B-B14F-4D97-AF65-F5344CB8AC3E}">
        <p14:creationId xmlns:p14="http://schemas.microsoft.com/office/powerpoint/2010/main" val="6972040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644190-3E55-72C4-AC44-25F071B4A46F}"/>
              </a:ext>
            </a:extLst>
          </p:cNvPr>
          <p:cNvSpPr>
            <a:spLocks noGrp="1"/>
          </p:cNvSpPr>
          <p:nvPr>
            <p:ph type="title"/>
          </p:nvPr>
        </p:nvSpPr>
        <p:spPr/>
        <p:txBody>
          <a:bodyPr/>
          <a:lstStyle/>
          <a:p>
            <a:r>
              <a:rPr lang="en-US"/>
              <a:t>Device frame slide. </a:t>
            </a:r>
            <a:br>
              <a:rPr lang="en-US"/>
            </a:br>
            <a:r>
              <a:rPr lang="en-US"/>
              <a:t>Image to be replaced.</a:t>
            </a:r>
          </a:p>
        </p:txBody>
      </p:sp>
      <p:sp>
        <p:nvSpPr>
          <p:cNvPr id="18" name="Text Placeholder 17">
            <a:extLst>
              <a:ext uri="{FF2B5EF4-FFF2-40B4-BE49-F238E27FC236}">
                <a16:creationId xmlns:a16="http://schemas.microsoft.com/office/drawing/2014/main" id="{77A35C63-65D5-8232-5FEE-55D7C06BB9C2}"/>
              </a:ext>
            </a:extLst>
          </p:cNvPr>
          <p:cNvSpPr>
            <a:spLocks noGrp="1"/>
          </p:cNvSpPr>
          <p:nvPr>
            <p:ph type="body" sz="quarter" idx="13"/>
          </p:nvPr>
        </p:nvSpPr>
        <p:spPr/>
        <p:txBody>
          <a:bodyPr/>
          <a:lstStyle/>
          <a:p>
            <a:r>
              <a:rPr lang="en-US"/>
              <a:t>Subtitle </a:t>
            </a:r>
            <a:r>
              <a:rPr lang="pt-BR"/>
              <a:t>necupta ius consequ.</a:t>
            </a:r>
          </a:p>
        </p:txBody>
      </p:sp>
      <p:sp>
        <p:nvSpPr>
          <p:cNvPr id="17" name="Text Placeholder 17">
            <a:extLst>
              <a:ext uri="{FF2B5EF4-FFF2-40B4-BE49-F238E27FC236}">
                <a16:creationId xmlns:a16="http://schemas.microsoft.com/office/drawing/2014/main" id="{1EC31B13-7D57-C5C6-6423-7B0349D3813B}"/>
              </a:ext>
            </a:extLst>
          </p:cNvPr>
          <p:cNvSpPr txBox="1">
            <a:spLocks/>
          </p:cNvSpPr>
          <p:nvPr/>
        </p:nvSpPr>
        <p:spPr>
          <a:xfrm>
            <a:off x="571500" y="2933700"/>
            <a:ext cx="4389968" cy="3352799"/>
          </a:xfrm>
          <a:prstGeom prst="rect">
            <a:avLst/>
          </a:prstGeom>
        </p:spPr>
        <p:txBody>
          <a:bodyPr lIns="0" tIns="0" rIns="0" bIns="0"/>
          <a:lst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buFont typeface="Avenir Next LT Pro" panose="020B0504020202020204" pitchFamily="34" charset="0"/>
              <a:buNone/>
            </a:pPr>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br>
              <a:rPr lang="en-US"/>
            </a:br>
            <a:r>
              <a:rPr lang="en-US" err="1"/>
              <a:t>exceatibus</a:t>
            </a:r>
            <a:r>
              <a:rPr lang="en-US"/>
              <a:t> sim </a:t>
            </a:r>
            <a:r>
              <a:rPr lang="en-US" err="1"/>
              <a:t>laborro</a:t>
            </a:r>
            <a:r>
              <a:rPr lang="en-US"/>
              <a:t> to </a:t>
            </a:r>
            <a:r>
              <a:rPr lang="en-US" err="1"/>
              <a:t>doluptiat</a:t>
            </a:r>
            <a:r>
              <a:rPr lang="en-US"/>
              <a:t> lorem ipsum </a:t>
            </a:r>
            <a:br>
              <a:rPr lang="en-US"/>
            </a:br>
            <a:r>
              <a:rPr lang="en-US" err="1"/>
              <a:t>dolores</a:t>
            </a:r>
            <a:r>
              <a:rPr lang="en-US"/>
              <a:t>  sit </a:t>
            </a:r>
            <a:r>
              <a:rPr lang="en-US" err="1"/>
              <a:t>amet</a:t>
            </a:r>
            <a:r>
              <a:rPr lang="en-US"/>
              <a:t> </a:t>
            </a:r>
            <a:r>
              <a:rPr lang="en-US" err="1"/>
              <a:t>adipiscing</a:t>
            </a:r>
            <a:r>
              <a:rPr lang="en-US"/>
              <a:t>. </a:t>
            </a:r>
            <a:r>
              <a:rPr lang="en-US" err="1"/>
              <a:t>Beremod</a:t>
            </a:r>
            <a:r>
              <a:rPr lang="en-US"/>
              <a:t> </a:t>
            </a:r>
            <a:r>
              <a:rPr lang="en-US" err="1"/>
              <a:t>maximusaesto</a:t>
            </a:r>
            <a:r>
              <a:rPr lang="en-US"/>
              <a:t> </a:t>
            </a:r>
            <a:br>
              <a:rPr lang="en-US"/>
            </a:b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br>
              <a:rPr lang="en-US"/>
            </a:br>
            <a:r>
              <a:rPr lang="en-US" err="1"/>
              <a:t>simporiatium</a:t>
            </a:r>
            <a:r>
              <a:rPr lang="en-US"/>
              <a:t> et  </a:t>
            </a:r>
            <a:r>
              <a:rPr lang="en-US" err="1"/>
              <a:t>exceatibus</a:t>
            </a:r>
            <a:r>
              <a:rPr lang="en-US"/>
              <a:t> sim </a:t>
            </a:r>
            <a:r>
              <a:rPr lang="en-US" err="1"/>
              <a:t>laborro</a:t>
            </a:r>
            <a:r>
              <a:rPr lang="en-US"/>
              <a:t> to </a:t>
            </a:r>
            <a:r>
              <a:rPr lang="en-US" err="1"/>
              <a:t>doluptiat</a:t>
            </a:r>
            <a:r>
              <a:rPr lang="en-US"/>
              <a:t> </a:t>
            </a:r>
            <a:br>
              <a:rPr lang="en-US"/>
            </a:br>
            <a:r>
              <a:rPr lang="en-US"/>
              <a:t>lorem ipsum </a:t>
            </a:r>
            <a:r>
              <a:rPr lang="en-US" err="1"/>
              <a:t>dolores</a:t>
            </a:r>
            <a:r>
              <a:rPr lang="en-US"/>
              <a:t>  sit </a:t>
            </a:r>
            <a:r>
              <a:rPr lang="en-US" err="1"/>
              <a:t>amet</a:t>
            </a:r>
            <a:r>
              <a:rPr lang="en-US"/>
              <a:t>.</a:t>
            </a:r>
          </a:p>
        </p:txBody>
      </p:sp>
      <p:sp>
        <p:nvSpPr>
          <p:cNvPr id="2" name="Date Placeholder 1">
            <a:extLst>
              <a:ext uri="{FF2B5EF4-FFF2-40B4-BE49-F238E27FC236}">
                <a16:creationId xmlns:a16="http://schemas.microsoft.com/office/drawing/2014/main" id="{D63E760E-1343-69F8-E7D2-EF9DBBC7BAE3}"/>
              </a:ext>
              <a:ext uri="{C183D7F6-B498-43B3-948B-1728B52AA6E4}">
                <adec:decorative xmlns:adec="http://schemas.microsoft.com/office/drawing/2017/decorative" val="1"/>
              </a:ext>
            </a:extLst>
          </p:cNvPr>
          <p:cNvSpPr>
            <a:spLocks noGrp="1"/>
          </p:cNvSpPr>
          <p:nvPr>
            <p:ph type="dt" sz="half" idx="10"/>
          </p:nvPr>
        </p:nvSpPr>
        <p:spPr/>
        <p:txBody>
          <a:bodyPr/>
          <a:lstStyle/>
          <a:p>
            <a:fld id="{8157BEB3-F262-4A45-9AB8-0490BFB32112}" type="datetimeyyyy">
              <a:rPr lang="en-US" smtClean="0"/>
              <a:t>2025</a:t>
            </a:fld>
            <a:endParaRPr lang="en-US"/>
          </a:p>
        </p:txBody>
      </p:sp>
      <p:sp>
        <p:nvSpPr>
          <p:cNvPr id="3" name="Footer Placeholder 2">
            <a:extLst>
              <a:ext uri="{FF2B5EF4-FFF2-40B4-BE49-F238E27FC236}">
                <a16:creationId xmlns:a16="http://schemas.microsoft.com/office/drawing/2014/main" id="{D7920C6A-9175-5999-4E80-0367438E2C8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0" name="Slide Number Placeholder 3">
            <a:extLst>
              <a:ext uri="{FF2B5EF4-FFF2-40B4-BE49-F238E27FC236}">
                <a16:creationId xmlns:a16="http://schemas.microsoft.com/office/drawing/2014/main" id="{C5455DF3-0EDF-3BD1-46FB-71640A6025D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108</a:t>
            </a:fld>
            <a:endParaRPr lang="en-US"/>
          </a:p>
        </p:txBody>
      </p:sp>
      <p:pic>
        <p:nvPicPr>
          <p:cNvPr id="26" name="Picture 25">
            <a:extLst>
              <a:ext uri="{FF2B5EF4-FFF2-40B4-BE49-F238E27FC236}">
                <a16:creationId xmlns:a16="http://schemas.microsoft.com/office/drawing/2014/main" id="{37149A4C-5B30-C3FF-E6B0-B0545A5E728B}"/>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932746" y="1908134"/>
            <a:ext cx="5017443" cy="3273836"/>
          </a:xfrm>
          <a:prstGeom prst="rect">
            <a:avLst/>
          </a:prstGeom>
        </p:spPr>
      </p:pic>
      <p:pic>
        <p:nvPicPr>
          <p:cNvPr id="21" name="Picture 20" descr="Laptop with screenshot">
            <a:extLst>
              <a:ext uri="{FF2B5EF4-FFF2-40B4-BE49-F238E27FC236}">
                <a16:creationId xmlns:a16="http://schemas.microsoft.com/office/drawing/2014/main" id="{4DEEDC01-F8CC-1F58-F0F8-6669BAD9745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270500" y="1754171"/>
            <a:ext cx="6350000" cy="3732229"/>
          </a:xfrm>
          <a:prstGeom prst="rect">
            <a:avLst/>
          </a:prstGeom>
        </p:spPr>
      </p:pic>
      <p:sp>
        <p:nvSpPr>
          <p:cNvPr id="4" name="Rectangle 3">
            <a:extLst>
              <a:ext uri="{FF2B5EF4-FFF2-40B4-BE49-F238E27FC236}">
                <a16:creationId xmlns:a16="http://schemas.microsoft.com/office/drawing/2014/main" id="{D468CA2C-E5C7-58BB-B599-ADB2D55F6CD2}"/>
              </a:ext>
              <a:ext uri="{C183D7F6-B498-43B3-948B-1728B52AA6E4}">
                <adec:decorative xmlns:adec="http://schemas.microsoft.com/office/drawing/2017/decorative" val="1"/>
              </a:ext>
            </a:extLst>
          </p:cNvPr>
          <p:cNvSpPr/>
          <p:nvPr/>
        </p:nvSpPr>
        <p:spPr>
          <a:xfrm>
            <a:off x="12443985" y="0"/>
            <a:ext cx="307743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NOTE </a:t>
            </a:r>
          </a:p>
          <a:p>
            <a:pPr marL="174625" indent="-174625">
              <a:spcBef>
                <a:spcPts val="1200"/>
              </a:spcBef>
              <a:buFont typeface="Avenir Next LT Pro" panose="020B0504020202020204" pitchFamily="34" charset="0"/>
              <a:buChar char="•"/>
            </a:pPr>
            <a:r>
              <a:rPr lang="en-US" sz="1000">
                <a:solidFill>
                  <a:schemeClr val="tx1"/>
                </a:solidFill>
              </a:rPr>
              <a:t>More device options are available in the </a:t>
            </a:r>
            <a:br>
              <a:rPr lang="en-US" sz="1000">
                <a:solidFill>
                  <a:schemeClr val="tx1"/>
                </a:solidFill>
              </a:rPr>
            </a:br>
            <a:r>
              <a:rPr lang="en-US" sz="1000">
                <a:solidFill>
                  <a:schemeClr val="tx1"/>
                </a:solidFill>
              </a:rPr>
              <a:t>assets section</a:t>
            </a:r>
          </a:p>
          <a:p>
            <a:pPr marL="174625" indent="-174625">
              <a:spcBef>
                <a:spcPts val="1200"/>
              </a:spcBef>
              <a:buFont typeface="Avenir Next LT Pro" panose="020B0504020202020204" pitchFamily="34" charset="0"/>
              <a:buChar char="•"/>
            </a:pPr>
            <a:endParaRPr lang="en-US" sz="1000">
              <a:solidFill>
                <a:schemeClr val="tx1"/>
              </a:solidFill>
            </a:endParaRPr>
          </a:p>
          <a:p>
            <a:pPr>
              <a:spcBef>
                <a:spcPts val="1200"/>
              </a:spcBef>
            </a:pPr>
            <a:r>
              <a:rPr lang="en-US" sz="1000">
                <a:solidFill>
                  <a:schemeClr val="tx1"/>
                </a:solidFill>
              </a:rPr>
              <a:t>Formatting images into device frames:</a:t>
            </a:r>
          </a:p>
          <a:p>
            <a:pPr marL="171450" indent="-171450">
              <a:spcBef>
                <a:spcPts val="1200"/>
              </a:spcBef>
              <a:buFont typeface="Arial" panose="020B0604020202020204" pitchFamily="34" charset="0"/>
              <a:buChar char="•"/>
            </a:pPr>
            <a:r>
              <a:rPr lang="en-US" sz="1000">
                <a:solidFill>
                  <a:schemeClr val="tx1"/>
                </a:solidFill>
              </a:rPr>
              <a:t>The device frame and the screen image on this page are two separate items. Add a new screen image and ‘Send to Back’ to place it behind the frame. If the image pokes out at the corners, use ‘Crop to Shape’ and select ‘Rounded Rectangle’ to hide the corners.</a:t>
            </a:r>
          </a:p>
          <a:p>
            <a:pPr marL="174625" indent="-174625">
              <a:spcBef>
                <a:spcPts val="1200"/>
              </a:spcBef>
              <a:buFont typeface="Avenir Next LT Pro" panose="020B0504020202020204" pitchFamily="34" charset="0"/>
              <a:buChar char="•"/>
            </a:pPr>
            <a:endParaRPr lang="en-US" sz="1000">
              <a:solidFill>
                <a:schemeClr val="tx1"/>
              </a:solidFill>
            </a:endParaRPr>
          </a:p>
        </p:txBody>
      </p:sp>
    </p:spTree>
    <p:extLst>
      <p:ext uri="{BB962C8B-B14F-4D97-AF65-F5344CB8AC3E}">
        <p14:creationId xmlns:p14="http://schemas.microsoft.com/office/powerpoint/2010/main" val="17478250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644190-3E55-72C4-AC44-25F071B4A46F}"/>
              </a:ext>
            </a:extLst>
          </p:cNvPr>
          <p:cNvSpPr>
            <a:spLocks noGrp="1"/>
          </p:cNvSpPr>
          <p:nvPr>
            <p:ph type="title"/>
          </p:nvPr>
        </p:nvSpPr>
        <p:spPr/>
        <p:txBody>
          <a:bodyPr/>
          <a:lstStyle/>
          <a:p>
            <a:r>
              <a:rPr lang="en-US"/>
              <a:t>Device frame slide. </a:t>
            </a:r>
            <a:br>
              <a:rPr lang="en-US"/>
            </a:br>
            <a:r>
              <a:rPr lang="en-US">
                <a:solidFill>
                  <a:schemeClr val="accent1"/>
                </a:solidFill>
              </a:rPr>
              <a:t>Image to be replaced.</a:t>
            </a:r>
          </a:p>
        </p:txBody>
      </p:sp>
      <p:sp>
        <p:nvSpPr>
          <p:cNvPr id="17" name="Text Placeholder 16">
            <a:extLst>
              <a:ext uri="{FF2B5EF4-FFF2-40B4-BE49-F238E27FC236}">
                <a16:creationId xmlns:a16="http://schemas.microsoft.com/office/drawing/2014/main" id="{5F373B07-A28C-1DEA-E79C-BF12F464E489}"/>
              </a:ext>
            </a:extLst>
          </p:cNvPr>
          <p:cNvSpPr>
            <a:spLocks noGrp="1"/>
          </p:cNvSpPr>
          <p:nvPr>
            <p:ph type="body" sz="quarter" idx="13"/>
          </p:nvPr>
        </p:nvSpPr>
        <p:spPr/>
        <p:txBody>
          <a:bodyPr/>
          <a:lstStyle/>
          <a:p>
            <a:r>
              <a:rPr lang="en-US"/>
              <a:t>Subtitle </a:t>
            </a:r>
            <a:r>
              <a:rPr lang="pt-BR"/>
              <a:t>necupta ius consequ.</a:t>
            </a:r>
          </a:p>
        </p:txBody>
      </p:sp>
      <p:sp>
        <p:nvSpPr>
          <p:cNvPr id="18" name="Text Placeholder 17">
            <a:extLst>
              <a:ext uri="{FF2B5EF4-FFF2-40B4-BE49-F238E27FC236}">
                <a16:creationId xmlns:a16="http://schemas.microsoft.com/office/drawing/2014/main" id="{77A35C63-65D5-8232-5FEE-55D7C06BB9C2}"/>
              </a:ext>
            </a:extLst>
          </p:cNvPr>
          <p:cNvSpPr>
            <a:spLocks noGrp="1"/>
          </p:cNvSpPr>
          <p:nvPr>
            <p:ph type="body" sz="quarter" idx="16"/>
          </p:nvPr>
        </p:nvSpPr>
        <p:spPr/>
        <p:txBody>
          <a:bodyPr/>
          <a:lstStyle/>
          <a:p>
            <a:pPr marL="0" indent="0">
              <a:buNone/>
            </a:pPr>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br>
              <a:rPr lang="en-US"/>
            </a:br>
            <a:r>
              <a:rPr lang="en-US" err="1"/>
              <a:t>exceatibus</a:t>
            </a:r>
            <a:r>
              <a:rPr lang="en-US"/>
              <a:t> sim </a:t>
            </a:r>
            <a:r>
              <a:rPr lang="en-US" err="1"/>
              <a:t>laborro</a:t>
            </a:r>
            <a:r>
              <a:rPr lang="en-US"/>
              <a:t> to </a:t>
            </a:r>
            <a:r>
              <a:rPr lang="en-US" err="1"/>
              <a:t>doluptiat</a:t>
            </a:r>
            <a:r>
              <a:rPr lang="en-US"/>
              <a:t> lorem ipsum </a:t>
            </a:r>
            <a:br>
              <a:rPr lang="en-US"/>
            </a:br>
            <a:r>
              <a:rPr lang="en-US" err="1"/>
              <a:t>dolores</a:t>
            </a:r>
            <a:r>
              <a:rPr lang="en-US"/>
              <a:t>  sit </a:t>
            </a:r>
            <a:r>
              <a:rPr lang="en-US" err="1"/>
              <a:t>amet</a:t>
            </a:r>
            <a:r>
              <a:rPr lang="en-US"/>
              <a:t> </a:t>
            </a:r>
            <a:r>
              <a:rPr lang="en-US" err="1"/>
              <a:t>adipiscing</a:t>
            </a:r>
            <a:r>
              <a:rPr lang="en-US"/>
              <a:t>. </a:t>
            </a:r>
            <a:r>
              <a:rPr lang="en-US" err="1"/>
              <a:t>Beremod</a:t>
            </a:r>
            <a:r>
              <a:rPr lang="en-US"/>
              <a:t> </a:t>
            </a:r>
            <a:r>
              <a:rPr lang="en-US" err="1"/>
              <a:t>maximusaesto</a:t>
            </a:r>
            <a:r>
              <a:rPr lang="en-US"/>
              <a:t> </a:t>
            </a:r>
            <a:br>
              <a:rPr lang="en-US"/>
            </a:b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br>
              <a:rPr lang="en-US"/>
            </a:br>
            <a:r>
              <a:rPr lang="en-US" err="1"/>
              <a:t>simporiatium</a:t>
            </a:r>
            <a:r>
              <a:rPr lang="en-US"/>
              <a:t> et  </a:t>
            </a:r>
            <a:r>
              <a:rPr lang="en-US" err="1"/>
              <a:t>exceatibus</a:t>
            </a:r>
            <a:r>
              <a:rPr lang="en-US"/>
              <a:t> sim </a:t>
            </a:r>
            <a:r>
              <a:rPr lang="en-US" err="1"/>
              <a:t>laborro</a:t>
            </a:r>
            <a:r>
              <a:rPr lang="en-US"/>
              <a:t> to </a:t>
            </a:r>
            <a:r>
              <a:rPr lang="en-US" err="1"/>
              <a:t>doluptiat</a:t>
            </a:r>
            <a:r>
              <a:rPr lang="en-US"/>
              <a:t> </a:t>
            </a:r>
            <a:br>
              <a:rPr lang="en-US"/>
            </a:br>
            <a:r>
              <a:rPr lang="en-US"/>
              <a:t>lorem ipsum </a:t>
            </a:r>
            <a:r>
              <a:rPr lang="en-US" err="1"/>
              <a:t>dolores</a:t>
            </a:r>
            <a:r>
              <a:rPr lang="en-US"/>
              <a:t>  sit </a:t>
            </a:r>
            <a:r>
              <a:rPr lang="en-US" err="1"/>
              <a:t>amet</a:t>
            </a:r>
            <a:r>
              <a:rPr lang="en-US"/>
              <a:t>.</a:t>
            </a:r>
          </a:p>
        </p:txBody>
      </p:sp>
      <p:sp>
        <p:nvSpPr>
          <p:cNvPr id="3" name="Footer Placeholder 2">
            <a:extLst>
              <a:ext uri="{FF2B5EF4-FFF2-40B4-BE49-F238E27FC236}">
                <a16:creationId xmlns:a16="http://schemas.microsoft.com/office/drawing/2014/main" id="{D7920C6A-9175-5999-4E80-0367438E2C8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D63E760E-1343-69F8-E7D2-EF9DBBC7BAE3}"/>
              </a:ext>
              <a:ext uri="{C183D7F6-B498-43B3-948B-1728B52AA6E4}">
                <adec:decorative xmlns:adec="http://schemas.microsoft.com/office/drawing/2017/decorative" val="1"/>
              </a:ext>
            </a:extLst>
          </p:cNvPr>
          <p:cNvSpPr>
            <a:spLocks noGrp="1"/>
          </p:cNvSpPr>
          <p:nvPr>
            <p:ph type="dt" sz="half" idx="11"/>
          </p:nvPr>
        </p:nvSpPr>
        <p:spPr/>
        <p:txBody>
          <a:bodyPr/>
          <a:lstStyle/>
          <a:p>
            <a:fld id="{050370D4-15C7-4110-911F-6CA84F2B855E}" type="datetimeyyyy">
              <a:rPr lang="en-US" smtClean="0"/>
              <a:t>2025</a:t>
            </a:fld>
            <a:endParaRPr lang="en-US"/>
          </a:p>
        </p:txBody>
      </p:sp>
      <p:sp>
        <p:nvSpPr>
          <p:cNvPr id="6" name="Slide Number Placeholder 3">
            <a:extLst>
              <a:ext uri="{FF2B5EF4-FFF2-40B4-BE49-F238E27FC236}">
                <a16:creationId xmlns:a16="http://schemas.microsoft.com/office/drawing/2014/main" id="{07731F44-3293-7192-7111-D6A3BB8C6E3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109</a:t>
            </a:fld>
            <a:endParaRPr lang="en-US"/>
          </a:p>
        </p:txBody>
      </p:sp>
      <p:pic>
        <p:nvPicPr>
          <p:cNvPr id="29" name="Picture 28">
            <a:extLst>
              <a:ext uri="{FF2B5EF4-FFF2-40B4-BE49-F238E27FC236}">
                <a16:creationId xmlns:a16="http://schemas.microsoft.com/office/drawing/2014/main" id="{C184B298-B193-9E43-86DF-C2319E7BB6F3}"/>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932746" y="2289134"/>
            <a:ext cx="5017443" cy="3273836"/>
          </a:xfrm>
          <a:prstGeom prst="rect">
            <a:avLst/>
          </a:prstGeom>
        </p:spPr>
      </p:pic>
      <p:pic>
        <p:nvPicPr>
          <p:cNvPr id="19" name="Picture 18" descr="Laptop with screenshot">
            <a:extLst>
              <a:ext uri="{FF2B5EF4-FFF2-40B4-BE49-F238E27FC236}">
                <a16:creationId xmlns:a16="http://schemas.microsoft.com/office/drawing/2014/main" id="{16FF323C-0DE7-AFA1-FFED-EDB5D601A88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270500" y="2135171"/>
            <a:ext cx="6350000" cy="3732229"/>
          </a:xfrm>
          <a:prstGeom prst="rect">
            <a:avLst/>
          </a:prstGeom>
        </p:spPr>
      </p:pic>
      <p:pic>
        <p:nvPicPr>
          <p:cNvPr id="30" name="Picture 29">
            <a:extLst>
              <a:ext uri="{FF2B5EF4-FFF2-40B4-BE49-F238E27FC236}">
                <a16:creationId xmlns:a16="http://schemas.microsoft.com/office/drawing/2014/main" id="{DDBAABF0-CA70-6C57-CD05-79EDA0D6A4D1}"/>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242095" y="650681"/>
            <a:ext cx="1310029" cy="2739670"/>
          </a:xfrm>
          <a:prstGeom prst="rect">
            <a:avLst/>
          </a:prstGeom>
        </p:spPr>
      </p:pic>
      <p:pic>
        <p:nvPicPr>
          <p:cNvPr id="25" name="Picture 24" descr="Smartphone with screenshot">
            <a:extLst>
              <a:ext uri="{FF2B5EF4-FFF2-40B4-BE49-F238E27FC236}">
                <a16:creationId xmlns:a16="http://schemas.microsoft.com/office/drawing/2014/main" id="{9449EFEF-6794-5BAA-87B3-098ECE03F634}"/>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10181091" y="571500"/>
            <a:ext cx="1432036" cy="2856289"/>
          </a:xfrm>
          <a:prstGeom prst="rect">
            <a:avLst/>
          </a:prstGeom>
        </p:spPr>
      </p:pic>
      <p:sp>
        <p:nvSpPr>
          <p:cNvPr id="4" name="Rectangle 3">
            <a:extLst>
              <a:ext uri="{FF2B5EF4-FFF2-40B4-BE49-F238E27FC236}">
                <a16:creationId xmlns:a16="http://schemas.microsoft.com/office/drawing/2014/main" id="{F787E33F-CE23-5497-B43F-4B609DAE2715}"/>
              </a:ext>
              <a:ext uri="{C183D7F6-B498-43B3-948B-1728B52AA6E4}">
                <adec:decorative xmlns:adec="http://schemas.microsoft.com/office/drawing/2017/decorative" val="1"/>
              </a:ext>
            </a:extLst>
          </p:cNvPr>
          <p:cNvSpPr/>
          <p:nvPr/>
        </p:nvSpPr>
        <p:spPr>
          <a:xfrm>
            <a:off x="12443985" y="0"/>
            <a:ext cx="307743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NOTE </a:t>
            </a:r>
          </a:p>
          <a:p>
            <a:pPr marL="174625" indent="-174625">
              <a:spcBef>
                <a:spcPts val="1200"/>
              </a:spcBef>
              <a:buFont typeface="Avenir Next LT Pro" panose="020B0504020202020204" pitchFamily="34" charset="0"/>
              <a:buChar char="•"/>
            </a:pPr>
            <a:r>
              <a:rPr lang="en-US" sz="1000">
                <a:solidFill>
                  <a:schemeClr val="bg1"/>
                </a:solidFill>
              </a:rPr>
              <a:t>More device options are available in the </a:t>
            </a:r>
            <a:br>
              <a:rPr lang="en-US" sz="1000">
                <a:solidFill>
                  <a:schemeClr val="bg1"/>
                </a:solidFill>
              </a:rPr>
            </a:br>
            <a:r>
              <a:rPr lang="en-US" sz="1000">
                <a:solidFill>
                  <a:schemeClr val="bg1"/>
                </a:solidFill>
              </a:rPr>
              <a:t>assets section</a:t>
            </a: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r>
              <a:rPr lang="en-US" sz="1000">
                <a:solidFill>
                  <a:schemeClr val="bg1"/>
                </a:solidFill>
              </a:rPr>
              <a:t>Formatting images into device frames:</a:t>
            </a:r>
          </a:p>
          <a:p>
            <a:pPr marL="171450" indent="-171450">
              <a:spcBef>
                <a:spcPts val="1200"/>
              </a:spcBef>
              <a:buFont typeface="Arial" panose="020B0604020202020204" pitchFamily="34" charset="0"/>
              <a:buChar char="•"/>
            </a:pPr>
            <a:r>
              <a:rPr lang="en-US" sz="1000">
                <a:solidFill>
                  <a:schemeClr val="bg1"/>
                </a:solidFill>
              </a:rPr>
              <a:t>The device frame and the screen image on this page are two separate items. Add a new screen image and ‘Send to Back’ to place it behind the frame. If the image pokes out at the corners, use ‘Crop to Shape’ and select ‘Rounded Rectangle’ to hide the corners.</a:t>
            </a:r>
          </a:p>
          <a:p>
            <a:pPr marL="174625" indent="-174625">
              <a:spcBef>
                <a:spcPts val="1200"/>
              </a:spcBef>
              <a:buFont typeface="Avenir Next LT Pro" panose="020B0504020202020204" pitchFamily="34" charset="0"/>
              <a:buChar char="•"/>
            </a:pPr>
            <a:endParaRPr lang="en-US" sz="1000">
              <a:solidFill>
                <a:schemeClr val="bg1"/>
              </a:solidFill>
            </a:endParaRPr>
          </a:p>
        </p:txBody>
      </p:sp>
    </p:spTree>
    <p:extLst>
      <p:ext uri="{BB962C8B-B14F-4D97-AF65-F5344CB8AC3E}">
        <p14:creationId xmlns:p14="http://schemas.microsoft.com/office/powerpoint/2010/main" val="109973612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7BA8-CD41-70C1-2880-8503CC73F0CD}"/>
              </a:ext>
            </a:extLst>
          </p:cNvPr>
          <p:cNvSpPr>
            <a:spLocks noGrp="1"/>
          </p:cNvSpPr>
          <p:nvPr>
            <p:ph type="title"/>
          </p:nvPr>
        </p:nvSpPr>
        <p:spPr/>
        <p:txBody>
          <a:bodyPr/>
          <a:lstStyle/>
          <a:p>
            <a:r>
              <a:rPr lang="en-US">
                <a:solidFill>
                  <a:schemeClr val="accent1"/>
                </a:solidFill>
              </a:rPr>
              <a:t>Bar graph. </a:t>
            </a:r>
            <a:r>
              <a:rPr lang="en-US"/>
              <a:t>Headline should not exceed</a:t>
            </a:r>
            <a:br>
              <a:rPr lang="en-US"/>
            </a:br>
            <a:r>
              <a:rPr lang="en-US"/>
              <a:t>three lines.</a:t>
            </a:r>
          </a:p>
        </p:txBody>
      </p:sp>
      <p:sp>
        <p:nvSpPr>
          <p:cNvPr id="6" name="Text Placeholder 5">
            <a:extLst>
              <a:ext uri="{FF2B5EF4-FFF2-40B4-BE49-F238E27FC236}">
                <a16:creationId xmlns:a16="http://schemas.microsoft.com/office/drawing/2014/main" id="{3EA30578-CFF1-DB36-8055-F292D9B9F812}"/>
              </a:ext>
            </a:extLst>
          </p:cNvPr>
          <p:cNvSpPr>
            <a:spLocks noGrp="1"/>
          </p:cNvSpPr>
          <p:nvPr>
            <p:ph type="body" sz="quarter" idx="13"/>
          </p:nvPr>
        </p:nvSpPr>
        <p:spPr/>
        <p:txBody>
          <a:bodyPr/>
          <a:lstStyle/>
          <a:p>
            <a:r>
              <a:rPr lang="en-US"/>
              <a:t>Subtitle </a:t>
            </a:r>
            <a:r>
              <a:rPr lang="pt-BR"/>
              <a:t>necupta ius consequ osseritem quis eium faceperibus </a:t>
            </a:r>
            <a:br>
              <a:rPr lang="pt-BR"/>
            </a:br>
            <a:r>
              <a:rPr lang="pt-BR"/>
              <a:t>re lab il idi ipsum.</a:t>
            </a:r>
          </a:p>
        </p:txBody>
      </p:sp>
      <p:sp>
        <p:nvSpPr>
          <p:cNvPr id="7" name="Text Placeholder 6">
            <a:extLst>
              <a:ext uri="{FF2B5EF4-FFF2-40B4-BE49-F238E27FC236}">
                <a16:creationId xmlns:a16="http://schemas.microsoft.com/office/drawing/2014/main" id="{F712DEBD-7B06-28A9-0884-93152494C190}"/>
              </a:ext>
            </a:extLst>
          </p:cNvPr>
          <p:cNvSpPr>
            <a:spLocks noGrp="1"/>
          </p:cNvSpPr>
          <p:nvPr>
            <p:ph type="body" sz="quarter" idx="14"/>
          </p:nvPr>
        </p:nvSpPr>
        <p:spPr/>
        <p:txBody>
          <a:bodyPr/>
          <a:lstStyle/>
          <a:p>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a:t>
            </a:r>
            <a:br>
              <a:rPr lang="en-US"/>
            </a:br>
            <a:r>
              <a:rPr lang="en-US"/>
              <a:t>et  </a:t>
            </a:r>
            <a:r>
              <a:rPr lang="en-US" err="1"/>
              <a:t>exceatibus</a:t>
            </a:r>
            <a:r>
              <a:rPr lang="en-US"/>
              <a:t> sim </a:t>
            </a:r>
            <a:r>
              <a:rPr lang="en-US" err="1"/>
              <a:t>laborro</a:t>
            </a:r>
            <a:r>
              <a:rPr lang="en-US"/>
              <a:t> to </a:t>
            </a:r>
            <a:r>
              <a:rPr lang="en-US" err="1"/>
              <a:t>doluptiat</a:t>
            </a:r>
            <a:r>
              <a:rPr lang="en-US"/>
              <a:t> lorem ipsum </a:t>
            </a:r>
            <a:r>
              <a:rPr lang="en-US" err="1"/>
              <a:t>dolores</a:t>
            </a:r>
            <a:r>
              <a:rPr lang="en-US"/>
              <a:t>  sit </a:t>
            </a:r>
            <a:r>
              <a:rPr lang="en-US" err="1"/>
              <a:t>amet</a:t>
            </a:r>
            <a:r>
              <a:rPr lang="en-US"/>
              <a:t> </a:t>
            </a:r>
            <a:r>
              <a:rPr lang="en-US" err="1"/>
              <a:t>adipiscing</a:t>
            </a:r>
            <a:r>
              <a:rPr lang="en-US"/>
              <a:t>.</a:t>
            </a:r>
          </a:p>
        </p:txBody>
      </p:sp>
      <p:graphicFrame>
        <p:nvGraphicFramePr>
          <p:cNvPr id="14" name="Chart Placeholder 13">
            <a:extLst>
              <a:ext uri="{FF2B5EF4-FFF2-40B4-BE49-F238E27FC236}">
                <a16:creationId xmlns:a16="http://schemas.microsoft.com/office/drawing/2014/main" id="{D71FB935-5157-5A26-0E33-78178DEDAEF7}"/>
              </a:ext>
            </a:extLst>
          </p:cNvPr>
          <p:cNvGraphicFramePr>
            <a:graphicFrameLocks noGrp="1"/>
          </p:cNvGraphicFramePr>
          <p:nvPr>
            <p:ph type="chart" sz="quarter" idx="18"/>
            <p:extLst>
              <p:ext uri="{D42A27DB-BD31-4B8C-83A1-F6EECF244321}">
                <p14:modId xmlns:p14="http://schemas.microsoft.com/office/powerpoint/2010/main" val="1784504921"/>
              </p:ext>
            </p:extLst>
          </p:nvPr>
        </p:nvGraphicFramePr>
        <p:xfrm>
          <a:off x="6210300" y="571500"/>
          <a:ext cx="54102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3" name="Footer Placeholder 2">
            <a:extLst>
              <a:ext uri="{FF2B5EF4-FFF2-40B4-BE49-F238E27FC236}">
                <a16:creationId xmlns:a16="http://schemas.microsoft.com/office/drawing/2014/main" id="{A15DD52A-BD09-63DC-F67D-B4B772DFE3F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24A2F698-A9CE-E69D-F653-9C439C6FC22D}"/>
              </a:ext>
              <a:ext uri="{C183D7F6-B498-43B3-948B-1728B52AA6E4}">
                <adec:decorative xmlns:adec="http://schemas.microsoft.com/office/drawing/2017/decorative" val="1"/>
              </a:ext>
            </a:extLst>
          </p:cNvPr>
          <p:cNvSpPr>
            <a:spLocks noGrp="1"/>
          </p:cNvSpPr>
          <p:nvPr>
            <p:ph type="dt" sz="half" idx="11"/>
          </p:nvPr>
        </p:nvSpPr>
        <p:spPr/>
        <p:txBody>
          <a:bodyPr/>
          <a:lstStyle/>
          <a:p>
            <a:fld id="{60DBDD7D-FB18-4119-A8AD-6543271BE2DD}" type="datetimeyyyy">
              <a:rPr lang="en-US" smtClean="0"/>
              <a:t>2025</a:t>
            </a:fld>
            <a:endParaRPr lang="en-US"/>
          </a:p>
        </p:txBody>
      </p:sp>
      <p:sp>
        <p:nvSpPr>
          <p:cNvPr id="5" name="Slide Number Placeholder 4">
            <a:extLst>
              <a:ext uri="{FF2B5EF4-FFF2-40B4-BE49-F238E27FC236}">
                <a16:creationId xmlns:a16="http://schemas.microsoft.com/office/drawing/2014/main" id="{E66CE2FE-70BB-762F-64BC-DF1E8F36F2D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110</a:t>
            </a:fld>
            <a:endParaRPr lang="en-US"/>
          </a:p>
        </p:txBody>
      </p:sp>
      <p:sp>
        <p:nvSpPr>
          <p:cNvPr id="17" name="Rectangle 16">
            <a:extLst>
              <a:ext uri="{FF2B5EF4-FFF2-40B4-BE49-F238E27FC236}">
                <a16:creationId xmlns:a16="http://schemas.microsoft.com/office/drawing/2014/main" id="{AB9AF513-4954-CDFA-7772-C31440B9F836}"/>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4488" lvl="1" indent="-177800">
              <a:spcBef>
                <a:spcPts val="300"/>
              </a:spcBef>
              <a:buFont typeface="+mj-lt"/>
              <a:buAutoNum type="alphaLcPeriod"/>
            </a:pPr>
            <a:r>
              <a:rPr lang="en-US" sz="900">
                <a:solidFill>
                  <a:schemeClr val="bg1"/>
                </a:solidFill>
              </a:rPr>
              <a:t>Accent colors may be difficult to read for those with color blindness. To accommodate these needs, pattern fills may be used as shown on sample slides.</a:t>
            </a:r>
          </a:p>
          <a:p>
            <a:pPr marL="344488" lvl="1" indent="-177800">
              <a:spcBef>
                <a:spcPts val="300"/>
              </a:spcBef>
              <a:buFont typeface="+mj-lt"/>
              <a:buAutoNum type="alphaLcPeriod"/>
            </a:pPr>
            <a:r>
              <a:rPr lang="en-US" sz="900">
                <a:solidFill>
                  <a:schemeClr val="bg1"/>
                </a:solidFill>
              </a:rPr>
              <a:t>From the Format Pane, select “Pattern fill” and select a pattern from the options</a:t>
            </a:r>
          </a:p>
          <a:p>
            <a:pPr marL="344488" lvl="1" indent="-177800">
              <a:spcBef>
                <a:spcPts val="300"/>
              </a:spcBef>
              <a:buFont typeface="+mj-lt"/>
              <a:buAutoNum type="alphaLcPeriod"/>
            </a:pPr>
            <a:r>
              <a:rPr lang="en-US" sz="900">
                <a:solidFill>
                  <a:schemeClr val="bg1"/>
                </a:solidFill>
              </a:rPr>
              <a:t>Use a theme row accent color for the “background” and a coordinating shade from the custom color rows as the “foreground.”</a:t>
            </a:r>
          </a:p>
        </p:txBody>
      </p:sp>
    </p:spTree>
    <p:extLst>
      <p:ext uri="{BB962C8B-B14F-4D97-AF65-F5344CB8AC3E}">
        <p14:creationId xmlns:p14="http://schemas.microsoft.com/office/powerpoint/2010/main" val="34482354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7BA8-CD41-70C1-2880-8503CC73F0CD}"/>
              </a:ext>
            </a:extLst>
          </p:cNvPr>
          <p:cNvSpPr>
            <a:spLocks noGrp="1"/>
          </p:cNvSpPr>
          <p:nvPr>
            <p:ph type="title"/>
          </p:nvPr>
        </p:nvSpPr>
        <p:spPr/>
        <p:txBody>
          <a:bodyPr/>
          <a:lstStyle/>
          <a:p>
            <a:r>
              <a:rPr lang="en-US">
                <a:solidFill>
                  <a:schemeClr val="accent1"/>
                </a:solidFill>
              </a:rPr>
              <a:t>Bar graph. </a:t>
            </a:r>
            <a:r>
              <a:rPr lang="en-US"/>
              <a:t>Headline should not exceed</a:t>
            </a:r>
            <a:br>
              <a:rPr lang="en-US"/>
            </a:br>
            <a:r>
              <a:rPr lang="en-US"/>
              <a:t>three lines.</a:t>
            </a:r>
          </a:p>
        </p:txBody>
      </p:sp>
      <p:sp>
        <p:nvSpPr>
          <p:cNvPr id="6" name="Text Placeholder 5">
            <a:extLst>
              <a:ext uri="{FF2B5EF4-FFF2-40B4-BE49-F238E27FC236}">
                <a16:creationId xmlns:a16="http://schemas.microsoft.com/office/drawing/2014/main" id="{3EA30578-CFF1-DB36-8055-F292D9B9F812}"/>
              </a:ext>
            </a:extLst>
          </p:cNvPr>
          <p:cNvSpPr>
            <a:spLocks noGrp="1"/>
          </p:cNvSpPr>
          <p:nvPr>
            <p:ph type="body" sz="quarter" idx="13"/>
          </p:nvPr>
        </p:nvSpPr>
        <p:spPr/>
        <p:txBody>
          <a:bodyPr/>
          <a:lstStyle/>
          <a:p>
            <a:r>
              <a:rPr lang="en-US"/>
              <a:t>Subtitle </a:t>
            </a:r>
            <a:r>
              <a:rPr lang="pt-BR"/>
              <a:t>necupta ius consequ.</a:t>
            </a:r>
          </a:p>
        </p:txBody>
      </p:sp>
      <p:sp>
        <p:nvSpPr>
          <p:cNvPr id="7" name="Text Placeholder 6">
            <a:extLst>
              <a:ext uri="{FF2B5EF4-FFF2-40B4-BE49-F238E27FC236}">
                <a16:creationId xmlns:a16="http://schemas.microsoft.com/office/drawing/2014/main" id="{F712DEBD-7B06-28A9-0884-93152494C190}"/>
              </a:ext>
            </a:extLst>
          </p:cNvPr>
          <p:cNvSpPr>
            <a:spLocks noGrp="1"/>
          </p:cNvSpPr>
          <p:nvPr>
            <p:ph type="body" sz="quarter" idx="14"/>
          </p:nvPr>
        </p:nvSpPr>
        <p:spPr/>
        <p:txBody>
          <a:bodyPr/>
          <a:lstStyle/>
          <a:p>
            <a:r>
              <a:rPr lang="en-US" b="1"/>
              <a:t>Subheadline</a:t>
            </a:r>
          </a:p>
          <a:p>
            <a:r>
              <a:rPr lang="en-US" err="1"/>
              <a:t>Beremod</a:t>
            </a:r>
            <a:r>
              <a:rPr lang="en-US"/>
              <a:t> </a:t>
            </a:r>
            <a:r>
              <a:rPr lang="en-US" err="1"/>
              <a:t>dunt</a:t>
            </a:r>
            <a:r>
              <a:rPr lang="en-US"/>
              <a:t> </a:t>
            </a:r>
            <a:r>
              <a:rPr lang="en-US" err="1"/>
              <a:t>labo</a:t>
            </a:r>
            <a:r>
              <a:rPr lang="en-US"/>
              <a:t>. </a:t>
            </a:r>
            <a:br>
              <a:rPr lang="en-US"/>
            </a:br>
            <a:r>
              <a:rPr lang="en-US"/>
              <a:t>Et que </a:t>
            </a:r>
            <a:r>
              <a:rPr lang="en-US" err="1"/>
              <a:t>parit</a:t>
            </a:r>
            <a:r>
              <a:rPr lang="en-US"/>
              <a:t> </a:t>
            </a:r>
            <a:r>
              <a:rPr lang="en-US" err="1"/>
              <a:t>invere</a:t>
            </a:r>
            <a:r>
              <a:rPr lang="en-US"/>
              <a:t> </a:t>
            </a:r>
            <a:r>
              <a:rPr lang="en-US" err="1"/>
              <a:t>nullit</a:t>
            </a:r>
            <a:r>
              <a:rPr lang="en-US"/>
              <a:t> et, </a:t>
            </a:r>
            <a:r>
              <a:rPr lang="en-US" err="1"/>
              <a:t>simporiatium</a:t>
            </a:r>
            <a:r>
              <a:rPr lang="en-US"/>
              <a:t>.</a:t>
            </a:r>
          </a:p>
        </p:txBody>
      </p:sp>
      <p:sp>
        <p:nvSpPr>
          <p:cNvPr id="8" name="Text Placeholder 7">
            <a:extLst>
              <a:ext uri="{FF2B5EF4-FFF2-40B4-BE49-F238E27FC236}">
                <a16:creationId xmlns:a16="http://schemas.microsoft.com/office/drawing/2014/main" id="{0792F7C4-FD79-B8E0-D729-D58D8F92BC82}"/>
              </a:ext>
            </a:extLst>
          </p:cNvPr>
          <p:cNvSpPr>
            <a:spLocks noGrp="1"/>
          </p:cNvSpPr>
          <p:nvPr>
            <p:ph type="body" sz="quarter" idx="15"/>
          </p:nvPr>
        </p:nvSpPr>
        <p:spPr/>
        <p:txBody>
          <a:bodyPr/>
          <a:lstStyle/>
          <a:p>
            <a:r>
              <a:rPr lang="en-US" b="1"/>
              <a:t>Subheadline</a:t>
            </a:r>
          </a:p>
          <a:p>
            <a:r>
              <a:rPr lang="en-US" err="1"/>
              <a:t>Beremod</a:t>
            </a:r>
            <a:r>
              <a:rPr lang="en-US"/>
              <a:t> </a:t>
            </a:r>
            <a:r>
              <a:rPr lang="en-US" err="1"/>
              <a:t>dunt</a:t>
            </a:r>
            <a:r>
              <a:rPr lang="en-US"/>
              <a:t> </a:t>
            </a:r>
            <a:r>
              <a:rPr lang="en-US" err="1"/>
              <a:t>labo</a:t>
            </a:r>
            <a:r>
              <a:rPr lang="en-US"/>
              <a:t>. </a:t>
            </a:r>
            <a:br>
              <a:rPr lang="en-US"/>
            </a:br>
            <a:r>
              <a:rPr lang="en-US"/>
              <a:t>Et que </a:t>
            </a:r>
            <a:r>
              <a:rPr lang="en-US" err="1"/>
              <a:t>parit</a:t>
            </a:r>
            <a:r>
              <a:rPr lang="en-US"/>
              <a:t> </a:t>
            </a:r>
            <a:r>
              <a:rPr lang="en-US" err="1"/>
              <a:t>invere</a:t>
            </a:r>
            <a:r>
              <a:rPr lang="en-US"/>
              <a:t> </a:t>
            </a:r>
            <a:r>
              <a:rPr lang="en-US" err="1"/>
              <a:t>nullit</a:t>
            </a:r>
            <a:r>
              <a:rPr lang="en-US"/>
              <a:t> et, </a:t>
            </a:r>
            <a:r>
              <a:rPr lang="en-US" err="1"/>
              <a:t>simporiatium</a:t>
            </a:r>
            <a:r>
              <a:rPr lang="en-US"/>
              <a:t>.</a:t>
            </a:r>
          </a:p>
        </p:txBody>
      </p:sp>
      <p:sp>
        <p:nvSpPr>
          <p:cNvPr id="9" name="Text Placeholder 8">
            <a:extLst>
              <a:ext uri="{FF2B5EF4-FFF2-40B4-BE49-F238E27FC236}">
                <a16:creationId xmlns:a16="http://schemas.microsoft.com/office/drawing/2014/main" id="{E67C3B01-94D3-EA2A-D7EF-3330FA9B400D}"/>
              </a:ext>
            </a:extLst>
          </p:cNvPr>
          <p:cNvSpPr>
            <a:spLocks noGrp="1"/>
          </p:cNvSpPr>
          <p:nvPr>
            <p:ph type="body" sz="quarter" idx="16"/>
          </p:nvPr>
        </p:nvSpPr>
        <p:spPr/>
        <p:txBody>
          <a:bodyPr/>
          <a:lstStyle/>
          <a:p>
            <a:r>
              <a:rPr lang="en-US" b="1"/>
              <a:t>Subheadline</a:t>
            </a:r>
          </a:p>
          <a:p>
            <a:r>
              <a:rPr lang="en-US" err="1"/>
              <a:t>Beremod</a:t>
            </a:r>
            <a:r>
              <a:rPr lang="en-US"/>
              <a:t> </a:t>
            </a:r>
            <a:r>
              <a:rPr lang="en-US" err="1"/>
              <a:t>dunt</a:t>
            </a:r>
            <a:r>
              <a:rPr lang="en-US"/>
              <a:t> </a:t>
            </a:r>
            <a:r>
              <a:rPr lang="en-US" err="1"/>
              <a:t>labo</a:t>
            </a:r>
            <a:r>
              <a:rPr lang="en-US"/>
              <a:t>. </a:t>
            </a:r>
            <a:br>
              <a:rPr lang="en-US"/>
            </a:br>
            <a:r>
              <a:rPr lang="en-US"/>
              <a:t>Et que </a:t>
            </a:r>
            <a:r>
              <a:rPr lang="en-US" err="1"/>
              <a:t>parit</a:t>
            </a:r>
            <a:r>
              <a:rPr lang="en-US"/>
              <a:t> </a:t>
            </a:r>
            <a:r>
              <a:rPr lang="en-US" err="1"/>
              <a:t>invere</a:t>
            </a:r>
            <a:r>
              <a:rPr lang="en-US"/>
              <a:t> </a:t>
            </a:r>
            <a:r>
              <a:rPr lang="en-US" err="1"/>
              <a:t>nullit</a:t>
            </a:r>
            <a:r>
              <a:rPr lang="en-US"/>
              <a:t> et, </a:t>
            </a:r>
            <a:r>
              <a:rPr lang="en-US" err="1"/>
              <a:t>simporiatium</a:t>
            </a:r>
            <a:r>
              <a:rPr lang="en-US"/>
              <a:t>.</a:t>
            </a:r>
          </a:p>
        </p:txBody>
      </p:sp>
      <p:sp>
        <p:nvSpPr>
          <p:cNvPr id="10" name="Text Placeholder 9">
            <a:extLst>
              <a:ext uri="{FF2B5EF4-FFF2-40B4-BE49-F238E27FC236}">
                <a16:creationId xmlns:a16="http://schemas.microsoft.com/office/drawing/2014/main" id="{9DB5D86F-62E1-ED1A-590E-C71BD5249398}"/>
              </a:ext>
            </a:extLst>
          </p:cNvPr>
          <p:cNvSpPr>
            <a:spLocks noGrp="1"/>
          </p:cNvSpPr>
          <p:nvPr>
            <p:ph type="body" sz="quarter" idx="17"/>
          </p:nvPr>
        </p:nvSpPr>
        <p:spPr/>
        <p:txBody>
          <a:bodyPr/>
          <a:lstStyle/>
          <a:p>
            <a:r>
              <a:rPr lang="en-US" b="1"/>
              <a:t>Subheadline</a:t>
            </a:r>
          </a:p>
          <a:p>
            <a:r>
              <a:rPr lang="en-US" err="1"/>
              <a:t>Beremod</a:t>
            </a:r>
            <a:r>
              <a:rPr lang="en-US"/>
              <a:t> </a:t>
            </a:r>
            <a:r>
              <a:rPr lang="en-US" err="1"/>
              <a:t>dunt</a:t>
            </a:r>
            <a:r>
              <a:rPr lang="en-US"/>
              <a:t> </a:t>
            </a:r>
            <a:r>
              <a:rPr lang="en-US" err="1"/>
              <a:t>labo</a:t>
            </a:r>
            <a:r>
              <a:rPr lang="en-US"/>
              <a:t>. </a:t>
            </a:r>
            <a:br>
              <a:rPr lang="en-US"/>
            </a:br>
            <a:r>
              <a:rPr lang="en-US"/>
              <a:t>Et que </a:t>
            </a:r>
            <a:r>
              <a:rPr lang="en-US" err="1"/>
              <a:t>parit</a:t>
            </a:r>
            <a:r>
              <a:rPr lang="en-US"/>
              <a:t> </a:t>
            </a:r>
            <a:r>
              <a:rPr lang="en-US" err="1"/>
              <a:t>invere</a:t>
            </a:r>
            <a:r>
              <a:rPr lang="en-US"/>
              <a:t> </a:t>
            </a:r>
            <a:r>
              <a:rPr lang="en-US" err="1"/>
              <a:t>nullit</a:t>
            </a:r>
            <a:r>
              <a:rPr lang="en-US"/>
              <a:t> et, </a:t>
            </a:r>
            <a:r>
              <a:rPr lang="en-US" err="1"/>
              <a:t>simporiatium</a:t>
            </a:r>
            <a:r>
              <a:rPr lang="en-US"/>
              <a:t>.</a:t>
            </a:r>
          </a:p>
        </p:txBody>
      </p:sp>
      <p:sp>
        <p:nvSpPr>
          <p:cNvPr id="3" name="Footer Placeholder 2">
            <a:extLst>
              <a:ext uri="{FF2B5EF4-FFF2-40B4-BE49-F238E27FC236}">
                <a16:creationId xmlns:a16="http://schemas.microsoft.com/office/drawing/2014/main" id="{A15DD52A-BD09-63DC-F67D-B4B772DFE3F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E66CE2FE-70BB-762F-64BC-DF1E8F36F2D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111</a:t>
            </a:fld>
            <a:endParaRPr lang="en-US"/>
          </a:p>
        </p:txBody>
      </p:sp>
      <p:sp>
        <p:nvSpPr>
          <p:cNvPr id="4" name="Date Placeholder 3">
            <a:extLst>
              <a:ext uri="{FF2B5EF4-FFF2-40B4-BE49-F238E27FC236}">
                <a16:creationId xmlns:a16="http://schemas.microsoft.com/office/drawing/2014/main" id="{24A2F698-A9CE-E69D-F653-9C439C6FC22D}"/>
              </a:ext>
              <a:ext uri="{C183D7F6-B498-43B3-948B-1728B52AA6E4}">
                <adec:decorative xmlns:adec="http://schemas.microsoft.com/office/drawing/2017/decorative" val="1"/>
              </a:ext>
            </a:extLst>
          </p:cNvPr>
          <p:cNvSpPr>
            <a:spLocks noGrp="1"/>
          </p:cNvSpPr>
          <p:nvPr>
            <p:ph type="dt" sz="half" idx="11"/>
          </p:nvPr>
        </p:nvSpPr>
        <p:spPr/>
        <p:txBody>
          <a:bodyPr/>
          <a:lstStyle/>
          <a:p>
            <a:fld id="{6DDB1772-52C9-40F0-9806-6DBC98A7A077}" type="datetimeyyyy">
              <a:rPr lang="en-US" smtClean="0"/>
              <a:t>2025</a:t>
            </a:fld>
            <a:endParaRPr lang="en-US"/>
          </a:p>
        </p:txBody>
      </p:sp>
      <p:graphicFrame>
        <p:nvGraphicFramePr>
          <p:cNvPr id="16" name="Chart Placeholder 13">
            <a:extLst>
              <a:ext uri="{FF2B5EF4-FFF2-40B4-BE49-F238E27FC236}">
                <a16:creationId xmlns:a16="http://schemas.microsoft.com/office/drawing/2014/main" id="{FB229DD3-76EE-1825-D54D-116BF6B9BE97}"/>
              </a:ext>
            </a:extLst>
          </p:cNvPr>
          <p:cNvGraphicFramePr>
            <a:graphicFrameLocks noGrp="1"/>
          </p:cNvGraphicFramePr>
          <p:nvPr>
            <p:ph type="chart" sz="quarter" idx="18"/>
            <p:extLst>
              <p:ext uri="{D42A27DB-BD31-4B8C-83A1-F6EECF244321}">
                <p14:modId xmlns:p14="http://schemas.microsoft.com/office/powerpoint/2010/main" val="1383764005"/>
              </p:ext>
            </p:extLst>
          </p:nvPr>
        </p:nvGraphicFramePr>
        <p:xfrm>
          <a:off x="6210300" y="571500"/>
          <a:ext cx="5410200" cy="57150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B08977C8-1E45-5DCF-F435-7C6F105BBFE7}"/>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4488" lvl="1" indent="-177800">
              <a:spcBef>
                <a:spcPts val="300"/>
              </a:spcBef>
              <a:buFont typeface="+mj-lt"/>
              <a:buAutoNum type="alphaLcPeriod"/>
            </a:pPr>
            <a:r>
              <a:rPr lang="en-US" sz="900">
                <a:solidFill>
                  <a:schemeClr val="bg1"/>
                </a:solidFill>
              </a:rPr>
              <a:t>Accent colors may be difficult to read for those with color blindness. To accommodate these needs, pattern fills may be used as shown on sample slides.</a:t>
            </a:r>
          </a:p>
          <a:p>
            <a:pPr marL="344488" lvl="1" indent="-177800">
              <a:spcBef>
                <a:spcPts val="300"/>
              </a:spcBef>
              <a:buFont typeface="+mj-lt"/>
              <a:buAutoNum type="alphaLcPeriod"/>
            </a:pPr>
            <a:r>
              <a:rPr lang="en-US" sz="900">
                <a:solidFill>
                  <a:schemeClr val="bg1"/>
                </a:solidFill>
              </a:rPr>
              <a:t>From the Format Pane, select “Pattern fill” and select a pattern from the options</a:t>
            </a:r>
          </a:p>
          <a:p>
            <a:pPr marL="344488" lvl="1" indent="-177800">
              <a:spcBef>
                <a:spcPts val="300"/>
              </a:spcBef>
              <a:buFont typeface="+mj-lt"/>
              <a:buAutoNum type="alphaLcPeriod"/>
            </a:pPr>
            <a:r>
              <a:rPr lang="en-US" sz="900">
                <a:solidFill>
                  <a:schemeClr val="bg1"/>
                </a:solidFill>
              </a:rPr>
              <a:t>Use a theme row accent color for the “background” and a coordinating shade from the custom color rows as the “foreground.”</a:t>
            </a:r>
          </a:p>
        </p:txBody>
      </p:sp>
    </p:spTree>
    <p:extLst>
      <p:ext uri="{BB962C8B-B14F-4D97-AF65-F5344CB8AC3E}">
        <p14:creationId xmlns:p14="http://schemas.microsoft.com/office/powerpoint/2010/main" val="42948272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7BA8-CD41-70C1-2880-8503CC73F0CD}"/>
              </a:ext>
            </a:extLst>
          </p:cNvPr>
          <p:cNvSpPr>
            <a:spLocks noGrp="1"/>
          </p:cNvSpPr>
          <p:nvPr>
            <p:ph type="title"/>
          </p:nvPr>
        </p:nvSpPr>
        <p:spPr/>
        <p:txBody>
          <a:bodyPr/>
          <a:lstStyle/>
          <a:p>
            <a:r>
              <a:rPr lang="en-US">
                <a:solidFill>
                  <a:schemeClr val="accent1"/>
                </a:solidFill>
              </a:rPr>
              <a:t>Bar graph. </a:t>
            </a:r>
            <a:r>
              <a:rPr lang="en-US"/>
              <a:t>Headline should not exceed</a:t>
            </a:r>
            <a:br>
              <a:rPr lang="en-US"/>
            </a:br>
            <a:r>
              <a:rPr lang="en-US"/>
              <a:t>three lines.</a:t>
            </a:r>
          </a:p>
        </p:txBody>
      </p:sp>
      <p:sp>
        <p:nvSpPr>
          <p:cNvPr id="7" name="Text Placeholder 6">
            <a:extLst>
              <a:ext uri="{FF2B5EF4-FFF2-40B4-BE49-F238E27FC236}">
                <a16:creationId xmlns:a16="http://schemas.microsoft.com/office/drawing/2014/main" id="{F712DEBD-7B06-28A9-0884-93152494C190}"/>
              </a:ext>
            </a:extLst>
          </p:cNvPr>
          <p:cNvSpPr>
            <a:spLocks noGrp="1"/>
          </p:cNvSpPr>
          <p:nvPr>
            <p:ph type="body" sz="quarter" idx="14"/>
          </p:nvPr>
        </p:nvSpPr>
        <p:spPr/>
        <p:txBody>
          <a:bodyPr/>
          <a:lstStyle/>
          <a:p>
            <a:r>
              <a:rPr lang="en-US" b="1" err="1"/>
              <a:t>Subheadline</a:t>
            </a:r>
            <a:endParaRPr lang="en-US" b="1"/>
          </a:p>
          <a:p>
            <a:r>
              <a:rPr lang="en-US" err="1"/>
              <a:t>Beremod</a:t>
            </a:r>
            <a:r>
              <a:rPr lang="en-US"/>
              <a:t> </a:t>
            </a:r>
            <a:r>
              <a:rPr lang="en-US" err="1"/>
              <a:t>dunt</a:t>
            </a:r>
            <a:r>
              <a:rPr lang="en-US"/>
              <a:t> </a:t>
            </a:r>
            <a:r>
              <a:rPr lang="en-US" err="1"/>
              <a:t>labo</a:t>
            </a:r>
            <a:r>
              <a:rPr lang="en-US"/>
              <a:t>. </a:t>
            </a:r>
            <a:br>
              <a:rPr lang="en-US"/>
            </a:br>
            <a:r>
              <a:rPr lang="en-US"/>
              <a:t>Et que </a:t>
            </a:r>
            <a:r>
              <a:rPr lang="en-US" err="1"/>
              <a:t>parit</a:t>
            </a:r>
            <a:r>
              <a:rPr lang="en-US"/>
              <a:t> </a:t>
            </a:r>
            <a:r>
              <a:rPr lang="en-US" err="1"/>
              <a:t>invere</a:t>
            </a:r>
            <a:r>
              <a:rPr lang="en-US"/>
              <a:t> </a:t>
            </a:r>
            <a:r>
              <a:rPr lang="en-US" err="1"/>
              <a:t>nullit</a:t>
            </a:r>
            <a:r>
              <a:rPr lang="en-US"/>
              <a:t> et, </a:t>
            </a:r>
            <a:r>
              <a:rPr lang="en-US" err="1"/>
              <a:t>simporiatium</a:t>
            </a:r>
            <a:r>
              <a:rPr lang="en-US"/>
              <a:t>.</a:t>
            </a:r>
          </a:p>
        </p:txBody>
      </p:sp>
      <p:sp>
        <p:nvSpPr>
          <p:cNvPr id="8" name="Text Placeholder 7">
            <a:extLst>
              <a:ext uri="{FF2B5EF4-FFF2-40B4-BE49-F238E27FC236}">
                <a16:creationId xmlns:a16="http://schemas.microsoft.com/office/drawing/2014/main" id="{0792F7C4-FD79-B8E0-D729-D58D8F92BC82}"/>
              </a:ext>
            </a:extLst>
          </p:cNvPr>
          <p:cNvSpPr>
            <a:spLocks noGrp="1"/>
          </p:cNvSpPr>
          <p:nvPr>
            <p:ph type="body" sz="quarter" idx="15"/>
          </p:nvPr>
        </p:nvSpPr>
        <p:spPr/>
        <p:txBody>
          <a:bodyPr/>
          <a:lstStyle/>
          <a:p>
            <a:r>
              <a:rPr lang="en-US" b="1" err="1"/>
              <a:t>Subheadline</a:t>
            </a:r>
            <a:endParaRPr lang="en-US" b="1"/>
          </a:p>
          <a:p>
            <a:r>
              <a:rPr lang="en-US" err="1"/>
              <a:t>Beremod</a:t>
            </a:r>
            <a:r>
              <a:rPr lang="en-US"/>
              <a:t> </a:t>
            </a:r>
            <a:r>
              <a:rPr lang="en-US" err="1"/>
              <a:t>dunt</a:t>
            </a:r>
            <a:r>
              <a:rPr lang="en-US"/>
              <a:t> </a:t>
            </a:r>
            <a:r>
              <a:rPr lang="en-US" err="1"/>
              <a:t>labo</a:t>
            </a:r>
            <a:r>
              <a:rPr lang="en-US"/>
              <a:t>. </a:t>
            </a:r>
            <a:br>
              <a:rPr lang="en-US"/>
            </a:br>
            <a:r>
              <a:rPr lang="en-US"/>
              <a:t>Et que </a:t>
            </a:r>
            <a:r>
              <a:rPr lang="en-US" err="1"/>
              <a:t>parit</a:t>
            </a:r>
            <a:r>
              <a:rPr lang="en-US"/>
              <a:t> </a:t>
            </a:r>
            <a:r>
              <a:rPr lang="en-US" err="1"/>
              <a:t>invere</a:t>
            </a:r>
            <a:r>
              <a:rPr lang="en-US"/>
              <a:t> </a:t>
            </a:r>
            <a:r>
              <a:rPr lang="en-US" err="1"/>
              <a:t>nullit</a:t>
            </a:r>
            <a:r>
              <a:rPr lang="en-US"/>
              <a:t> et, </a:t>
            </a:r>
            <a:r>
              <a:rPr lang="en-US" err="1"/>
              <a:t>simporiatium</a:t>
            </a:r>
            <a:r>
              <a:rPr lang="en-US"/>
              <a:t>.</a:t>
            </a:r>
          </a:p>
        </p:txBody>
      </p:sp>
      <p:sp>
        <p:nvSpPr>
          <p:cNvPr id="9" name="Text Placeholder 8">
            <a:extLst>
              <a:ext uri="{FF2B5EF4-FFF2-40B4-BE49-F238E27FC236}">
                <a16:creationId xmlns:a16="http://schemas.microsoft.com/office/drawing/2014/main" id="{E67C3B01-94D3-EA2A-D7EF-3330FA9B400D}"/>
              </a:ext>
            </a:extLst>
          </p:cNvPr>
          <p:cNvSpPr>
            <a:spLocks noGrp="1"/>
          </p:cNvSpPr>
          <p:nvPr>
            <p:ph type="body" sz="quarter" idx="16"/>
          </p:nvPr>
        </p:nvSpPr>
        <p:spPr/>
        <p:txBody>
          <a:bodyPr/>
          <a:lstStyle/>
          <a:p>
            <a:r>
              <a:rPr lang="en-US" b="1"/>
              <a:t>Subheadline</a:t>
            </a:r>
          </a:p>
          <a:p>
            <a:r>
              <a:rPr lang="en-US" err="1"/>
              <a:t>Beremod</a:t>
            </a:r>
            <a:r>
              <a:rPr lang="en-US"/>
              <a:t> </a:t>
            </a:r>
            <a:r>
              <a:rPr lang="en-US" err="1"/>
              <a:t>dunt</a:t>
            </a:r>
            <a:r>
              <a:rPr lang="en-US"/>
              <a:t> </a:t>
            </a:r>
            <a:r>
              <a:rPr lang="en-US" err="1"/>
              <a:t>labo</a:t>
            </a:r>
            <a:r>
              <a:rPr lang="en-US"/>
              <a:t>. </a:t>
            </a:r>
            <a:br>
              <a:rPr lang="en-US"/>
            </a:br>
            <a:r>
              <a:rPr lang="en-US"/>
              <a:t>Et que </a:t>
            </a:r>
            <a:r>
              <a:rPr lang="en-US" err="1"/>
              <a:t>parit</a:t>
            </a:r>
            <a:r>
              <a:rPr lang="en-US"/>
              <a:t> </a:t>
            </a:r>
            <a:r>
              <a:rPr lang="en-US" err="1"/>
              <a:t>invere</a:t>
            </a:r>
            <a:r>
              <a:rPr lang="en-US"/>
              <a:t> </a:t>
            </a:r>
            <a:r>
              <a:rPr lang="en-US" err="1"/>
              <a:t>nullit</a:t>
            </a:r>
            <a:r>
              <a:rPr lang="en-US"/>
              <a:t> et, </a:t>
            </a:r>
            <a:r>
              <a:rPr lang="en-US" err="1"/>
              <a:t>simporiatium</a:t>
            </a:r>
            <a:r>
              <a:rPr lang="en-US"/>
              <a:t>.</a:t>
            </a:r>
          </a:p>
        </p:txBody>
      </p:sp>
      <p:sp>
        <p:nvSpPr>
          <p:cNvPr id="10" name="Text Placeholder 9">
            <a:extLst>
              <a:ext uri="{FF2B5EF4-FFF2-40B4-BE49-F238E27FC236}">
                <a16:creationId xmlns:a16="http://schemas.microsoft.com/office/drawing/2014/main" id="{9DB5D86F-62E1-ED1A-590E-C71BD5249398}"/>
              </a:ext>
            </a:extLst>
          </p:cNvPr>
          <p:cNvSpPr>
            <a:spLocks noGrp="1"/>
          </p:cNvSpPr>
          <p:nvPr>
            <p:ph type="body" sz="quarter" idx="17"/>
          </p:nvPr>
        </p:nvSpPr>
        <p:spPr/>
        <p:txBody>
          <a:bodyPr/>
          <a:lstStyle/>
          <a:p>
            <a:r>
              <a:rPr lang="en-US" b="1"/>
              <a:t>Subheadline</a:t>
            </a:r>
          </a:p>
          <a:p>
            <a:r>
              <a:rPr lang="en-US" err="1"/>
              <a:t>Beremod</a:t>
            </a:r>
            <a:r>
              <a:rPr lang="en-US"/>
              <a:t> </a:t>
            </a:r>
            <a:r>
              <a:rPr lang="en-US" err="1"/>
              <a:t>dunt</a:t>
            </a:r>
            <a:r>
              <a:rPr lang="en-US"/>
              <a:t> </a:t>
            </a:r>
            <a:r>
              <a:rPr lang="en-US" err="1"/>
              <a:t>labo</a:t>
            </a:r>
            <a:r>
              <a:rPr lang="en-US"/>
              <a:t>. </a:t>
            </a:r>
            <a:br>
              <a:rPr lang="en-US"/>
            </a:br>
            <a:r>
              <a:rPr lang="en-US"/>
              <a:t>Et que </a:t>
            </a:r>
            <a:r>
              <a:rPr lang="en-US" err="1"/>
              <a:t>parit</a:t>
            </a:r>
            <a:r>
              <a:rPr lang="en-US"/>
              <a:t> </a:t>
            </a:r>
            <a:r>
              <a:rPr lang="en-US" err="1"/>
              <a:t>invere</a:t>
            </a:r>
            <a:r>
              <a:rPr lang="en-US"/>
              <a:t> </a:t>
            </a:r>
            <a:r>
              <a:rPr lang="en-US" err="1"/>
              <a:t>nullit</a:t>
            </a:r>
            <a:r>
              <a:rPr lang="en-US"/>
              <a:t> et, </a:t>
            </a:r>
            <a:r>
              <a:rPr lang="en-US" err="1"/>
              <a:t>simporiatium</a:t>
            </a:r>
            <a:r>
              <a:rPr lang="en-US"/>
              <a:t>.</a:t>
            </a:r>
          </a:p>
        </p:txBody>
      </p:sp>
      <p:graphicFrame>
        <p:nvGraphicFramePr>
          <p:cNvPr id="18" name="Content Placeholder 10">
            <a:extLst>
              <a:ext uri="{FF2B5EF4-FFF2-40B4-BE49-F238E27FC236}">
                <a16:creationId xmlns:a16="http://schemas.microsoft.com/office/drawing/2014/main" id="{4E71F837-D24C-2E1A-1448-CE1D914C36B3}"/>
              </a:ext>
            </a:extLst>
          </p:cNvPr>
          <p:cNvGraphicFramePr>
            <a:graphicFrameLocks noGrp="1"/>
          </p:cNvGraphicFramePr>
          <p:nvPr>
            <p:ph type="chart" sz="quarter" idx="18"/>
          </p:nvPr>
        </p:nvGraphicFramePr>
        <p:xfrm>
          <a:off x="6210300" y="571500"/>
          <a:ext cx="5410200" cy="5715000"/>
        </p:xfrm>
        <a:graphic>
          <a:graphicData uri="http://schemas.openxmlformats.org/drawingml/2006/chart">
            <c:chart xmlns:c="http://schemas.openxmlformats.org/drawingml/2006/chart" xmlns:r="http://schemas.openxmlformats.org/officeDocument/2006/relationships" r:id="rId2"/>
          </a:graphicData>
        </a:graphic>
      </p:graphicFrame>
      <p:sp>
        <p:nvSpPr>
          <p:cNvPr id="3" name="Footer Placeholder 2">
            <a:extLst>
              <a:ext uri="{FF2B5EF4-FFF2-40B4-BE49-F238E27FC236}">
                <a16:creationId xmlns:a16="http://schemas.microsoft.com/office/drawing/2014/main" id="{A15DD52A-BD09-63DC-F67D-B4B772DFE3F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E66CE2FE-70BB-762F-64BC-DF1E8F36F2D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112</a:t>
            </a:fld>
            <a:endParaRPr lang="en-US"/>
          </a:p>
        </p:txBody>
      </p:sp>
      <p:sp>
        <p:nvSpPr>
          <p:cNvPr id="4" name="Date Placeholder 3">
            <a:extLst>
              <a:ext uri="{FF2B5EF4-FFF2-40B4-BE49-F238E27FC236}">
                <a16:creationId xmlns:a16="http://schemas.microsoft.com/office/drawing/2014/main" id="{24A2F698-A9CE-E69D-F653-9C439C6FC22D}"/>
              </a:ext>
              <a:ext uri="{C183D7F6-B498-43B3-948B-1728B52AA6E4}">
                <adec:decorative xmlns:adec="http://schemas.microsoft.com/office/drawing/2017/decorative" val="1"/>
              </a:ext>
            </a:extLst>
          </p:cNvPr>
          <p:cNvSpPr>
            <a:spLocks noGrp="1"/>
          </p:cNvSpPr>
          <p:nvPr>
            <p:ph type="dt" sz="half" idx="11"/>
          </p:nvPr>
        </p:nvSpPr>
        <p:spPr/>
        <p:txBody>
          <a:bodyPr/>
          <a:lstStyle/>
          <a:p>
            <a:fld id="{63DC39AE-8222-4187-9783-618A952EDAE7}" type="datetimeyyyy">
              <a:rPr lang="en-US" smtClean="0"/>
              <a:t>2025</a:t>
            </a:fld>
            <a:endParaRPr lang="en-US"/>
          </a:p>
        </p:txBody>
      </p:sp>
      <p:sp>
        <p:nvSpPr>
          <p:cNvPr id="11" name="Rectangle 10">
            <a:extLst>
              <a:ext uri="{FF2B5EF4-FFF2-40B4-BE49-F238E27FC236}">
                <a16:creationId xmlns:a16="http://schemas.microsoft.com/office/drawing/2014/main" id="{0B6F37CD-78FA-DAF1-5D42-FCB2C2F638AC}"/>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6075" lvl="1" indent="-173038">
              <a:spcBef>
                <a:spcPts val="300"/>
              </a:spcBef>
              <a:buFont typeface="+mj-lt"/>
              <a:buAutoNum type="arabicPeriod"/>
            </a:pPr>
            <a:r>
              <a:rPr lang="en-US" sz="900">
                <a:solidFill>
                  <a:schemeClr val="bg1"/>
                </a:solidFill>
              </a:rPr>
              <a:t>Accent colors may be difficult to read for those with color blindness. To accommodate these needs, pattern fills may be used as shown on sample slides. </a:t>
            </a:r>
            <a:br>
              <a:rPr lang="en-US" sz="900">
                <a:solidFill>
                  <a:schemeClr val="bg1"/>
                </a:solidFill>
              </a:rPr>
            </a:br>
            <a:r>
              <a:rPr lang="en-US" sz="900">
                <a:solidFill>
                  <a:schemeClr val="bg1"/>
                </a:solidFill>
              </a:rPr>
              <a:t>Use a theme row accent color for the “background” and a coordinating shade from the custom color rows as the “foreground.”</a:t>
            </a:r>
            <a:endParaRPr lang="en-US" sz="900" cap="all">
              <a:solidFill>
                <a:schemeClr val="bg1"/>
              </a:solidFill>
            </a:endParaRPr>
          </a:p>
        </p:txBody>
      </p:sp>
    </p:spTree>
    <p:extLst>
      <p:ext uri="{BB962C8B-B14F-4D97-AF65-F5344CB8AC3E}">
        <p14:creationId xmlns:p14="http://schemas.microsoft.com/office/powerpoint/2010/main" val="38924491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BAFAD8-4257-6CD8-763E-5E9B7FC5319B}"/>
              </a:ext>
            </a:extLst>
          </p:cNvPr>
          <p:cNvSpPr>
            <a:spLocks noGrp="1"/>
          </p:cNvSpPr>
          <p:nvPr>
            <p:ph type="title"/>
          </p:nvPr>
        </p:nvSpPr>
        <p:spPr/>
        <p:txBody>
          <a:bodyPr/>
          <a:lstStyle/>
          <a:p>
            <a:r>
              <a:rPr lang="en-US"/>
              <a:t>Comparison</a:t>
            </a:r>
            <a:r>
              <a:rPr lang="en-US">
                <a:solidFill>
                  <a:schemeClr val="accent1"/>
                </a:solidFill>
              </a:rPr>
              <a:t> bar graph </a:t>
            </a:r>
            <a:r>
              <a:rPr lang="en-US"/>
              <a:t>slide</a:t>
            </a:r>
          </a:p>
        </p:txBody>
      </p:sp>
      <p:sp>
        <p:nvSpPr>
          <p:cNvPr id="11" name="Text Placeholder 10">
            <a:extLst>
              <a:ext uri="{FF2B5EF4-FFF2-40B4-BE49-F238E27FC236}">
                <a16:creationId xmlns:a16="http://schemas.microsoft.com/office/drawing/2014/main" id="{B0E2019C-6588-BD2C-4244-D4980D616715}"/>
              </a:ext>
            </a:extLst>
          </p:cNvPr>
          <p:cNvSpPr>
            <a:spLocks noGrp="1"/>
          </p:cNvSpPr>
          <p:nvPr>
            <p:ph type="body" sz="quarter" idx="18"/>
          </p:nvPr>
        </p:nvSpPr>
        <p:spPr/>
        <p:txBody>
          <a:bodyPr/>
          <a:lstStyle/>
          <a:p>
            <a:r>
              <a:rPr lang="en-US"/>
              <a:t>CHART TITLE</a:t>
            </a:r>
          </a:p>
        </p:txBody>
      </p:sp>
      <p:graphicFrame>
        <p:nvGraphicFramePr>
          <p:cNvPr id="12" name="Content Placeholder 5">
            <a:extLst>
              <a:ext uri="{FF2B5EF4-FFF2-40B4-BE49-F238E27FC236}">
                <a16:creationId xmlns:a16="http://schemas.microsoft.com/office/drawing/2014/main" id="{DC943139-4E98-6069-ACD1-BF9917AFEEBD}"/>
              </a:ext>
            </a:extLst>
          </p:cNvPr>
          <p:cNvGraphicFramePr>
            <a:graphicFrameLocks noGrp="1"/>
          </p:cNvGraphicFramePr>
          <p:nvPr>
            <p:ph type="chart" sz="quarter" idx="19"/>
            <p:extLst>
              <p:ext uri="{D42A27DB-BD31-4B8C-83A1-F6EECF244321}">
                <p14:modId xmlns:p14="http://schemas.microsoft.com/office/powerpoint/2010/main" val="890963654"/>
              </p:ext>
            </p:extLst>
          </p:nvPr>
        </p:nvGraphicFramePr>
        <p:xfrm>
          <a:off x="571500" y="2427288"/>
          <a:ext cx="11049000" cy="26797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6">
            <a:extLst>
              <a:ext uri="{FF2B5EF4-FFF2-40B4-BE49-F238E27FC236}">
                <a16:creationId xmlns:a16="http://schemas.microsoft.com/office/drawing/2014/main" id="{C7F269C1-425A-9AFA-650E-CD47A8128020}"/>
              </a:ext>
            </a:extLst>
          </p:cNvPr>
          <p:cNvSpPr>
            <a:spLocks noGrp="1"/>
          </p:cNvSpPr>
          <p:nvPr>
            <p:ph type="body" sz="quarter" idx="14"/>
          </p:nvPr>
        </p:nvSpPr>
        <p:spPr/>
        <p:txBody>
          <a:bodyPr/>
          <a:lstStyle/>
          <a:p>
            <a:r>
              <a:rPr lang="en-US" b="1"/>
              <a:t>Subheadline</a:t>
            </a:r>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a:t>
            </a:r>
          </a:p>
        </p:txBody>
      </p:sp>
      <p:sp>
        <p:nvSpPr>
          <p:cNvPr id="8" name="Text Placeholder 7">
            <a:extLst>
              <a:ext uri="{FF2B5EF4-FFF2-40B4-BE49-F238E27FC236}">
                <a16:creationId xmlns:a16="http://schemas.microsoft.com/office/drawing/2014/main" id="{824C03CA-D18A-FACC-3FA0-18A312D1717C}"/>
              </a:ext>
            </a:extLst>
          </p:cNvPr>
          <p:cNvSpPr>
            <a:spLocks noGrp="1"/>
          </p:cNvSpPr>
          <p:nvPr>
            <p:ph type="body" sz="quarter" idx="15"/>
          </p:nvPr>
        </p:nvSpPr>
        <p:spPr/>
        <p:txBody>
          <a:bodyPr/>
          <a:lstStyle/>
          <a:p>
            <a:r>
              <a:rPr lang="en-US" b="1"/>
              <a:t>Subheadline</a:t>
            </a:r>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a:t>
            </a:r>
          </a:p>
        </p:txBody>
      </p:sp>
      <p:sp>
        <p:nvSpPr>
          <p:cNvPr id="9" name="Text Placeholder 8">
            <a:extLst>
              <a:ext uri="{FF2B5EF4-FFF2-40B4-BE49-F238E27FC236}">
                <a16:creationId xmlns:a16="http://schemas.microsoft.com/office/drawing/2014/main" id="{52DF69A0-2B2C-67F0-B9CF-03E615D032CF}"/>
              </a:ext>
            </a:extLst>
          </p:cNvPr>
          <p:cNvSpPr>
            <a:spLocks noGrp="1"/>
          </p:cNvSpPr>
          <p:nvPr>
            <p:ph type="body" sz="quarter" idx="16"/>
          </p:nvPr>
        </p:nvSpPr>
        <p:spPr/>
        <p:txBody>
          <a:bodyPr/>
          <a:lstStyle/>
          <a:p>
            <a:r>
              <a:rPr lang="en-US" b="1"/>
              <a:t>Subheadline</a:t>
            </a:r>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a:t>
            </a:r>
          </a:p>
        </p:txBody>
      </p:sp>
      <p:sp>
        <p:nvSpPr>
          <p:cNvPr id="10" name="Text Placeholder 9">
            <a:extLst>
              <a:ext uri="{FF2B5EF4-FFF2-40B4-BE49-F238E27FC236}">
                <a16:creationId xmlns:a16="http://schemas.microsoft.com/office/drawing/2014/main" id="{07235544-C185-26FB-4B6D-A1F0CE299874}"/>
              </a:ext>
            </a:extLst>
          </p:cNvPr>
          <p:cNvSpPr>
            <a:spLocks noGrp="1"/>
          </p:cNvSpPr>
          <p:nvPr>
            <p:ph type="body" sz="quarter" idx="17"/>
          </p:nvPr>
        </p:nvSpPr>
        <p:spPr/>
        <p:txBody>
          <a:bodyPr/>
          <a:lstStyle/>
          <a:p>
            <a:r>
              <a:rPr lang="en-US" b="1"/>
              <a:t>Subheadline</a:t>
            </a:r>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a:t>
            </a:r>
          </a:p>
        </p:txBody>
      </p:sp>
      <p:sp>
        <p:nvSpPr>
          <p:cNvPr id="4" name="Footer Placeholder 3">
            <a:extLst>
              <a:ext uri="{FF2B5EF4-FFF2-40B4-BE49-F238E27FC236}">
                <a16:creationId xmlns:a16="http://schemas.microsoft.com/office/drawing/2014/main" id="{9E08B6D0-C4A5-A403-0B6E-E093A0A1E9C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Date Placeholder 4">
            <a:extLst>
              <a:ext uri="{FF2B5EF4-FFF2-40B4-BE49-F238E27FC236}">
                <a16:creationId xmlns:a16="http://schemas.microsoft.com/office/drawing/2014/main" id="{3117DDDC-D57A-A1CB-AD58-4B427BDC3F1D}"/>
              </a:ext>
              <a:ext uri="{C183D7F6-B498-43B3-948B-1728B52AA6E4}">
                <adec:decorative xmlns:adec="http://schemas.microsoft.com/office/drawing/2017/decorative" val="1"/>
              </a:ext>
            </a:extLst>
          </p:cNvPr>
          <p:cNvSpPr>
            <a:spLocks noGrp="1"/>
          </p:cNvSpPr>
          <p:nvPr>
            <p:ph type="dt" sz="half" idx="11"/>
          </p:nvPr>
        </p:nvSpPr>
        <p:spPr/>
        <p:txBody>
          <a:bodyPr/>
          <a:lstStyle/>
          <a:p>
            <a:fld id="{463880B2-F4AE-4FC4-A6E0-212E4E8EA76E}" type="datetimeyyyy">
              <a:rPr lang="en-US" smtClean="0"/>
              <a:t>2025</a:t>
            </a:fld>
            <a:endParaRPr lang="en-US"/>
          </a:p>
        </p:txBody>
      </p:sp>
      <p:sp>
        <p:nvSpPr>
          <p:cNvPr id="6" name="Slide Number Placeholder 5">
            <a:extLst>
              <a:ext uri="{FF2B5EF4-FFF2-40B4-BE49-F238E27FC236}">
                <a16:creationId xmlns:a16="http://schemas.microsoft.com/office/drawing/2014/main" id="{3139DF7D-872C-8506-02E5-DEE4A0A094C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113</a:t>
            </a:fld>
            <a:endParaRPr lang="en-US"/>
          </a:p>
        </p:txBody>
      </p:sp>
      <p:sp>
        <p:nvSpPr>
          <p:cNvPr id="2" name="Rectangle 1">
            <a:extLst>
              <a:ext uri="{FF2B5EF4-FFF2-40B4-BE49-F238E27FC236}">
                <a16:creationId xmlns:a16="http://schemas.microsoft.com/office/drawing/2014/main" id="{124A8FA2-FE0C-C7C7-7CAE-228F5665290F}"/>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4488" lvl="1" indent="-177800">
              <a:spcBef>
                <a:spcPts val="300"/>
              </a:spcBef>
              <a:buFont typeface="+mj-lt"/>
              <a:buAutoNum type="alphaLcPeriod"/>
            </a:pPr>
            <a:r>
              <a:rPr lang="en-US" sz="900">
                <a:solidFill>
                  <a:schemeClr val="bg1"/>
                </a:solidFill>
              </a:rPr>
              <a:t>Accent colors may be difficult to read for those with color blindness. To accommodate these needs, pattern fills may be used as shown on sample slides.</a:t>
            </a:r>
          </a:p>
          <a:p>
            <a:pPr marL="344488" lvl="1" indent="-177800">
              <a:spcBef>
                <a:spcPts val="300"/>
              </a:spcBef>
              <a:buFont typeface="+mj-lt"/>
              <a:buAutoNum type="alphaLcPeriod"/>
            </a:pPr>
            <a:r>
              <a:rPr lang="en-US" sz="900">
                <a:solidFill>
                  <a:schemeClr val="bg1"/>
                </a:solidFill>
              </a:rPr>
              <a:t>From the Format Pane, select “Pattern fill” and select a pattern from the options</a:t>
            </a:r>
          </a:p>
          <a:p>
            <a:pPr marL="344488" lvl="1" indent="-177800">
              <a:spcBef>
                <a:spcPts val="300"/>
              </a:spcBef>
              <a:buFont typeface="+mj-lt"/>
              <a:buAutoNum type="alphaLcPeriod"/>
            </a:pPr>
            <a:r>
              <a:rPr lang="en-US" sz="900">
                <a:solidFill>
                  <a:schemeClr val="bg1"/>
                </a:solidFill>
              </a:rPr>
              <a:t>Use a theme row accent color for the “background” and a coordinating shade from the custom color rows as the “foreground.”</a:t>
            </a:r>
          </a:p>
        </p:txBody>
      </p:sp>
    </p:spTree>
    <p:extLst>
      <p:ext uri="{BB962C8B-B14F-4D97-AF65-F5344CB8AC3E}">
        <p14:creationId xmlns:p14="http://schemas.microsoft.com/office/powerpoint/2010/main" val="7278439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B0B9EF9-603A-4B36-727F-35D6E04A4016}"/>
              </a:ext>
            </a:extLst>
          </p:cNvPr>
          <p:cNvSpPr>
            <a:spLocks noGrp="1"/>
          </p:cNvSpPr>
          <p:nvPr>
            <p:ph type="title"/>
          </p:nvPr>
        </p:nvSpPr>
        <p:spPr/>
        <p:txBody>
          <a:bodyPr/>
          <a:lstStyle/>
          <a:p>
            <a:r>
              <a:rPr lang="en-US"/>
              <a:t>Flow </a:t>
            </a:r>
            <a:r>
              <a:rPr lang="en-US">
                <a:solidFill>
                  <a:schemeClr val="accent1"/>
                </a:solidFill>
              </a:rPr>
              <a:t>chart</a:t>
            </a:r>
          </a:p>
        </p:txBody>
      </p:sp>
      <p:sp>
        <p:nvSpPr>
          <p:cNvPr id="10" name="Text Placeholder 9">
            <a:extLst>
              <a:ext uri="{FF2B5EF4-FFF2-40B4-BE49-F238E27FC236}">
                <a16:creationId xmlns:a16="http://schemas.microsoft.com/office/drawing/2014/main" id="{F7823D06-965C-0C37-4FE7-842332146F5B}"/>
              </a:ext>
            </a:extLst>
          </p:cNvPr>
          <p:cNvSpPr>
            <a:spLocks noGrp="1"/>
          </p:cNvSpPr>
          <p:nvPr>
            <p:ph type="body" sz="quarter" idx="13"/>
          </p:nvPr>
        </p:nvSpPr>
        <p:spPr/>
        <p:txBody>
          <a:bodyPr/>
          <a:lstStyle/>
          <a:p>
            <a:r>
              <a:rPr lang="en-US"/>
              <a:t>Subtitle </a:t>
            </a:r>
            <a:r>
              <a:rPr lang="en-US" err="1"/>
              <a:t>necupta</a:t>
            </a:r>
            <a:r>
              <a:rPr lang="en-US"/>
              <a:t> </a:t>
            </a:r>
            <a:r>
              <a:rPr lang="en-US" err="1"/>
              <a:t>ius</a:t>
            </a:r>
            <a:r>
              <a:rPr lang="en-US"/>
              <a:t> </a:t>
            </a:r>
            <a:r>
              <a:rPr lang="en-US" err="1"/>
              <a:t>consequ</a:t>
            </a:r>
            <a:r>
              <a:rPr lang="en-US"/>
              <a:t> </a:t>
            </a:r>
            <a:r>
              <a:rPr lang="en-US" err="1"/>
              <a:t>osseritem</a:t>
            </a:r>
            <a:r>
              <a:rPr lang="en-US"/>
              <a:t> </a:t>
            </a:r>
            <a:r>
              <a:rPr lang="en-US" err="1"/>
              <a:t>quis</a:t>
            </a:r>
            <a:r>
              <a:rPr lang="en-US"/>
              <a:t> </a:t>
            </a:r>
            <a:r>
              <a:rPr lang="en-US" err="1"/>
              <a:t>eium</a:t>
            </a:r>
            <a:r>
              <a:rPr lang="en-US"/>
              <a:t> </a:t>
            </a:r>
            <a:r>
              <a:rPr lang="en-US" err="1"/>
              <a:t>faceperibus</a:t>
            </a:r>
            <a:r>
              <a:rPr lang="en-US"/>
              <a:t> </a:t>
            </a:r>
            <a:br>
              <a:rPr lang="en-US"/>
            </a:br>
            <a:r>
              <a:rPr lang="en-US"/>
              <a:t>re lab il </a:t>
            </a:r>
            <a:r>
              <a:rPr lang="en-US" err="1"/>
              <a:t>idi</a:t>
            </a:r>
            <a:r>
              <a:rPr lang="en-US"/>
              <a:t> ipsum.</a:t>
            </a:r>
          </a:p>
        </p:txBody>
      </p:sp>
      <p:sp>
        <p:nvSpPr>
          <p:cNvPr id="14" name="Text Placeholder 13">
            <a:extLst>
              <a:ext uri="{FF2B5EF4-FFF2-40B4-BE49-F238E27FC236}">
                <a16:creationId xmlns:a16="http://schemas.microsoft.com/office/drawing/2014/main" id="{612B3BE0-07C4-A18A-956A-0E03D57D53F6}"/>
              </a:ext>
            </a:extLst>
          </p:cNvPr>
          <p:cNvSpPr>
            <a:spLocks noGrp="1"/>
          </p:cNvSpPr>
          <p:nvPr>
            <p:ph type="body" sz="quarter" idx="14"/>
          </p:nvPr>
        </p:nvSpPr>
        <p:spPr/>
        <p:txBody>
          <a:bodyPr/>
          <a:lstStyle/>
          <a:p>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a:t>
            </a:r>
            <a:br>
              <a:rPr lang="en-US"/>
            </a:br>
            <a:r>
              <a:rPr lang="en-US"/>
              <a:t>et  </a:t>
            </a:r>
            <a:r>
              <a:rPr lang="en-US" err="1"/>
              <a:t>exceatibus</a:t>
            </a:r>
            <a:r>
              <a:rPr lang="en-US"/>
              <a:t> sim </a:t>
            </a:r>
            <a:r>
              <a:rPr lang="en-US" err="1"/>
              <a:t>laborro</a:t>
            </a:r>
            <a:r>
              <a:rPr lang="en-US"/>
              <a:t> to </a:t>
            </a:r>
            <a:r>
              <a:rPr lang="en-US" err="1"/>
              <a:t>doluptiat</a:t>
            </a:r>
            <a:r>
              <a:rPr lang="en-US"/>
              <a:t> lorem ipsum </a:t>
            </a:r>
            <a:r>
              <a:rPr lang="en-US" err="1"/>
              <a:t>dolores</a:t>
            </a:r>
            <a:r>
              <a:rPr lang="en-US"/>
              <a:t>  sit </a:t>
            </a:r>
            <a:r>
              <a:rPr lang="en-US" err="1"/>
              <a:t>amet</a:t>
            </a:r>
            <a:r>
              <a:rPr lang="en-US"/>
              <a:t> </a:t>
            </a:r>
            <a:r>
              <a:rPr lang="en-US" err="1"/>
              <a:t>adipiscing</a:t>
            </a:r>
            <a:r>
              <a:rPr lang="en-US"/>
              <a:t>.</a:t>
            </a:r>
          </a:p>
        </p:txBody>
      </p:sp>
      <p:sp>
        <p:nvSpPr>
          <p:cNvPr id="3" name="Footer Placeholder 2">
            <a:extLst>
              <a:ext uri="{FF2B5EF4-FFF2-40B4-BE49-F238E27FC236}">
                <a16:creationId xmlns:a16="http://schemas.microsoft.com/office/drawing/2014/main" id="{D37F8DE0-0E8F-6DC4-9E5E-1DC579282CE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2C3B492A-A611-7539-D44A-36F47887CD69}"/>
              </a:ext>
              <a:ext uri="{C183D7F6-B498-43B3-948B-1728B52AA6E4}">
                <adec:decorative xmlns:adec="http://schemas.microsoft.com/office/drawing/2017/decorative" val="1"/>
              </a:ext>
            </a:extLst>
          </p:cNvPr>
          <p:cNvSpPr>
            <a:spLocks noGrp="1"/>
          </p:cNvSpPr>
          <p:nvPr>
            <p:ph type="dt" sz="half" idx="11"/>
          </p:nvPr>
        </p:nvSpPr>
        <p:spPr/>
        <p:txBody>
          <a:bodyPr/>
          <a:lstStyle/>
          <a:p>
            <a:fld id="{30A94D32-E23C-4A87-84F0-284DB4A55C94}" type="datetimeyyyy">
              <a:rPr lang="en-US" smtClean="0"/>
              <a:t>2025</a:t>
            </a:fld>
            <a:endParaRPr lang="en-US"/>
          </a:p>
        </p:txBody>
      </p:sp>
      <p:sp>
        <p:nvSpPr>
          <p:cNvPr id="4" name="Slide Number Placeholder 3">
            <a:extLst>
              <a:ext uri="{FF2B5EF4-FFF2-40B4-BE49-F238E27FC236}">
                <a16:creationId xmlns:a16="http://schemas.microsoft.com/office/drawing/2014/main" id="{CCDBE588-1D90-1F5F-6909-AD36033C4DA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114</a:t>
            </a:fld>
            <a:endParaRPr lang="en-US"/>
          </a:p>
        </p:txBody>
      </p:sp>
      <p:graphicFrame>
        <p:nvGraphicFramePr>
          <p:cNvPr id="9" name="Chart Placeholder 36">
            <a:extLst>
              <a:ext uri="{FF2B5EF4-FFF2-40B4-BE49-F238E27FC236}">
                <a16:creationId xmlns:a16="http://schemas.microsoft.com/office/drawing/2014/main" id="{7A81C980-307D-A1A3-DD5A-2617185B0038}"/>
              </a:ext>
            </a:extLst>
          </p:cNvPr>
          <p:cNvGraphicFramePr>
            <a:graphicFrameLocks noGrp="1"/>
          </p:cNvGraphicFramePr>
          <p:nvPr>
            <p:ph type="chart" sz="quarter" idx="18"/>
          </p:nvPr>
        </p:nvGraphicFramePr>
        <p:xfrm>
          <a:off x="6210300" y="571500"/>
          <a:ext cx="5410200" cy="571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417010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185B98-4BA3-F400-7B8C-D4A6104F33DB}"/>
              </a:ext>
            </a:extLst>
          </p:cNvPr>
          <p:cNvSpPr>
            <a:spLocks noGrp="1"/>
          </p:cNvSpPr>
          <p:nvPr>
            <p:ph type="title"/>
          </p:nvPr>
        </p:nvSpPr>
        <p:spPr>
          <a:xfrm>
            <a:off x="571500" y="571500"/>
            <a:ext cx="2819400" cy="2178909"/>
          </a:xfrm>
        </p:spPr>
        <p:txBody>
          <a:bodyPr/>
          <a:lstStyle/>
          <a:p>
            <a:r>
              <a:rPr lang="en-US">
                <a:solidFill>
                  <a:schemeClr val="accent1"/>
                </a:solidFill>
              </a:rPr>
              <a:t>Venn diagram.</a:t>
            </a:r>
            <a:r>
              <a:rPr lang="en-US"/>
              <a:t> </a:t>
            </a:r>
            <a:br>
              <a:rPr lang="en-US"/>
            </a:br>
            <a:r>
              <a:rPr lang="en-US"/>
              <a:t>Headline five lines or less.</a:t>
            </a:r>
          </a:p>
        </p:txBody>
      </p:sp>
      <p:sp>
        <p:nvSpPr>
          <p:cNvPr id="6" name="object 4">
            <a:extLst>
              <a:ext uri="{FF2B5EF4-FFF2-40B4-BE49-F238E27FC236}">
                <a16:creationId xmlns:a16="http://schemas.microsoft.com/office/drawing/2014/main" id="{B4040449-E56C-ABDF-2558-F8BDFC92391C}"/>
              </a:ext>
            </a:extLst>
          </p:cNvPr>
          <p:cNvSpPr txBox="1"/>
          <p:nvPr/>
        </p:nvSpPr>
        <p:spPr>
          <a:xfrm>
            <a:off x="571500" y="4123452"/>
            <a:ext cx="2590800" cy="1743948"/>
          </a:xfrm>
          <a:prstGeom prst="rect">
            <a:avLst/>
          </a:prstGeom>
        </p:spPr>
        <p:txBody>
          <a:bodyPr vert="horz" wrap="square" lIns="0" tIns="0" rIns="0" bIns="0" rtlCol="0" anchor="t">
            <a:noAutofit/>
          </a:bodyPr>
          <a:lstStyle/>
          <a:p>
            <a:pPr marL="7700" marR="3080">
              <a:lnSpc>
                <a:spcPct val="110000"/>
              </a:lnSpc>
              <a:spcAft>
                <a:spcPts val="1000"/>
              </a:spcAft>
            </a:pPr>
            <a:r>
              <a:rPr lang="en-US" sz="1400">
                <a:cs typeface="+mn-cs"/>
              </a:rPr>
              <a:t>Optional text </a:t>
            </a:r>
            <a:r>
              <a:rPr lang="en-US" sz="1400" err="1">
                <a:cs typeface="+mn-cs"/>
              </a:rPr>
              <a:t>Beremod</a:t>
            </a:r>
            <a:r>
              <a:rPr lang="en-US" sz="1400">
                <a:cs typeface="+mn-cs"/>
              </a:rPr>
              <a:t> </a:t>
            </a:r>
            <a:r>
              <a:rPr lang="en-US" sz="1400" err="1">
                <a:cs typeface="+mn-cs"/>
              </a:rPr>
              <a:t>maximusaesto</a:t>
            </a:r>
            <a:r>
              <a:rPr lang="en-US" sz="1400">
                <a:cs typeface="+mn-cs"/>
              </a:rPr>
              <a:t> </a:t>
            </a:r>
            <a:r>
              <a:rPr lang="en-US" sz="1400" err="1">
                <a:cs typeface="+mn-cs"/>
              </a:rPr>
              <a:t>dunt</a:t>
            </a:r>
            <a:r>
              <a:rPr lang="en-US" sz="1400">
                <a:cs typeface="+mn-cs"/>
              </a:rPr>
              <a:t> </a:t>
            </a:r>
            <a:r>
              <a:rPr lang="en-US" sz="1400" err="1">
                <a:cs typeface="+mn-cs"/>
              </a:rPr>
              <a:t>labo</a:t>
            </a:r>
            <a:r>
              <a:rPr lang="en-US" sz="1400">
                <a:cs typeface="+mn-cs"/>
              </a:rPr>
              <a:t>. </a:t>
            </a:r>
            <a:br>
              <a:rPr lang="en-US" sz="1400">
                <a:cs typeface="+mn-cs"/>
              </a:rPr>
            </a:br>
            <a:r>
              <a:rPr lang="en-US" sz="1400">
                <a:cs typeface="+mn-cs"/>
              </a:rPr>
              <a:t>Et  </a:t>
            </a:r>
            <a:r>
              <a:rPr lang="en-US" sz="1400" err="1">
                <a:cs typeface="+mn-cs"/>
              </a:rPr>
              <a:t>laborum</a:t>
            </a:r>
            <a:r>
              <a:rPr lang="en-US" sz="1400">
                <a:cs typeface="+mn-cs"/>
              </a:rPr>
              <a:t> que </a:t>
            </a:r>
            <a:r>
              <a:rPr lang="en-US" sz="1400" err="1">
                <a:cs typeface="+mn-cs"/>
              </a:rPr>
              <a:t>parit</a:t>
            </a:r>
            <a:r>
              <a:rPr lang="en-US" sz="1400">
                <a:cs typeface="+mn-cs"/>
              </a:rPr>
              <a:t> </a:t>
            </a:r>
            <a:r>
              <a:rPr lang="en-US" sz="1400" err="1">
                <a:cs typeface="+mn-cs"/>
              </a:rPr>
              <a:t>invere</a:t>
            </a:r>
            <a:r>
              <a:rPr lang="en-US" sz="1400">
                <a:cs typeface="+mn-cs"/>
              </a:rPr>
              <a:t> </a:t>
            </a:r>
            <a:r>
              <a:rPr lang="en-US" sz="1400" err="1">
                <a:cs typeface="+mn-cs"/>
              </a:rPr>
              <a:t>nullit</a:t>
            </a:r>
            <a:r>
              <a:rPr lang="en-US" sz="1400">
                <a:cs typeface="+mn-cs"/>
              </a:rPr>
              <a:t> et, </a:t>
            </a:r>
            <a:r>
              <a:rPr lang="en-US" sz="1400" err="1">
                <a:cs typeface="+mn-cs"/>
              </a:rPr>
              <a:t>simporiatium</a:t>
            </a:r>
            <a:r>
              <a:rPr lang="en-US" sz="1400">
                <a:cs typeface="+mn-cs"/>
              </a:rPr>
              <a:t> </a:t>
            </a:r>
            <a:br>
              <a:rPr lang="en-US" sz="1400">
                <a:cs typeface="+mn-cs"/>
              </a:rPr>
            </a:br>
            <a:r>
              <a:rPr lang="en-US" sz="1400">
                <a:cs typeface="+mn-cs"/>
              </a:rPr>
              <a:t>et  </a:t>
            </a:r>
            <a:r>
              <a:rPr lang="en-US" sz="1400" err="1">
                <a:cs typeface="+mn-cs"/>
              </a:rPr>
              <a:t>exceatibus</a:t>
            </a:r>
            <a:r>
              <a:rPr lang="en-US" sz="1400">
                <a:cs typeface="+mn-cs"/>
              </a:rPr>
              <a:t> sim </a:t>
            </a:r>
            <a:r>
              <a:rPr lang="en-US" sz="1400" err="1">
                <a:cs typeface="+mn-cs"/>
              </a:rPr>
              <a:t>laborro</a:t>
            </a:r>
            <a:endParaRPr lang="en-US" sz="1400">
              <a:cs typeface="+mn-cs"/>
            </a:endParaRPr>
          </a:p>
        </p:txBody>
      </p:sp>
      <p:grpSp>
        <p:nvGrpSpPr>
          <p:cNvPr id="31" name="Group 30" descr="3 part venn diagram">
            <a:extLst>
              <a:ext uri="{FF2B5EF4-FFF2-40B4-BE49-F238E27FC236}">
                <a16:creationId xmlns:a16="http://schemas.microsoft.com/office/drawing/2014/main" id="{CC4877EF-E3D2-513B-E4CD-D9BD00A4CD9E}"/>
              </a:ext>
            </a:extLst>
          </p:cNvPr>
          <p:cNvGrpSpPr/>
          <p:nvPr/>
        </p:nvGrpSpPr>
        <p:grpSpPr>
          <a:xfrm>
            <a:off x="4330700" y="1048782"/>
            <a:ext cx="7288157" cy="4760435"/>
            <a:chOff x="2456797" y="1371600"/>
            <a:chExt cx="6650229" cy="4343757"/>
          </a:xfrm>
        </p:grpSpPr>
        <p:sp>
          <p:nvSpPr>
            <p:cNvPr id="25" name="Freeform 24">
              <a:extLst>
                <a:ext uri="{FF2B5EF4-FFF2-40B4-BE49-F238E27FC236}">
                  <a16:creationId xmlns:a16="http://schemas.microsoft.com/office/drawing/2014/main" id="{EB9EE9CC-6A42-7B7D-1362-1DE6103127DE}"/>
                </a:ext>
              </a:extLst>
            </p:cNvPr>
            <p:cNvSpPr/>
            <p:nvPr/>
          </p:nvSpPr>
          <p:spPr>
            <a:xfrm>
              <a:off x="4763269" y="1705414"/>
              <a:ext cx="2037286" cy="3676128"/>
            </a:xfrm>
            <a:custGeom>
              <a:avLst/>
              <a:gdLst>
                <a:gd name="connsiteX0" fmla="*/ 1018643 w 2037286"/>
                <a:gd name="connsiteY0" fmla="*/ 0 h 3676128"/>
                <a:gd name="connsiteX1" fmla="*/ 1079725 w 2037286"/>
                <a:gd name="connsiteY1" fmla="*/ 37108 h 3676128"/>
                <a:gd name="connsiteX2" fmla="*/ 2037286 w 2037286"/>
                <a:gd name="connsiteY2" fmla="*/ 1838064 h 3676128"/>
                <a:gd name="connsiteX3" fmla="*/ 1079725 w 2037286"/>
                <a:gd name="connsiteY3" fmla="*/ 3639020 h 3676128"/>
                <a:gd name="connsiteX4" fmla="*/ 1018643 w 2037286"/>
                <a:gd name="connsiteY4" fmla="*/ 3676128 h 3676128"/>
                <a:gd name="connsiteX5" fmla="*/ 957561 w 2037286"/>
                <a:gd name="connsiteY5" fmla="*/ 3639020 h 3676128"/>
                <a:gd name="connsiteX6" fmla="*/ 0 w 2037286"/>
                <a:gd name="connsiteY6" fmla="*/ 1838064 h 3676128"/>
                <a:gd name="connsiteX7" fmla="*/ 957561 w 2037286"/>
                <a:gd name="connsiteY7" fmla="*/ 37108 h 3676128"/>
                <a:gd name="connsiteX8" fmla="*/ 1018643 w 2037286"/>
                <a:gd name="connsiteY8" fmla="*/ 0 h 367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7286" h="3676128">
                  <a:moveTo>
                    <a:pt x="1018643" y="0"/>
                  </a:moveTo>
                  <a:lnTo>
                    <a:pt x="1079725" y="37108"/>
                  </a:lnTo>
                  <a:cubicBezTo>
                    <a:pt x="1657449" y="427410"/>
                    <a:pt x="2037286" y="1088379"/>
                    <a:pt x="2037286" y="1838064"/>
                  </a:cubicBezTo>
                  <a:cubicBezTo>
                    <a:pt x="2037286" y="2587749"/>
                    <a:pt x="1657449" y="3248718"/>
                    <a:pt x="1079725" y="3639020"/>
                  </a:cubicBezTo>
                  <a:lnTo>
                    <a:pt x="1018643" y="3676128"/>
                  </a:lnTo>
                  <a:lnTo>
                    <a:pt x="957561" y="3639020"/>
                  </a:lnTo>
                  <a:cubicBezTo>
                    <a:pt x="379837" y="3248718"/>
                    <a:pt x="0" y="2587749"/>
                    <a:pt x="0" y="1838064"/>
                  </a:cubicBezTo>
                  <a:cubicBezTo>
                    <a:pt x="0" y="1088379"/>
                    <a:pt x="379837" y="427410"/>
                    <a:pt x="957561" y="37108"/>
                  </a:cubicBezTo>
                  <a:lnTo>
                    <a:pt x="1018643" y="0"/>
                  </a:lnTo>
                  <a:close/>
                </a:path>
              </a:pathLst>
            </a:custGeom>
            <a:solidFill>
              <a:schemeClr val="accent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400"/>
            </a:p>
          </p:txBody>
        </p:sp>
        <p:sp>
          <p:nvSpPr>
            <p:cNvPr id="8" name="Title 3">
              <a:extLst>
                <a:ext uri="{FF2B5EF4-FFF2-40B4-BE49-F238E27FC236}">
                  <a16:creationId xmlns:a16="http://schemas.microsoft.com/office/drawing/2014/main" id="{2239045B-3DE4-EE1D-38C3-9B8E871F4ED5}"/>
                </a:ext>
              </a:extLst>
            </p:cNvPr>
            <p:cNvSpPr txBox="1">
              <a:spLocks/>
            </p:cNvSpPr>
            <p:nvPr/>
          </p:nvSpPr>
          <p:spPr>
            <a:xfrm>
              <a:off x="2989863" y="2563634"/>
              <a:ext cx="1671031" cy="196586"/>
            </a:xfrm>
            <a:prstGeom prst="rect">
              <a:avLst/>
            </a:prstGeom>
          </p:spPr>
          <p:txBody>
            <a:bodyPr wrap="square" lIns="0" tIns="0" rIns="0" bIns="0">
              <a:spAutoFit/>
            </a:bodyPr>
            <a:lstStyle>
              <a:lvl1pPr algn="l" defTabSz="914355" rtl="0" eaLnBrk="1" latinLnBrk="0" hangingPunct="1">
                <a:lnSpc>
                  <a:spcPct val="90000"/>
                </a:lnSpc>
                <a:spcBef>
                  <a:spcPct val="0"/>
                </a:spcBef>
                <a:buNone/>
                <a:defRPr sz="2800" b="0" i="0" kern="1200" spc="0" baseline="0">
                  <a:solidFill>
                    <a:schemeClr val="accent2"/>
                  </a:solidFill>
                  <a:latin typeface="+mj-lt"/>
                  <a:ea typeface="+mj-ea"/>
                  <a:cs typeface="+mn-cs"/>
                </a:defRPr>
              </a:lvl1pPr>
            </a:lstStyle>
            <a:p>
              <a:pPr algn="ctr" defTabSz="913513">
                <a:lnSpc>
                  <a:spcPct val="100000"/>
                </a:lnSpc>
                <a:spcAft>
                  <a:spcPts val="1599"/>
                </a:spcAft>
              </a:pPr>
              <a:r>
                <a:rPr lang="en-US" sz="1400" b="1" spc="150">
                  <a:solidFill>
                    <a:schemeClr val="accent1"/>
                  </a:solidFill>
                  <a:latin typeface="+mn-lt"/>
                  <a:ea typeface="+mn-ea"/>
                  <a:cs typeface="+mn-cs"/>
                </a:rPr>
                <a:t>TEAM</a:t>
              </a:r>
              <a:r>
                <a:rPr lang="en-US" sz="1400" b="1" spc="133">
                  <a:solidFill>
                    <a:schemeClr val="accent1"/>
                  </a:solidFill>
                  <a:latin typeface="+mn-lt"/>
                  <a:ea typeface="+mn-ea"/>
                  <a:cs typeface="+mn-cs"/>
                </a:rPr>
                <a:t> 1</a:t>
              </a:r>
              <a:endParaRPr lang="en-US" sz="1400" spc="133">
                <a:solidFill>
                  <a:schemeClr val="accent1"/>
                </a:solidFill>
                <a:latin typeface="+mn-lt"/>
                <a:ea typeface="+mn-ea"/>
                <a:cs typeface="+mn-cs"/>
              </a:endParaRPr>
            </a:p>
          </p:txBody>
        </p:sp>
        <p:sp>
          <p:nvSpPr>
            <p:cNvPr id="9" name="Title 3">
              <a:extLst>
                <a:ext uri="{FF2B5EF4-FFF2-40B4-BE49-F238E27FC236}">
                  <a16:creationId xmlns:a16="http://schemas.microsoft.com/office/drawing/2014/main" id="{4E0569A6-B9FA-BE42-D063-9249CB0160BF}"/>
                </a:ext>
              </a:extLst>
            </p:cNvPr>
            <p:cNvSpPr txBox="1">
              <a:spLocks/>
            </p:cNvSpPr>
            <p:nvPr/>
          </p:nvSpPr>
          <p:spPr>
            <a:xfrm>
              <a:off x="2974347" y="2924285"/>
              <a:ext cx="1671031" cy="1936120"/>
            </a:xfrm>
            <a:prstGeom prst="rect">
              <a:avLst/>
            </a:prstGeom>
          </p:spPr>
          <p:txBody>
            <a:bodyPr wrap="square" lIns="0" tIns="0" rIns="0" bIns="0">
              <a:noAutofit/>
            </a:bodyPr>
            <a:lstStyle>
              <a:lvl1pPr algn="l" defTabSz="914355" rtl="0" eaLnBrk="1" latinLnBrk="0" hangingPunct="1">
                <a:lnSpc>
                  <a:spcPct val="90000"/>
                </a:lnSpc>
                <a:spcBef>
                  <a:spcPct val="0"/>
                </a:spcBef>
                <a:buNone/>
                <a:defRPr sz="2800" b="0" i="0" kern="1200" spc="0" baseline="0">
                  <a:solidFill>
                    <a:schemeClr val="accent2"/>
                  </a:solidFill>
                  <a:latin typeface="+mj-lt"/>
                  <a:ea typeface="+mj-ea"/>
                  <a:cs typeface="+mn-cs"/>
                </a:defRPr>
              </a:lvl1pPr>
            </a:lstStyle>
            <a:p>
              <a:pPr algn="ctr" defTabSz="913558">
                <a:spcBef>
                  <a:spcPts val="1200"/>
                </a:spcBef>
                <a:buClr>
                  <a:srgbClr val="3A5072"/>
                </a:buClr>
              </a:pPr>
              <a:r>
                <a:rPr lang="en-US" sz="1400">
                  <a:solidFill>
                    <a:srgbClr val="151527"/>
                  </a:solidFill>
                  <a:latin typeface="+mn-lt"/>
                  <a:ea typeface="+mn-ea"/>
                  <a:cs typeface="+mn-cs"/>
                </a:rPr>
                <a:t>Item 1</a:t>
              </a:r>
            </a:p>
            <a:p>
              <a:pPr algn="ctr" defTabSz="913558">
                <a:spcBef>
                  <a:spcPts val="1200"/>
                </a:spcBef>
                <a:buClr>
                  <a:srgbClr val="3A5072"/>
                </a:buClr>
              </a:pPr>
              <a:r>
                <a:rPr lang="en-US" sz="1400">
                  <a:solidFill>
                    <a:srgbClr val="151527"/>
                  </a:solidFill>
                  <a:latin typeface="+mn-lt"/>
                  <a:ea typeface="+mn-ea"/>
                  <a:cs typeface="+mn-cs"/>
                </a:rPr>
                <a:t>Item 2</a:t>
              </a:r>
            </a:p>
            <a:p>
              <a:pPr algn="ctr" defTabSz="913558">
                <a:spcBef>
                  <a:spcPts val="1200"/>
                </a:spcBef>
                <a:buClr>
                  <a:srgbClr val="3A5072"/>
                </a:buClr>
              </a:pPr>
              <a:r>
                <a:rPr lang="en-US" sz="1400">
                  <a:solidFill>
                    <a:srgbClr val="151527"/>
                  </a:solidFill>
                  <a:latin typeface="+mn-lt"/>
                  <a:ea typeface="+mn-ea"/>
                  <a:cs typeface="+mn-cs"/>
                </a:rPr>
                <a:t>Item 3</a:t>
              </a:r>
            </a:p>
            <a:p>
              <a:pPr algn="ctr" defTabSz="913558">
                <a:spcBef>
                  <a:spcPts val="1200"/>
                </a:spcBef>
                <a:buClr>
                  <a:srgbClr val="3A5072"/>
                </a:buClr>
              </a:pPr>
              <a:r>
                <a:rPr lang="en-US" sz="1400">
                  <a:solidFill>
                    <a:srgbClr val="151527"/>
                  </a:solidFill>
                  <a:latin typeface="+mn-lt"/>
                  <a:ea typeface="+mn-ea"/>
                  <a:cs typeface="+mn-cs"/>
                </a:rPr>
                <a:t>Item 4</a:t>
              </a:r>
            </a:p>
            <a:p>
              <a:pPr algn="ctr" defTabSz="913558">
                <a:spcBef>
                  <a:spcPts val="1200"/>
                </a:spcBef>
                <a:buClr>
                  <a:srgbClr val="3A5072"/>
                </a:buClr>
              </a:pPr>
              <a:r>
                <a:rPr lang="en-US" sz="1400">
                  <a:solidFill>
                    <a:srgbClr val="151527"/>
                  </a:solidFill>
                  <a:latin typeface="+mn-lt"/>
                  <a:ea typeface="+mn-ea"/>
                  <a:cs typeface="+mn-cs"/>
                </a:rPr>
                <a:t>Item 5</a:t>
              </a:r>
            </a:p>
            <a:p>
              <a:pPr algn="ctr" defTabSz="913558">
                <a:spcBef>
                  <a:spcPts val="1200"/>
                </a:spcBef>
                <a:buClr>
                  <a:srgbClr val="3A5072"/>
                </a:buClr>
              </a:pPr>
              <a:r>
                <a:rPr lang="en-US" sz="1400">
                  <a:solidFill>
                    <a:srgbClr val="151527"/>
                  </a:solidFill>
                  <a:latin typeface="+mn-lt"/>
                  <a:ea typeface="+mn-ea"/>
                  <a:cs typeface="+mn-cs"/>
                </a:rPr>
                <a:t>Item 6</a:t>
              </a:r>
            </a:p>
          </p:txBody>
        </p:sp>
        <p:sp>
          <p:nvSpPr>
            <p:cNvPr id="10" name="Title 3">
              <a:extLst>
                <a:ext uri="{FF2B5EF4-FFF2-40B4-BE49-F238E27FC236}">
                  <a16:creationId xmlns:a16="http://schemas.microsoft.com/office/drawing/2014/main" id="{BB506F7A-FD73-322F-47D2-027C0D8DCE64}"/>
                </a:ext>
              </a:extLst>
            </p:cNvPr>
            <p:cNvSpPr txBox="1">
              <a:spLocks/>
            </p:cNvSpPr>
            <p:nvPr/>
          </p:nvSpPr>
          <p:spPr>
            <a:xfrm>
              <a:off x="4963605" y="2563634"/>
              <a:ext cx="1671031" cy="196586"/>
            </a:xfrm>
            <a:prstGeom prst="rect">
              <a:avLst/>
            </a:prstGeom>
          </p:spPr>
          <p:txBody>
            <a:bodyPr wrap="square" lIns="0" tIns="0" rIns="0" bIns="0">
              <a:spAutoFit/>
            </a:bodyPr>
            <a:lstStyle>
              <a:lvl1pPr algn="l" defTabSz="914355" rtl="0" eaLnBrk="1" latinLnBrk="0" hangingPunct="1">
                <a:lnSpc>
                  <a:spcPct val="90000"/>
                </a:lnSpc>
                <a:spcBef>
                  <a:spcPct val="0"/>
                </a:spcBef>
                <a:buNone/>
                <a:defRPr sz="2800" b="0" i="0" kern="1200" spc="0" baseline="0">
                  <a:solidFill>
                    <a:schemeClr val="accent2"/>
                  </a:solidFill>
                  <a:latin typeface="+mj-lt"/>
                  <a:ea typeface="+mj-ea"/>
                  <a:cs typeface="+mn-cs"/>
                </a:defRPr>
              </a:lvl1pPr>
            </a:lstStyle>
            <a:p>
              <a:pPr algn="ctr" defTabSz="913513">
                <a:lnSpc>
                  <a:spcPct val="100000"/>
                </a:lnSpc>
                <a:spcAft>
                  <a:spcPts val="1599"/>
                </a:spcAft>
              </a:pPr>
              <a:r>
                <a:rPr lang="en-US" sz="1400" b="1" spc="150">
                  <a:solidFill>
                    <a:schemeClr val="bg1"/>
                  </a:solidFill>
                  <a:latin typeface="+mn-lt"/>
                </a:rPr>
                <a:t>TEAM 2</a:t>
              </a:r>
            </a:p>
          </p:txBody>
        </p:sp>
        <p:sp>
          <p:nvSpPr>
            <p:cNvPr id="12" name="Title 3">
              <a:extLst>
                <a:ext uri="{FF2B5EF4-FFF2-40B4-BE49-F238E27FC236}">
                  <a16:creationId xmlns:a16="http://schemas.microsoft.com/office/drawing/2014/main" id="{D61CA961-5F88-AD76-3751-6778739D195E}"/>
                </a:ext>
              </a:extLst>
            </p:cNvPr>
            <p:cNvSpPr txBox="1">
              <a:spLocks/>
            </p:cNvSpPr>
            <p:nvPr/>
          </p:nvSpPr>
          <p:spPr>
            <a:xfrm>
              <a:off x="6918445" y="2563634"/>
              <a:ext cx="1671031" cy="196586"/>
            </a:xfrm>
            <a:prstGeom prst="rect">
              <a:avLst/>
            </a:prstGeom>
          </p:spPr>
          <p:txBody>
            <a:bodyPr wrap="square" lIns="0" tIns="0" rIns="0" bIns="0">
              <a:spAutoFit/>
            </a:bodyPr>
            <a:lstStyle>
              <a:lvl1pPr algn="l" defTabSz="914355" rtl="0" eaLnBrk="1" latinLnBrk="0" hangingPunct="1">
                <a:lnSpc>
                  <a:spcPct val="90000"/>
                </a:lnSpc>
                <a:spcBef>
                  <a:spcPct val="0"/>
                </a:spcBef>
                <a:buNone/>
                <a:defRPr sz="2800" b="0" i="0" kern="1200" spc="0" baseline="0">
                  <a:solidFill>
                    <a:schemeClr val="accent2"/>
                  </a:solidFill>
                  <a:latin typeface="+mj-lt"/>
                  <a:ea typeface="+mj-ea"/>
                  <a:cs typeface="+mn-cs"/>
                </a:defRPr>
              </a:lvl1pPr>
            </a:lstStyle>
            <a:p>
              <a:pPr algn="ctr" defTabSz="913513">
                <a:lnSpc>
                  <a:spcPct val="100000"/>
                </a:lnSpc>
                <a:spcAft>
                  <a:spcPts val="1599"/>
                </a:spcAft>
              </a:pPr>
              <a:r>
                <a:rPr lang="en-US" sz="1400" b="1" spc="150">
                  <a:solidFill>
                    <a:schemeClr val="accent1"/>
                  </a:solidFill>
                  <a:latin typeface="+mn-lt"/>
                </a:rPr>
                <a:t>TEAM 3</a:t>
              </a:r>
            </a:p>
          </p:txBody>
        </p:sp>
        <p:sp>
          <p:nvSpPr>
            <p:cNvPr id="17" name="Oval 16">
              <a:extLst>
                <a:ext uri="{FF2B5EF4-FFF2-40B4-BE49-F238E27FC236}">
                  <a16:creationId xmlns:a16="http://schemas.microsoft.com/office/drawing/2014/main" id="{9F97AAB4-8BDF-A011-AFB8-177B51865ED5}"/>
                </a:ext>
              </a:extLst>
            </p:cNvPr>
            <p:cNvSpPr/>
            <p:nvPr/>
          </p:nvSpPr>
          <p:spPr>
            <a:xfrm>
              <a:off x="4763269" y="1371600"/>
              <a:ext cx="4343757" cy="4343757"/>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400"/>
            </a:p>
          </p:txBody>
        </p:sp>
        <p:sp>
          <p:nvSpPr>
            <p:cNvPr id="20" name="Oval 19">
              <a:extLst>
                <a:ext uri="{FF2B5EF4-FFF2-40B4-BE49-F238E27FC236}">
                  <a16:creationId xmlns:a16="http://schemas.microsoft.com/office/drawing/2014/main" id="{41E558D2-DF5B-5D66-4C20-59F7B274E742}"/>
                </a:ext>
              </a:extLst>
            </p:cNvPr>
            <p:cNvSpPr/>
            <p:nvPr/>
          </p:nvSpPr>
          <p:spPr>
            <a:xfrm>
              <a:off x="2456797" y="1371600"/>
              <a:ext cx="4343757" cy="4343757"/>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400"/>
            </a:p>
          </p:txBody>
        </p:sp>
        <p:sp>
          <p:nvSpPr>
            <p:cNvPr id="26" name="Title 3">
              <a:extLst>
                <a:ext uri="{FF2B5EF4-FFF2-40B4-BE49-F238E27FC236}">
                  <a16:creationId xmlns:a16="http://schemas.microsoft.com/office/drawing/2014/main" id="{5123B7A1-EC4A-471D-0E85-033F94EBC458}"/>
                </a:ext>
              </a:extLst>
            </p:cNvPr>
            <p:cNvSpPr txBox="1">
              <a:spLocks/>
            </p:cNvSpPr>
            <p:nvPr/>
          </p:nvSpPr>
          <p:spPr>
            <a:xfrm>
              <a:off x="4966920" y="2924285"/>
              <a:ext cx="1671031" cy="1936120"/>
            </a:xfrm>
            <a:prstGeom prst="rect">
              <a:avLst/>
            </a:prstGeom>
          </p:spPr>
          <p:txBody>
            <a:bodyPr wrap="square" lIns="0" tIns="0" rIns="0" bIns="0">
              <a:noAutofit/>
            </a:bodyPr>
            <a:lstStyle>
              <a:lvl1pPr algn="l" defTabSz="914355" rtl="0" eaLnBrk="1" latinLnBrk="0" hangingPunct="1">
                <a:lnSpc>
                  <a:spcPct val="90000"/>
                </a:lnSpc>
                <a:spcBef>
                  <a:spcPct val="0"/>
                </a:spcBef>
                <a:buNone/>
                <a:defRPr sz="2800" b="0" i="0" kern="1200" spc="0" baseline="0">
                  <a:solidFill>
                    <a:schemeClr val="accent2"/>
                  </a:solidFill>
                  <a:latin typeface="+mj-lt"/>
                  <a:ea typeface="+mj-ea"/>
                  <a:cs typeface="+mn-cs"/>
                </a:defRPr>
              </a:lvl1pPr>
            </a:lstStyle>
            <a:p>
              <a:pPr algn="ctr" defTabSz="913558">
                <a:spcBef>
                  <a:spcPts val="1200"/>
                </a:spcBef>
                <a:buClr>
                  <a:srgbClr val="3A5072"/>
                </a:buClr>
              </a:pPr>
              <a:r>
                <a:rPr lang="en-US" sz="1400">
                  <a:solidFill>
                    <a:schemeClr val="bg1"/>
                  </a:solidFill>
                  <a:latin typeface="+mn-lt"/>
                  <a:ea typeface="+mn-ea"/>
                  <a:cs typeface="+mn-cs"/>
                </a:rPr>
                <a:t>Item 1</a:t>
              </a:r>
            </a:p>
            <a:p>
              <a:pPr algn="ctr" defTabSz="913558">
                <a:spcBef>
                  <a:spcPts val="1200"/>
                </a:spcBef>
                <a:buClr>
                  <a:srgbClr val="3A5072"/>
                </a:buClr>
              </a:pPr>
              <a:r>
                <a:rPr lang="en-US" sz="1400">
                  <a:solidFill>
                    <a:schemeClr val="bg1"/>
                  </a:solidFill>
                  <a:latin typeface="+mn-lt"/>
                  <a:ea typeface="+mn-ea"/>
                  <a:cs typeface="+mn-cs"/>
                </a:rPr>
                <a:t>Item 2</a:t>
              </a:r>
            </a:p>
            <a:p>
              <a:pPr algn="ctr" defTabSz="913558">
                <a:spcBef>
                  <a:spcPts val="1200"/>
                </a:spcBef>
                <a:buClr>
                  <a:srgbClr val="3A5072"/>
                </a:buClr>
              </a:pPr>
              <a:r>
                <a:rPr lang="en-US" sz="1400">
                  <a:solidFill>
                    <a:schemeClr val="bg1"/>
                  </a:solidFill>
                  <a:latin typeface="+mn-lt"/>
                  <a:ea typeface="+mn-ea"/>
                  <a:cs typeface="+mn-cs"/>
                </a:rPr>
                <a:t>Item 3</a:t>
              </a:r>
            </a:p>
            <a:p>
              <a:pPr algn="ctr" defTabSz="913558">
                <a:spcBef>
                  <a:spcPts val="1200"/>
                </a:spcBef>
                <a:buClr>
                  <a:srgbClr val="3A5072"/>
                </a:buClr>
              </a:pPr>
              <a:r>
                <a:rPr lang="en-US" sz="1400">
                  <a:solidFill>
                    <a:schemeClr val="bg1"/>
                  </a:solidFill>
                  <a:latin typeface="+mn-lt"/>
                  <a:ea typeface="+mn-ea"/>
                  <a:cs typeface="+mn-cs"/>
                </a:rPr>
                <a:t>Item 4</a:t>
              </a:r>
            </a:p>
            <a:p>
              <a:pPr algn="ctr" defTabSz="913558">
                <a:spcBef>
                  <a:spcPts val="1200"/>
                </a:spcBef>
                <a:buClr>
                  <a:srgbClr val="3A5072"/>
                </a:buClr>
              </a:pPr>
              <a:r>
                <a:rPr lang="en-US" sz="1400">
                  <a:solidFill>
                    <a:schemeClr val="bg1"/>
                  </a:solidFill>
                  <a:latin typeface="+mn-lt"/>
                  <a:ea typeface="+mn-ea"/>
                  <a:cs typeface="+mn-cs"/>
                </a:rPr>
                <a:t>Item 5</a:t>
              </a:r>
            </a:p>
            <a:p>
              <a:pPr algn="ctr" defTabSz="913558">
                <a:spcBef>
                  <a:spcPts val="1200"/>
                </a:spcBef>
                <a:buClr>
                  <a:srgbClr val="3A5072"/>
                </a:buClr>
              </a:pPr>
              <a:r>
                <a:rPr lang="en-US" sz="1400">
                  <a:solidFill>
                    <a:schemeClr val="bg1"/>
                  </a:solidFill>
                  <a:latin typeface="+mn-lt"/>
                  <a:ea typeface="+mn-ea"/>
                  <a:cs typeface="+mn-cs"/>
                </a:rPr>
                <a:t>Item 6</a:t>
              </a:r>
            </a:p>
          </p:txBody>
        </p:sp>
        <p:sp>
          <p:nvSpPr>
            <p:cNvPr id="28" name="Title 3">
              <a:extLst>
                <a:ext uri="{FF2B5EF4-FFF2-40B4-BE49-F238E27FC236}">
                  <a16:creationId xmlns:a16="http://schemas.microsoft.com/office/drawing/2014/main" id="{EEFD5195-2027-B3D9-8DC2-280F5D50CC7F}"/>
                </a:ext>
              </a:extLst>
            </p:cNvPr>
            <p:cNvSpPr txBox="1">
              <a:spLocks/>
            </p:cNvSpPr>
            <p:nvPr/>
          </p:nvSpPr>
          <p:spPr>
            <a:xfrm>
              <a:off x="6918552" y="2924285"/>
              <a:ext cx="1671031" cy="1936120"/>
            </a:xfrm>
            <a:prstGeom prst="rect">
              <a:avLst/>
            </a:prstGeom>
          </p:spPr>
          <p:txBody>
            <a:bodyPr wrap="square" lIns="0" tIns="0" rIns="0" bIns="0">
              <a:noAutofit/>
            </a:bodyPr>
            <a:lstStyle>
              <a:lvl1pPr algn="l" defTabSz="914355" rtl="0" eaLnBrk="1" latinLnBrk="0" hangingPunct="1">
                <a:lnSpc>
                  <a:spcPct val="90000"/>
                </a:lnSpc>
                <a:spcBef>
                  <a:spcPct val="0"/>
                </a:spcBef>
                <a:buNone/>
                <a:defRPr sz="2800" b="0" i="0" kern="1200" spc="0" baseline="0">
                  <a:solidFill>
                    <a:schemeClr val="accent2"/>
                  </a:solidFill>
                  <a:latin typeface="+mj-lt"/>
                  <a:ea typeface="+mj-ea"/>
                  <a:cs typeface="+mn-cs"/>
                </a:defRPr>
              </a:lvl1pPr>
            </a:lstStyle>
            <a:p>
              <a:pPr algn="ctr" defTabSz="913558">
                <a:spcBef>
                  <a:spcPts val="1200"/>
                </a:spcBef>
                <a:buClr>
                  <a:srgbClr val="3A5072"/>
                </a:buClr>
              </a:pPr>
              <a:r>
                <a:rPr lang="en-US" sz="1400">
                  <a:solidFill>
                    <a:srgbClr val="151527"/>
                  </a:solidFill>
                  <a:latin typeface="+mn-lt"/>
                  <a:ea typeface="+mn-ea"/>
                  <a:cs typeface="+mn-cs"/>
                </a:rPr>
                <a:t>Item 1</a:t>
              </a:r>
            </a:p>
            <a:p>
              <a:pPr algn="ctr" defTabSz="913558">
                <a:spcBef>
                  <a:spcPts val="1200"/>
                </a:spcBef>
                <a:buClr>
                  <a:srgbClr val="3A5072"/>
                </a:buClr>
              </a:pPr>
              <a:r>
                <a:rPr lang="en-US" sz="1400">
                  <a:solidFill>
                    <a:srgbClr val="151527"/>
                  </a:solidFill>
                  <a:latin typeface="+mn-lt"/>
                  <a:ea typeface="+mn-ea"/>
                  <a:cs typeface="+mn-cs"/>
                </a:rPr>
                <a:t>Item 2</a:t>
              </a:r>
            </a:p>
            <a:p>
              <a:pPr algn="ctr" defTabSz="913558">
                <a:spcBef>
                  <a:spcPts val="1200"/>
                </a:spcBef>
                <a:buClr>
                  <a:srgbClr val="3A5072"/>
                </a:buClr>
              </a:pPr>
              <a:r>
                <a:rPr lang="en-US" sz="1400">
                  <a:solidFill>
                    <a:srgbClr val="151527"/>
                  </a:solidFill>
                  <a:latin typeface="+mn-lt"/>
                  <a:ea typeface="+mn-ea"/>
                  <a:cs typeface="+mn-cs"/>
                </a:rPr>
                <a:t>Item 3</a:t>
              </a:r>
            </a:p>
            <a:p>
              <a:pPr algn="ctr" defTabSz="913558">
                <a:spcBef>
                  <a:spcPts val="1200"/>
                </a:spcBef>
                <a:buClr>
                  <a:srgbClr val="3A5072"/>
                </a:buClr>
              </a:pPr>
              <a:r>
                <a:rPr lang="en-US" sz="1400">
                  <a:solidFill>
                    <a:srgbClr val="151527"/>
                  </a:solidFill>
                  <a:latin typeface="+mn-lt"/>
                  <a:ea typeface="+mn-ea"/>
                  <a:cs typeface="+mn-cs"/>
                </a:rPr>
                <a:t>Item 4</a:t>
              </a:r>
            </a:p>
            <a:p>
              <a:pPr algn="ctr" defTabSz="913558">
                <a:spcBef>
                  <a:spcPts val="1200"/>
                </a:spcBef>
                <a:buClr>
                  <a:srgbClr val="3A5072"/>
                </a:buClr>
              </a:pPr>
              <a:r>
                <a:rPr lang="en-US" sz="1400">
                  <a:solidFill>
                    <a:srgbClr val="151527"/>
                  </a:solidFill>
                  <a:latin typeface="+mn-lt"/>
                  <a:ea typeface="+mn-ea"/>
                  <a:cs typeface="+mn-cs"/>
                </a:rPr>
                <a:t>Item 5</a:t>
              </a:r>
            </a:p>
            <a:p>
              <a:pPr algn="ctr" defTabSz="913558">
                <a:spcBef>
                  <a:spcPts val="1200"/>
                </a:spcBef>
                <a:buClr>
                  <a:srgbClr val="3A5072"/>
                </a:buClr>
              </a:pPr>
              <a:r>
                <a:rPr lang="en-US" sz="1400">
                  <a:solidFill>
                    <a:srgbClr val="151527"/>
                  </a:solidFill>
                  <a:latin typeface="+mn-lt"/>
                  <a:ea typeface="+mn-ea"/>
                  <a:cs typeface="+mn-cs"/>
                </a:rPr>
                <a:t>Item 6</a:t>
              </a:r>
            </a:p>
          </p:txBody>
        </p:sp>
      </p:grpSp>
      <p:sp>
        <p:nvSpPr>
          <p:cNvPr id="2" name="Date Placeholder 1">
            <a:extLst>
              <a:ext uri="{FF2B5EF4-FFF2-40B4-BE49-F238E27FC236}">
                <a16:creationId xmlns:a16="http://schemas.microsoft.com/office/drawing/2014/main" id="{7E66EF59-7DBB-3934-D2C8-6D111F4CDD6D}"/>
              </a:ext>
              <a:ext uri="{C183D7F6-B498-43B3-948B-1728B52AA6E4}">
                <adec:decorative xmlns:adec="http://schemas.microsoft.com/office/drawing/2017/decorative" val="1"/>
              </a:ext>
            </a:extLst>
          </p:cNvPr>
          <p:cNvSpPr>
            <a:spLocks noGrp="1"/>
          </p:cNvSpPr>
          <p:nvPr>
            <p:ph type="dt" sz="half" idx="10"/>
          </p:nvPr>
        </p:nvSpPr>
        <p:spPr/>
        <p:txBody>
          <a:bodyPr/>
          <a:lstStyle/>
          <a:p>
            <a:fld id="{CEBFE993-3710-4167-9713-415AF481B704}" type="datetimeyyyy">
              <a:rPr lang="en-US" smtClean="0"/>
              <a:t>2025</a:t>
            </a:fld>
            <a:endParaRPr lang="en-US"/>
          </a:p>
        </p:txBody>
      </p:sp>
      <p:sp>
        <p:nvSpPr>
          <p:cNvPr id="3" name="Footer Placeholder 2">
            <a:extLst>
              <a:ext uri="{FF2B5EF4-FFF2-40B4-BE49-F238E27FC236}">
                <a16:creationId xmlns:a16="http://schemas.microsoft.com/office/drawing/2014/main" id="{A7A75D28-3510-0E21-6B19-1B48B466BA94}"/>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38050F55-23BF-9D32-6AED-32D56C08D05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115</a:t>
            </a:fld>
            <a:endParaRPr lang="en-US"/>
          </a:p>
        </p:txBody>
      </p:sp>
    </p:spTree>
    <p:extLst>
      <p:ext uri="{BB962C8B-B14F-4D97-AF65-F5344CB8AC3E}">
        <p14:creationId xmlns:p14="http://schemas.microsoft.com/office/powerpoint/2010/main" val="9305281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FE1F8-048D-4BC0-D01A-1CF1F3A06A25}"/>
              </a:ext>
            </a:extLst>
          </p:cNvPr>
          <p:cNvSpPr>
            <a:spLocks noGrp="1"/>
          </p:cNvSpPr>
          <p:nvPr>
            <p:ph type="title"/>
          </p:nvPr>
        </p:nvSpPr>
        <p:spPr>
          <a:xfrm>
            <a:off x="571500" y="571500"/>
            <a:ext cx="4470400" cy="1382629"/>
          </a:xfrm>
        </p:spPr>
        <p:txBody>
          <a:bodyPr/>
          <a:lstStyle/>
          <a:p>
            <a:r>
              <a:rPr lang="en-US">
                <a:solidFill>
                  <a:schemeClr val="accent1"/>
                </a:solidFill>
              </a:rPr>
              <a:t>Pie chart. </a:t>
            </a:r>
            <a:r>
              <a:rPr lang="en-US"/>
              <a:t>Headline should not exceed three lines.</a:t>
            </a:r>
          </a:p>
        </p:txBody>
      </p:sp>
      <p:sp>
        <p:nvSpPr>
          <p:cNvPr id="13" name="Title 1">
            <a:extLst>
              <a:ext uri="{FF2B5EF4-FFF2-40B4-BE49-F238E27FC236}">
                <a16:creationId xmlns:a16="http://schemas.microsoft.com/office/drawing/2014/main" id="{947642A5-AE93-6CEB-23B1-B74C407CF766}"/>
              </a:ext>
            </a:extLst>
          </p:cNvPr>
          <p:cNvSpPr txBox="1">
            <a:spLocks/>
          </p:cNvSpPr>
          <p:nvPr/>
        </p:nvSpPr>
        <p:spPr>
          <a:xfrm>
            <a:off x="571500" y="2209278"/>
            <a:ext cx="4470400" cy="95660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200" b="0"/>
              <a:t>Subtitle </a:t>
            </a:r>
            <a:r>
              <a:rPr lang="pt-BR" sz="2200" b="0"/>
              <a:t>necupta ius consequ osseritem quis eium faceperibus </a:t>
            </a:r>
            <a:br>
              <a:rPr lang="pt-BR" sz="2200" b="0"/>
            </a:br>
            <a:r>
              <a:rPr lang="pt-BR" sz="2200" b="0"/>
              <a:t>re lab il idi ipsum.</a:t>
            </a:r>
          </a:p>
        </p:txBody>
      </p:sp>
      <p:sp>
        <p:nvSpPr>
          <p:cNvPr id="17" name="object 8">
            <a:extLst>
              <a:ext uri="{FF2B5EF4-FFF2-40B4-BE49-F238E27FC236}">
                <a16:creationId xmlns:a16="http://schemas.microsoft.com/office/drawing/2014/main" id="{28467334-34C0-4B1F-D430-7603697E0F96}"/>
              </a:ext>
            </a:extLst>
          </p:cNvPr>
          <p:cNvSpPr txBox="1"/>
          <p:nvPr/>
        </p:nvSpPr>
        <p:spPr>
          <a:xfrm>
            <a:off x="571500" y="3484166"/>
            <a:ext cx="4470400" cy="461153"/>
          </a:xfrm>
          <a:prstGeom prst="rect">
            <a:avLst/>
          </a:prstGeom>
        </p:spPr>
        <p:txBody>
          <a:bodyPr vert="horz" wrap="square" lIns="0" tIns="0" rIns="0" bIns="0" rtlCol="0" anchor="b">
            <a:noAutofit/>
          </a:bodyPr>
          <a:lstStyle/>
          <a:p>
            <a:pPr>
              <a:lnSpc>
                <a:spcPct val="90000"/>
              </a:lnSpc>
              <a:spcBef>
                <a:spcPct val="0"/>
              </a:spcBef>
            </a:pPr>
            <a:r>
              <a:rPr lang="en-US" sz="1200" b="1" cap="all" spc="150">
                <a:solidFill>
                  <a:schemeClr val="accent1"/>
                </a:solidFill>
                <a:ea typeface="+mj-ea"/>
                <a:cs typeface="+mj-cs"/>
              </a:rPr>
              <a:t>Optional </a:t>
            </a:r>
            <a:r>
              <a:rPr lang="en-US" sz="1200" b="1" cap="all" spc="150" err="1">
                <a:solidFill>
                  <a:schemeClr val="accent1"/>
                </a:solidFill>
                <a:ea typeface="+mj-ea"/>
                <a:cs typeface="+mj-cs"/>
              </a:rPr>
              <a:t>subheadline</a:t>
            </a:r>
            <a:endParaRPr lang="en-US" sz="1200" b="1" cap="all" spc="150">
              <a:solidFill>
                <a:schemeClr val="accent1"/>
              </a:solidFill>
              <a:ea typeface="+mj-ea"/>
              <a:cs typeface="+mj-cs"/>
            </a:endParaRPr>
          </a:p>
        </p:txBody>
      </p:sp>
      <p:sp>
        <p:nvSpPr>
          <p:cNvPr id="9" name="TextBox 8">
            <a:extLst>
              <a:ext uri="{FF2B5EF4-FFF2-40B4-BE49-F238E27FC236}">
                <a16:creationId xmlns:a16="http://schemas.microsoft.com/office/drawing/2014/main" id="{270BA2F0-0A81-3CB3-DF9A-B16F00C886C3}"/>
              </a:ext>
            </a:extLst>
          </p:cNvPr>
          <p:cNvSpPr txBox="1">
            <a:spLocks/>
          </p:cNvSpPr>
          <p:nvPr/>
        </p:nvSpPr>
        <p:spPr>
          <a:xfrm>
            <a:off x="571500" y="4385603"/>
            <a:ext cx="4470400" cy="1900897"/>
          </a:xfrm>
          <a:prstGeom prst="rect">
            <a:avLst/>
          </a:prstGeom>
          <a:noFill/>
        </p:spPr>
        <p:txBody>
          <a:bodyPr wrap="square" lIns="0" tIns="0" rIns="0" bIns="0" rtlCol="0">
            <a:noAutofit/>
          </a:bodyPr>
          <a:lstStyle/>
          <a:p>
            <a:pPr algn="l">
              <a:lnSpc>
                <a:spcPct val="110000"/>
              </a:lnSpc>
              <a:spcAft>
                <a:spcPts val="1000"/>
              </a:spcAft>
            </a:pPr>
            <a:r>
              <a:rPr lang="en-US" sz="1400" err="1"/>
              <a:t>Beremod</a:t>
            </a:r>
            <a:r>
              <a:rPr lang="en-US" sz="1400"/>
              <a:t> </a:t>
            </a:r>
            <a:r>
              <a:rPr lang="en-US" sz="1400" err="1"/>
              <a:t>maximusaesto</a:t>
            </a:r>
            <a:r>
              <a:rPr lang="en-US" sz="1400"/>
              <a:t> </a:t>
            </a:r>
            <a:r>
              <a:rPr lang="en-US" sz="1400" err="1"/>
              <a:t>dunt</a:t>
            </a:r>
            <a:r>
              <a:rPr lang="en-US" sz="1400"/>
              <a:t> </a:t>
            </a:r>
            <a:r>
              <a:rPr lang="en-US" sz="1400" err="1"/>
              <a:t>labo</a:t>
            </a:r>
            <a:r>
              <a:rPr lang="en-US" sz="1400"/>
              <a:t>. Et </a:t>
            </a:r>
            <a:r>
              <a:rPr lang="en-US" sz="1400" err="1"/>
              <a:t>laborum</a:t>
            </a:r>
            <a:r>
              <a:rPr lang="en-US" sz="1400"/>
              <a:t> que  </a:t>
            </a:r>
            <a:r>
              <a:rPr lang="en-US" sz="1400" err="1"/>
              <a:t>parit</a:t>
            </a:r>
            <a:r>
              <a:rPr lang="en-US" sz="1400"/>
              <a:t> </a:t>
            </a:r>
            <a:r>
              <a:rPr lang="en-US" sz="1400" err="1"/>
              <a:t>invere</a:t>
            </a:r>
            <a:r>
              <a:rPr lang="en-US" sz="1400"/>
              <a:t> </a:t>
            </a:r>
            <a:r>
              <a:rPr lang="en-US" sz="1400" err="1"/>
              <a:t>nullit</a:t>
            </a:r>
            <a:r>
              <a:rPr lang="en-US" sz="1400"/>
              <a:t> et, </a:t>
            </a:r>
            <a:r>
              <a:rPr lang="en-US" sz="1400" err="1"/>
              <a:t>simporiatium</a:t>
            </a:r>
            <a:r>
              <a:rPr lang="en-US" sz="1400"/>
              <a:t> et </a:t>
            </a:r>
            <a:r>
              <a:rPr lang="en-US" sz="1400" err="1"/>
              <a:t>exceatibus</a:t>
            </a:r>
            <a:r>
              <a:rPr lang="en-US" sz="1400"/>
              <a:t> sim </a:t>
            </a:r>
            <a:r>
              <a:rPr lang="en-US" sz="1400" err="1"/>
              <a:t>laborro</a:t>
            </a:r>
            <a:r>
              <a:rPr lang="en-US" sz="1400"/>
              <a:t> to </a:t>
            </a:r>
            <a:r>
              <a:rPr lang="en-US" sz="1400" err="1"/>
              <a:t>doluptiati</a:t>
            </a:r>
            <a:r>
              <a:rPr lang="en-US" sz="1400"/>
              <a:t> </a:t>
            </a:r>
            <a:r>
              <a:rPr lang="en-US" sz="1400" err="1"/>
              <a:t>optatincid</a:t>
            </a:r>
            <a:r>
              <a:rPr lang="en-US" sz="1400"/>
              <a:t> </a:t>
            </a:r>
            <a:r>
              <a:rPr lang="en-US" sz="1400" err="1"/>
              <a:t>ut</a:t>
            </a:r>
            <a:endParaRPr lang="en-US" sz="1400"/>
          </a:p>
          <a:p>
            <a:pPr algn="l">
              <a:lnSpc>
                <a:spcPct val="110000"/>
              </a:lnSpc>
              <a:spcAft>
                <a:spcPts val="1000"/>
              </a:spcAft>
            </a:pPr>
            <a:r>
              <a:rPr lang="en-US" sz="1400" err="1"/>
              <a:t>Nem</a:t>
            </a:r>
            <a:r>
              <a:rPr lang="en-US" sz="1400"/>
              <a:t> </a:t>
            </a:r>
            <a:r>
              <a:rPr lang="en-US" sz="1400" err="1"/>
              <a:t>necupta</a:t>
            </a:r>
            <a:r>
              <a:rPr lang="en-US" sz="1400"/>
              <a:t> </a:t>
            </a:r>
            <a:r>
              <a:rPr lang="en-US" sz="1400" err="1"/>
              <a:t>ius</a:t>
            </a:r>
            <a:r>
              <a:rPr lang="en-US" sz="1400"/>
              <a:t> </a:t>
            </a:r>
            <a:r>
              <a:rPr lang="en-US" sz="1400" err="1"/>
              <a:t>consequ</a:t>
            </a:r>
            <a:r>
              <a:rPr lang="en-US" sz="1400"/>
              <a:t> </a:t>
            </a:r>
            <a:r>
              <a:rPr lang="en-US" sz="1400" err="1"/>
              <a:t>osseritem</a:t>
            </a:r>
            <a:r>
              <a:rPr lang="en-US" sz="1400"/>
              <a:t> </a:t>
            </a:r>
            <a:r>
              <a:rPr lang="en-US" sz="1400" err="1"/>
              <a:t>quis</a:t>
            </a:r>
            <a:r>
              <a:rPr lang="en-US" sz="1400"/>
              <a:t> </a:t>
            </a:r>
            <a:r>
              <a:rPr lang="en-US" sz="1400" err="1"/>
              <a:t>eium</a:t>
            </a:r>
            <a:r>
              <a:rPr lang="en-US" sz="1400"/>
              <a:t>  </a:t>
            </a:r>
            <a:r>
              <a:rPr lang="en-US" sz="1400" err="1"/>
              <a:t>faceperibus</a:t>
            </a:r>
            <a:r>
              <a:rPr lang="en-US" sz="1400"/>
              <a:t> re lab il </a:t>
            </a:r>
            <a:r>
              <a:rPr lang="en-US" sz="1400" err="1"/>
              <a:t>idi</a:t>
            </a:r>
            <a:r>
              <a:rPr lang="en-US" sz="1400"/>
              <a:t> ipsum. Vel </a:t>
            </a:r>
            <a:r>
              <a:rPr lang="en-US" sz="1400" err="1"/>
              <a:t>estionseque</a:t>
            </a:r>
            <a:r>
              <a:rPr lang="en-US" sz="1400"/>
              <a:t> is </a:t>
            </a:r>
            <a:r>
              <a:rPr lang="en-US" sz="1400" err="1"/>
              <a:t>ni</a:t>
            </a:r>
            <a:r>
              <a:rPr lang="en-US" sz="1400"/>
              <a:t> </a:t>
            </a:r>
            <a:r>
              <a:rPr lang="en-US" sz="1400" err="1"/>
              <a:t>doloreptatae</a:t>
            </a:r>
            <a:r>
              <a:rPr lang="en-US" sz="1400"/>
              <a:t> </a:t>
            </a:r>
            <a:r>
              <a:rPr lang="en-US" sz="1400" err="1"/>
              <a:t>coreped</a:t>
            </a:r>
            <a:r>
              <a:rPr lang="en-US" sz="1400"/>
              <a:t> es as </a:t>
            </a:r>
            <a:r>
              <a:rPr lang="en-US" sz="1400" err="1"/>
              <a:t>nem</a:t>
            </a:r>
            <a:r>
              <a:rPr lang="en-US" sz="1400"/>
              <a:t> </a:t>
            </a:r>
            <a:r>
              <a:rPr lang="en-US" sz="1400" err="1"/>
              <a:t>ea</a:t>
            </a:r>
            <a:r>
              <a:rPr lang="en-US" sz="1400"/>
              <a:t>  </a:t>
            </a:r>
            <a:r>
              <a:rPr lang="en-US" sz="1400" err="1"/>
              <a:t>coris</a:t>
            </a:r>
            <a:r>
              <a:rPr lang="en-US" sz="1400"/>
              <a:t> quate sim.</a:t>
            </a:r>
          </a:p>
          <a:p>
            <a:pPr algn="l">
              <a:lnSpc>
                <a:spcPct val="110000"/>
              </a:lnSpc>
              <a:spcAft>
                <a:spcPts val="1000"/>
              </a:spcAft>
            </a:pPr>
            <a:endParaRPr lang="en-US" sz="1400"/>
          </a:p>
        </p:txBody>
      </p:sp>
      <p:graphicFrame>
        <p:nvGraphicFramePr>
          <p:cNvPr id="12" name="Chart 11">
            <a:extLst>
              <a:ext uri="{FF2B5EF4-FFF2-40B4-BE49-F238E27FC236}">
                <a16:creationId xmlns:a16="http://schemas.microsoft.com/office/drawing/2014/main" id="{9C19C1CE-B20C-ED4C-5BBA-C0F37EB7F491}"/>
              </a:ext>
            </a:extLst>
          </p:cNvPr>
          <p:cNvGraphicFramePr/>
          <p:nvPr>
            <p:extLst>
              <p:ext uri="{D42A27DB-BD31-4B8C-83A1-F6EECF244321}">
                <p14:modId xmlns:p14="http://schemas.microsoft.com/office/powerpoint/2010/main" val="3922617204"/>
              </p:ext>
            </p:extLst>
          </p:nvPr>
        </p:nvGraphicFramePr>
        <p:xfrm>
          <a:off x="6210300" y="571500"/>
          <a:ext cx="5410198" cy="5566833"/>
        </p:xfrm>
        <a:graphic>
          <a:graphicData uri="http://schemas.openxmlformats.org/drawingml/2006/chart">
            <c:chart xmlns:c="http://schemas.openxmlformats.org/drawingml/2006/chart" xmlns:r="http://schemas.openxmlformats.org/officeDocument/2006/relationships" r:id="rId2"/>
          </a:graphicData>
        </a:graphic>
      </p:graphicFrame>
      <p:cxnSp>
        <p:nvCxnSpPr>
          <p:cNvPr id="18" name="Straight Connector 17">
            <a:extLst>
              <a:ext uri="{FF2B5EF4-FFF2-40B4-BE49-F238E27FC236}">
                <a16:creationId xmlns:a16="http://schemas.microsoft.com/office/drawing/2014/main" id="{2C07E401-52C5-A227-04C9-4BB431150623}"/>
              </a:ext>
              <a:ext uri="{C183D7F6-B498-43B3-948B-1728B52AA6E4}">
                <adec:decorative xmlns:adec="http://schemas.microsoft.com/office/drawing/2017/decorative" val="1"/>
              </a:ext>
            </a:extLst>
          </p:cNvPr>
          <p:cNvCxnSpPr>
            <a:cxnSpLocks/>
          </p:cNvCxnSpPr>
          <p:nvPr/>
        </p:nvCxnSpPr>
        <p:spPr>
          <a:xfrm flipH="1">
            <a:off x="571500" y="4114800"/>
            <a:ext cx="44704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5" name="Date Placeholder 4">
            <a:extLst>
              <a:ext uri="{FF2B5EF4-FFF2-40B4-BE49-F238E27FC236}">
                <a16:creationId xmlns:a16="http://schemas.microsoft.com/office/drawing/2014/main" id="{7C4A7812-0FB7-B4A8-73B0-7B7FFB7B2D35}"/>
              </a:ext>
              <a:ext uri="{C183D7F6-B498-43B3-948B-1728B52AA6E4}">
                <adec:decorative xmlns:adec="http://schemas.microsoft.com/office/drawing/2017/decorative" val="1"/>
              </a:ext>
            </a:extLst>
          </p:cNvPr>
          <p:cNvSpPr>
            <a:spLocks noGrp="1"/>
          </p:cNvSpPr>
          <p:nvPr>
            <p:ph type="dt" sz="half" idx="10"/>
          </p:nvPr>
        </p:nvSpPr>
        <p:spPr/>
        <p:txBody>
          <a:bodyPr/>
          <a:lstStyle/>
          <a:p>
            <a:fld id="{75C93FBA-D7D8-4BB6-B2B8-0F8FB58EE7CD}" type="datetimeyyyy">
              <a:rPr lang="en-US" smtClean="0"/>
              <a:t>2025</a:t>
            </a:fld>
            <a:endParaRPr lang="en-US"/>
          </a:p>
        </p:txBody>
      </p:sp>
      <p:sp>
        <p:nvSpPr>
          <p:cNvPr id="6" name="Footer Placeholder 5">
            <a:extLst>
              <a:ext uri="{FF2B5EF4-FFF2-40B4-BE49-F238E27FC236}">
                <a16:creationId xmlns:a16="http://schemas.microsoft.com/office/drawing/2014/main" id="{44E2C1A7-1842-22E1-92BD-35498DC3C1B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B99A9C78-E2EA-FB6F-93B7-EB000B43D6B4}"/>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116</a:t>
            </a:fld>
            <a:endParaRPr lang="en-US"/>
          </a:p>
        </p:txBody>
      </p:sp>
      <p:sp>
        <p:nvSpPr>
          <p:cNvPr id="3" name="Rectangle 2">
            <a:extLst>
              <a:ext uri="{FF2B5EF4-FFF2-40B4-BE49-F238E27FC236}">
                <a16:creationId xmlns:a16="http://schemas.microsoft.com/office/drawing/2014/main" id="{DEB0B436-7F0E-214D-2E2A-41505933D8B9}"/>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4488" lvl="1" indent="-177800">
              <a:spcBef>
                <a:spcPts val="300"/>
              </a:spcBef>
              <a:buFont typeface="+mj-lt"/>
              <a:buAutoNum type="alphaLcPeriod"/>
            </a:pPr>
            <a:r>
              <a:rPr lang="en-US" sz="900">
                <a:solidFill>
                  <a:schemeClr val="bg1"/>
                </a:solidFill>
              </a:rPr>
              <a:t>Accent colors may be difficult to read for those with color blindness. To accommodate these needs, pattern fills may be used as shown on sample slides.</a:t>
            </a:r>
          </a:p>
          <a:p>
            <a:pPr marL="344488" lvl="1" indent="-177800">
              <a:spcBef>
                <a:spcPts val="300"/>
              </a:spcBef>
              <a:buFont typeface="+mj-lt"/>
              <a:buAutoNum type="alphaLcPeriod"/>
            </a:pPr>
            <a:r>
              <a:rPr lang="en-US" sz="900">
                <a:solidFill>
                  <a:schemeClr val="bg1"/>
                </a:solidFill>
              </a:rPr>
              <a:t>From the Format Pane, select “Pattern fill” and select a pattern from the options</a:t>
            </a:r>
          </a:p>
          <a:p>
            <a:pPr marL="344488" lvl="1" indent="-177800">
              <a:spcBef>
                <a:spcPts val="300"/>
              </a:spcBef>
              <a:buFont typeface="+mj-lt"/>
              <a:buAutoNum type="alphaLcPeriod"/>
            </a:pPr>
            <a:r>
              <a:rPr lang="en-US" sz="900">
                <a:solidFill>
                  <a:schemeClr val="bg1"/>
                </a:solidFill>
              </a:rPr>
              <a:t>Use a theme row accent color for the “background” and a coordinating shade from the custom color rows as the “foreground.”</a:t>
            </a:r>
          </a:p>
        </p:txBody>
      </p:sp>
    </p:spTree>
    <p:extLst>
      <p:ext uri="{BB962C8B-B14F-4D97-AF65-F5344CB8AC3E}">
        <p14:creationId xmlns:p14="http://schemas.microsoft.com/office/powerpoint/2010/main" val="254562336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FE1F8-048D-4BC0-D01A-1CF1F3A06A25}"/>
              </a:ext>
            </a:extLst>
          </p:cNvPr>
          <p:cNvSpPr>
            <a:spLocks noGrp="1"/>
          </p:cNvSpPr>
          <p:nvPr>
            <p:ph type="title"/>
          </p:nvPr>
        </p:nvSpPr>
        <p:spPr>
          <a:xfrm>
            <a:off x="571500" y="571500"/>
            <a:ext cx="4470400" cy="1382629"/>
          </a:xfrm>
        </p:spPr>
        <p:txBody>
          <a:bodyPr/>
          <a:lstStyle/>
          <a:p>
            <a:r>
              <a:rPr lang="en-US">
                <a:solidFill>
                  <a:schemeClr val="accent1"/>
                </a:solidFill>
              </a:rPr>
              <a:t>Doughnut chart. </a:t>
            </a:r>
            <a:r>
              <a:rPr lang="en-US"/>
              <a:t>Headline should not exceed three lines.</a:t>
            </a:r>
          </a:p>
        </p:txBody>
      </p:sp>
      <p:sp>
        <p:nvSpPr>
          <p:cNvPr id="13" name="Title 1">
            <a:extLst>
              <a:ext uri="{FF2B5EF4-FFF2-40B4-BE49-F238E27FC236}">
                <a16:creationId xmlns:a16="http://schemas.microsoft.com/office/drawing/2014/main" id="{947642A5-AE93-6CEB-23B1-B74C407CF766}"/>
              </a:ext>
            </a:extLst>
          </p:cNvPr>
          <p:cNvSpPr txBox="1">
            <a:spLocks/>
          </p:cNvSpPr>
          <p:nvPr/>
        </p:nvSpPr>
        <p:spPr>
          <a:xfrm>
            <a:off x="571500" y="2209278"/>
            <a:ext cx="4470400" cy="95660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200" b="0"/>
              <a:t>Subtitle </a:t>
            </a:r>
            <a:r>
              <a:rPr lang="pt-BR" sz="2200" b="0"/>
              <a:t>necupta ius consequ osseritem quis eium faceperibus </a:t>
            </a:r>
            <a:br>
              <a:rPr lang="pt-BR" sz="2200" b="0"/>
            </a:br>
            <a:r>
              <a:rPr lang="pt-BR" sz="2200" b="0"/>
              <a:t>re lab il idi ipsum.</a:t>
            </a:r>
          </a:p>
        </p:txBody>
      </p:sp>
      <p:sp>
        <p:nvSpPr>
          <p:cNvPr id="17" name="object 8">
            <a:extLst>
              <a:ext uri="{FF2B5EF4-FFF2-40B4-BE49-F238E27FC236}">
                <a16:creationId xmlns:a16="http://schemas.microsoft.com/office/drawing/2014/main" id="{28467334-34C0-4B1F-D430-7603697E0F96}"/>
              </a:ext>
            </a:extLst>
          </p:cNvPr>
          <p:cNvSpPr txBox="1"/>
          <p:nvPr/>
        </p:nvSpPr>
        <p:spPr>
          <a:xfrm>
            <a:off x="571500" y="3484166"/>
            <a:ext cx="4470400" cy="461153"/>
          </a:xfrm>
          <a:prstGeom prst="rect">
            <a:avLst/>
          </a:prstGeom>
        </p:spPr>
        <p:txBody>
          <a:bodyPr vert="horz" wrap="square" lIns="0" tIns="0" rIns="0" bIns="0" rtlCol="0" anchor="b">
            <a:noAutofit/>
          </a:bodyPr>
          <a:lstStyle/>
          <a:p>
            <a:pPr>
              <a:lnSpc>
                <a:spcPct val="90000"/>
              </a:lnSpc>
              <a:spcBef>
                <a:spcPct val="0"/>
              </a:spcBef>
            </a:pPr>
            <a:r>
              <a:rPr lang="en-US" sz="1200" b="1" cap="all" spc="150">
                <a:solidFill>
                  <a:schemeClr val="accent1"/>
                </a:solidFill>
                <a:ea typeface="+mj-ea"/>
                <a:cs typeface="+mj-cs"/>
              </a:rPr>
              <a:t>Optional </a:t>
            </a:r>
            <a:r>
              <a:rPr lang="en-US" sz="1200" b="1" cap="all" spc="150" err="1">
                <a:solidFill>
                  <a:schemeClr val="accent1"/>
                </a:solidFill>
                <a:ea typeface="+mj-ea"/>
                <a:cs typeface="+mj-cs"/>
              </a:rPr>
              <a:t>subheadline</a:t>
            </a:r>
            <a:endParaRPr lang="en-US" sz="1200" b="1" cap="all" spc="150">
              <a:solidFill>
                <a:schemeClr val="accent1"/>
              </a:solidFill>
              <a:ea typeface="+mj-ea"/>
              <a:cs typeface="+mj-cs"/>
            </a:endParaRPr>
          </a:p>
        </p:txBody>
      </p:sp>
      <p:cxnSp>
        <p:nvCxnSpPr>
          <p:cNvPr id="18" name="Straight Connector 17">
            <a:extLst>
              <a:ext uri="{FF2B5EF4-FFF2-40B4-BE49-F238E27FC236}">
                <a16:creationId xmlns:a16="http://schemas.microsoft.com/office/drawing/2014/main" id="{2C07E401-52C5-A227-04C9-4BB431150623}"/>
              </a:ext>
              <a:ext uri="{C183D7F6-B498-43B3-948B-1728B52AA6E4}">
                <adec:decorative xmlns:adec="http://schemas.microsoft.com/office/drawing/2017/decorative" val="1"/>
              </a:ext>
            </a:extLst>
          </p:cNvPr>
          <p:cNvCxnSpPr>
            <a:cxnSpLocks/>
          </p:cNvCxnSpPr>
          <p:nvPr/>
        </p:nvCxnSpPr>
        <p:spPr>
          <a:xfrm flipH="1">
            <a:off x="571500" y="4114800"/>
            <a:ext cx="44704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4" name="object 2">
            <a:extLst>
              <a:ext uri="{FF2B5EF4-FFF2-40B4-BE49-F238E27FC236}">
                <a16:creationId xmlns:a16="http://schemas.microsoft.com/office/drawing/2014/main" id="{007A7493-EEDB-4742-DE7B-6617EBEFFDAB}"/>
              </a:ext>
            </a:extLst>
          </p:cNvPr>
          <p:cNvSpPr txBox="1"/>
          <p:nvPr/>
        </p:nvSpPr>
        <p:spPr>
          <a:xfrm>
            <a:off x="848413" y="4370294"/>
            <a:ext cx="1374088" cy="1796791"/>
          </a:xfrm>
          <a:prstGeom prst="rect">
            <a:avLst/>
          </a:prstGeom>
        </p:spPr>
        <p:txBody>
          <a:bodyPr vert="horz" wrap="square" lIns="0" tIns="7700" rIns="0" bIns="0" rtlCol="0">
            <a:noAutofit/>
          </a:bodyPr>
          <a:lstStyle/>
          <a:p>
            <a:pPr marR="3080">
              <a:lnSpc>
                <a:spcPct val="110000"/>
              </a:lnSpc>
              <a:spcAft>
                <a:spcPts val="1000"/>
              </a:spcAft>
            </a:pPr>
            <a:r>
              <a:rPr lang="en-US" sz="1400">
                <a:cs typeface="+mn-cs"/>
              </a:rPr>
              <a:t>Item one</a:t>
            </a:r>
          </a:p>
          <a:p>
            <a:pPr marR="3080">
              <a:lnSpc>
                <a:spcPct val="110000"/>
              </a:lnSpc>
              <a:spcAft>
                <a:spcPts val="1000"/>
              </a:spcAft>
            </a:pPr>
            <a:r>
              <a:rPr lang="en-US" sz="1400">
                <a:cs typeface="+mn-cs"/>
              </a:rPr>
              <a:t>Item two</a:t>
            </a:r>
          </a:p>
          <a:p>
            <a:pPr marR="3080">
              <a:lnSpc>
                <a:spcPct val="110000"/>
              </a:lnSpc>
              <a:spcAft>
                <a:spcPts val="1000"/>
              </a:spcAft>
            </a:pPr>
            <a:r>
              <a:rPr lang="en-US" sz="1400">
                <a:cs typeface="+mn-cs"/>
              </a:rPr>
              <a:t>Item three</a:t>
            </a:r>
          </a:p>
          <a:p>
            <a:pPr marR="3080">
              <a:lnSpc>
                <a:spcPct val="110000"/>
              </a:lnSpc>
              <a:spcAft>
                <a:spcPts val="1000"/>
              </a:spcAft>
            </a:pPr>
            <a:r>
              <a:rPr lang="en-US" sz="1400">
                <a:cs typeface="+mn-cs"/>
              </a:rPr>
              <a:t>Item four</a:t>
            </a:r>
          </a:p>
        </p:txBody>
      </p:sp>
      <p:graphicFrame>
        <p:nvGraphicFramePr>
          <p:cNvPr id="12" name="Chart 11">
            <a:extLst>
              <a:ext uri="{FF2B5EF4-FFF2-40B4-BE49-F238E27FC236}">
                <a16:creationId xmlns:a16="http://schemas.microsoft.com/office/drawing/2014/main" id="{9C19C1CE-B20C-ED4C-5BBA-C0F37EB7F491}"/>
              </a:ext>
            </a:extLst>
          </p:cNvPr>
          <p:cNvGraphicFramePr/>
          <p:nvPr>
            <p:extLst>
              <p:ext uri="{D42A27DB-BD31-4B8C-83A1-F6EECF244321}">
                <p14:modId xmlns:p14="http://schemas.microsoft.com/office/powerpoint/2010/main" val="1890524688"/>
              </p:ext>
            </p:extLst>
          </p:nvPr>
        </p:nvGraphicFramePr>
        <p:xfrm>
          <a:off x="6210300" y="571500"/>
          <a:ext cx="5410198" cy="5566833"/>
        </p:xfrm>
        <a:graphic>
          <a:graphicData uri="http://schemas.openxmlformats.org/drawingml/2006/chart">
            <c:chart xmlns:c="http://schemas.openxmlformats.org/drawingml/2006/chart" xmlns:r="http://schemas.openxmlformats.org/officeDocument/2006/relationships" r:id="rId2"/>
          </a:graphicData>
        </a:graphic>
      </p:graphicFrame>
      <p:sp>
        <p:nvSpPr>
          <p:cNvPr id="15" name="Oval 14">
            <a:extLst>
              <a:ext uri="{FF2B5EF4-FFF2-40B4-BE49-F238E27FC236}">
                <a16:creationId xmlns:a16="http://schemas.microsoft.com/office/drawing/2014/main" id="{9551DD3B-F98C-77AE-8820-D248AC856BAB}"/>
              </a:ext>
              <a:ext uri="{C183D7F6-B498-43B3-948B-1728B52AA6E4}">
                <adec:decorative xmlns:adec="http://schemas.microsoft.com/office/drawing/2017/decorative" val="1"/>
              </a:ext>
            </a:extLst>
          </p:cNvPr>
          <p:cNvSpPr/>
          <p:nvPr/>
        </p:nvSpPr>
        <p:spPr>
          <a:xfrm>
            <a:off x="583751" y="4409614"/>
            <a:ext cx="137160" cy="1371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err="1">
              <a:solidFill>
                <a:schemeClr val="accent2"/>
              </a:solidFill>
              <a:latin typeface="+mn-lt"/>
            </a:endParaRPr>
          </a:p>
        </p:txBody>
      </p:sp>
      <p:sp>
        <p:nvSpPr>
          <p:cNvPr id="16" name="Oval 15">
            <a:extLst>
              <a:ext uri="{FF2B5EF4-FFF2-40B4-BE49-F238E27FC236}">
                <a16:creationId xmlns:a16="http://schemas.microsoft.com/office/drawing/2014/main" id="{E343222E-4A75-7B58-4FF2-007D389A0778}"/>
              </a:ext>
              <a:ext uri="{C183D7F6-B498-43B3-948B-1728B52AA6E4}">
                <adec:decorative xmlns:adec="http://schemas.microsoft.com/office/drawing/2017/decorative" val="1"/>
              </a:ext>
            </a:extLst>
          </p:cNvPr>
          <p:cNvSpPr/>
          <p:nvPr/>
        </p:nvSpPr>
        <p:spPr>
          <a:xfrm>
            <a:off x="583751" y="5142642"/>
            <a:ext cx="137160" cy="13716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err="1">
              <a:solidFill>
                <a:schemeClr val="accent2"/>
              </a:solidFill>
              <a:latin typeface="+mn-lt"/>
            </a:endParaRPr>
          </a:p>
        </p:txBody>
      </p:sp>
      <p:sp>
        <p:nvSpPr>
          <p:cNvPr id="19" name="Oval 18">
            <a:extLst>
              <a:ext uri="{FF2B5EF4-FFF2-40B4-BE49-F238E27FC236}">
                <a16:creationId xmlns:a16="http://schemas.microsoft.com/office/drawing/2014/main" id="{E3200A46-A70A-1634-0330-844CE462B1A3}"/>
              </a:ext>
              <a:ext uri="{C183D7F6-B498-43B3-948B-1728B52AA6E4}">
                <adec:decorative xmlns:adec="http://schemas.microsoft.com/office/drawing/2017/decorative" val="1"/>
              </a:ext>
            </a:extLst>
          </p:cNvPr>
          <p:cNvSpPr/>
          <p:nvPr/>
        </p:nvSpPr>
        <p:spPr>
          <a:xfrm>
            <a:off x="583751" y="4776128"/>
            <a:ext cx="137160" cy="1371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err="1">
              <a:solidFill>
                <a:schemeClr val="accent2"/>
              </a:solidFill>
              <a:latin typeface="+mn-lt"/>
            </a:endParaRPr>
          </a:p>
        </p:txBody>
      </p:sp>
      <p:sp>
        <p:nvSpPr>
          <p:cNvPr id="21" name="Oval 20">
            <a:extLst>
              <a:ext uri="{FF2B5EF4-FFF2-40B4-BE49-F238E27FC236}">
                <a16:creationId xmlns:a16="http://schemas.microsoft.com/office/drawing/2014/main" id="{205BB77F-A348-0390-B444-60877B505745}"/>
              </a:ext>
              <a:ext uri="{C183D7F6-B498-43B3-948B-1728B52AA6E4}">
                <adec:decorative xmlns:adec="http://schemas.microsoft.com/office/drawing/2017/decorative" val="1"/>
              </a:ext>
            </a:extLst>
          </p:cNvPr>
          <p:cNvSpPr/>
          <p:nvPr/>
        </p:nvSpPr>
        <p:spPr>
          <a:xfrm>
            <a:off x="583751" y="5509155"/>
            <a:ext cx="137160" cy="1371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91440" rtlCol="0" anchor="t">
            <a:noAutofit/>
          </a:bodyPr>
          <a:lstStyle/>
          <a:p>
            <a:pPr algn="ctr"/>
            <a:endParaRPr lang="en-US" err="1">
              <a:solidFill>
                <a:schemeClr val="accent2"/>
              </a:solidFill>
              <a:latin typeface="+mn-lt"/>
            </a:endParaRPr>
          </a:p>
        </p:txBody>
      </p:sp>
      <p:sp>
        <p:nvSpPr>
          <p:cNvPr id="5" name="Date Placeholder 4">
            <a:extLst>
              <a:ext uri="{FF2B5EF4-FFF2-40B4-BE49-F238E27FC236}">
                <a16:creationId xmlns:a16="http://schemas.microsoft.com/office/drawing/2014/main" id="{7C4A7812-0FB7-B4A8-73B0-7B7FFB7B2D35}"/>
              </a:ext>
              <a:ext uri="{C183D7F6-B498-43B3-948B-1728B52AA6E4}">
                <adec:decorative xmlns:adec="http://schemas.microsoft.com/office/drawing/2017/decorative" val="1"/>
              </a:ext>
            </a:extLst>
          </p:cNvPr>
          <p:cNvSpPr>
            <a:spLocks noGrp="1"/>
          </p:cNvSpPr>
          <p:nvPr>
            <p:ph type="dt" sz="half" idx="10"/>
          </p:nvPr>
        </p:nvSpPr>
        <p:spPr/>
        <p:txBody>
          <a:bodyPr/>
          <a:lstStyle/>
          <a:p>
            <a:fld id="{4FE1AFBB-189B-48DA-84EE-3F9475017398}" type="datetimeyyyy">
              <a:rPr lang="en-US" smtClean="0"/>
              <a:t>2025</a:t>
            </a:fld>
            <a:endParaRPr lang="en-US"/>
          </a:p>
        </p:txBody>
      </p:sp>
      <p:sp>
        <p:nvSpPr>
          <p:cNvPr id="6" name="Footer Placeholder 5">
            <a:extLst>
              <a:ext uri="{FF2B5EF4-FFF2-40B4-BE49-F238E27FC236}">
                <a16:creationId xmlns:a16="http://schemas.microsoft.com/office/drawing/2014/main" id="{44E2C1A7-1842-22E1-92BD-35498DC3C1B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B99A9C78-E2EA-FB6F-93B7-EB000B43D6B4}"/>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117</a:t>
            </a:fld>
            <a:endParaRPr lang="en-US"/>
          </a:p>
        </p:txBody>
      </p:sp>
      <p:sp>
        <p:nvSpPr>
          <p:cNvPr id="3" name="Rectangle 2">
            <a:extLst>
              <a:ext uri="{FF2B5EF4-FFF2-40B4-BE49-F238E27FC236}">
                <a16:creationId xmlns:a16="http://schemas.microsoft.com/office/drawing/2014/main" id="{3E227706-DC49-413F-DD76-960613F060B0}"/>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4488" lvl="1" indent="-177800">
              <a:spcBef>
                <a:spcPts val="300"/>
              </a:spcBef>
              <a:buFont typeface="+mj-lt"/>
              <a:buAutoNum type="alphaLcPeriod"/>
            </a:pPr>
            <a:r>
              <a:rPr lang="en-US" sz="900">
                <a:solidFill>
                  <a:schemeClr val="bg1"/>
                </a:solidFill>
              </a:rPr>
              <a:t>Accent colors may be difficult to read for those with color blindness. To accommodate these needs, pattern fills may be used as shown on sample slides.</a:t>
            </a:r>
          </a:p>
          <a:p>
            <a:pPr marL="344488" lvl="1" indent="-177800">
              <a:spcBef>
                <a:spcPts val="300"/>
              </a:spcBef>
              <a:buFont typeface="+mj-lt"/>
              <a:buAutoNum type="alphaLcPeriod"/>
            </a:pPr>
            <a:r>
              <a:rPr lang="en-US" sz="900">
                <a:solidFill>
                  <a:schemeClr val="bg1"/>
                </a:solidFill>
              </a:rPr>
              <a:t>From the Format Pane, select “Pattern fill” and select a pattern from the options</a:t>
            </a:r>
          </a:p>
          <a:p>
            <a:pPr marL="344488" lvl="1" indent="-177800">
              <a:spcBef>
                <a:spcPts val="300"/>
              </a:spcBef>
              <a:buFont typeface="+mj-lt"/>
              <a:buAutoNum type="alphaLcPeriod"/>
            </a:pPr>
            <a:r>
              <a:rPr lang="en-US" sz="900">
                <a:solidFill>
                  <a:schemeClr val="bg1"/>
                </a:solidFill>
              </a:rPr>
              <a:t>Use a theme row accent color for the “background” and a coordinating shade from the custom color rows as the “foreground.”</a:t>
            </a:r>
          </a:p>
        </p:txBody>
      </p:sp>
    </p:spTree>
    <p:extLst>
      <p:ext uri="{BB962C8B-B14F-4D97-AF65-F5344CB8AC3E}">
        <p14:creationId xmlns:p14="http://schemas.microsoft.com/office/powerpoint/2010/main" val="28019496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917EFA-ECC1-1D15-B827-A76331C10867}"/>
              </a:ext>
            </a:extLst>
          </p:cNvPr>
          <p:cNvSpPr>
            <a:spLocks noGrp="1"/>
          </p:cNvSpPr>
          <p:nvPr>
            <p:ph type="title"/>
          </p:nvPr>
        </p:nvSpPr>
        <p:spPr/>
        <p:txBody>
          <a:bodyPr/>
          <a:lstStyle/>
          <a:p>
            <a:r>
              <a:rPr lang="en-US"/>
              <a:t>Comparison</a:t>
            </a:r>
            <a:r>
              <a:rPr lang="en-US">
                <a:solidFill>
                  <a:schemeClr val="accent1"/>
                </a:solidFill>
              </a:rPr>
              <a:t> doughnut chart </a:t>
            </a:r>
            <a:r>
              <a:rPr lang="en-US"/>
              <a:t>slide</a:t>
            </a:r>
            <a:br>
              <a:rPr lang="en-US"/>
            </a:br>
            <a:endParaRPr lang="en-US"/>
          </a:p>
        </p:txBody>
      </p:sp>
      <p:graphicFrame>
        <p:nvGraphicFramePr>
          <p:cNvPr id="22" name="Chart 21">
            <a:extLst>
              <a:ext uri="{FF2B5EF4-FFF2-40B4-BE49-F238E27FC236}">
                <a16:creationId xmlns:a16="http://schemas.microsoft.com/office/drawing/2014/main" id="{F9C3F357-4938-48CD-DA0F-2DBFFC5F45A4}"/>
              </a:ext>
            </a:extLst>
          </p:cNvPr>
          <p:cNvGraphicFramePr/>
          <p:nvPr>
            <p:extLst>
              <p:ext uri="{D42A27DB-BD31-4B8C-83A1-F6EECF244321}">
                <p14:modId xmlns:p14="http://schemas.microsoft.com/office/powerpoint/2010/main" val="2085218965"/>
              </p:ext>
            </p:extLst>
          </p:nvPr>
        </p:nvGraphicFramePr>
        <p:xfrm>
          <a:off x="115449" y="1562102"/>
          <a:ext cx="2794710" cy="2542398"/>
        </p:xfrm>
        <a:graphic>
          <a:graphicData uri="http://schemas.openxmlformats.org/drawingml/2006/chart">
            <c:chart xmlns:c="http://schemas.openxmlformats.org/drawingml/2006/chart" xmlns:r="http://schemas.openxmlformats.org/officeDocument/2006/relationships" r:id="rId2"/>
          </a:graphicData>
        </a:graphic>
      </p:graphicFrame>
      <p:sp>
        <p:nvSpPr>
          <p:cNvPr id="18" name="object 3">
            <a:extLst>
              <a:ext uri="{FF2B5EF4-FFF2-40B4-BE49-F238E27FC236}">
                <a16:creationId xmlns:a16="http://schemas.microsoft.com/office/drawing/2014/main" id="{3D4B7A9D-2B04-07B8-D678-4AFB0DC0CD75}"/>
              </a:ext>
            </a:extLst>
          </p:cNvPr>
          <p:cNvSpPr txBox="1"/>
          <p:nvPr/>
        </p:nvSpPr>
        <p:spPr>
          <a:xfrm>
            <a:off x="587452" y="4114800"/>
            <a:ext cx="2439690" cy="2171700"/>
          </a:xfrm>
          <a:prstGeom prst="rect">
            <a:avLst/>
          </a:prstGeom>
        </p:spPr>
        <p:txBody>
          <a:bodyPr vert="horz" wrap="square" lIns="0" tIns="9625" rIns="0" bIns="0" rtlCol="0">
            <a:noAutofit/>
          </a:bodyPr>
          <a:lstStyle/>
          <a:p>
            <a:pPr marL="7700">
              <a:lnSpc>
                <a:spcPct val="110000"/>
              </a:lnSpc>
              <a:spcAft>
                <a:spcPts val="1000"/>
              </a:spcAft>
            </a:pPr>
            <a:r>
              <a:rPr lang="en-US" sz="1400" b="1">
                <a:cs typeface="+mn-cs"/>
              </a:rPr>
              <a:t>Subheadline</a:t>
            </a:r>
            <a:endParaRPr lang="en-US" sz="1400">
              <a:cs typeface="+mn-cs"/>
            </a:endParaRPr>
          </a:p>
          <a:p>
            <a:pPr marL="7700" marR="211750">
              <a:lnSpc>
                <a:spcPct val="110000"/>
              </a:lnSpc>
              <a:spcAft>
                <a:spcPts val="1000"/>
              </a:spcAft>
            </a:pPr>
            <a:r>
              <a:rPr lang="en-US" sz="1400" err="1">
                <a:cs typeface="+mn-cs"/>
              </a:rPr>
              <a:t>Beremod</a:t>
            </a:r>
            <a:r>
              <a:rPr sz="1400">
                <a:cs typeface="+mn-cs"/>
              </a:rPr>
              <a:t> </a:t>
            </a:r>
            <a:r>
              <a:rPr lang="en-US" sz="1400" err="1">
                <a:cs typeface="+mn-cs"/>
              </a:rPr>
              <a:t>maximusaesto</a:t>
            </a:r>
            <a:r>
              <a:rPr sz="1400">
                <a:cs typeface="+mn-cs"/>
              </a:rPr>
              <a:t> </a:t>
            </a:r>
            <a:r>
              <a:rPr lang="en-US" sz="1400" err="1">
                <a:cs typeface="+mn-cs"/>
              </a:rPr>
              <a:t>dunt</a:t>
            </a:r>
            <a:r>
              <a:rPr sz="1400">
                <a:cs typeface="+mn-cs"/>
              </a:rPr>
              <a:t> </a:t>
            </a:r>
            <a:r>
              <a:rPr lang="en-US" sz="1400" err="1">
                <a:cs typeface="+mn-cs"/>
              </a:rPr>
              <a:t>labo</a:t>
            </a:r>
            <a:r>
              <a:rPr sz="1400">
                <a:cs typeface="+mn-cs"/>
              </a:rPr>
              <a:t>.  Et </a:t>
            </a:r>
            <a:r>
              <a:rPr lang="en-US" sz="1400" err="1">
                <a:cs typeface="+mn-cs"/>
              </a:rPr>
              <a:t>laborum</a:t>
            </a:r>
            <a:r>
              <a:rPr sz="1400">
                <a:cs typeface="+mn-cs"/>
              </a:rPr>
              <a:t> que </a:t>
            </a:r>
            <a:r>
              <a:rPr lang="en-US" sz="1400" err="1">
                <a:cs typeface="+mn-cs"/>
              </a:rPr>
              <a:t>parit</a:t>
            </a:r>
            <a:r>
              <a:rPr sz="1400">
                <a:cs typeface="+mn-cs"/>
              </a:rPr>
              <a:t> </a:t>
            </a:r>
            <a:r>
              <a:rPr lang="en-US" sz="1400" err="1">
                <a:cs typeface="+mn-cs"/>
              </a:rPr>
              <a:t>invere</a:t>
            </a:r>
            <a:r>
              <a:rPr sz="1400">
                <a:cs typeface="+mn-cs"/>
              </a:rPr>
              <a:t> </a:t>
            </a:r>
            <a:r>
              <a:rPr lang="en-US" sz="1400" err="1">
                <a:cs typeface="+mn-cs"/>
              </a:rPr>
              <a:t>nullit</a:t>
            </a:r>
            <a:r>
              <a:rPr sz="1400">
                <a:cs typeface="+mn-cs"/>
              </a:rPr>
              <a:t> et,</a:t>
            </a:r>
            <a:r>
              <a:rPr lang="en-US" sz="1400">
                <a:cs typeface="+mn-cs"/>
              </a:rPr>
              <a:t> </a:t>
            </a:r>
            <a:r>
              <a:rPr lang="en-US" sz="1400" err="1">
                <a:cs typeface="+mn-cs"/>
              </a:rPr>
              <a:t>simporiatium</a:t>
            </a:r>
            <a:r>
              <a:rPr sz="1400">
                <a:cs typeface="+mn-cs"/>
              </a:rPr>
              <a:t> et </a:t>
            </a:r>
            <a:r>
              <a:rPr lang="en-US" sz="1400" err="1">
                <a:cs typeface="+mn-cs"/>
              </a:rPr>
              <a:t>exceatibus</a:t>
            </a:r>
            <a:r>
              <a:rPr sz="1400">
                <a:cs typeface="+mn-cs"/>
              </a:rPr>
              <a:t> sim </a:t>
            </a:r>
            <a:r>
              <a:rPr lang="en-US" sz="1400" err="1">
                <a:cs typeface="+mn-cs"/>
              </a:rPr>
              <a:t>laborro</a:t>
            </a:r>
            <a:r>
              <a:rPr sz="1400">
                <a:cs typeface="+mn-cs"/>
              </a:rPr>
              <a:t>.</a:t>
            </a:r>
          </a:p>
        </p:txBody>
      </p:sp>
      <p:graphicFrame>
        <p:nvGraphicFramePr>
          <p:cNvPr id="23" name="Chart 22">
            <a:extLst>
              <a:ext uri="{FF2B5EF4-FFF2-40B4-BE49-F238E27FC236}">
                <a16:creationId xmlns:a16="http://schemas.microsoft.com/office/drawing/2014/main" id="{66F63CC4-3673-95F2-17C8-A08103E91FD2}"/>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2443666375"/>
              </p:ext>
            </p:extLst>
          </p:nvPr>
        </p:nvGraphicFramePr>
        <p:xfrm>
          <a:off x="2931813" y="1549102"/>
          <a:ext cx="2823290" cy="2568398"/>
        </p:xfrm>
        <a:graphic>
          <a:graphicData uri="http://schemas.openxmlformats.org/drawingml/2006/chart">
            <c:chart xmlns:c="http://schemas.openxmlformats.org/drawingml/2006/chart" xmlns:r="http://schemas.openxmlformats.org/officeDocument/2006/relationships" r:id="rId3"/>
          </a:graphicData>
        </a:graphic>
      </p:graphicFrame>
      <p:sp>
        <p:nvSpPr>
          <p:cNvPr id="20" name="object 5">
            <a:extLst>
              <a:ext uri="{FF2B5EF4-FFF2-40B4-BE49-F238E27FC236}">
                <a16:creationId xmlns:a16="http://schemas.microsoft.com/office/drawing/2014/main" id="{ED2547BE-4D9F-C4B3-59C7-7D471D96E2C8}"/>
              </a:ext>
            </a:extLst>
          </p:cNvPr>
          <p:cNvSpPr txBox="1"/>
          <p:nvPr/>
        </p:nvSpPr>
        <p:spPr>
          <a:xfrm>
            <a:off x="3399774" y="4114800"/>
            <a:ext cx="2439690" cy="2171700"/>
          </a:xfrm>
          <a:prstGeom prst="rect">
            <a:avLst/>
          </a:prstGeom>
        </p:spPr>
        <p:txBody>
          <a:bodyPr vert="horz" wrap="square" lIns="0" tIns="9625" rIns="0" bIns="0" rtlCol="0">
            <a:noAutofit/>
          </a:bodyPr>
          <a:lstStyle/>
          <a:p>
            <a:pPr marL="7700">
              <a:lnSpc>
                <a:spcPct val="110000"/>
              </a:lnSpc>
              <a:spcAft>
                <a:spcPts val="1000"/>
              </a:spcAft>
            </a:pPr>
            <a:r>
              <a:rPr lang="en-US" sz="1400" b="1">
                <a:cs typeface="+mn-cs"/>
              </a:rPr>
              <a:t>Subheadline</a:t>
            </a:r>
            <a:endParaRPr lang="en-US" sz="1400">
              <a:cs typeface="+mn-cs"/>
            </a:endParaRPr>
          </a:p>
          <a:p>
            <a:pPr marL="7700" marR="211750">
              <a:lnSpc>
                <a:spcPct val="110000"/>
              </a:lnSpc>
              <a:spcAft>
                <a:spcPts val="1000"/>
              </a:spcAft>
            </a:pPr>
            <a:r>
              <a:rPr sz="1400" err="1">
                <a:cs typeface="+mn-cs"/>
              </a:rPr>
              <a:t>Beremod</a:t>
            </a:r>
            <a:r>
              <a:rPr sz="1400">
                <a:cs typeface="+mn-cs"/>
              </a:rPr>
              <a:t> </a:t>
            </a:r>
            <a:r>
              <a:rPr sz="1400" err="1">
                <a:cs typeface="+mn-cs"/>
              </a:rPr>
              <a:t>maximusaesto</a:t>
            </a:r>
            <a:r>
              <a:rPr sz="1400">
                <a:cs typeface="+mn-cs"/>
              </a:rPr>
              <a:t> </a:t>
            </a:r>
            <a:r>
              <a:rPr sz="1400" err="1">
                <a:cs typeface="+mn-cs"/>
              </a:rPr>
              <a:t>dunt</a:t>
            </a:r>
            <a:r>
              <a:rPr sz="1400">
                <a:cs typeface="+mn-cs"/>
              </a:rPr>
              <a:t> </a:t>
            </a:r>
            <a:r>
              <a:rPr sz="1400" err="1">
                <a:cs typeface="+mn-cs"/>
              </a:rPr>
              <a:t>labo</a:t>
            </a:r>
            <a:r>
              <a:rPr sz="1400">
                <a:cs typeface="+mn-cs"/>
              </a:rPr>
              <a:t>.  Et </a:t>
            </a:r>
            <a:r>
              <a:rPr sz="1400" err="1">
                <a:cs typeface="+mn-cs"/>
              </a:rPr>
              <a:t>laborum</a:t>
            </a:r>
            <a:r>
              <a:rPr sz="1400">
                <a:cs typeface="+mn-cs"/>
              </a:rPr>
              <a:t> que </a:t>
            </a:r>
            <a:r>
              <a:rPr sz="1400" err="1">
                <a:cs typeface="+mn-cs"/>
              </a:rPr>
              <a:t>parit</a:t>
            </a:r>
            <a:r>
              <a:rPr sz="1400">
                <a:cs typeface="+mn-cs"/>
              </a:rPr>
              <a:t> </a:t>
            </a:r>
            <a:r>
              <a:rPr sz="1400" err="1">
                <a:cs typeface="+mn-cs"/>
              </a:rPr>
              <a:t>invere</a:t>
            </a:r>
            <a:r>
              <a:rPr sz="1400">
                <a:cs typeface="+mn-cs"/>
              </a:rPr>
              <a:t> </a:t>
            </a:r>
            <a:r>
              <a:rPr sz="1400" err="1">
                <a:cs typeface="+mn-cs"/>
              </a:rPr>
              <a:t>nullit</a:t>
            </a:r>
            <a:r>
              <a:rPr sz="1400">
                <a:cs typeface="+mn-cs"/>
              </a:rPr>
              <a:t> et,</a:t>
            </a:r>
            <a:r>
              <a:rPr lang="en-US" sz="1400">
                <a:cs typeface="+mn-cs"/>
              </a:rPr>
              <a:t> </a:t>
            </a:r>
            <a:r>
              <a:rPr sz="1400" err="1">
                <a:cs typeface="+mn-cs"/>
              </a:rPr>
              <a:t>simporiatium</a:t>
            </a:r>
            <a:r>
              <a:rPr sz="1400">
                <a:cs typeface="+mn-cs"/>
              </a:rPr>
              <a:t> et </a:t>
            </a:r>
            <a:r>
              <a:rPr sz="1400" err="1">
                <a:cs typeface="+mn-cs"/>
              </a:rPr>
              <a:t>exceatibus</a:t>
            </a:r>
            <a:r>
              <a:rPr sz="1400">
                <a:cs typeface="+mn-cs"/>
              </a:rPr>
              <a:t> sim </a:t>
            </a:r>
            <a:r>
              <a:rPr sz="1400" err="1">
                <a:cs typeface="+mn-cs"/>
              </a:rPr>
              <a:t>laborro</a:t>
            </a:r>
            <a:r>
              <a:rPr sz="1400">
                <a:cs typeface="+mn-cs"/>
              </a:rPr>
              <a:t>.</a:t>
            </a:r>
          </a:p>
        </p:txBody>
      </p:sp>
      <p:graphicFrame>
        <p:nvGraphicFramePr>
          <p:cNvPr id="24" name="Chart 23">
            <a:extLst>
              <a:ext uri="{FF2B5EF4-FFF2-40B4-BE49-F238E27FC236}">
                <a16:creationId xmlns:a16="http://schemas.microsoft.com/office/drawing/2014/main" id="{43D9AFB0-2A0A-44DA-17D0-58A14C7A0ED9}"/>
              </a:ext>
            </a:extLst>
          </p:cNvPr>
          <p:cNvGraphicFramePr/>
          <p:nvPr>
            <p:extLst>
              <p:ext uri="{D42A27DB-BD31-4B8C-83A1-F6EECF244321}">
                <p14:modId xmlns:p14="http://schemas.microsoft.com/office/powerpoint/2010/main" val="4063949660"/>
              </p:ext>
            </p:extLst>
          </p:nvPr>
        </p:nvGraphicFramePr>
        <p:xfrm>
          <a:off x="5776757" y="1562102"/>
          <a:ext cx="2794710" cy="2542398"/>
        </p:xfrm>
        <a:graphic>
          <a:graphicData uri="http://schemas.openxmlformats.org/drawingml/2006/chart">
            <c:chart xmlns:c="http://schemas.openxmlformats.org/drawingml/2006/chart" xmlns:r="http://schemas.openxmlformats.org/officeDocument/2006/relationships" r:id="rId4"/>
          </a:graphicData>
        </a:graphic>
      </p:graphicFrame>
      <p:sp>
        <p:nvSpPr>
          <p:cNvPr id="19" name="object 4">
            <a:extLst>
              <a:ext uri="{FF2B5EF4-FFF2-40B4-BE49-F238E27FC236}">
                <a16:creationId xmlns:a16="http://schemas.microsoft.com/office/drawing/2014/main" id="{3DC9C663-C7DC-A21D-A7A6-D1A32C2E5698}"/>
              </a:ext>
            </a:extLst>
          </p:cNvPr>
          <p:cNvSpPr txBox="1"/>
          <p:nvPr/>
        </p:nvSpPr>
        <p:spPr>
          <a:xfrm>
            <a:off x="6226385" y="4114800"/>
            <a:ext cx="2439690" cy="2171700"/>
          </a:xfrm>
          <a:prstGeom prst="rect">
            <a:avLst/>
          </a:prstGeom>
        </p:spPr>
        <p:txBody>
          <a:bodyPr vert="horz" wrap="square" lIns="0" tIns="9625" rIns="0" bIns="0" rtlCol="0">
            <a:noAutofit/>
          </a:bodyPr>
          <a:lstStyle/>
          <a:p>
            <a:pPr marL="7700">
              <a:lnSpc>
                <a:spcPct val="110000"/>
              </a:lnSpc>
              <a:spcAft>
                <a:spcPts val="1000"/>
              </a:spcAft>
            </a:pPr>
            <a:r>
              <a:rPr lang="en-US" sz="1400" b="1">
                <a:cs typeface="+mn-cs"/>
              </a:rPr>
              <a:t>Subheadline</a:t>
            </a:r>
            <a:endParaRPr lang="en-US" sz="1400">
              <a:cs typeface="+mn-cs"/>
            </a:endParaRPr>
          </a:p>
          <a:p>
            <a:pPr marL="7700" marR="211750">
              <a:lnSpc>
                <a:spcPct val="110000"/>
              </a:lnSpc>
              <a:spcAft>
                <a:spcPts val="1000"/>
              </a:spcAft>
            </a:pPr>
            <a:r>
              <a:rPr sz="1400" err="1">
                <a:cs typeface="+mn-cs"/>
              </a:rPr>
              <a:t>Beremod</a:t>
            </a:r>
            <a:r>
              <a:rPr sz="1400">
                <a:cs typeface="+mn-cs"/>
              </a:rPr>
              <a:t> </a:t>
            </a:r>
            <a:r>
              <a:rPr sz="1400" err="1">
                <a:cs typeface="+mn-cs"/>
              </a:rPr>
              <a:t>maximusaesto</a:t>
            </a:r>
            <a:r>
              <a:rPr sz="1400">
                <a:cs typeface="+mn-cs"/>
              </a:rPr>
              <a:t> </a:t>
            </a:r>
            <a:r>
              <a:rPr sz="1400" err="1">
                <a:cs typeface="+mn-cs"/>
              </a:rPr>
              <a:t>dunt</a:t>
            </a:r>
            <a:r>
              <a:rPr sz="1400">
                <a:cs typeface="+mn-cs"/>
              </a:rPr>
              <a:t> </a:t>
            </a:r>
            <a:r>
              <a:rPr sz="1400" err="1">
                <a:cs typeface="+mn-cs"/>
              </a:rPr>
              <a:t>labo</a:t>
            </a:r>
            <a:r>
              <a:rPr sz="1400">
                <a:cs typeface="+mn-cs"/>
              </a:rPr>
              <a:t>.  Et </a:t>
            </a:r>
            <a:r>
              <a:rPr sz="1400" err="1">
                <a:cs typeface="+mn-cs"/>
              </a:rPr>
              <a:t>laborum</a:t>
            </a:r>
            <a:r>
              <a:rPr sz="1400">
                <a:cs typeface="+mn-cs"/>
              </a:rPr>
              <a:t> que </a:t>
            </a:r>
            <a:r>
              <a:rPr sz="1400" err="1">
                <a:cs typeface="+mn-cs"/>
              </a:rPr>
              <a:t>parit</a:t>
            </a:r>
            <a:r>
              <a:rPr sz="1400">
                <a:cs typeface="+mn-cs"/>
              </a:rPr>
              <a:t> </a:t>
            </a:r>
            <a:r>
              <a:rPr sz="1400" err="1">
                <a:cs typeface="+mn-cs"/>
              </a:rPr>
              <a:t>invere</a:t>
            </a:r>
            <a:r>
              <a:rPr sz="1400">
                <a:cs typeface="+mn-cs"/>
              </a:rPr>
              <a:t> </a:t>
            </a:r>
            <a:r>
              <a:rPr sz="1400" err="1">
                <a:cs typeface="+mn-cs"/>
              </a:rPr>
              <a:t>nullit</a:t>
            </a:r>
            <a:r>
              <a:rPr sz="1400">
                <a:cs typeface="+mn-cs"/>
              </a:rPr>
              <a:t> et,</a:t>
            </a:r>
            <a:r>
              <a:rPr lang="en-US" sz="1400">
                <a:cs typeface="+mn-cs"/>
              </a:rPr>
              <a:t> </a:t>
            </a:r>
            <a:r>
              <a:rPr sz="1400" err="1">
                <a:cs typeface="+mn-cs"/>
              </a:rPr>
              <a:t>simporiatium</a:t>
            </a:r>
            <a:r>
              <a:rPr sz="1400">
                <a:cs typeface="+mn-cs"/>
              </a:rPr>
              <a:t> et </a:t>
            </a:r>
            <a:r>
              <a:rPr sz="1400" err="1">
                <a:cs typeface="+mn-cs"/>
              </a:rPr>
              <a:t>exceatibus</a:t>
            </a:r>
            <a:r>
              <a:rPr sz="1400">
                <a:cs typeface="+mn-cs"/>
              </a:rPr>
              <a:t> sim </a:t>
            </a:r>
            <a:r>
              <a:rPr sz="1400" err="1">
                <a:cs typeface="+mn-cs"/>
              </a:rPr>
              <a:t>laborro</a:t>
            </a:r>
            <a:r>
              <a:rPr sz="1400">
                <a:cs typeface="+mn-cs"/>
              </a:rPr>
              <a:t>.</a:t>
            </a:r>
          </a:p>
        </p:txBody>
      </p:sp>
      <p:graphicFrame>
        <p:nvGraphicFramePr>
          <p:cNvPr id="25" name="Chart 24">
            <a:extLst>
              <a:ext uri="{FF2B5EF4-FFF2-40B4-BE49-F238E27FC236}">
                <a16:creationId xmlns:a16="http://schemas.microsoft.com/office/drawing/2014/main" id="{4C146A03-B2A7-15A4-91B4-9CADA6DE0DE9}"/>
              </a:ext>
            </a:extLst>
          </p:cNvPr>
          <p:cNvGraphicFramePr/>
          <p:nvPr>
            <p:extLst>
              <p:ext uri="{D42A27DB-BD31-4B8C-83A1-F6EECF244321}">
                <p14:modId xmlns:p14="http://schemas.microsoft.com/office/powerpoint/2010/main" val="32760079"/>
              </p:ext>
            </p:extLst>
          </p:nvPr>
        </p:nvGraphicFramePr>
        <p:xfrm>
          <a:off x="8593122" y="1562102"/>
          <a:ext cx="2794710" cy="2542398"/>
        </p:xfrm>
        <a:graphic>
          <a:graphicData uri="http://schemas.openxmlformats.org/drawingml/2006/chart">
            <c:chart xmlns:c="http://schemas.openxmlformats.org/drawingml/2006/chart" xmlns:r="http://schemas.openxmlformats.org/officeDocument/2006/relationships" r:id="rId5"/>
          </a:graphicData>
        </a:graphic>
      </p:graphicFrame>
      <p:sp>
        <p:nvSpPr>
          <p:cNvPr id="21" name="object 6">
            <a:extLst>
              <a:ext uri="{FF2B5EF4-FFF2-40B4-BE49-F238E27FC236}">
                <a16:creationId xmlns:a16="http://schemas.microsoft.com/office/drawing/2014/main" id="{CD1F59CB-4581-9133-FE48-C6B870E025BB}"/>
              </a:ext>
            </a:extLst>
          </p:cNvPr>
          <p:cNvSpPr txBox="1"/>
          <p:nvPr/>
        </p:nvSpPr>
        <p:spPr>
          <a:xfrm>
            <a:off x="9038706" y="4114800"/>
            <a:ext cx="2439690" cy="2171700"/>
          </a:xfrm>
          <a:prstGeom prst="rect">
            <a:avLst/>
          </a:prstGeom>
        </p:spPr>
        <p:txBody>
          <a:bodyPr vert="horz" wrap="square" lIns="0" tIns="9625" rIns="0" bIns="0" rtlCol="0">
            <a:noAutofit/>
          </a:bodyPr>
          <a:lstStyle/>
          <a:p>
            <a:pPr marL="7700">
              <a:lnSpc>
                <a:spcPct val="110000"/>
              </a:lnSpc>
              <a:spcAft>
                <a:spcPts val="1000"/>
              </a:spcAft>
            </a:pPr>
            <a:r>
              <a:rPr lang="en-US" sz="1400" b="1">
                <a:cs typeface="+mn-cs"/>
              </a:rPr>
              <a:t>Subheadline</a:t>
            </a:r>
            <a:endParaRPr lang="en-US" sz="1400">
              <a:cs typeface="+mn-cs"/>
            </a:endParaRPr>
          </a:p>
          <a:p>
            <a:pPr marL="7700" marR="211750">
              <a:lnSpc>
                <a:spcPct val="110000"/>
              </a:lnSpc>
              <a:spcAft>
                <a:spcPts val="1000"/>
              </a:spcAft>
            </a:pPr>
            <a:r>
              <a:rPr sz="1400" err="1">
                <a:cs typeface="+mn-cs"/>
              </a:rPr>
              <a:t>Beremod</a:t>
            </a:r>
            <a:r>
              <a:rPr sz="1400">
                <a:cs typeface="+mn-cs"/>
              </a:rPr>
              <a:t> </a:t>
            </a:r>
            <a:r>
              <a:rPr sz="1400" err="1">
                <a:cs typeface="+mn-cs"/>
              </a:rPr>
              <a:t>maximusaesto</a:t>
            </a:r>
            <a:r>
              <a:rPr sz="1400">
                <a:cs typeface="+mn-cs"/>
              </a:rPr>
              <a:t> </a:t>
            </a:r>
            <a:r>
              <a:rPr sz="1400" err="1">
                <a:cs typeface="+mn-cs"/>
              </a:rPr>
              <a:t>dunt</a:t>
            </a:r>
            <a:r>
              <a:rPr sz="1400">
                <a:cs typeface="+mn-cs"/>
              </a:rPr>
              <a:t> </a:t>
            </a:r>
            <a:r>
              <a:rPr sz="1400" err="1">
                <a:cs typeface="+mn-cs"/>
              </a:rPr>
              <a:t>labo</a:t>
            </a:r>
            <a:r>
              <a:rPr sz="1400">
                <a:cs typeface="+mn-cs"/>
              </a:rPr>
              <a:t>.  Et </a:t>
            </a:r>
            <a:r>
              <a:rPr sz="1400" err="1">
                <a:cs typeface="+mn-cs"/>
              </a:rPr>
              <a:t>laborum</a:t>
            </a:r>
            <a:r>
              <a:rPr sz="1400">
                <a:cs typeface="+mn-cs"/>
              </a:rPr>
              <a:t> que </a:t>
            </a:r>
            <a:r>
              <a:rPr sz="1400" err="1">
                <a:cs typeface="+mn-cs"/>
              </a:rPr>
              <a:t>parit</a:t>
            </a:r>
            <a:r>
              <a:rPr sz="1400">
                <a:cs typeface="+mn-cs"/>
              </a:rPr>
              <a:t> </a:t>
            </a:r>
            <a:r>
              <a:rPr sz="1400" err="1">
                <a:cs typeface="+mn-cs"/>
              </a:rPr>
              <a:t>invere</a:t>
            </a:r>
            <a:r>
              <a:rPr sz="1400">
                <a:cs typeface="+mn-cs"/>
              </a:rPr>
              <a:t> </a:t>
            </a:r>
            <a:r>
              <a:rPr sz="1400" err="1">
                <a:cs typeface="+mn-cs"/>
              </a:rPr>
              <a:t>nullit</a:t>
            </a:r>
            <a:r>
              <a:rPr sz="1400">
                <a:cs typeface="+mn-cs"/>
              </a:rPr>
              <a:t> et,</a:t>
            </a:r>
            <a:r>
              <a:rPr lang="en-US" sz="1400">
                <a:cs typeface="+mn-cs"/>
              </a:rPr>
              <a:t> </a:t>
            </a:r>
            <a:r>
              <a:rPr lang="en-US" sz="1400" err="1">
                <a:cs typeface="+mn-cs"/>
              </a:rPr>
              <a:t>s</a:t>
            </a:r>
            <a:r>
              <a:rPr sz="1400" err="1">
                <a:cs typeface="+mn-cs"/>
              </a:rPr>
              <a:t>imporiatium</a:t>
            </a:r>
            <a:r>
              <a:rPr sz="1400">
                <a:cs typeface="+mn-cs"/>
              </a:rPr>
              <a:t> et </a:t>
            </a:r>
            <a:r>
              <a:rPr sz="1400" err="1">
                <a:cs typeface="+mn-cs"/>
              </a:rPr>
              <a:t>exceatibus</a:t>
            </a:r>
            <a:r>
              <a:rPr sz="1400">
                <a:cs typeface="+mn-cs"/>
              </a:rPr>
              <a:t> sim </a:t>
            </a:r>
            <a:r>
              <a:rPr sz="1400" err="1">
                <a:cs typeface="+mn-cs"/>
              </a:rPr>
              <a:t>laborro</a:t>
            </a:r>
            <a:r>
              <a:rPr sz="1400">
                <a:cs typeface="+mn-cs"/>
              </a:rPr>
              <a:t>.</a:t>
            </a:r>
          </a:p>
        </p:txBody>
      </p:sp>
      <p:sp>
        <p:nvSpPr>
          <p:cNvPr id="2" name="Date Placeholder 1">
            <a:extLst>
              <a:ext uri="{FF2B5EF4-FFF2-40B4-BE49-F238E27FC236}">
                <a16:creationId xmlns:a16="http://schemas.microsoft.com/office/drawing/2014/main" id="{E218C73F-58E9-DF81-2AAA-5EFE0E1E6429}"/>
              </a:ext>
              <a:ext uri="{C183D7F6-B498-43B3-948B-1728B52AA6E4}">
                <adec:decorative xmlns:adec="http://schemas.microsoft.com/office/drawing/2017/decorative" val="1"/>
              </a:ext>
            </a:extLst>
          </p:cNvPr>
          <p:cNvSpPr>
            <a:spLocks noGrp="1"/>
          </p:cNvSpPr>
          <p:nvPr>
            <p:ph type="dt" sz="half" idx="10"/>
          </p:nvPr>
        </p:nvSpPr>
        <p:spPr/>
        <p:txBody>
          <a:bodyPr/>
          <a:lstStyle/>
          <a:p>
            <a:fld id="{742D899B-15E6-43D7-A81C-F5B3ABA4A1E6}" type="datetimeyyyy">
              <a:rPr lang="en-US" smtClean="0"/>
              <a:t>2025</a:t>
            </a:fld>
            <a:endParaRPr lang="en-US"/>
          </a:p>
        </p:txBody>
      </p:sp>
      <p:sp>
        <p:nvSpPr>
          <p:cNvPr id="3" name="Footer Placeholder 2">
            <a:extLst>
              <a:ext uri="{FF2B5EF4-FFF2-40B4-BE49-F238E27FC236}">
                <a16:creationId xmlns:a16="http://schemas.microsoft.com/office/drawing/2014/main" id="{CF424C98-B1D5-FFF2-D84B-34DD05B3122E}"/>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3418D52A-2A53-1AB4-1BD8-339C91865F8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118</a:t>
            </a:fld>
            <a:endParaRPr lang="en-US"/>
          </a:p>
        </p:txBody>
      </p:sp>
      <p:sp>
        <p:nvSpPr>
          <p:cNvPr id="6" name="Rectangle 5">
            <a:extLst>
              <a:ext uri="{FF2B5EF4-FFF2-40B4-BE49-F238E27FC236}">
                <a16:creationId xmlns:a16="http://schemas.microsoft.com/office/drawing/2014/main" id="{6C4C63DD-7DC1-F3DC-A1C2-E194253E1C3D}"/>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4488" lvl="1" indent="-177800">
              <a:spcBef>
                <a:spcPts val="300"/>
              </a:spcBef>
              <a:buFont typeface="+mj-lt"/>
              <a:buAutoNum type="alphaLcPeriod"/>
            </a:pPr>
            <a:r>
              <a:rPr lang="en-US" sz="900">
                <a:solidFill>
                  <a:schemeClr val="bg1"/>
                </a:solidFill>
              </a:rPr>
              <a:t>Accent colors may be difficult to read for those with color blindness. To accommodate these needs, pattern fills may be used as shown on sample slides.</a:t>
            </a:r>
          </a:p>
          <a:p>
            <a:pPr marL="344488" lvl="1" indent="-177800">
              <a:spcBef>
                <a:spcPts val="300"/>
              </a:spcBef>
              <a:buFont typeface="+mj-lt"/>
              <a:buAutoNum type="alphaLcPeriod"/>
            </a:pPr>
            <a:r>
              <a:rPr lang="en-US" sz="900">
                <a:solidFill>
                  <a:schemeClr val="bg1"/>
                </a:solidFill>
              </a:rPr>
              <a:t>From the Format Pane, select “Pattern fill” and select a pattern from the options</a:t>
            </a:r>
          </a:p>
          <a:p>
            <a:pPr marL="344488" lvl="1" indent="-177800">
              <a:spcBef>
                <a:spcPts val="300"/>
              </a:spcBef>
              <a:buFont typeface="+mj-lt"/>
              <a:buAutoNum type="alphaLcPeriod"/>
            </a:pPr>
            <a:r>
              <a:rPr lang="en-US" sz="900">
                <a:solidFill>
                  <a:schemeClr val="bg1"/>
                </a:solidFill>
              </a:rPr>
              <a:t>Use a theme row accent color for the “background” and a coordinating shade from the custom color rows as the “foreground.”</a:t>
            </a:r>
          </a:p>
        </p:txBody>
      </p:sp>
    </p:spTree>
    <p:extLst>
      <p:ext uri="{BB962C8B-B14F-4D97-AF65-F5344CB8AC3E}">
        <p14:creationId xmlns:p14="http://schemas.microsoft.com/office/powerpoint/2010/main" val="85764249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7BA8-CD41-70C1-2880-8503CC73F0CD}"/>
              </a:ext>
            </a:extLst>
          </p:cNvPr>
          <p:cNvSpPr>
            <a:spLocks noGrp="1"/>
          </p:cNvSpPr>
          <p:nvPr>
            <p:ph type="title"/>
          </p:nvPr>
        </p:nvSpPr>
        <p:spPr/>
        <p:txBody>
          <a:bodyPr/>
          <a:lstStyle/>
          <a:p>
            <a:r>
              <a:rPr lang="en-US"/>
              <a:t>Line </a:t>
            </a:r>
            <a:r>
              <a:rPr lang="en-US">
                <a:solidFill>
                  <a:schemeClr val="accent1"/>
                </a:solidFill>
              </a:rPr>
              <a:t>graph</a:t>
            </a:r>
          </a:p>
        </p:txBody>
      </p:sp>
      <p:sp>
        <p:nvSpPr>
          <p:cNvPr id="6" name="Text Placeholder 5">
            <a:extLst>
              <a:ext uri="{FF2B5EF4-FFF2-40B4-BE49-F238E27FC236}">
                <a16:creationId xmlns:a16="http://schemas.microsoft.com/office/drawing/2014/main" id="{3EA30578-CFF1-DB36-8055-F292D9B9F812}"/>
              </a:ext>
            </a:extLst>
          </p:cNvPr>
          <p:cNvSpPr>
            <a:spLocks noGrp="1"/>
          </p:cNvSpPr>
          <p:nvPr>
            <p:ph type="body" sz="quarter" idx="13"/>
          </p:nvPr>
        </p:nvSpPr>
        <p:spPr/>
        <p:txBody>
          <a:bodyPr/>
          <a:lstStyle/>
          <a:p>
            <a:r>
              <a:rPr lang="en-US"/>
              <a:t>Subtitle </a:t>
            </a:r>
            <a:r>
              <a:rPr lang="pt-BR"/>
              <a:t>necupta ius consequ osseritem quis eium </a:t>
            </a:r>
            <a:br>
              <a:rPr lang="pt-BR"/>
            </a:br>
            <a:r>
              <a:rPr lang="pt-BR"/>
              <a:t>faceperibus re lab il idi ipsum.</a:t>
            </a:r>
          </a:p>
        </p:txBody>
      </p:sp>
      <p:sp>
        <p:nvSpPr>
          <p:cNvPr id="7" name="Text Placeholder 6">
            <a:extLst>
              <a:ext uri="{FF2B5EF4-FFF2-40B4-BE49-F238E27FC236}">
                <a16:creationId xmlns:a16="http://schemas.microsoft.com/office/drawing/2014/main" id="{F712DEBD-7B06-28A9-0884-93152494C190}"/>
              </a:ext>
            </a:extLst>
          </p:cNvPr>
          <p:cNvSpPr>
            <a:spLocks noGrp="1"/>
          </p:cNvSpPr>
          <p:nvPr>
            <p:ph type="body" sz="quarter" idx="14"/>
          </p:nvPr>
        </p:nvSpPr>
        <p:spPr/>
        <p:txBody>
          <a:bodyPr/>
          <a:lstStyle/>
          <a:p>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a:t>
            </a:r>
            <a:br>
              <a:rPr lang="en-US"/>
            </a:br>
            <a:r>
              <a:rPr lang="en-US"/>
              <a:t>et  </a:t>
            </a:r>
            <a:r>
              <a:rPr lang="en-US" err="1"/>
              <a:t>exceatibus</a:t>
            </a:r>
            <a:r>
              <a:rPr lang="en-US"/>
              <a:t> sim </a:t>
            </a:r>
            <a:r>
              <a:rPr lang="en-US" err="1"/>
              <a:t>laborro</a:t>
            </a:r>
            <a:r>
              <a:rPr lang="en-US"/>
              <a:t> to </a:t>
            </a:r>
            <a:r>
              <a:rPr lang="en-US" err="1"/>
              <a:t>doluptiat</a:t>
            </a:r>
            <a:r>
              <a:rPr lang="en-US"/>
              <a:t> </a:t>
            </a:r>
            <a:br>
              <a:rPr lang="en-US"/>
            </a:br>
            <a:r>
              <a:rPr lang="en-US"/>
              <a:t>lorem ipsum </a:t>
            </a:r>
            <a:r>
              <a:rPr lang="en-US" err="1"/>
              <a:t>dolores</a:t>
            </a:r>
            <a:r>
              <a:rPr lang="en-US"/>
              <a:t>  sit </a:t>
            </a:r>
            <a:r>
              <a:rPr lang="en-US" err="1"/>
              <a:t>amet</a:t>
            </a:r>
            <a:r>
              <a:rPr lang="en-US"/>
              <a:t> </a:t>
            </a:r>
            <a:r>
              <a:rPr lang="en-US" err="1"/>
              <a:t>adipiscing</a:t>
            </a:r>
            <a:r>
              <a:rPr lang="en-US"/>
              <a:t>.</a:t>
            </a:r>
          </a:p>
        </p:txBody>
      </p:sp>
      <p:graphicFrame>
        <p:nvGraphicFramePr>
          <p:cNvPr id="20" name="Content Placeholder 5">
            <a:extLst>
              <a:ext uri="{FF2B5EF4-FFF2-40B4-BE49-F238E27FC236}">
                <a16:creationId xmlns:a16="http://schemas.microsoft.com/office/drawing/2014/main" id="{7F912459-7486-253D-F941-B1D49BD5543E}"/>
              </a:ext>
            </a:extLst>
          </p:cNvPr>
          <p:cNvGraphicFramePr>
            <a:graphicFrameLocks noGrp="1"/>
          </p:cNvGraphicFramePr>
          <p:nvPr>
            <p:ph type="chart" sz="quarter" idx="18"/>
          </p:nvPr>
        </p:nvGraphicFramePr>
        <p:xfrm>
          <a:off x="6210300" y="571500"/>
          <a:ext cx="5410200" cy="5715000"/>
        </p:xfrm>
        <a:graphic>
          <a:graphicData uri="http://schemas.openxmlformats.org/drawingml/2006/chart">
            <c:chart xmlns:c="http://schemas.openxmlformats.org/drawingml/2006/chart" xmlns:r="http://schemas.openxmlformats.org/officeDocument/2006/relationships" r:id="rId2"/>
          </a:graphicData>
        </a:graphic>
      </p:graphicFrame>
      <p:sp>
        <p:nvSpPr>
          <p:cNvPr id="3" name="Footer Placeholder 2">
            <a:extLst>
              <a:ext uri="{FF2B5EF4-FFF2-40B4-BE49-F238E27FC236}">
                <a16:creationId xmlns:a16="http://schemas.microsoft.com/office/drawing/2014/main" id="{A15DD52A-BD09-63DC-F67D-B4B772DFE3F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24A2F698-A9CE-E69D-F653-9C439C6FC22D}"/>
              </a:ext>
              <a:ext uri="{C183D7F6-B498-43B3-948B-1728B52AA6E4}">
                <adec:decorative xmlns:adec="http://schemas.microsoft.com/office/drawing/2017/decorative" val="1"/>
              </a:ext>
            </a:extLst>
          </p:cNvPr>
          <p:cNvSpPr>
            <a:spLocks noGrp="1"/>
          </p:cNvSpPr>
          <p:nvPr>
            <p:ph type="dt" sz="half" idx="11"/>
          </p:nvPr>
        </p:nvSpPr>
        <p:spPr/>
        <p:txBody>
          <a:bodyPr/>
          <a:lstStyle/>
          <a:p>
            <a:fld id="{5894E321-47A3-40D1-BCB0-CFDA68BD340F}" type="datetimeyyyy">
              <a:rPr lang="en-US" smtClean="0"/>
              <a:t>2025</a:t>
            </a:fld>
            <a:endParaRPr lang="en-US"/>
          </a:p>
        </p:txBody>
      </p:sp>
      <p:sp>
        <p:nvSpPr>
          <p:cNvPr id="5" name="Slide Number Placeholder 4">
            <a:extLst>
              <a:ext uri="{FF2B5EF4-FFF2-40B4-BE49-F238E27FC236}">
                <a16:creationId xmlns:a16="http://schemas.microsoft.com/office/drawing/2014/main" id="{E66CE2FE-70BB-762F-64BC-DF1E8F36F2D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119</a:t>
            </a:fld>
            <a:endParaRPr lang="en-US"/>
          </a:p>
        </p:txBody>
      </p:sp>
      <p:sp>
        <p:nvSpPr>
          <p:cNvPr id="8" name="Rectangle 7">
            <a:extLst>
              <a:ext uri="{FF2B5EF4-FFF2-40B4-BE49-F238E27FC236}">
                <a16:creationId xmlns:a16="http://schemas.microsoft.com/office/drawing/2014/main" id="{DD8D6404-8D8F-12EE-B04E-7649597D4007}"/>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6075" lvl="1" indent="-173038">
              <a:spcBef>
                <a:spcPts val="300"/>
              </a:spcBef>
              <a:buFont typeface="+mj-lt"/>
              <a:buAutoNum type="arabicPeriod"/>
            </a:pPr>
            <a:r>
              <a:rPr lang="en-US" sz="900">
                <a:solidFill>
                  <a:schemeClr val="bg1"/>
                </a:solidFill>
              </a:rPr>
              <a:t>Accent colors may be difficult to read for those with color blindness. To accommodate these needs, pattern fills may be used as shown on sample slides. </a:t>
            </a:r>
            <a:br>
              <a:rPr lang="en-US" sz="900">
                <a:solidFill>
                  <a:schemeClr val="bg1"/>
                </a:solidFill>
              </a:rPr>
            </a:br>
            <a:r>
              <a:rPr lang="en-US" sz="900">
                <a:solidFill>
                  <a:schemeClr val="bg1"/>
                </a:solidFill>
              </a:rPr>
              <a:t>Use a theme row accent color for the “background” and a coordinating shade from the custom color rows as the “foreground.”</a:t>
            </a:r>
            <a:endParaRPr lang="en-US" sz="900" cap="all">
              <a:solidFill>
                <a:schemeClr val="bg1"/>
              </a:solidFill>
            </a:endParaRPr>
          </a:p>
        </p:txBody>
      </p:sp>
    </p:spTree>
    <p:extLst>
      <p:ext uri="{BB962C8B-B14F-4D97-AF65-F5344CB8AC3E}">
        <p14:creationId xmlns:p14="http://schemas.microsoft.com/office/powerpoint/2010/main" val="102067012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7BA8-CD41-70C1-2880-8503CC73F0CD}"/>
              </a:ext>
            </a:extLst>
          </p:cNvPr>
          <p:cNvSpPr>
            <a:spLocks noGrp="1"/>
          </p:cNvSpPr>
          <p:nvPr>
            <p:ph type="title"/>
          </p:nvPr>
        </p:nvSpPr>
        <p:spPr>
          <a:xfrm>
            <a:off x="571500" y="571500"/>
            <a:ext cx="11049000" cy="812457"/>
          </a:xfrm>
        </p:spPr>
        <p:txBody>
          <a:bodyPr/>
          <a:lstStyle/>
          <a:p>
            <a:r>
              <a:rPr lang="en-US"/>
              <a:t>Waterfall </a:t>
            </a:r>
            <a:r>
              <a:rPr lang="en-US">
                <a:solidFill>
                  <a:schemeClr val="accent1"/>
                </a:solidFill>
              </a:rPr>
              <a:t>chart</a:t>
            </a:r>
          </a:p>
        </p:txBody>
      </p:sp>
      <p:sp>
        <p:nvSpPr>
          <p:cNvPr id="24" name="Text Placeholder 23">
            <a:extLst>
              <a:ext uri="{FF2B5EF4-FFF2-40B4-BE49-F238E27FC236}">
                <a16:creationId xmlns:a16="http://schemas.microsoft.com/office/drawing/2014/main" id="{00606934-CD62-D904-15E3-79F5DA6D9834}"/>
              </a:ext>
            </a:extLst>
          </p:cNvPr>
          <p:cNvSpPr>
            <a:spLocks noGrp="1"/>
          </p:cNvSpPr>
          <p:nvPr>
            <p:ph type="body" sz="quarter" idx="18"/>
          </p:nvPr>
        </p:nvSpPr>
        <p:spPr/>
        <p:txBody>
          <a:bodyPr/>
          <a:lstStyle/>
          <a:p>
            <a:r>
              <a:rPr lang="en-US"/>
              <a:t>Chart title</a:t>
            </a:r>
          </a:p>
        </p:txBody>
      </p:sp>
      <mc:AlternateContent xmlns:mc="http://schemas.openxmlformats.org/markup-compatibility/2006" xmlns:cx4="http://schemas.microsoft.com/office/drawing/2016/5/10/chartex">
        <mc:Choice Requires="cx4">
          <p:graphicFrame>
            <p:nvGraphicFramePr>
              <p:cNvPr id="37" name="Chart Placeholder 36">
                <a:extLst>
                  <a:ext uri="{FF2B5EF4-FFF2-40B4-BE49-F238E27FC236}">
                    <a16:creationId xmlns:a16="http://schemas.microsoft.com/office/drawing/2014/main" id="{BD288187-8F07-8492-7E1C-2C901533746C}"/>
                  </a:ext>
                </a:extLst>
              </p:cNvPr>
              <p:cNvGraphicFramePr>
                <a:graphicFrameLocks noGrp="1"/>
              </p:cNvGraphicFramePr>
              <p:nvPr>
                <p:ph type="chart" sz="quarter" idx="19"/>
                <p:extLst>
                  <p:ext uri="{D42A27DB-BD31-4B8C-83A1-F6EECF244321}">
                    <p14:modId xmlns:p14="http://schemas.microsoft.com/office/powerpoint/2010/main" val="4221506805"/>
                  </p:ext>
                </p:extLst>
              </p:nvPr>
            </p:nvGraphicFramePr>
            <p:xfrm>
              <a:off x="571500" y="1946787"/>
              <a:ext cx="11049000" cy="3038168"/>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37" name="Chart Placeholder 36">
                <a:extLst>
                  <a:ext uri="{FF2B5EF4-FFF2-40B4-BE49-F238E27FC236}">
                    <a16:creationId xmlns:a16="http://schemas.microsoft.com/office/drawing/2014/main" id="{BD288187-8F07-8492-7E1C-2C901533746C}"/>
                  </a:ext>
                </a:extLst>
              </p:cNvPr>
              <p:cNvPicPr>
                <a:picLocks noGrp="1" noRot="1" noChangeAspect="1" noMove="1" noResize="1" noEditPoints="1" noAdjustHandles="1" noChangeArrowheads="1" noChangeShapeType="1"/>
              </p:cNvPicPr>
              <p:nvPr/>
            </p:nvPicPr>
            <p:blipFill>
              <a:blip r:embed="rId3"/>
              <a:stretch>
                <a:fillRect/>
              </a:stretch>
            </p:blipFill>
            <p:spPr>
              <a:xfrm>
                <a:off x="571500" y="1946787"/>
                <a:ext cx="11049000" cy="3038168"/>
              </a:xfrm>
              <a:prstGeom prst="rect">
                <a:avLst/>
              </a:prstGeom>
            </p:spPr>
          </p:pic>
        </mc:Fallback>
      </mc:AlternateContent>
      <p:sp>
        <p:nvSpPr>
          <p:cNvPr id="26" name="Text Placeholder 25">
            <a:extLst>
              <a:ext uri="{FF2B5EF4-FFF2-40B4-BE49-F238E27FC236}">
                <a16:creationId xmlns:a16="http://schemas.microsoft.com/office/drawing/2014/main" id="{B5D9489D-C3EE-BBC6-70A0-02B391658544}"/>
              </a:ext>
            </a:extLst>
          </p:cNvPr>
          <p:cNvSpPr>
            <a:spLocks noGrp="1"/>
          </p:cNvSpPr>
          <p:nvPr>
            <p:ph type="body" sz="quarter" idx="14"/>
          </p:nvPr>
        </p:nvSpPr>
        <p:spPr/>
        <p:txBody>
          <a:bodyPr/>
          <a:lstStyle/>
          <a:p>
            <a:r>
              <a:rPr lang="en-US" b="1"/>
              <a:t>Subheadline</a:t>
            </a:r>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a:t>
            </a:r>
          </a:p>
        </p:txBody>
      </p:sp>
      <p:sp>
        <p:nvSpPr>
          <p:cNvPr id="28" name="Text Placeholder 27">
            <a:extLst>
              <a:ext uri="{FF2B5EF4-FFF2-40B4-BE49-F238E27FC236}">
                <a16:creationId xmlns:a16="http://schemas.microsoft.com/office/drawing/2014/main" id="{C58429E6-89AC-9F66-27BD-8AD8C7948B9A}"/>
              </a:ext>
            </a:extLst>
          </p:cNvPr>
          <p:cNvSpPr>
            <a:spLocks noGrp="1"/>
          </p:cNvSpPr>
          <p:nvPr>
            <p:ph type="body" sz="quarter" idx="15"/>
          </p:nvPr>
        </p:nvSpPr>
        <p:spPr/>
        <p:txBody>
          <a:bodyPr/>
          <a:lstStyle/>
          <a:p>
            <a:r>
              <a:rPr lang="en-US" b="1"/>
              <a:t>Subheadline</a:t>
            </a:r>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a:t>
            </a:r>
          </a:p>
        </p:txBody>
      </p:sp>
      <p:sp>
        <p:nvSpPr>
          <p:cNvPr id="22" name="Text Placeholder 21">
            <a:extLst>
              <a:ext uri="{FF2B5EF4-FFF2-40B4-BE49-F238E27FC236}">
                <a16:creationId xmlns:a16="http://schemas.microsoft.com/office/drawing/2014/main" id="{EDA06A93-BC08-1F69-82A1-0CD45A83DEC1}"/>
              </a:ext>
            </a:extLst>
          </p:cNvPr>
          <p:cNvSpPr>
            <a:spLocks noGrp="1"/>
          </p:cNvSpPr>
          <p:nvPr>
            <p:ph type="body" sz="quarter" idx="16"/>
          </p:nvPr>
        </p:nvSpPr>
        <p:spPr/>
        <p:txBody>
          <a:bodyPr/>
          <a:lstStyle/>
          <a:p>
            <a:r>
              <a:rPr lang="en-US" b="1"/>
              <a:t>Subheadline</a:t>
            </a:r>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a:t>
            </a:r>
          </a:p>
        </p:txBody>
      </p:sp>
      <p:sp>
        <p:nvSpPr>
          <p:cNvPr id="23" name="Text Placeholder 22">
            <a:extLst>
              <a:ext uri="{FF2B5EF4-FFF2-40B4-BE49-F238E27FC236}">
                <a16:creationId xmlns:a16="http://schemas.microsoft.com/office/drawing/2014/main" id="{D220E5A1-E408-4DE0-57D7-094B11929DCE}"/>
              </a:ext>
            </a:extLst>
          </p:cNvPr>
          <p:cNvSpPr>
            <a:spLocks noGrp="1"/>
          </p:cNvSpPr>
          <p:nvPr>
            <p:ph type="body" sz="quarter" idx="17"/>
          </p:nvPr>
        </p:nvSpPr>
        <p:spPr/>
        <p:txBody>
          <a:bodyPr/>
          <a:lstStyle/>
          <a:p>
            <a:r>
              <a:rPr lang="en-US" b="1"/>
              <a:t>Subheadline</a:t>
            </a:r>
          </a:p>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et </a:t>
            </a:r>
            <a:r>
              <a:rPr lang="en-US" err="1"/>
              <a:t>exceatibus</a:t>
            </a:r>
            <a:r>
              <a:rPr lang="en-US"/>
              <a:t> sim.</a:t>
            </a:r>
          </a:p>
        </p:txBody>
      </p:sp>
      <p:sp>
        <p:nvSpPr>
          <p:cNvPr id="3" name="Footer Placeholder 2">
            <a:extLst>
              <a:ext uri="{FF2B5EF4-FFF2-40B4-BE49-F238E27FC236}">
                <a16:creationId xmlns:a16="http://schemas.microsoft.com/office/drawing/2014/main" id="{A15DD52A-BD09-63DC-F67D-B4B772DFE3F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24A2F698-A9CE-E69D-F653-9C439C6FC22D}"/>
              </a:ext>
              <a:ext uri="{C183D7F6-B498-43B3-948B-1728B52AA6E4}">
                <adec:decorative xmlns:adec="http://schemas.microsoft.com/office/drawing/2017/decorative" val="1"/>
              </a:ext>
            </a:extLst>
          </p:cNvPr>
          <p:cNvSpPr>
            <a:spLocks noGrp="1"/>
          </p:cNvSpPr>
          <p:nvPr>
            <p:ph type="dt" sz="half" idx="11"/>
          </p:nvPr>
        </p:nvSpPr>
        <p:spPr/>
        <p:txBody>
          <a:bodyPr/>
          <a:lstStyle/>
          <a:p>
            <a:fld id="{FBD1BEB7-E966-4663-9D16-EEE6A69F8561}" type="datetimeyyyy">
              <a:rPr lang="en-US" smtClean="0"/>
              <a:t>2025</a:t>
            </a:fld>
            <a:endParaRPr lang="en-US"/>
          </a:p>
        </p:txBody>
      </p:sp>
      <p:sp>
        <p:nvSpPr>
          <p:cNvPr id="5" name="Slide Number Placeholder 4">
            <a:extLst>
              <a:ext uri="{FF2B5EF4-FFF2-40B4-BE49-F238E27FC236}">
                <a16:creationId xmlns:a16="http://schemas.microsoft.com/office/drawing/2014/main" id="{E66CE2FE-70BB-762F-64BC-DF1E8F36F2D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120</a:t>
            </a:fld>
            <a:endParaRPr lang="en-US"/>
          </a:p>
        </p:txBody>
      </p:sp>
      <p:sp>
        <p:nvSpPr>
          <p:cNvPr id="6" name="Rectangle 5">
            <a:extLst>
              <a:ext uri="{FF2B5EF4-FFF2-40B4-BE49-F238E27FC236}">
                <a16:creationId xmlns:a16="http://schemas.microsoft.com/office/drawing/2014/main" id="{4CEBDD6D-4D7E-3437-D5AE-E6FB9C2A94E3}"/>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4488" lvl="1" indent="-177800">
              <a:spcBef>
                <a:spcPts val="300"/>
              </a:spcBef>
              <a:buFont typeface="+mj-lt"/>
              <a:buAutoNum type="alphaLcPeriod"/>
            </a:pPr>
            <a:r>
              <a:rPr lang="en-US" sz="900">
                <a:solidFill>
                  <a:schemeClr val="bg1"/>
                </a:solidFill>
              </a:rPr>
              <a:t>Accent colors may be difficult to read for those with color blindness. To accommodate these needs, pattern fills may be used as shown on sample slides.</a:t>
            </a:r>
          </a:p>
          <a:p>
            <a:pPr marL="344488" lvl="1" indent="-177800">
              <a:spcBef>
                <a:spcPts val="300"/>
              </a:spcBef>
              <a:buFont typeface="+mj-lt"/>
              <a:buAutoNum type="alphaLcPeriod"/>
            </a:pPr>
            <a:r>
              <a:rPr lang="en-US" sz="900">
                <a:solidFill>
                  <a:schemeClr val="bg1"/>
                </a:solidFill>
              </a:rPr>
              <a:t>From the Format Pane, select “Pattern fill” and select a pattern from the options</a:t>
            </a:r>
          </a:p>
          <a:p>
            <a:pPr marL="344488" lvl="1" indent="-177800">
              <a:spcBef>
                <a:spcPts val="300"/>
              </a:spcBef>
              <a:buFont typeface="+mj-lt"/>
              <a:buAutoNum type="alphaLcPeriod"/>
            </a:pPr>
            <a:r>
              <a:rPr lang="en-US" sz="900">
                <a:solidFill>
                  <a:schemeClr val="bg1"/>
                </a:solidFill>
              </a:rPr>
              <a:t>Use a theme row accent color for the “background” and a coordinating shade from the custom color rows as the “foreground.”</a:t>
            </a:r>
          </a:p>
        </p:txBody>
      </p:sp>
    </p:spTree>
    <p:extLst>
      <p:ext uri="{BB962C8B-B14F-4D97-AF65-F5344CB8AC3E}">
        <p14:creationId xmlns:p14="http://schemas.microsoft.com/office/powerpoint/2010/main" val="18431097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E109AB-D1B8-0C36-D388-08354D2D5127}"/>
              </a:ext>
            </a:extLst>
          </p:cNvPr>
          <p:cNvSpPr>
            <a:spLocks noGrp="1"/>
          </p:cNvSpPr>
          <p:nvPr>
            <p:ph type="title"/>
          </p:nvPr>
        </p:nvSpPr>
        <p:spPr/>
        <p:txBody>
          <a:bodyPr/>
          <a:lstStyle/>
          <a:p>
            <a:r>
              <a:rPr lang="en-US"/>
              <a:t>Stacked </a:t>
            </a:r>
            <a:r>
              <a:rPr lang="en-US">
                <a:solidFill>
                  <a:schemeClr val="accent1"/>
                </a:solidFill>
              </a:rPr>
              <a:t>column</a:t>
            </a:r>
            <a:r>
              <a:rPr lang="en-US"/>
              <a:t> graph</a:t>
            </a:r>
          </a:p>
        </p:txBody>
      </p:sp>
      <p:sp>
        <p:nvSpPr>
          <p:cNvPr id="9" name="Text Placeholder 8">
            <a:extLst>
              <a:ext uri="{FF2B5EF4-FFF2-40B4-BE49-F238E27FC236}">
                <a16:creationId xmlns:a16="http://schemas.microsoft.com/office/drawing/2014/main" id="{68E265EC-411F-8F1B-ECB1-A90458C1D854}"/>
              </a:ext>
            </a:extLst>
          </p:cNvPr>
          <p:cNvSpPr>
            <a:spLocks noGrp="1"/>
          </p:cNvSpPr>
          <p:nvPr>
            <p:ph type="body" sz="quarter" idx="13"/>
          </p:nvPr>
        </p:nvSpPr>
        <p:spPr/>
        <p:txBody>
          <a:bodyPr/>
          <a:lstStyle/>
          <a:p>
            <a:r>
              <a:rPr lang="en-US"/>
              <a:t>Subtitle </a:t>
            </a:r>
            <a:r>
              <a:rPr lang="pt-BR"/>
              <a:t>necupta ius consequ osseritem quis eium </a:t>
            </a:r>
            <a:br>
              <a:rPr lang="pt-BR"/>
            </a:br>
            <a:r>
              <a:rPr lang="pt-BR"/>
              <a:t>faceperibus re lab il idi ipsum.</a:t>
            </a:r>
          </a:p>
        </p:txBody>
      </p:sp>
      <p:sp>
        <p:nvSpPr>
          <p:cNvPr id="11" name="Text Placeholder 10">
            <a:extLst>
              <a:ext uri="{FF2B5EF4-FFF2-40B4-BE49-F238E27FC236}">
                <a16:creationId xmlns:a16="http://schemas.microsoft.com/office/drawing/2014/main" id="{90C4F903-D9C0-38B8-BAB8-EEFEE83420A0}"/>
              </a:ext>
            </a:extLst>
          </p:cNvPr>
          <p:cNvSpPr>
            <a:spLocks noGrp="1"/>
          </p:cNvSpPr>
          <p:nvPr>
            <p:ph type="body" sz="quarter" idx="14"/>
          </p:nvPr>
        </p:nvSpPr>
        <p:spPr/>
        <p:txBody>
          <a:bodyPr/>
          <a:lstStyle/>
          <a:p>
            <a:r>
              <a:rPr lang="en-US"/>
              <a:t>Optional text </a:t>
            </a:r>
            <a:r>
              <a:rPr lang="en-US" err="1"/>
              <a:t>Beremod</a:t>
            </a:r>
            <a:r>
              <a:rPr lang="en-US"/>
              <a:t> </a:t>
            </a:r>
            <a:r>
              <a:rPr lang="en-US" err="1"/>
              <a:t>maximusaesto</a:t>
            </a:r>
            <a:r>
              <a:rPr lang="en-US"/>
              <a:t> </a:t>
            </a:r>
            <a:r>
              <a:rPr lang="en-US" err="1"/>
              <a:t>dunt</a:t>
            </a:r>
            <a:r>
              <a:rPr lang="en-US"/>
              <a:t> </a:t>
            </a:r>
            <a:r>
              <a:rPr lang="en-US" err="1"/>
              <a:t>labo</a:t>
            </a:r>
            <a:r>
              <a:rPr lang="en-US"/>
              <a:t>. </a:t>
            </a:r>
            <a:br>
              <a:rPr lang="en-US"/>
            </a:br>
            <a:r>
              <a:rPr lang="en-US"/>
              <a:t>Et  </a:t>
            </a:r>
            <a:r>
              <a:rPr lang="en-US" err="1"/>
              <a:t>laborum</a:t>
            </a:r>
            <a:r>
              <a:rPr lang="en-US"/>
              <a:t> que </a:t>
            </a:r>
            <a:r>
              <a:rPr lang="en-US" err="1"/>
              <a:t>parit</a:t>
            </a:r>
            <a:r>
              <a:rPr lang="en-US"/>
              <a:t> </a:t>
            </a:r>
            <a:r>
              <a:rPr lang="en-US" err="1"/>
              <a:t>invere</a:t>
            </a:r>
            <a:r>
              <a:rPr lang="en-US"/>
              <a:t> </a:t>
            </a:r>
            <a:r>
              <a:rPr lang="en-US" err="1"/>
              <a:t>nullit</a:t>
            </a:r>
            <a:r>
              <a:rPr lang="en-US"/>
              <a:t> et, </a:t>
            </a:r>
            <a:r>
              <a:rPr lang="en-US" err="1"/>
              <a:t>simporiatium</a:t>
            </a:r>
            <a:r>
              <a:rPr lang="en-US"/>
              <a:t> </a:t>
            </a:r>
            <a:br>
              <a:rPr lang="en-US"/>
            </a:br>
            <a:r>
              <a:rPr lang="en-US"/>
              <a:t>et  </a:t>
            </a:r>
            <a:r>
              <a:rPr lang="en-US" err="1"/>
              <a:t>exceatibus</a:t>
            </a:r>
            <a:r>
              <a:rPr lang="en-US"/>
              <a:t> sim </a:t>
            </a:r>
            <a:r>
              <a:rPr lang="en-US" err="1"/>
              <a:t>laborro</a:t>
            </a:r>
            <a:r>
              <a:rPr lang="en-US"/>
              <a:t> to </a:t>
            </a:r>
            <a:r>
              <a:rPr lang="en-US" err="1"/>
              <a:t>doluptiat</a:t>
            </a:r>
            <a:r>
              <a:rPr lang="en-US"/>
              <a:t> </a:t>
            </a:r>
            <a:br>
              <a:rPr lang="en-US"/>
            </a:br>
            <a:r>
              <a:rPr lang="en-US"/>
              <a:t>lorem ipsum </a:t>
            </a:r>
            <a:r>
              <a:rPr lang="en-US" err="1"/>
              <a:t>dolores</a:t>
            </a:r>
            <a:r>
              <a:rPr lang="en-US"/>
              <a:t>  sit </a:t>
            </a:r>
            <a:r>
              <a:rPr lang="en-US" err="1"/>
              <a:t>amet</a:t>
            </a:r>
            <a:r>
              <a:rPr lang="en-US"/>
              <a:t> </a:t>
            </a:r>
            <a:r>
              <a:rPr lang="en-US" err="1"/>
              <a:t>adipiscing</a:t>
            </a:r>
            <a:r>
              <a:rPr lang="en-US"/>
              <a:t>.</a:t>
            </a:r>
          </a:p>
        </p:txBody>
      </p:sp>
      <p:graphicFrame>
        <p:nvGraphicFramePr>
          <p:cNvPr id="15" name="Content Placeholder 5">
            <a:extLst>
              <a:ext uri="{FF2B5EF4-FFF2-40B4-BE49-F238E27FC236}">
                <a16:creationId xmlns:a16="http://schemas.microsoft.com/office/drawing/2014/main" id="{5837EE62-5B04-CB5A-FC1F-B616A1DEDBFF}"/>
              </a:ext>
            </a:extLst>
          </p:cNvPr>
          <p:cNvGraphicFramePr>
            <a:graphicFrameLocks noGrp="1"/>
          </p:cNvGraphicFramePr>
          <p:nvPr>
            <p:ph type="chart" sz="quarter" idx="18"/>
            <p:extLst>
              <p:ext uri="{D42A27DB-BD31-4B8C-83A1-F6EECF244321}">
                <p14:modId xmlns:p14="http://schemas.microsoft.com/office/powerpoint/2010/main" val="2301953475"/>
              </p:ext>
            </p:extLst>
          </p:nvPr>
        </p:nvGraphicFramePr>
        <p:xfrm>
          <a:off x="6210300" y="571500"/>
          <a:ext cx="5410200" cy="5715000"/>
        </p:xfrm>
        <a:graphic>
          <a:graphicData uri="http://schemas.openxmlformats.org/drawingml/2006/chart">
            <c:chart xmlns:c="http://schemas.openxmlformats.org/drawingml/2006/chart" xmlns:r="http://schemas.openxmlformats.org/officeDocument/2006/relationships" r:id="rId2"/>
          </a:graphicData>
        </a:graphic>
      </p:graphicFrame>
      <p:sp>
        <p:nvSpPr>
          <p:cNvPr id="3" name="Footer Placeholder 2">
            <a:extLst>
              <a:ext uri="{FF2B5EF4-FFF2-40B4-BE49-F238E27FC236}">
                <a16:creationId xmlns:a16="http://schemas.microsoft.com/office/drawing/2014/main" id="{CEA4D5FD-3034-AC61-086C-6BFFDE410842}"/>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1EE81C9D-7FED-F5D9-2BD6-5A659ACC737B}"/>
              </a:ext>
              <a:ext uri="{C183D7F6-B498-43B3-948B-1728B52AA6E4}">
                <adec:decorative xmlns:adec="http://schemas.microsoft.com/office/drawing/2017/decorative" val="1"/>
              </a:ext>
            </a:extLst>
          </p:cNvPr>
          <p:cNvSpPr>
            <a:spLocks noGrp="1"/>
          </p:cNvSpPr>
          <p:nvPr>
            <p:ph type="dt" sz="half" idx="11"/>
          </p:nvPr>
        </p:nvSpPr>
        <p:spPr/>
        <p:txBody>
          <a:bodyPr/>
          <a:lstStyle/>
          <a:p>
            <a:fld id="{7854DB50-8813-447F-8CEC-643CCCDCE58C}" type="datetimeyyyy">
              <a:rPr lang="en-US" smtClean="0"/>
              <a:t>2025</a:t>
            </a:fld>
            <a:endParaRPr lang="en-US"/>
          </a:p>
        </p:txBody>
      </p:sp>
      <p:sp>
        <p:nvSpPr>
          <p:cNvPr id="4" name="Slide Number Placeholder 3">
            <a:extLst>
              <a:ext uri="{FF2B5EF4-FFF2-40B4-BE49-F238E27FC236}">
                <a16:creationId xmlns:a16="http://schemas.microsoft.com/office/drawing/2014/main" id="{07F60476-EBB6-B570-13B4-479B3CDFAF5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121</a:t>
            </a:fld>
            <a:endParaRPr lang="en-US"/>
          </a:p>
        </p:txBody>
      </p:sp>
      <p:sp>
        <p:nvSpPr>
          <p:cNvPr id="6" name="Rectangle 5">
            <a:extLst>
              <a:ext uri="{FF2B5EF4-FFF2-40B4-BE49-F238E27FC236}">
                <a16:creationId xmlns:a16="http://schemas.microsoft.com/office/drawing/2014/main" id="{54CE134A-18D7-9559-FBDF-E3A4B47BB874}"/>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900" b="1" cap="all">
                <a:solidFill>
                  <a:schemeClr val="bg1"/>
                </a:solidFill>
              </a:rPr>
              <a:t>chart INSTRUCTIONS</a:t>
            </a:r>
          </a:p>
          <a:p>
            <a:pPr marL="174625" indent="-174625">
              <a:spcBef>
                <a:spcPts val="1200"/>
              </a:spcBef>
              <a:buFont typeface="+mj-lt"/>
              <a:buAutoNum type="arabicPeriod"/>
            </a:pPr>
            <a:r>
              <a:rPr lang="en-US" sz="900" cap="all">
                <a:solidFill>
                  <a:schemeClr val="bg1"/>
                </a:solidFill>
              </a:rPr>
              <a:t>APPLY STYLES</a:t>
            </a:r>
            <a:br>
              <a:rPr lang="en-US" sz="900">
                <a:solidFill>
                  <a:schemeClr val="bg1"/>
                </a:solidFill>
              </a:rPr>
            </a:br>
            <a:r>
              <a:rPr lang="en-US" sz="900">
                <a:solidFill>
                  <a:schemeClr val="bg1"/>
                </a:solidFill>
              </a:rPr>
              <a:t>When inserting a new graph, </a:t>
            </a:r>
            <a:br>
              <a:rPr lang="en-US" sz="900">
                <a:solidFill>
                  <a:schemeClr val="bg1"/>
                </a:solidFill>
              </a:rPr>
            </a:br>
            <a:r>
              <a:rPr lang="en-US" sz="900">
                <a:solidFill>
                  <a:schemeClr val="bg1"/>
                </a:solidFill>
              </a:rPr>
              <a:t>“Style 1” will be applied automatically. </a:t>
            </a:r>
            <a:br>
              <a:rPr lang="en-US" sz="900">
                <a:solidFill>
                  <a:schemeClr val="bg1"/>
                </a:solidFill>
              </a:rPr>
            </a:br>
            <a:r>
              <a:rPr lang="en-US" sz="900">
                <a:solidFill>
                  <a:schemeClr val="bg1"/>
                </a:solidFill>
              </a:rPr>
              <a:t>If inserting a previously designed graph, </a:t>
            </a:r>
            <a:br>
              <a:rPr lang="en-US" sz="900">
                <a:solidFill>
                  <a:schemeClr val="bg1"/>
                </a:solidFill>
              </a:rPr>
            </a:br>
            <a:r>
              <a:rPr lang="en-US" sz="900">
                <a:solidFill>
                  <a:schemeClr val="bg1"/>
                </a:solidFill>
              </a:rPr>
              <a:t>“Style 1” should be manually applied </a:t>
            </a:r>
            <a:br>
              <a:rPr lang="en-US" sz="900">
                <a:solidFill>
                  <a:schemeClr val="bg1"/>
                </a:solidFill>
              </a:rPr>
            </a:br>
            <a:r>
              <a:rPr lang="en-US" sz="900">
                <a:solidFill>
                  <a:schemeClr val="bg1"/>
                </a:solidFill>
              </a:rPr>
              <a:t>(Chart Design tab &gt; Chart Styles &gt; Style 1)</a:t>
            </a:r>
          </a:p>
          <a:p>
            <a:pPr marL="169863" indent="-169863">
              <a:spcBef>
                <a:spcPts val="1200"/>
              </a:spcBef>
              <a:buFont typeface="+mj-lt"/>
              <a:buAutoNum type="arabicPeriod"/>
            </a:pPr>
            <a:r>
              <a:rPr lang="en-US" sz="900" cap="all">
                <a:solidFill>
                  <a:schemeClr val="bg1"/>
                </a:solidFill>
              </a:rPr>
              <a:t>Customization steps</a:t>
            </a:r>
            <a:endParaRPr lang="en-US" sz="900" b="1" cap="all">
              <a:solidFill>
                <a:schemeClr val="bg1"/>
              </a:solidFill>
            </a:endParaRPr>
          </a:p>
          <a:p>
            <a:pPr marL="346075" lvl="1" indent="-173038">
              <a:spcBef>
                <a:spcPts val="300"/>
              </a:spcBef>
              <a:buFont typeface="+mj-lt"/>
              <a:buAutoNum type="alphaLcPeriod"/>
            </a:pPr>
            <a:r>
              <a:rPr lang="en-US" sz="900">
                <a:solidFill>
                  <a:schemeClr val="bg1"/>
                </a:solidFill>
              </a:rPr>
              <a:t>Global: Change Font Color </a:t>
            </a:r>
            <a:br>
              <a:rPr lang="en-US" sz="900">
                <a:solidFill>
                  <a:schemeClr val="bg1"/>
                </a:solidFill>
              </a:rPr>
            </a:br>
            <a:r>
              <a:rPr lang="en-US" sz="900">
                <a:solidFill>
                  <a:schemeClr val="bg1"/>
                </a:solidFill>
              </a:rPr>
              <a:t>(Select Entire Chart &gt; </a:t>
            </a:r>
            <a:br>
              <a:rPr lang="en-US" sz="900">
                <a:solidFill>
                  <a:schemeClr val="bg1"/>
                </a:solidFill>
              </a:rPr>
            </a:br>
            <a:r>
              <a:rPr lang="en-US" sz="900">
                <a:solidFill>
                  <a:schemeClr val="bg1"/>
                </a:solidFill>
              </a:rPr>
              <a:t>Font Color &gt; “Text 1”)</a:t>
            </a:r>
          </a:p>
          <a:p>
            <a:pPr marL="346075" lvl="1" indent="-173038">
              <a:spcBef>
                <a:spcPts val="300"/>
              </a:spcBef>
              <a:buFont typeface="+mj-lt"/>
              <a:buAutoNum type="alphaLcPeriod"/>
            </a:pPr>
            <a:r>
              <a:rPr lang="en-US" sz="900">
                <a:solidFill>
                  <a:schemeClr val="bg1"/>
                </a:solidFill>
              </a:rPr>
              <a:t>Chart Title (Optional): </a:t>
            </a:r>
            <a:br>
              <a:rPr lang="en-US" sz="900">
                <a:solidFill>
                  <a:schemeClr val="bg1"/>
                </a:solidFill>
              </a:rPr>
            </a:br>
            <a:r>
              <a:rPr lang="en-US" sz="900">
                <a:solidFill>
                  <a:schemeClr val="bg1"/>
                </a:solidFill>
              </a:rPr>
              <a:t>Bold, 14pt (Delete if not needed)</a:t>
            </a:r>
          </a:p>
          <a:p>
            <a:pPr marL="346075" lvl="1" indent="-173038">
              <a:spcBef>
                <a:spcPts val="300"/>
              </a:spcBef>
              <a:buFont typeface="+mj-lt"/>
              <a:buAutoNum type="alphaLcPeriod"/>
            </a:pPr>
            <a:r>
              <a:rPr lang="en-US" sz="900">
                <a:solidFill>
                  <a:schemeClr val="bg1"/>
                </a:solidFill>
              </a:rPr>
              <a:t>Gridlines: Remove (Preferred)</a:t>
            </a:r>
            <a:br>
              <a:rPr lang="en-US" sz="900">
                <a:solidFill>
                  <a:schemeClr val="bg1"/>
                </a:solidFill>
              </a:rPr>
            </a:br>
            <a:r>
              <a:rPr lang="en-US" sz="900">
                <a:solidFill>
                  <a:schemeClr val="bg1"/>
                </a:solidFill>
              </a:rPr>
              <a:t>(Select &gt; Delete or Clear Check Box)</a:t>
            </a:r>
          </a:p>
          <a:p>
            <a:pPr marL="346075" lvl="1" indent="-173038">
              <a:spcBef>
                <a:spcPts val="300"/>
              </a:spcBef>
              <a:buFont typeface="+mj-lt"/>
              <a:buAutoNum type="alphaLcPeriod"/>
            </a:pPr>
            <a:r>
              <a:rPr lang="en-US" sz="900">
                <a:solidFill>
                  <a:schemeClr val="bg1"/>
                </a:solidFill>
              </a:rPr>
              <a:t>Add Data Labels: Bold, 22/14/12/10pt</a:t>
            </a:r>
            <a:br>
              <a:rPr lang="en-US" sz="900">
                <a:solidFill>
                  <a:schemeClr val="bg1"/>
                </a:solidFill>
              </a:rPr>
            </a:br>
            <a:r>
              <a:rPr lang="en-US" sz="900">
                <a:solidFill>
                  <a:schemeClr val="bg1"/>
                </a:solidFill>
              </a:rPr>
              <a:t>Label Position: Inside End or Center</a:t>
            </a:r>
            <a:br>
              <a:rPr lang="en-US" sz="900">
                <a:solidFill>
                  <a:schemeClr val="bg1"/>
                </a:solidFill>
              </a:rPr>
            </a:br>
            <a:r>
              <a:rPr lang="en-US" sz="900">
                <a:solidFill>
                  <a:schemeClr val="bg1"/>
                </a:solidFill>
              </a:rPr>
              <a:t>Change Font Color: “White”</a:t>
            </a:r>
            <a:br>
              <a:rPr lang="en-US" sz="900">
                <a:solidFill>
                  <a:schemeClr val="bg1"/>
                </a:solidFill>
              </a:rPr>
            </a:br>
            <a:r>
              <a:rPr lang="en-US" sz="900">
                <a:solidFill>
                  <a:schemeClr val="bg1"/>
                </a:solidFill>
              </a:rPr>
              <a:t>(“Text 1” for Cyan, Red, Purple, Chartreuse)</a:t>
            </a:r>
          </a:p>
          <a:p>
            <a:pPr marL="346075" lvl="1" indent="-173038">
              <a:spcBef>
                <a:spcPts val="300"/>
              </a:spcBef>
              <a:buFont typeface="+mj-lt"/>
              <a:buAutoNum type="alphaLcPeriod"/>
            </a:pPr>
            <a:r>
              <a:rPr lang="en-CA" sz="900">
                <a:solidFill>
                  <a:schemeClr val="bg1"/>
                </a:solidFill>
              </a:rPr>
              <a:t>Note: check “Categories in reverse order” </a:t>
            </a:r>
            <a:br>
              <a:rPr lang="en-CA" sz="900">
                <a:solidFill>
                  <a:schemeClr val="bg1"/>
                </a:solidFill>
              </a:rPr>
            </a:br>
            <a:r>
              <a:rPr lang="en-CA" sz="900">
                <a:solidFill>
                  <a:schemeClr val="bg1"/>
                </a:solidFill>
              </a:rPr>
              <a:t>to flip color order on Bar Charts.</a:t>
            </a:r>
            <a:endParaRPr lang="en-US" sz="900">
              <a:solidFill>
                <a:schemeClr val="bg1"/>
              </a:solidFill>
            </a:endParaRPr>
          </a:p>
          <a:p>
            <a:pPr marL="174625" indent="-174625">
              <a:spcBef>
                <a:spcPts val="1200"/>
              </a:spcBef>
              <a:buFont typeface="+mj-lt"/>
              <a:buAutoNum type="arabicPeriod"/>
            </a:pPr>
            <a:r>
              <a:rPr lang="en-US" sz="900" cap="all">
                <a:solidFill>
                  <a:schemeClr val="bg1"/>
                </a:solidFill>
              </a:rPr>
              <a:t>Format TIPS </a:t>
            </a:r>
            <a:r>
              <a:rPr lang="en-US" sz="900">
                <a:solidFill>
                  <a:schemeClr val="bg1"/>
                </a:solidFill>
              </a:rPr>
              <a:t>(Ok to adjust if needed)</a:t>
            </a:r>
          </a:p>
          <a:p>
            <a:pPr marL="344488" lvl="1" indent="-177800">
              <a:spcBef>
                <a:spcPts val="300"/>
              </a:spcBef>
              <a:buFont typeface="+mj-lt"/>
              <a:buAutoNum type="alphaLcPeriod"/>
            </a:pPr>
            <a:r>
              <a:rPr lang="en-US" sz="900">
                <a:solidFill>
                  <a:schemeClr val="bg1"/>
                </a:solidFill>
              </a:rPr>
              <a:t>Bar / Column: Series Overlap (0%)</a:t>
            </a:r>
            <a:br>
              <a:rPr lang="en-US" sz="900">
                <a:solidFill>
                  <a:schemeClr val="bg1"/>
                </a:solidFill>
              </a:rPr>
            </a:br>
            <a:r>
              <a:rPr lang="en-US" sz="900">
                <a:solidFill>
                  <a:schemeClr val="bg1"/>
                </a:solidFill>
              </a:rPr>
              <a:t>Gap width (50%)</a:t>
            </a:r>
          </a:p>
          <a:p>
            <a:pPr marL="344488" lvl="1" indent="-177800">
              <a:spcBef>
                <a:spcPts val="300"/>
              </a:spcBef>
              <a:buFont typeface="+mj-lt"/>
              <a:buAutoNum type="alphaLcPeriod"/>
            </a:pPr>
            <a:r>
              <a:rPr lang="en-US" sz="900">
                <a:solidFill>
                  <a:schemeClr val="bg1"/>
                </a:solidFill>
              </a:rPr>
              <a:t>Clustered: Series Overlap (-15%)</a:t>
            </a:r>
            <a:br>
              <a:rPr lang="en-US" sz="900">
                <a:solidFill>
                  <a:schemeClr val="bg1"/>
                </a:solidFill>
              </a:rPr>
            </a:br>
            <a:r>
              <a:rPr lang="en-US" sz="900">
                <a:solidFill>
                  <a:schemeClr val="bg1"/>
                </a:solidFill>
              </a:rPr>
              <a:t>Gap width (200%)</a:t>
            </a:r>
          </a:p>
          <a:p>
            <a:pPr marL="344488" lvl="1" indent="-177800">
              <a:spcBef>
                <a:spcPts val="300"/>
              </a:spcBef>
              <a:buFont typeface="+mj-lt"/>
              <a:buAutoNum type="alphaLcPeriod"/>
            </a:pPr>
            <a:r>
              <a:rPr lang="en-US" sz="900">
                <a:solidFill>
                  <a:schemeClr val="bg1"/>
                </a:solidFill>
              </a:rPr>
              <a:t>Stacked: Series Overlap (100%)</a:t>
            </a:r>
            <a:br>
              <a:rPr lang="en-US" sz="900">
                <a:solidFill>
                  <a:schemeClr val="bg1"/>
                </a:solidFill>
              </a:rPr>
            </a:br>
            <a:r>
              <a:rPr lang="en-US" sz="900">
                <a:solidFill>
                  <a:schemeClr val="bg1"/>
                </a:solidFill>
              </a:rPr>
              <a:t>Gap width (75%)</a:t>
            </a:r>
            <a:endParaRPr lang="en-US" sz="900" b="1">
              <a:solidFill>
                <a:schemeClr val="bg1"/>
              </a:solidFill>
            </a:endParaRPr>
          </a:p>
          <a:p>
            <a:pPr marL="344488" lvl="1" indent="-177800">
              <a:spcBef>
                <a:spcPts val="300"/>
              </a:spcBef>
              <a:buFont typeface="+mj-lt"/>
              <a:buAutoNum type="alphaLcPeriod"/>
            </a:pPr>
            <a:r>
              <a:rPr lang="en-US" sz="900">
                <a:solidFill>
                  <a:schemeClr val="bg1"/>
                </a:solidFill>
              </a:rPr>
              <a:t>Doughnut: Doughnut Hole Size (70%)</a:t>
            </a:r>
          </a:p>
          <a:p>
            <a:pPr marL="344488" lvl="1" indent="-177800">
              <a:spcBef>
                <a:spcPts val="300"/>
              </a:spcBef>
              <a:buFont typeface="+mj-lt"/>
              <a:buAutoNum type="alphaLcPeriod"/>
            </a:pPr>
            <a:r>
              <a:rPr lang="en-US" sz="900">
                <a:solidFill>
                  <a:schemeClr val="bg1"/>
                </a:solidFill>
              </a:rPr>
              <a:t>Line: Change Outline Weight (3pt)</a:t>
            </a:r>
          </a:p>
          <a:p>
            <a:pPr marL="112713" indent="-228600">
              <a:spcBef>
                <a:spcPts val="1200"/>
              </a:spcBef>
              <a:buFont typeface="+mj-lt"/>
              <a:buAutoNum type="arabicPeriod"/>
            </a:pPr>
            <a:r>
              <a:rPr lang="en-US" sz="900" cap="all">
                <a:solidFill>
                  <a:schemeClr val="bg1"/>
                </a:solidFill>
              </a:rPr>
              <a:t>USING PATTERNS FOR ACCESSIBILITY</a:t>
            </a:r>
          </a:p>
          <a:p>
            <a:pPr marL="344488" lvl="1" indent="-177800">
              <a:spcBef>
                <a:spcPts val="300"/>
              </a:spcBef>
              <a:buFont typeface="+mj-lt"/>
              <a:buAutoNum type="alphaLcPeriod"/>
            </a:pPr>
            <a:r>
              <a:rPr lang="en-US" sz="900">
                <a:solidFill>
                  <a:schemeClr val="bg1"/>
                </a:solidFill>
              </a:rPr>
              <a:t>Accent colors may be difficult to read for those with color blindness. To accommodate these needs, pattern fills may be used as shown on sample slides.</a:t>
            </a:r>
          </a:p>
          <a:p>
            <a:pPr marL="344488" lvl="1" indent="-177800">
              <a:spcBef>
                <a:spcPts val="300"/>
              </a:spcBef>
              <a:buFont typeface="+mj-lt"/>
              <a:buAutoNum type="alphaLcPeriod"/>
            </a:pPr>
            <a:r>
              <a:rPr lang="en-US" sz="900">
                <a:solidFill>
                  <a:schemeClr val="bg1"/>
                </a:solidFill>
              </a:rPr>
              <a:t>From the Format Pane, select “Pattern fill” and select a pattern from the options</a:t>
            </a:r>
          </a:p>
          <a:p>
            <a:pPr marL="344488" lvl="1" indent="-177800">
              <a:spcBef>
                <a:spcPts val="300"/>
              </a:spcBef>
              <a:buFont typeface="+mj-lt"/>
              <a:buAutoNum type="alphaLcPeriod"/>
            </a:pPr>
            <a:r>
              <a:rPr lang="en-US" sz="900">
                <a:solidFill>
                  <a:schemeClr val="bg1"/>
                </a:solidFill>
              </a:rPr>
              <a:t>Use a theme row accent color for the “background” and a coordinating shade from the custom color rows as the “foreground.”</a:t>
            </a:r>
          </a:p>
        </p:txBody>
      </p:sp>
    </p:spTree>
    <p:extLst>
      <p:ext uri="{BB962C8B-B14F-4D97-AF65-F5344CB8AC3E}">
        <p14:creationId xmlns:p14="http://schemas.microsoft.com/office/powerpoint/2010/main" val="264080506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9F7FB-A687-71C7-2043-0257ED9C5E63}"/>
              </a:ext>
            </a:extLst>
          </p:cNvPr>
          <p:cNvSpPr>
            <a:spLocks noGrp="1"/>
          </p:cNvSpPr>
          <p:nvPr>
            <p:ph type="title"/>
          </p:nvPr>
        </p:nvSpPr>
        <p:spPr/>
        <p:txBody>
          <a:bodyPr/>
          <a:lstStyle/>
          <a:p>
            <a:r>
              <a:rPr lang="en-US" err="1">
                <a:solidFill>
                  <a:schemeClr val="accent1"/>
                </a:solidFill>
              </a:rPr>
              <a:t>Firstname</a:t>
            </a:r>
            <a:r>
              <a:rPr lang="en-US"/>
              <a:t> </a:t>
            </a:r>
            <a:r>
              <a:rPr lang="en-US" err="1"/>
              <a:t>Lastname</a:t>
            </a:r>
            <a:br>
              <a:rPr lang="en-US"/>
            </a:br>
            <a:r>
              <a:rPr lang="en-US" sz="1400" b="0" i="1"/>
              <a:t>Space/for/pronouns</a:t>
            </a:r>
          </a:p>
        </p:txBody>
      </p:sp>
      <p:sp>
        <p:nvSpPr>
          <p:cNvPr id="2" name="Text Placeholder 1">
            <a:extLst>
              <a:ext uri="{FF2B5EF4-FFF2-40B4-BE49-F238E27FC236}">
                <a16:creationId xmlns:a16="http://schemas.microsoft.com/office/drawing/2014/main" id="{E6010461-A9B6-81C1-BFA0-704D3700C7DF}"/>
              </a:ext>
            </a:extLst>
          </p:cNvPr>
          <p:cNvSpPr>
            <a:spLocks noGrp="1"/>
          </p:cNvSpPr>
          <p:nvPr>
            <p:ph type="body" sz="quarter" idx="14"/>
          </p:nvPr>
        </p:nvSpPr>
        <p:spPr/>
        <p:txBody>
          <a:bodyPr/>
          <a:lstStyle/>
          <a:p>
            <a:pPr marL="0" indent="0">
              <a:buNone/>
            </a:pPr>
            <a:r>
              <a:rPr lang="en-US" b="1"/>
              <a:t>Consultant</a:t>
            </a:r>
            <a:r>
              <a:rPr lang="ru-RU" b="1"/>
              <a:t> </a:t>
            </a:r>
            <a:r>
              <a:rPr lang="en-US" b="1"/>
              <a:t>Information </a:t>
            </a:r>
            <a:br>
              <a:rPr lang="en-US" b="1"/>
            </a:br>
            <a:r>
              <a:rPr lang="en-US" b="1"/>
              <a:t>Management &amp; Analytics</a:t>
            </a:r>
          </a:p>
          <a:p>
            <a:pPr marL="0" indent="0">
              <a:buNone/>
            </a:pPr>
            <a:r>
              <a:rPr lang="en-US" noProof="0"/>
              <a:t>Dylan is a business-savvy consultant with Slalom’s Information Management &amp; Analytics practice. Having a background in data visualization, architecture, and strategy allows him to be a crucial component to any client’s project from Fortune 500 to startups. </a:t>
            </a:r>
            <a:endParaRPr lang="en-US"/>
          </a:p>
        </p:txBody>
      </p:sp>
      <p:sp>
        <p:nvSpPr>
          <p:cNvPr id="41" name="Picture Placeholder 40">
            <a:extLst>
              <a:ext uri="{FF2B5EF4-FFF2-40B4-BE49-F238E27FC236}">
                <a16:creationId xmlns:a16="http://schemas.microsoft.com/office/drawing/2014/main" id="{8BCB41BE-FEBF-F92F-49E7-DCAB065B3E92}"/>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20" name="Text Placeholder 19">
            <a:extLst>
              <a:ext uri="{FF2B5EF4-FFF2-40B4-BE49-F238E27FC236}">
                <a16:creationId xmlns:a16="http://schemas.microsoft.com/office/drawing/2014/main" id="{F4DD9DD1-D529-82C4-5FEE-CFDEEE60F264}"/>
              </a:ext>
            </a:extLst>
          </p:cNvPr>
          <p:cNvSpPr>
            <a:spLocks noGrp="1"/>
          </p:cNvSpPr>
          <p:nvPr>
            <p:ph type="body" sz="quarter" idx="17"/>
          </p:nvPr>
        </p:nvSpPr>
        <p:spPr/>
        <p:txBody>
          <a:bodyPr/>
          <a:lstStyle/>
          <a:p>
            <a:r>
              <a:rPr lang="en-US"/>
              <a:t>Relevant Experience</a:t>
            </a:r>
          </a:p>
        </p:txBody>
      </p:sp>
      <p:sp>
        <p:nvSpPr>
          <p:cNvPr id="18" name="Text Placeholder 17">
            <a:extLst>
              <a:ext uri="{FF2B5EF4-FFF2-40B4-BE49-F238E27FC236}">
                <a16:creationId xmlns:a16="http://schemas.microsoft.com/office/drawing/2014/main" id="{57AB8F8B-5025-DD98-1D75-EF891437CAFA}"/>
              </a:ext>
            </a:extLst>
          </p:cNvPr>
          <p:cNvSpPr>
            <a:spLocks noGrp="1"/>
          </p:cNvSpPr>
          <p:nvPr>
            <p:ph type="body" sz="quarter" idx="15"/>
          </p:nvPr>
        </p:nvSpPr>
        <p:spPr/>
        <p:txBody>
          <a:bodyPr/>
          <a:lstStyle/>
          <a:p>
            <a:pPr marL="0" indent="0">
              <a:buNone/>
            </a:pPr>
            <a:r>
              <a:rPr lang="en-US" sz="1050" b="1"/>
              <a:t>Tableau Developer</a:t>
            </a:r>
            <a:br>
              <a:rPr lang="en-US" sz="1050"/>
            </a:br>
            <a:r>
              <a:rPr lang="en-US" sz="1050"/>
              <a:t>Developed dashboards and best practice recommendations for Tableau deployment including data governance process, </a:t>
            </a:r>
            <a:br>
              <a:rPr lang="en-US" sz="1050"/>
            </a:br>
            <a:r>
              <a:rPr lang="en-US" sz="1050"/>
              <a:t>visualization best practice guidelines, and calculation enhancements.</a:t>
            </a:r>
          </a:p>
          <a:p>
            <a:pPr marL="0" indent="0">
              <a:buNone/>
            </a:pPr>
            <a:r>
              <a:rPr lang="en-US" sz="1050" b="1" noProof="0"/>
              <a:t>Data Strategist – Supply Chain</a:t>
            </a:r>
            <a:br>
              <a:rPr lang="en-US" sz="1050" noProof="0"/>
            </a:br>
            <a:r>
              <a:rPr lang="en-US" sz="1050" noProof="0"/>
              <a:t>Provided recommendations and guidance on revamping enterprise architecture and tools as well as utilizing best practices for data driven insights. Salesforce and Oracle EDW implementations assessed and mapped to solve client’s growing data issue to better engage customers and align supply chain needs.</a:t>
            </a:r>
          </a:p>
          <a:p>
            <a:pPr marL="0" indent="0">
              <a:buNone/>
            </a:pPr>
            <a:r>
              <a:rPr lang="en-US" sz="1050" b="1"/>
              <a:t>Tableau Architect</a:t>
            </a:r>
            <a:br>
              <a:rPr lang="en-US" sz="1050"/>
            </a:br>
            <a:r>
              <a:rPr lang="en-US" sz="1050" noProof="0"/>
              <a:t>Health and Science, Lead development of Tableau dashboards and company wide best practices and standards for sales reports. Led training sessions and client </a:t>
            </a:r>
          </a:p>
          <a:p>
            <a:pPr marL="0" indent="0">
              <a:buNone/>
            </a:pPr>
            <a:r>
              <a:rPr lang="en-US" sz="1050" b="1"/>
              <a:t>ETL Developer</a:t>
            </a:r>
            <a:br>
              <a:rPr lang="en-US" sz="1050"/>
            </a:br>
            <a:r>
              <a:rPr lang="en-US" sz="1050" noProof="0"/>
              <a:t>Technology, Implemented ETL processes for custom reporting tool that was rolled up to C-Level executives. Also handled Tableau data source manipulation and extract performance</a:t>
            </a:r>
            <a:endParaRPr lang="en-US" sz="1050"/>
          </a:p>
        </p:txBody>
      </p:sp>
      <p:sp>
        <p:nvSpPr>
          <p:cNvPr id="21" name="Text Placeholder 20">
            <a:extLst>
              <a:ext uri="{FF2B5EF4-FFF2-40B4-BE49-F238E27FC236}">
                <a16:creationId xmlns:a16="http://schemas.microsoft.com/office/drawing/2014/main" id="{8BB43353-623C-6986-E24C-24ACC174201A}"/>
              </a:ext>
            </a:extLst>
          </p:cNvPr>
          <p:cNvSpPr>
            <a:spLocks noGrp="1"/>
          </p:cNvSpPr>
          <p:nvPr>
            <p:ph type="body" sz="quarter" idx="18"/>
          </p:nvPr>
        </p:nvSpPr>
        <p:spPr/>
        <p:txBody>
          <a:bodyPr/>
          <a:lstStyle/>
          <a:p>
            <a:r>
              <a:rPr lang="en-US"/>
              <a:t>Skills</a:t>
            </a:r>
          </a:p>
        </p:txBody>
      </p:sp>
      <p:sp>
        <p:nvSpPr>
          <p:cNvPr id="19" name="Text Placeholder 18">
            <a:extLst>
              <a:ext uri="{FF2B5EF4-FFF2-40B4-BE49-F238E27FC236}">
                <a16:creationId xmlns:a16="http://schemas.microsoft.com/office/drawing/2014/main" id="{6EC630A7-4B38-CCEB-3E9D-CC20B948F8D4}"/>
              </a:ext>
            </a:extLst>
          </p:cNvPr>
          <p:cNvSpPr>
            <a:spLocks noGrp="1"/>
          </p:cNvSpPr>
          <p:nvPr>
            <p:ph type="body" sz="quarter" idx="16"/>
          </p:nvPr>
        </p:nvSpPr>
        <p:spPr/>
        <p:txBody>
          <a:bodyPr/>
          <a:lstStyle/>
          <a:p>
            <a:r>
              <a:rPr lang="en-US" sz="1050"/>
              <a:t>Tableau Desktop v9 Qualified Associate</a:t>
            </a:r>
          </a:p>
          <a:p>
            <a:r>
              <a:rPr lang="en-US" sz="1050"/>
              <a:t>Tableau Server</a:t>
            </a:r>
          </a:p>
          <a:p>
            <a:r>
              <a:rPr lang="en-US" sz="1050"/>
              <a:t>.NET/C#</a:t>
            </a:r>
          </a:p>
          <a:p>
            <a:r>
              <a:rPr lang="en-US" sz="1050"/>
              <a:t>Alteryx</a:t>
            </a:r>
          </a:p>
          <a:p>
            <a:r>
              <a:rPr lang="en-US" sz="1050"/>
              <a:t>SQL</a:t>
            </a:r>
          </a:p>
          <a:p>
            <a:r>
              <a:rPr lang="en-US" sz="1050"/>
              <a:t>Python</a:t>
            </a:r>
          </a:p>
          <a:p>
            <a:r>
              <a:rPr lang="en-US" sz="1050"/>
              <a:t>Power BI </a:t>
            </a:r>
          </a:p>
          <a:p>
            <a:r>
              <a:rPr lang="en-US" sz="1050"/>
              <a:t>Business Intelligence </a:t>
            </a:r>
            <a:br>
              <a:rPr lang="en-US" sz="1050"/>
            </a:br>
            <a:r>
              <a:rPr lang="en-US" sz="1050"/>
              <a:t>&amp; Analytics</a:t>
            </a:r>
          </a:p>
          <a:p>
            <a:r>
              <a:rPr lang="en-US" sz="1050"/>
              <a:t>Visual Best Practices</a:t>
            </a:r>
          </a:p>
          <a:p>
            <a:r>
              <a:rPr lang="en-US" sz="1050"/>
              <a:t>Speaking and Workshops</a:t>
            </a:r>
          </a:p>
          <a:p>
            <a:r>
              <a:rPr lang="en-US" sz="1050"/>
              <a:t>Proof of Concepts</a:t>
            </a:r>
          </a:p>
          <a:p>
            <a:r>
              <a:rPr lang="en-US" sz="1050"/>
              <a:t>API Usage</a:t>
            </a:r>
          </a:p>
        </p:txBody>
      </p:sp>
      <p:sp>
        <p:nvSpPr>
          <p:cNvPr id="4" name="Footer Placeholder 3">
            <a:extLst>
              <a:ext uri="{FF2B5EF4-FFF2-40B4-BE49-F238E27FC236}">
                <a16:creationId xmlns:a16="http://schemas.microsoft.com/office/drawing/2014/main" id="{66878EDC-5953-C95D-986E-6ED8FE9ED31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Date Placeholder 4">
            <a:extLst>
              <a:ext uri="{FF2B5EF4-FFF2-40B4-BE49-F238E27FC236}">
                <a16:creationId xmlns:a16="http://schemas.microsoft.com/office/drawing/2014/main" id="{5F504848-D3C2-1E96-4775-4250891BCC30}"/>
              </a:ext>
              <a:ext uri="{C183D7F6-B498-43B3-948B-1728B52AA6E4}">
                <adec:decorative xmlns:adec="http://schemas.microsoft.com/office/drawing/2017/decorative" val="1"/>
              </a:ext>
            </a:extLst>
          </p:cNvPr>
          <p:cNvSpPr>
            <a:spLocks noGrp="1"/>
          </p:cNvSpPr>
          <p:nvPr>
            <p:ph type="dt" sz="half" idx="11"/>
          </p:nvPr>
        </p:nvSpPr>
        <p:spPr/>
        <p:txBody>
          <a:bodyPr/>
          <a:lstStyle/>
          <a:p>
            <a:fld id="{C5BCFF06-868F-47DE-9A00-67820839F4F6}" type="datetimeyyyy">
              <a:rPr lang="en-US" smtClean="0"/>
              <a:t>2025</a:t>
            </a:fld>
            <a:endParaRPr lang="en-US"/>
          </a:p>
        </p:txBody>
      </p:sp>
      <p:sp>
        <p:nvSpPr>
          <p:cNvPr id="6" name="Slide Number Placeholder 5">
            <a:extLst>
              <a:ext uri="{FF2B5EF4-FFF2-40B4-BE49-F238E27FC236}">
                <a16:creationId xmlns:a16="http://schemas.microsoft.com/office/drawing/2014/main" id="{89E5E84E-7605-141B-437A-6C9074D8E6D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122</a:t>
            </a:fld>
            <a:endParaRPr lang="en-US"/>
          </a:p>
        </p:txBody>
      </p:sp>
      <p:sp>
        <p:nvSpPr>
          <p:cNvPr id="7" name="object 7">
            <a:extLst>
              <a:ext uri="{FF2B5EF4-FFF2-40B4-BE49-F238E27FC236}">
                <a16:creationId xmlns:a16="http://schemas.microsoft.com/office/drawing/2014/main" id="{3945353C-AE3F-C919-866E-11561563200E}"/>
              </a:ext>
            </a:extLst>
          </p:cNvPr>
          <p:cNvSpPr txBox="1"/>
          <p:nvPr/>
        </p:nvSpPr>
        <p:spPr>
          <a:xfrm>
            <a:off x="10176930" y="299294"/>
            <a:ext cx="2015070" cy="296884"/>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79" spc="-3">
                <a:solidFill>
                  <a:srgbClr val="EB4536"/>
                </a:solidFill>
                <a:latin typeface="Slalom Sans"/>
                <a:cs typeface="Slalom Sans"/>
              </a:rPr>
              <a:t>Example consultant profile</a:t>
            </a:r>
            <a:endParaRPr lang="en-US" sz="879">
              <a:solidFill>
                <a:srgbClr val="1E1E1E"/>
              </a:solidFill>
              <a:latin typeface="Slalom Sans"/>
              <a:cs typeface="Slalom Sans"/>
            </a:endParaRPr>
          </a:p>
        </p:txBody>
      </p:sp>
      <p:sp>
        <p:nvSpPr>
          <p:cNvPr id="8" name="object 9">
            <a:extLst>
              <a:ext uri="{FF2B5EF4-FFF2-40B4-BE49-F238E27FC236}">
                <a16:creationId xmlns:a16="http://schemas.microsoft.com/office/drawing/2014/main" id="{CF6F61D6-2B57-5029-A975-A63F629A478B}"/>
              </a:ext>
            </a:extLst>
          </p:cNvPr>
          <p:cNvSpPr/>
          <p:nvPr/>
        </p:nvSpPr>
        <p:spPr>
          <a:xfrm>
            <a:off x="10164004" y="2409"/>
            <a:ext cx="2027996" cy="29688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a:solidFill>
                  <a:srgbClr val="FFFFFF"/>
                </a:solidFill>
                <a:latin typeface="Slalom Sans Bold" pitchFamily="2" charset="77"/>
              </a:rPr>
              <a:t>READ ME THEN DELETE ME</a:t>
            </a:r>
            <a:endParaRPr sz="1092" b="1">
              <a:solidFill>
                <a:srgbClr val="FFFFFF"/>
              </a:solidFill>
              <a:latin typeface="Slalom Sans Bold" pitchFamily="2" charset="77"/>
            </a:endParaRPr>
          </a:p>
        </p:txBody>
      </p:sp>
    </p:spTree>
    <p:extLst>
      <p:ext uri="{BB962C8B-B14F-4D97-AF65-F5344CB8AC3E}">
        <p14:creationId xmlns:p14="http://schemas.microsoft.com/office/powerpoint/2010/main" val="20052871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4A0128B-AB37-1732-3F14-371ADB3FACC0}"/>
              </a:ext>
              <a:ext uri="{C183D7F6-B498-43B3-948B-1728B52AA6E4}">
                <adec:decorative xmlns:adec="http://schemas.microsoft.com/office/drawing/2017/decorative" val="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7315" t="7168"/>
          <a:stretch/>
        </p:blipFill>
        <p:spPr>
          <a:xfrm>
            <a:off x="0" y="-1"/>
            <a:ext cx="11300174" cy="6366389"/>
          </a:xfrm>
          <a:prstGeom prst="rect">
            <a:avLst/>
          </a:prstGeom>
        </p:spPr>
      </p:pic>
      <p:sp>
        <p:nvSpPr>
          <p:cNvPr id="2" name="Title 1">
            <a:extLst>
              <a:ext uri="{FF2B5EF4-FFF2-40B4-BE49-F238E27FC236}">
                <a16:creationId xmlns:a16="http://schemas.microsoft.com/office/drawing/2014/main" id="{C7C1A34D-00F6-6F17-A895-4CE339527053}"/>
              </a:ext>
            </a:extLst>
          </p:cNvPr>
          <p:cNvSpPr>
            <a:spLocks noGrp="1"/>
          </p:cNvSpPr>
          <p:nvPr>
            <p:ph type="title"/>
          </p:nvPr>
        </p:nvSpPr>
        <p:spPr/>
        <p:txBody>
          <a:bodyPr/>
          <a:lstStyle/>
          <a:p>
            <a:r>
              <a:rPr lang="en-US" sz="4000" dirty="0">
                <a:solidFill>
                  <a:schemeClr val="accent1"/>
                </a:solidFill>
              </a:rPr>
              <a:t>Local soul,   </a:t>
            </a:r>
            <a:br>
              <a:rPr lang="en-US" sz="4000" dirty="0">
                <a:solidFill>
                  <a:schemeClr val="accent1"/>
                </a:solidFill>
              </a:rPr>
            </a:br>
            <a:r>
              <a:rPr lang="en-US" sz="4000" dirty="0"/>
              <a:t>global scale</a:t>
            </a:r>
          </a:p>
        </p:txBody>
      </p:sp>
      <p:sp>
        <p:nvSpPr>
          <p:cNvPr id="6" name="Date Placeholder 5">
            <a:extLst>
              <a:ext uri="{FF2B5EF4-FFF2-40B4-BE49-F238E27FC236}">
                <a16:creationId xmlns:a16="http://schemas.microsoft.com/office/drawing/2014/main" id="{47E4E52F-2308-93B6-22BC-DEF42EAEF5AC}"/>
              </a:ext>
              <a:ext uri="{C183D7F6-B498-43B3-948B-1728B52AA6E4}">
                <adec:decorative xmlns:adec="http://schemas.microsoft.com/office/drawing/2017/decorative" val="1"/>
              </a:ext>
            </a:extLst>
          </p:cNvPr>
          <p:cNvSpPr>
            <a:spLocks noGrp="1"/>
          </p:cNvSpPr>
          <p:nvPr>
            <p:ph type="dt" sz="half" idx="10"/>
          </p:nvPr>
        </p:nvSpPr>
        <p:spPr/>
        <p:txBody>
          <a:bodyPr/>
          <a:lstStyle/>
          <a:p>
            <a:fld id="{D22D415E-D0F8-450A-BA4A-86582959E59A}" type="datetimeyyyy">
              <a:rPr lang="en-US" smtClean="0"/>
              <a:t>2025</a:t>
            </a:fld>
            <a:endParaRPr lang="en-US"/>
          </a:p>
        </p:txBody>
      </p:sp>
      <p:sp>
        <p:nvSpPr>
          <p:cNvPr id="8" name="Footer Placeholder 7">
            <a:extLst>
              <a:ext uri="{FF2B5EF4-FFF2-40B4-BE49-F238E27FC236}">
                <a16:creationId xmlns:a16="http://schemas.microsoft.com/office/drawing/2014/main" id="{AB03E6FA-D972-6681-3F0C-7DBD680736F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Slalom. All Rights Reserved. Proprietary and Confidential.</a:t>
            </a:r>
          </a:p>
        </p:txBody>
      </p:sp>
      <p:sp>
        <p:nvSpPr>
          <p:cNvPr id="9" name="Slide Number Placeholder 8">
            <a:extLst>
              <a:ext uri="{FF2B5EF4-FFF2-40B4-BE49-F238E27FC236}">
                <a16:creationId xmlns:a16="http://schemas.microsoft.com/office/drawing/2014/main" id="{10B32C83-E3E0-37DA-FB17-6A1A80CB4E3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123</a:t>
            </a:fld>
            <a:endParaRPr lang="en-US"/>
          </a:p>
        </p:txBody>
      </p:sp>
      <p:sp>
        <p:nvSpPr>
          <p:cNvPr id="4" name="TextBox 3">
            <a:extLst>
              <a:ext uri="{FF2B5EF4-FFF2-40B4-BE49-F238E27FC236}">
                <a16:creationId xmlns:a16="http://schemas.microsoft.com/office/drawing/2014/main" id="{40680E75-3FFE-0136-D4C9-7A3B8184B3CD}"/>
              </a:ext>
            </a:extLst>
          </p:cNvPr>
          <p:cNvSpPr txBox="1">
            <a:spLocks/>
          </p:cNvSpPr>
          <p:nvPr/>
        </p:nvSpPr>
        <p:spPr>
          <a:xfrm>
            <a:off x="571500" y="2950180"/>
            <a:ext cx="2576296" cy="3124200"/>
          </a:xfrm>
          <a:prstGeom prst="rect">
            <a:avLst/>
          </a:prstGeom>
          <a:noFill/>
        </p:spPr>
        <p:txBody>
          <a:bodyPr wrap="square" lIns="0" tIns="0" rIns="0" bIns="0" rtlCol="0" anchor="t">
            <a:noAutofit/>
          </a:bodyPr>
          <a:lstStyle/>
          <a:p>
            <a:pPr algn="l"/>
            <a:r>
              <a:rPr lang="en-US" sz="1400" b="0" i="0" dirty="0">
                <a:solidFill>
                  <a:srgbClr val="111111"/>
                </a:solidFill>
                <a:effectLst/>
              </a:rPr>
              <a:t>We deeply understand our customers—and their customers—to deliver practical, end-to-end solutions that drive meaningful impact. </a:t>
            </a:r>
          </a:p>
          <a:p>
            <a:pPr algn="l"/>
            <a:endParaRPr lang="en-US" sz="1400" dirty="0">
              <a:solidFill>
                <a:srgbClr val="111111"/>
              </a:solidFill>
            </a:endParaRPr>
          </a:p>
          <a:p>
            <a:pPr algn="l"/>
            <a:r>
              <a:rPr lang="en-US" sz="1400" b="0" i="0" dirty="0">
                <a:solidFill>
                  <a:srgbClr val="111111"/>
                </a:solidFill>
                <a:effectLst/>
              </a:rPr>
              <a:t>In eight countries, with 49 offices, and nearly 12,000 team members, Slalom helps people and organizations dream bigger, move faster, and build better tomorrows for all. </a:t>
            </a:r>
          </a:p>
        </p:txBody>
      </p:sp>
      <p:sp>
        <p:nvSpPr>
          <p:cNvPr id="828" name="Freeform: Shape 827">
            <a:extLst>
              <a:ext uri="{FF2B5EF4-FFF2-40B4-BE49-F238E27FC236}">
                <a16:creationId xmlns:a16="http://schemas.microsoft.com/office/drawing/2014/main" id="{D8D82A90-7360-D0FD-2233-A39C4812A701}"/>
              </a:ext>
              <a:ext uri="{C183D7F6-B498-43B3-948B-1728B52AA6E4}">
                <adec:decorative xmlns:adec="http://schemas.microsoft.com/office/drawing/2017/decorative" val="1"/>
              </a:ext>
            </a:extLst>
          </p:cNvPr>
          <p:cNvSpPr/>
          <p:nvPr/>
        </p:nvSpPr>
        <p:spPr>
          <a:xfrm>
            <a:off x="7075958" y="1710780"/>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5" y="43588"/>
                  <a:pt x="47125" y="23563"/>
                </a:cubicBezTo>
                <a:cubicBezTo>
                  <a:pt x="47125" y="10549"/>
                  <a:pt x="36575" y="0"/>
                  <a:pt x="23563" y="0"/>
                </a:cubicBezTo>
              </a:path>
            </a:pathLst>
          </a:custGeom>
          <a:solidFill>
            <a:schemeClr val="accent1"/>
          </a:solidFill>
          <a:ln w="6317" cap="flat">
            <a:noFill/>
            <a:prstDash val="solid"/>
            <a:miter/>
          </a:ln>
        </p:spPr>
        <p:txBody>
          <a:bodyPr rtlCol="0" anchor="ctr"/>
          <a:lstStyle/>
          <a:p>
            <a:endParaRPr lang="en-US"/>
          </a:p>
        </p:txBody>
      </p:sp>
      <p:sp>
        <p:nvSpPr>
          <p:cNvPr id="829" name="Freeform: Shape 828">
            <a:extLst>
              <a:ext uri="{FF2B5EF4-FFF2-40B4-BE49-F238E27FC236}">
                <a16:creationId xmlns:a16="http://schemas.microsoft.com/office/drawing/2014/main" id="{71146056-2F35-A7B7-5E6E-CC6BBE00B028}"/>
              </a:ext>
              <a:ext uri="{C183D7F6-B498-43B3-948B-1728B52AA6E4}">
                <adec:decorative xmlns:adec="http://schemas.microsoft.com/office/drawing/2017/decorative" val="1"/>
              </a:ext>
            </a:extLst>
          </p:cNvPr>
          <p:cNvSpPr/>
          <p:nvPr/>
        </p:nvSpPr>
        <p:spPr>
          <a:xfrm>
            <a:off x="7155932" y="1741545"/>
            <a:ext cx="47126" cy="69993"/>
          </a:xfrm>
          <a:custGeom>
            <a:avLst/>
            <a:gdLst>
              <a:gd name="connsiteX0" fmla="*/ 23563 w 47126"/>
              <a:gd name="connsiteY0" fmla="*/ 0 h 69993"/>
              <a:gd name="connsiteX1" fmla="*/ 0 w 47126"/>
              <a:gd name="connsiteY1" fmla="*/ 23563 h 69993"/>
              <a:gd name="connsiteX2" fmla="*/ 23563 w 47126"/>
              <a:gd name="connsiteY2" fmla="*/ 69994 h 69993"/>
              <a:gd name="connsiteX3" fmla="*/ 47126 w 47126"/>
              <a:gd name="connsiteY3" fmla="*/ 23563 h 69993"/>
              <a:gd name="connsiteX4" fmla="*/ 23563 w 47126"/>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6" h="69993">
                <a:moveTo>
                  <a:pt x="23563" y="0"/>
                </a:moveTo>
                <a:cubicBezTo>
                  <a:pt x="10550" y="0"/>
                  <a:pt x="0" y="10549"/>
                  <a:pt x="0" y="23563"/>
                </a:cubicBezTo>
                <a:cubicBezTo>
                  <a:pt x="0" y="43272"/>
                  <a:pt x="23563" y="69994"/>
                  <a:pt x="23563" y="69994"/>
                </a:cubicBezTo>
                <a:cubicBezTo>
                  <a:pt x="23563" y="69994"/>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1" name="Freeform: Shape 830">
            <a:extLst>
              <a:ext uri="{FF2B5EF4-FFF2-40B4-BE49-F238E27FC236}">
                <a16:creationId xmlns:a16="http://schemas.microsoft.com/office/drawing/2014/main" id="{1F8EB51E-E28A-668B-8CDA-F5A4B795B3B6}"/>
              </a:ext>
              <a:ext uri="{C183D7F6-B498-43B3-948B-1728B52AA6E4}">
                <adec:decorative xmlns:adec="http://schemas.microsoft.com/office/drawing/2017/decorative" val="1"/>
              </a:ext>
            </a:extLst>
          </p:cNvPr>
          <p:cNvSpPr/>
          <p:nvPr/>
        </p:nvSpPr>
        <p:spPr>
          <a:xfrm>
            <a:off x="9921305" y="2049251"/>
            <a:ext cx="47126" cy="69993"/>
          </a:xfrm>
          <a:custGeom>
            <a:avLst/>
            <a:gdLst>
              <a:gd name="connsiteX0" fmla="*/ 23563 w 47126"/>
              <a:gd name="connsiteY0" fmla="*/ 0 h 69993"/>
              <a:gd name="connsiteX1" fmla="*/ 0 w 47126"/>
              <a:gd name="connsiteY1" fmla="*/ 23563 h 69993"/>
              <a:gd name="connsiteX2" fmla="*/ 23563 w 47126"/>
              <a:gd name="connsiteY2" fmla="*/ 69993 h 69993"/>
              <a:gd name="connsiteX3" fmla="*/ 47126 w 47126"/>
              <a:gd name="connsiteY3" fmla="*/ 23563 h 69993"/>
              <a:gd name="connsiteX4" fmla="*/ 23563 w 47126"/>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6" h="69993">
                <a:moveTo>
                  <a:pt x="23563" y="0"/>
                </a:moveTo>
                <a:cubicBezTo>
                  <a:pt x="10550"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2" name="Freeform: Shape 831">
            <a:extLst>
              <a:ext uri="{FF2B5EF4-FFF2-40B4-BE49-F238E27FC236}">
                <a16:creationId xmlns:a16="http://schemas.microsoft.com/office/drawing/2014/main" id="{E57D446E-AEFA-EBBF-FF4A-5C3ED75DFC06}"/>
              </a:ext>
              <a:ext uri="{C183D7F6-B498-43B3-948B-1728B52AA6E4}">
                <adec:decorative xmlns:adec="http://schemas.microsoft.com/office/drawing/2017/decorative" val="1"/>
              </a:ext>
            </a:extLst>
          </p:cNvPr>
          <p:cNvSpPr/>
          <p:nvPr/>
        </p:nvSpPr>
        <p:spPr>
          <a:xfrm>
            <a:off x="10011514" y="3840148"/>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50" y="0"/>
                  <a:pt x="0" y="10549"/>
                  <a:pt x="0" y="23563"/>
                </a:cubicBezTo>
                <a:cubicBezTo>
                  <a:pt x="0" y="43272"/>
                  <a:pt x="23563" y="69993"/>
                  <a:pt x="23563" y="69993"/>
                </a:cubicBezTo>
                <a:cubicBezTo>
                  <a:pt x="23563" y="69993"/>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3" name="Freeform: Shape 832">
            <a:extLst>
              <a:ext uri="{FF2B5EF4-FFF2-40B4-BE49-F238E27FC236}">
                <a16:creationId xmlns:a16="http://schemas.microsoft.com/office/drawing/2014/main" id="{67AA3247-94D0-7320-DDE3-8B083B67DF64}"/>
              </a:ext>
              <a:ext uri="{C183D7F6-B498-43B3-948B-1728B52AA6E4}">
                <adec:decorative xmlns:adec="http://schemas.microsoft.com/office/drawing/2017/decorative" val="1"/>
              </a:ext>
            </a:extLst>
          </p:cNvPr>
          <p:cNvSpPr/>
          <p:nvPr/>
        </p:nvSpPr>
        <p:spPr>
          <a:xfrm>
            <a:off x="10109997" y="3840148"/>
            <a:ext cx="47126" cy="69993"/>
          </a:xfrm>
          <a:custGeom>
            <a:avLst/>
            <a:gdLst>
              <a:gd name="connsiteX0" fmla="*/ 23563 w 47126"/>
              <a:gd name="connsiteY0" fmla="*/ 0 h 69993"/>
              <a:gd name="connsiteX1" fmla="*/ 0 w 47126"/>
              <a:gd name="connsiteY1" fmla="*/ 23563 h 69993"/>
              <a:gd name="connsiteX2" fmla="*/ 23563 w 47126"/>
              <a:gd name="connsiteY2" fmla="*/ 69993 h 69993"/>
              <a:gd name="connsiteX3" fmla="*/ 47126 w 47126"/>
              <a:gd name="connsiteY3" fmla="*/ 23563 h 69993"/>
              <a:gd name="connsiteX4" fmla="*/ 23563 w 47126"/>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6" h="69993">
                <a:moveTo>
                  <a:pt x="23563" y="0"/>
                </a:moveTo>
                <a:cubicBezTo>
                  <a:pt x="10550"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4" name="Freeform: Shape 833">
            <a:extLst>
              <a:ext uri="{FF2B5EF4-FFF2-40B4-BE49-F238E27FC236}">
                <a16:creationId xmlns:a16="http://schemas.microsoft.com/office/drawing/2014/main" id="{DE7871BB-3043-8EDE-A9E2-E9011FEE08C7}"/>
              </a:ext>
              <a:ext uri="{C183D7F6-B498-43B3-948B-1728B52AA6E4}">
                <adec:decorative xmlns:adec="http://schemas.microsoft.com/office/drawing/2017/decorative" val="1"/>
              </a:ext>
            </a:extLst>
          </p:cNvPr>
          <p:cNvSpPr/>
          <p:nvPr/>
        </p:nvSpPr>
        <p:spPr>
          <a:xfrm>
            <a:off x="5525048" y="2363147"/>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5" name="Freeform: Shape 834">
            <a:extLst>
              <a:ext uri="{FF2B5EF4-FFF2-40B4-BE49-F238E27FC236}">
                <a16:creationId xmlns:a16="http://schemas.microsoft.com/office/drawing/2014/main" id="{89B8692D-7F64-0FA8-A478-659EB1AA67EB}"/>
              </a:ext>
              <a:ext uri="{C183D7F6-B498-43B3-948B-1728B52AA6E4}">
                <adec:decorative xmlns:adec="http://schemas.microsoft.com/office/drawing/2017/decorative" val="1"/>
              </a:ext>
            </a:extLst>
          </p:cNvPr>
          <p:cNvSpPr/>
          <p:nvPr/>
        </p:nvSpPr>
        <p:spPr>
          <a:xfrm>
            <a:off x="5498516" y="2328150"/>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6" name="Freeform: Shape 835">
            <a:extLst>
              <a:ext uri="{FF2B5EF4-FFF2-40B4-BE49-F238E27FC236}">
                <a16:creationId xmlns:a16="http://schemas.microsoft.com/office/drawing/2014/main" id="{211BB0E5-54C0-FC9A-32AF-7BADE3CB94F6}"/>
              </a:ext>
              <a:ext uri="{C183D7F6-B498-43B3-948B-1728B52AA6E4}">
                <adec:decorative xmlns:adec="http://schemas.microsoft.com/office/drawing/2017/decorative" val="1"/>
              </a:ext>
            </a:extLst>
          </p:cNvPr>
          <p:cNvSpPr/>
          <p:nvPr/>
        </p:nvSpPr>
        <p:spPr>
          <a:xfrm>
            <a:off x="5410392" y="2110842"/>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7" name="Freeform: Shape 836">
            <a:extLst>
              <a:ext uri="{FF2B5EF4-FFF2-40B4-BE49-F238E27FC236}">
                <a16:creationId xmlns:a16="http://schemas.microsoft.com/office/drawing/2014/main" id="{29B51670-5511-DC7A-ECCF-2BC1F6A3DA91}"/>
              </a:ext>
              <a:ext uri="{C183D7F6-B498-43B3-948B-1728B52AA6E4}">
                <adec:decorative xmlns:adec="http://schemas.microsoft.com/office/drawing/2017/decorative" val="1"/>
              </a:ext>
            </a:extLst>
          </p:cNvPr>
          <p:cNvSpPr/>
          <p:nvPr/>
        </p:nvSpPr>
        <p:spPr>
          <a:xfrm>
            <a:off x="4786579" y="1827710"/>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8" name="Freeform: Shape 837">
            <a:extLst>
              <a:ext uri="{FF2B5EF4-FFF2-40B4-BE49-F238E27FC236}">
                <a16:creationId xmlns:a16="http://schemas.microsoft.com/office/drawing/2014/main" id="{61A253F0-2FAF-9779-9BCC-FC813DA38782}"/>
              </a:ext>
              <a:ext uri="{C183D7F6-B498-43B3-948B-1728B52AA6E4}">
                <adec:decorative xmlns:adec="http://schemas.microsoft.com/office/drawing/2017/decorative" val="1"/>
              </a:ext>
            </a:extLst>
          </p:cNvPr>
          <p:cNvSpPr/>
          <p:nvPr/>
        </p:nvSpPr>
        <p:spPr>
          <a:xfrm>
            <a:off x="5260424" y="2258536"/>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39" name="Freeform: Shape 838">
            <a:extLst>
              <a:ext uri="{FF2B5EF4-FFF2-40B4-BE49-F238E27FC236}">
                <a16:creationId xmlns:a16="http://schemas.microsoft.com/office/drawing/2014/main" id="{18835D76-6BC4-D393-63B4-5CD74B575152}"/>
              </a:ext>
              <a:ext uri="{C183D7F6-B498-43B3-948B-1728B52AA6E4}">
                <adec:decorative xmlns:adec="http://schemas.microsoft.com/office/drawing/2017/decorative" val="1"/>
              </a:ext>
            </a:extLst>
          </p:cNvPr>
          <p:cNvSpPr/>
          <p:nvPr/>
        </p:nvSpPr>
        <p:spPr>
          <a:xfrm>
            <a:off x="5168132" y="2206041"/>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5" y="43588"/>
                  <a:pt x="47125" y="23563"/>
                </a:cubicBezTo>
                <a:cubicBezTo>
                  <a:pt x="47125"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40" name="Freeform: Shape 839">
            <a:extLst>
              <a:ext uri="{FF2B5EF4-FFF2-40B4-BE49-F238E27FC236}">
                <a16:creationId xmlns:a16="http://schemas.microsoft.com/office/drawing/2014/main" id="{5C4C30DE-7538-8871-4F29-C488762F0E9B}"/>
              </a:ext>
              <a:ext uri="{C183D7F6-B498-43B3-948B-1728B52AA6E4}">
                <adec:decorative xmlns:adec="http://schemas.microsoft.com/office/drawing/2017/decorative" val="1"/>
              </a:ext>
            </a:extLst>
          </p:cNvPr>
          <p:cNvSpPr/>
          <p:nvPr/>
        </p:nvSpPr>
        <p:spPr>
          <a:xfrm>
            <a:off x="4811152" y="1772309"/>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41" name="Freeform: Shape 840">
            <a:extLst>
              <a:ext uri="{FF2B5EF4-FFF2-40B4-BE49-F238E27FC236}">
                <a16:creationId xmlns:a16="http://schemas.microsoft.com/office/drawing/2014/main" id="{6716D9B1-FAB4-ABB4-D728-A0C3296E7760}"/>
              </a:ext>
              <a:ext uri="{C183D7F6-B498-43B3-948B-1728B52AA6E4}">
                <adec:decorative xmlns:adec="http://schemas.microsoft.com/office/drawing/2017/decorative" val="1"/>
              </a:ext>
            </a:extLst>
          </p:cNvPr>
          <p:cNvSpPr/>
          <p:nvPr/>
        </p:nvSpPr>
        <p:spPr>
          <a:xfrm>
            <a:off x="4718860" y="1985953"/>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42" name="Freeform: Shape 841">
            <a:extLst>
              <a:ext uri="{FF2B5EF4-FFF2-40B4-BE49-F238E27FC236}">
                <a16:creationId xmlns:a16="http://schemas.microsoft.com/office/drawing/2014/main" id="{D8DC8BB2-E357-3DE6-8E47-CBB3DEC5AE49}"/>
              </a:ext>
              <a:ext uri="{C183D7F6-B498-43B3-948B-1728B52AA6E4}">
                <adec:decorative xmlns:adec="http://schemas.microsoft.com/office/drawing/2017/decorative" val="1"/>
              </a:ext>
            </a:extLst>
          </p:cNvPr>
          <p:cNvSpPr/>
          <p:nvPr/>
        </p:nvSpPr>
        <p:spPr>
          <a:xfrm>
            <a:off x="4750698" y="2015265"/>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43" name="Freeform: Shape 842">
            <a:extLst>
              <a:ext uri="{FF2B5EF4-FFF2-40B4-BE49-F238E27FC236}">
                <a16:creationId xmlns:a16="http://schemas.microsoft.com/office/drawing/2014/main" id="{0A8C065C-D9C1-304A-21E1-2D4A92DA4EAB}"/>
              </a:ext>
              <a:ext uri="{C183D7F6-B498-43B3-948B-1728B52AA6E4}">
                <adec:decorative xmlns:adec="http://schemas.microsoft.com/office/drawing/2017/decorative" val="1"/>
              </a:ext>
            </a:extLst>
          </p:cNvPr>
          <p:cNvSpPr/>
          <p:nvPr/>
        </p:nvSpPr>
        <p:spPr>
          <a:xfrm>
            <a:off x="4776345" y="1975404"/>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44" name="Freeform: Shape 843">
            <a:extLst>
              <a:ext uri="{FF2B5EF4-FFF2-40B4-BE49-F238E27FC236}">
                <a16:creationId xmlns:a16="http://schemas.microsoft.com/office/drawing/2014/main" id="{CFF9DC67-87D7-3FAE-8F8A-49E7C7881F59}"/>
              </a:ext>
              <a:ext uri="{C183D7F6-B498-43B3-948B-1728B52AA6E4}">
                <adec:decorative xmlns:adec="http://schemas.microsoft.com/office/drawing/2017/decorative" val="1"/>
              </a:ext>
            </a:extLst>
          </p:cNvPr>
          <p:cNvSpPr/>
          <p:nvPr/>
        </p:nvSpPr>
        <p:spPr>
          <a:xfrm>
            <a:off x="4763016" y="1944640"/>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45" name="Freeform: Shape 844">
            <a:extLst>
              <a:ext uri="{FF2B5EF4-FFF2-40B4-BE49-F238E27FC236}">
                <a16:creationId xmlns:a16="http://schemas.microsoft.com/office/drawing/2014/main" id="{5F7022B5-982F-85DC-C1B7-8352F636FF67}"/>
              </a:ext>
              <a:ext uri="{C183D7F6-B498-43B3-948B-1728B52AA6E4}">
                <adec:decorative xmlns:adec="http://schemas.microsoft.com/office/drawing/2017/decorative" val="1"/>
              </a:ext>
            </a:extLst>
          </p:cNvPr>
          <p:cNvSpPr/>
          <p:nvPr/>
        </p:nvSpPr>
        <p:spPr>
          <a:xfrm>
            <a:off x="4776345" y="2104651"/>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6" y="43588"/>
                  <a:pt x="47126" y="23563"/>
                </a:cubicBezTo>
                <a:cubicBezTo>
                  <a:pt x="47126"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46" name="Freeform: Shape 845">
            <a:extLst>
              <a:ext uri="{FF2B5EF4-FFF2-40B4-BE49-F238E27FC236}">
                <a16:creationId xmlns:a16="http://schemas.microsoft.com/office/drawing/2014/main" id="{23E65CD4-9EEE-E3DA-F143-4E40866CB847}"/>
              </a:ext>
              <a:ext uri="{C183D7F6-B498-43B3-948B-1728B52AA6E4}">
                <adec:decorative xmlns:adec="http://schemas.microsoft.com/office/drawing/2017/decorative" val="1"/>
              </a:ext>
            </a:extLst>
          </p:cNvPr>
          <p:cNvSpPr/>
          <p:nvPr/>
        </p:nvSpPr>
        <p:spPr>
          <a:xfrm>
            <a:off x="4817343" y="2092333"/>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6" y="43588"/>
                  <a:pt x="47126" y="23563"/>
                </a:cubicBezTo>
                <a:cubicBezTo>
                  <a:pt x="47126"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47" name="Freeform: Shape 846">
            <a:extLst>
              <a:ext uri="{FF2B5EF4-FFF2-40B4-BE49-F238E27FC236}">
                <a16:creationId xmlns:a16="http://schemas.microsoft.com/office/drawing/2014/main" id="{C094454F-DB76-B166-1041-EFA4C3278290}"/>
              </a:ext>
              <a:ext uri="{C183D7F6-B498-43B3-948B-1728B52AA6E4}">
                <adec:decorative xmlns:adec="http://schemas.microsoft.com/office/drawing/2017/decorative" val="1"/>
              </a:ext>
            </a:extLst>
          </p:cNvPr>
          <p:cNvSpPr/>
          <p:nvPr/>
        </p:nvSpPr>
        <p:spPr>
          <a:xfrm>
            <a:off x="4803951" y="2133963"/>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48" name="Freeform: Shape 847">
            <a:extLst>
              <a:ext uri="{FF2B5EF4-FFF2-40B4-BE49-F238E27FC236}">
                <a16:creationId xmlns:a16="http://schemas.microsoft.com/office/drawing/2014/main" id="{84808FE4-1E15-B0EA-A491-2055F13E5C6F}"/>
              </a:ext>
              <a:ext uri="{C183D7F6-B498-43B3-948B-1728B52AA6E4}">
                <adec:decorative xmlns:adec="http://schemas.microsoft.com/office/drawing/2017/decorative" val="1"/>
              </a:ext>
            </a:extLst>
          </p:cNvPr>
          <p:cNvSpPr/>
          <p:nvPr/>
        </p:nvSpPr>
        <p:spPr>
          <a:xfrm>
            <a:off x="4946591" y="1984500"/>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49" name="Freeform: Shape 848">
            <a:extLst>
              <a:ext uri="{FF2B5EF4-FFF2-40B4-BE49-F238E27FC236}">
                <a16:creationId xmlns:a16="http://schemas.microsoft.com/office/drawing/2014/main" id="{48699750-F6A0-8687-F95B-E960E712094D}"/>
              </a:ext>
              <a:ext uri="{C183D7F6-B498-43B3-948B-1728B52AA6E4}">
                <adec:decorative xmlns:adec="http://schemas.microsoft.com/office/drawing/2017/decorative" val="1"/>
              </a:ext>
            </a:extLst>
          </p:cNvPr>
          <p:cNvSpPr/>
          <p:nvPr/>
        </p:nvSpPr>
        <p:spPr>
          <a:xfrm>
            <a:off x="4928082" y="2166180"/>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5" y="43588"/>
                  <a:pt x="47125" y="23563"/>
                </a:cubicBezTo>
                <a:cubicBezTo>
                  <a:pt x="47125"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50" name="Freeform: Shape 849">
            <a:extLst>
              <a:ext uri="{FF2B5EF4-FFF2-40B4-BE49-F238E27FC236}">
                <a16:creationId xmlns:a16="http://schemas.microsoft.com/office/drawing/2014/main" id="{BB008C3F-7A59-D96D-0781-8A252A4EEE8F}"/>
              </a:ext>
              <a:ext uri="{C183D7F6-B498-43B3-948B-1728B52AA6E4}">
                <adec:decorative xmlns:adec="http://schemas.microsoft.com/office/drawing/2017/decorative" val="1"/>
              </a:ext>
            </a:extLst>
          </p:cNvPr>
          <p:cNvSpPr/>
          <p:nvPr/>
        </p:nvSpPr>
        <p:spPr>
          <a:xfrm>
            <a:off x="5065605" y="2015265"/>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50"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51" name="Freeform: Shape 850">
            <a:extLst>
              <a:ext uri="{FF2B5EF4-FFF2-40B4-BE49-F238E27FC236}">
                <a16:creationId xmlns:a16="http://schemas.microsoft.com/office/drawing/2014/main" id="{EED72AA3-06EC-FE1B-63B1-B87BBCD0CECD}"/>
              </a:ext>
              <a:ext uri="{C183D7F6-B498-43B3-948B-1728B52AA6E4}">
                <adec:decorative xmlns:adec="http://schemas.microsoft.com/office/drawing/2017/decorative" val="1"/>
              </a:ext>
            </a:extLst>
          </p:cNvPr>
          <p:cNvSpPr/>
          <p:nvPr/>
        </p:nvSpPr>
        <p:spPr>
          <a:xfrm>
            <a:off x="5277859" y="1904526"/>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52" name="Freeform: Shape 851">
            <a:extLst>
              <a:ext uri="{FF2B5EF4-FFF2-40B4-BE49-F238E27FC236}">
                <a16:creationId xmlns:a16="http://schemas.microsoft.com/office/drawing/2014/main" id="{E0181617-85CC-AD7C-9155-9B36C7F4B315}"/>
              </a:ext>
              <a:ext uri="{C183D7F6-B498-43B3-948B-1728B52AA6E4}">
                <adec:decorative xmlns:adec="http://schemas.microsoft.com/office/drawing/2017/decorative" val="1"/>
              </a:ext>
            </a:extLst>
          </p:cNvPr>
          <p:cNvSpPr/>
          <p:nvPr/>
        </p:nvSpPr>
        <p:spPr>
          <a:xfrm>
            <a:off x="5373311" y="1963085"/>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53" name="Freeform: Shape 852">
            <a:extLst>
              <a:ext uri="{FF2B5EF4-FFF2-40B4-BE49-F238E27FC236}">
                <a16:creationId xmlns:a16="http://schemas.microsoft.com/office/drawing/2014/main" id="{DF19C068-D819-F033-D071-0DB58DF828C7}"/>
              </a:ext>
              <a:ext uri="{C183D7F6-B498-43B3-948B-1728B52AA6E4}">
                <adec:decorative xmlns:adec="http://schemas.microsoft.com/office/drawing/2017/decorative" val="1"/>
              </a:ext>
            </a:extLst>
          </p:cNvPr>
          <p:cNvSpPr/>
          <p:nvPr/>
        </p:nvSpPr>
        <p:spPr>
          <a:xfrm>
            <a:off x="5259603" y="2056894"/>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6" y="43588"/>
                  <a:pt x="47126" y="23563"/>
                </a:cubicBezTo>
                <a:cubicBezTo>
                  <a:pt x="47126"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54" name="Freeform: Shape 853">
            <a:extLst>
              <a:ext uri="{FF2B5EF4-FFF2-40B4-BE49-F238E27FC236}">
                <a16:creationId xmlns:a16="http://schemas.microsoft.com/office/drawing/2014/main" id="{D41FCF2D-E61C-D69A-5996-52334C186F92}"/>
              </a:ext>
              <a:ext uri="{C183D7F6-B498-43B3-948B-1728B52AA6E4}">
                <adec:decorative xmlns:adec="http://schemas.microsoft.com/office/drawing/2017/decorative" val="1"/>
              </a:ext>
            </a:extLst>
          </p:cNvPr>
          <p:cNvSpPr/>
          <p:nvPr/>
        </p:nvSpPr>
        <p:spPr>
          <a:xfrm>
            <a:off x="5332313" y="2056894"/>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5" y="43588"/>
                  <a:pt x="47125" y="23563"/>
                </a:cubicBezTo>
                <a:cubicBezTo>
                  <a:pt x="47125"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55" name="Freeform: Shape 854">
            <a:extLst>
              <a:ext uri="{FF2B5EF4-FFF2-40B4-BE49-F238E27FC236}">
                <a16:creationId xmlns:a16="http://schemas.microsoft.com/office/drawing/2014/main" id="{0223AA71-3C85-0738-864A-2A203E0638ED}"/>
              </a:ext>
              <a:ext uri="{C183D7F6-B498-43B3-948B-1728B52AA6E4}">
                <adec:decorative xmlns:adec="http://schemas.microsoft.com/office/drawing/2017/decorative" val="1"/>
              </a:ext>
            </a:extLst>
          </p:cNvPr>
          <p:cNvSpPr/>
          <p:nvPr/>
        </p:nvSpPr>
        <p:spPr>
          <a:xfrm>
            <a:off x="5217342" y="2206041"/>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6" y="43588"/>
                  <a:pt x="47126" y="23563"/>
                </a:cubicBezTo>
                <a:cubicBezTo>
                  <a:pt x="47126"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56" name="Freeform: Shape 855">
            <a:extLst>
              <a:ext uri="{FF2B5EF4-FFF2-40B4-BE49-F238E27FC236}">
                <a16:creationId xmlns:a16="http://schemas.microsoft.com/office/drawing/2014/main" id="{FE0CDCAD-68F8-576A-D343-27A790C19107}"/>
              </a:ext>
              <a:ext uri="{C183D7F6-B498-43B3-948B-1728B52AA6E4}">
                <adec:decorative xmlns:adec="http://schemas.microsoft.com/office/drawing/2017/decorative" val="1"/>
              </a:ext>
            </a:extLst>
          </p:cNvPr>
          <p:cNvSpPr/>
          <p:nvPr/>
        </p:nvSpPr>
        <p:spPr>
          <a:xfrm>
            <a:off x="5205023" y="2241543"/>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50"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57" name="Freeform: Shape 856">
            <a:extLst>
              <a:ext uri="{FF2B5EF4-FFF2-40B4-BE49-F238E27FC236}">
                <a16:creationId xmlns:a16="http://schemas.microsoft.com/office/drawing/2014/main" id="{906D66A1-48A1-7C69-7680-73277A7BE461}"/>
              </a:ext>
              <a:ext uri="{C183D7F6-B498-43B3-948B-1728B52AA6E4}">
                <adec:decorative xmlns:adec="http://schemas.microsoft.com/office/drawing/2017/decorative" val="1"/>
              </a:ext>
            </a:extLst>
          </p:cNvPr>
          <p:cNvSpPr/>
          <p:nvPr/>
        </p:nvSpPr>
        <p:spPr>
          <a:xfrm>
            <a:off x="5450316" y="1944640"/>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58" name="Freeform: Shape 857">
            <a:extLst>
              <a:ext uri="{FF2B5EF4-FFF2-40B4-BE49-F238E27FC236}">
                <a16:creationId xmlns:a16="http://schemas.microsoft.com/office/drawing/2014/main" id="{DE5A1D25-7A66-2E7B-EFAF-CB66A800EEEF}"/>
              </a:ext>
              <a:ext uri="{C183D7F6-B498-43B3-948B-1728B52AA6E4}">
                <adec:decorative xmlns:adec="http://schemas.microsoft.com/office/drawing/2017/decorative" val="1"/>
              </a:ext>
            </a:extLst>
          </p:cNvPr>
          <p:cNvSpPr/>
          <p:nvPr/>
        </p:nvSpPr>
        <p:spPr>
          <a:xfrm>
            <a:off x="5474953" y="2007684"/>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59" name="Freeform: Shape 858">
            <a:extLst>
              <a:ext uri="{FF2B5EF4-FFF2-40B4-BE49-F238E27FC236}">
                <a16:creationId xmlns:a16="http://schemas.microsoft.com/office/drawing/2014/main" id="{336411C3-0414-BE40-3279-866F44CB6359}"/>
              </a:ext>
              <a:ext uri="{C183D7F6-B498-43B3-948B-1728B52AA6E4}">
                <adec:decorative xmlns:adec="http://schemas.microsoft.com/office/drawing/2017/decorative" val="1"/>
              </a:ext>
            </a:extLst>
          </p:cNvPr>
          <p:cNvSpPr/>
          <p:nvPr/>
        </p:nvSpPr>
        <p:spPr>
          <a:xfrm>
            <a:off x="5457518" y="2166180"/>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5" y="43588"/>
                  <a:pt x="47125" y="23563"/>
                </a:cubicBezTo>
                <a:cubicBezTo>
                  <a:pt x="47125"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60" name="Freeform: Shape 859">
            <a:extLst>
              <a:ext uri="{FF2B5EF4-FFF2-40B4-BE49-F238E27FC236}">
                <a16:creationId xmlns:a16="http://schemas.microsoft.com/office/drawing/2014/main" id="{D93F0F04-3484-5DF1-CC9A-14BB7C12C338}"/>
              </a:ext>
              <a:ext uri="{C183D7F6-B498-43B3-948B-1728B52AA6E4}">
                <adec:decorative xmlns:adec="http://schemas.microsoft.com/office/drawing/2017/decorative" val="1"/>
              </a:ext>
            </a:extLst>
          </p:cNvPr>
          <p:cNvSpPr/>
          <p:nvPr/>
        </p:nvSpPr>
        <p:spPr>
          <a:xfrm>
            <a:off x="5531238" y="2110842"/>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50" y="0"/>
                  <a:pt x="0" y="10549"/>
                  <a:pt x="0" y="23563"/>
                </a:cubicBezTo>
                <a:cubicBezTo>
                  <a:pt x="0" y="43272"/>
                  <a:pt x="23563" y="69993"/>
                  <a:pt x="23563" y="69993"/>
                </a:cubicBezTo>
                <a:cubicBezTo>
                  <a:pt x="23563" y="69993"/>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61" name="Freeform: Shape 860">
            <a:extLst>
              <a:ext uri="{FF2B5EF4-FFF2-40B4-BE49-F238E27FC236}">
                <a16:creationId xmlns:a16="http://schemas.microsoft.com/office/drawing/2014/main" id="{6458FBBE-323D-6785-70DF-03EEC8390462}"/>
              </a:ext>
              <a:ext uri="{C183D7F6-B498-43B3-948B-1728B52AA6E4}">
                <adec:decorative xmlns:adec="http://schemas.microsoft.com/office/drawing/2017/decorative" val="1"/>
              </a:ext>
            </a:extLst>
          </p:cNvPr>
          <p:cNvSpPr/>
          <p:nvPr/>
        </p:nvSpPr>
        <p:spPr>
          <a:xfrm>
            <a:off x="5597063" y="1990880"/>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5" y="43588"/>
                  <a:pt x="47125" y="23563"/>
                </a:cubicBezTo>
                <a:cubicBezTo>
                  <a:pt x="47125" y="10550"/>
                  <a:pt x="36575" y="0"/>
                  <a:pt x="23563" y="0"/>
                </a:cubicBezTo>
              </a:path>
            </a:pathLst>
          </a:custGeom>
          <a:solidFill>
            <a:schemeClr val="accent1"/>
          </a:solidFill>
          <a:ln w="6317" cap="flat">
            <a:noFill/>
            <a:prstDash val="solid"/>
            <a:miter/>
          </a:ln>
        </p:spPr>
        <p:txBody>
          <a:bodyPr rtlCol="0" anchor="ctr"/>
          <a:lstStyle/>
          <a:p>
            <a:endParaRPr lang="en-US"/>
          </a:p>
        </p:txBody>
      </p:sp>
      <p:sp>
        <p:nvSpPr>
          <p:cNvPr id="862" name="Freeform: Shape 861">
            <a:extLst>
              <a:ext uri="{FF2B5EF4-FFF2-40B4-BE49-F238E27FC236}">
                <a16:creationId xmlns:a16="http://schemas.microsoft.com/office/drawing/2014/main" id="{FDFBE977-30AD-A846-866D-0FB6C7D6365A}"/>
              </a:ext>
              <a:ext uri="{C183D7F6-B498-43B3-948B-1728B52AA6E4}">
                <adec:decorative xmlns:adec="http://schemas.microsoft.com/office/drawing/2017/decorative" val="1"/>
              </a:ext>
            </a:extLst>
          </p:cNvPr>
          <p:cNvSpPr/>
          <p:nvPr/>
        </p:nvSpPr>
        <p:spPr>
          <a:xfrm>
            <a:off x="5635975" y="2027583"/>
            <a:ext cx="47126" cy="69993"/>
          </a:xfrm>
          <a:custGeom>
            <a:avLst/>
            <a:gdLst>
              <a:gd name="connsiteX0" fmla="*/ 23563 w 47126"/>
              <a:gd name="connsiteY0" fmla="*/ 0 h 69993"/>
              <a:gd name="connsiteX1" fmla="*/ 0 w 47126"/>
              <a:gd name="connsiteY1" fmla="*/ 23563 h 69993"/>
              <a:gd name="connsiteX2" fmla="*/ 23563 w 47126"/>
              <a:gd name="connsiteY2" fmla="*/ 69994 h 69993"/>
              <a:gd name="connsiteX3" fmla="*/ 47126 w 47126"/>
              <a:gd name="connsiteY3" fmla="*/ 23563 h 69993"/>
              <a:gd name="connsiteX4" fmla="*/ 23563 w 47126"/>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6" h="69993">
                <a:moveTo>
                  <a:pt x="23563" y="0"/>
                </a:moveTo>
                <a:cubicBezTo>
                  <a:pt x="10550" y="0"/>
                  <a:pt x="0" y="10550"/>
                  <a:pt x="0" y="23563"/>
                </a:cubicBezTo>
                <a:cubicBezTo>
                  <a:pt x="0" y="43272"/>
                  <a:pt x="23563" y="69994"/>
                  <a:pt x="23563" y="69994"/>
                </a:cubicBezTo>
                <a:cubicBezTo>
                  <a:pt x="23563" y="69994"/>
                  <a:pt x="47126" y="43588"/>
                  <a:pt x="47126" y="23563"/>
                </a:cubicBezTo>
                <a:cubicBezTo>
                  <a:pt x="47126" y="10550"/>
                  <a:pt x="36576" y="0"/>
                  <a:pt x="23563" y="0"/>
                </a:cubicBezTo>
              </a:path>
            </a:pathLst>
          </a:custGeom>
          <a:solidFill>
            <a:schemeClr val="accent1"/>
          </a:solidFill>
          <a:ln w="6317" cap="flat">
            <a:noFill/>
            <a:prstDash val="solid"/>
            <a:miter/>
          </a:ln>
        </p:spPr>
        <p:txBody>
          <a:bodyPr rtlCol="0" anchor="ctr"/>
          <a:lstStyle/>
          <a:p>
            <a:endParaRPr lang="en-US"/>
          </a:p>
        </p:txBody>
      </p:sp>
      <p:sp>
        <p:nvSpPr>
          <p:cNvPr id="863" name="Freeform: Shape 862">
            <a:extLst>
              <a:ext uri="{FF2B5EF4-FFF2-40B4-BE49-F238E27FC236}">
                <a16:creationId xmlns:a16="http://schemas.microsoft.com/office/drawing/2014/main" id="{17202FFF-BF45-0E44-1CA2-D491655D8B9C}"/>
              </a:ext>
              <a:ext uri="{C183D7F6-B498-43B3-948B-1728B52AA6E4}">
                <adec:decorative xmlns:adec="http://schemas.microsoft.com/office/drawing/2017/decorative" val="1"/>
              </a:ext>
            </a:extLst>
          </p:cNvPr>
          <p:cNvSpPr/>
          <p:nvPr/>
        </p:nvSpPr>
        <p:spPr>
          <a:xfrm>
            <a:off x="5648294" y="2050767"/>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5" y="43588"/>
                  <a:pt x="47125" y="23563"/>
                </a:cubicBezTo>
                <a:cubicBezTo>
                  <a:pt x="47125" y="10549"/>
                  <a:pt x="36575" y="0"/>
                  <a:pt x="23563" y="0"/>
                </a:cubicBezTo>
              </a:path>
            </a:pathLst>
          </a:custGeom>
          <a:solidFill>
            <a:schemeClr val="accent1"/>
          </a:solidFill>
          <a:ln w="6317" cap="flat">
            <a:noFill/>
            <a:prstDash val="solid"/>
            <a:miter/>
          </a:ln>
        </p:spPr>
        <p:txBody>
          <a:bodyPr rtlCol="0" anchor="ctr"/>
          <a:lstStyle/>
          <a:p>
            <a:endParaRPr lang="en-US"/>
          </a:p>
        </p:txBody>
      </p:sp>
      <p:sp>
        <p:nvSpPr>
          <p:cNvPr id="864" name="Freeform: Shape 863">
            <a:extLst>
              <a:ext uri="{FF2B5EF4-FFF2-40B4-BE49-F238E27FC236}">
                <a16:creationId xmlns:a16="http://schemas.microsoft.com/office/drawing/2014/main" id="{F6844A65-8A94-1EDC-FCC1-B62859758EE6}"/>
              </a:ext>
              <a:ext uri="{C183D7F6-B498-43B3-948B-1728B52AA6E4}">
                <adec:decorative xmlns:adec="http://schemas.microsoft.com/office/drawing/2017/decorative" val="1"/>
              </a:ext>
            </a:extLst>
          </p:cNvPr>
          <p:cNvSpPr/>
          <p:nvPr/>
        </p:nvSpPr>
        <p:spPr>
          <a:xfrm>
            <a:off x="5605211" y="2075340"/>
            <a:ext cx="47126" cy="69993"/>
          </a:xfrm>
          <a:custGeom>
            <a:avLst/>
            <a:gdLst>
              <a:gd name="connsiteX0" fmla="*/ 23563 w 47126"/>
              <a:gd name="connsiteY0" fmla="*/ 0 h 69993"/>
              <a:gd name="connsiteX1" fmla="*/ 0 w 47126"/>
              <a:gd name="connsiteY1" fmla="*/ 23563 h 69993"/>
              <a:gd name="connsiteX2" fmla="*/ 23563 w 47126"/>
              <a:gd name="connsiteY2" fmla="*/ 69993 h 69993"/>
              <a:gd name="connsiteX3" fmla="*/ 47126 w 47126"/>
              <a:gd name="connsiteY3" fmla="*/ 23563 h 69993"/>
              <a:gd name="connsiteX4" fmla="*/ 23563 w 47126"/>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6" h="69993">
                <a:moveTo>
                  <a:pt x="23563" y="0"/>
                </a:moveTo>
                <a:cubicBezTo>
                  <a:pt x="10550"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65" name="Freeform: Shape 864">
            <a:extLst>
              <a:ext uri="{FF2B5EF4-FFF2-40B4-BE49-F238E27FC236}">
                <a16:creationId xmlns:a16="http://schemas.microsoft.com/office/drawing/2014/main" id="{9F63DF80-D2DB-DFB3-CAE5-6CA7A81DC63F}"/>
              </a:ext>
              <a:ext uri="{C183D7F6-B498-43B3-948B-1728B52AA6E4}">
                <adec:decorative xmlns:adec="http://schemas.microsoft.com/office/drawing/2017/decorative" val="1"/>
              </a:ext>
            </a:extLst>
          </p:cNvPr>
          <p:cNvSpPr/>
          <p:nvPr/>
        </p:nvSpPr>
        <p:spPr>
          <a:xfrm>
            <a:off x="5598894" y="2133647"/>
            <a:ext cx="47126" cy="69993"/>
          </a:xfrm>
          <a:custGeom>
            <a:avLst/>
            <a:gdLst>
              <a:gd name="connsiteX0" fmla="*/ 23563 w 47126"/>
              <a:gd name="connsiteY0" fmla="*/ 0 h 69993"/>
              <a:gd name="connsiteX1" fmla="*/ 0 w 47126"/>
              <a:gd name="connsiteY1" fmla="*/ 23563 h 69993"/>
              <a:gd name="connsiteX2" fmla="*/ 23563 w 47126"/>
              <a:gd name="connsiteY2" fmla="*/ 69994 h 69993"/>
              <a:gd name="connsiteX3" fmla="*/ 47126 w 47126"/>
              <a:gd name="connsiteY3" fmla="*/ 23563 h 69993"/>
              <a:gd name="connsiteX4" fmla="*/ 23563 w 47126"/>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6" h="69993">
                <a:moveTo>
                  <a:pt x="23563" y="0"/>
                </a:moveTo>
                <a:cubicBezTo>
                  <a:pt x="10550" y="0"/>
                  <a:pt x="0" y="10549"/>
                  <a:pt x="0" y="23563"/>
                </a:cubicBezTo>
                <a:cubicBezTo>
                  <a:pt x="0" y="43272"/>
                  <a:pt x="23563" y="69994"/>
                  <a:pt x="23563" y="69994"/>
                </a:cubicBezTo>
                <a:cubicBezTo>
                  <a:pt x="23563" y="69994"/>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66" name="Freeform: Shape 865">
            <a:extLst>
              <a:ext uri="{FF2B5EF4-FFF2-40B4-BE49-F238E27FC236}">
                <a16:creationId xmlns:a16="http://schemas.microsoft.com/office/drawing/2014/main" id="{8F367A03-6903-7DB7-7F36-7D5AF865BA0A}"/>
              </a:ext>
              <a:ext uri="{C183D7F6-B498-43B3-948B-1728B52AA6E4}">
                <adec:decorative xmlns:adec="http://schemas.microsoft.com/office/drawing/2017/decorative" val="1"/>
              </a:ext>
            </a:extLst>
          </p:cNvPr>
          <p:cNvSpPr/>
          <p:nvPr/>
        </p:nvSpPr>
        <p:spPr>
          <a:xfrm>
            <a:off x="5683165" y="1987722"/>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5" y="43588"/>
                  <a:pt x="47125" y="23563"/>
                </a:cubicBezTo>
                <a:cubicBezTo>
                  <a:pt x="47125" y="10550"/>
                  <a:pt x="36575" y="0"/>
                  <a:pt x="23563" y="0"/>
                </a:cubicBezTo>
              </a:path>
            </a:pathLst>
          </a:custGeom>
          <a:solidFill>
            <a:schemeClr val="accent1"/>
          </a:solidFill>
          <a:ln w="6317" cap="flat">
            <a:noFill/>
            <a:prstDash val="solid"/>
            <a:miter/>
          </a:ln>
        </p:spPr>
        <p:txBody>
          <a:bodyPr rtlCol="0" anchor="ctr"/>
          <a:lstStyle/>
          <a:p>
            <a:endParaRPr lang="en-US"/>
          </a:p>
        </p:txBody>
      </p:sp>
      <p:sp>
        <p:nvSpPr>
          <p:cNvPr id="867" name="Freeform: Shape 866">
            <a:extLst>
              <a:ext uri="{FF2B5EF4-FFF2-40B4-BE49-F238E27FC236}">
                <a16:creationId xmlns:a16="http://schemas.microsoft.com/office/drawing/2014/main" id="{3F63A810-7FBB-426F-3C96-8E92E0CD1032}"/>
              </a:ext>
              <a:ext uri="{C183D7F6-B498-43B3-948B-1728B52AA6E4}">
                <adec:decorative xmlns:adec="http://schemas.microsoft.com/office/drawing/2017/decorative" val="1"/>
              </a:ext>
            </a:extLst>
          </p:cNvPr>
          <p:cNvSpPr/>
          <p:nvPr/>
        </p:nvSpPr>
        <p:spPr>
          <a:xfrm>
            <a:off x="5702811" y="1956642"/>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5" y="43588"/>
                  <a:pt x="47125" y="23563"/>
                </a:cubicBezTo>
                <a:cubicBezTo>
                  <a:pt x="47125" y="10549"/>
                  <a:pt x="36575" y="0"/>
                  <a:pt x="23563" y="0"/>
                </a:cubicBezTo>
              </a:path>
            </a:pathLst>
          </a:custGeom>
          <a:solidFill>
            <a:schemeClr val="accent1"/>
          </a:solidFill>
          <a:ln w="6317" cap="flat">
            <a:noFill/>
            <a:prstDash val="solid"/>
            <a:miter/>
          </a:ln>
        </p:spPr>
        <p:txBody>
          <a:bodyPr rtlCol="0" anchor="ctr"/>
          <a:lstStyle/>
          <a:p>
            <a:endParaRPr lang="en-US"/>
          </a:p>
        </p:txBody>
      </p:sp>
      <p:sp>
        <p:nvSpPr>
          <p:cNvPr id="868" name="Freeform: Shape 867">
            <a:extLst>
              <a:ext uri="{FF2B5EF4-FFF2-40B4-BE49-F238E27FC236}">
                <a16:creationId xmlns:a16="http://schemas.microsoft.com/office/drawing/2014/main" id="{562CE910-A1B2-E7B2-81B9-2B5BC0772C56}"/>
              </a:ext>
              <a:ext uri="{C183D7F6-B498-43B3-948B-1728B52AA6E4}">
                <adec:decorative xmlns:adec="http://schemas.microsoft.com/office/drawing/2017/decorative" val="1"/>
              </a:ext>
            </a:extLst>
          </p:cNvPr>
          <p:cNvSpPr/>
          <p:nvPr/>
        </p:nvSpPr>
        <p:spPr>
          <a:xfrm>
            <a:off x="4764027" y="1697325"/>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69" name="Freeform: Shape 868">
            <a:extLst>
              <a:ext uri="{FF2B5EF4-FFF2-40B4-BE49-F238E27FC236}">
                <a16:creationId xmlns:a16="http://schemas.microsoft.com/office/drawing/2014/main" id="{628993A9-CA62-D60A-7EB0-4CEB14A75B90}"/>
              </a:ext>
              <a:ext uri="{C183D7F6-B498-43B3-948B-1728B52AA6E4}">
                <adec:decorative xmlns:adec="http://schemas.microsoft.com/office/drawing/2017/decorative" val="1"/>
              </a:ext>
            </a:extLst>
          </p:cNvPr>
          <p:cNvSpPr/>
          <p:nvPr/>
        </p:nvSpPr>
        <p:spPr>
          <a:xfrm>
            <a:off x="5558086" y="1898651"/>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50" y="0"/>
                  <a:pt x="0" y="10549"/>
                  <a:pt x="0" y="23563"/>
                </a:cubicBezTo>
                <a:cubicBezTo>
                  <a:pt x="0" y="43272"/>
                  <a:pt x="23563" y="69994"/>
                  <a:pt x="23563" y="69994"/>
                </a:cubicBezTo>
                <a:cubicBezTo>
                  <a:pt x="23563" y="69994"/>
                  <a:pt x="47125" y="43588"/>
                  <a:pt x="47125" y="23563"/>
                </a:cubicBezTo>
                <a:cubicBezTo>
                  <a:pt x="47125"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870" name="Freeform: Shape 869">
            <a:extLst>
              <a:ext uri="{FF2B5EF4-FFF2-40B4-BE49-F238E27FC236}">
                <a16:creationId xmlns:a16="http://schemas.microsoft.com/office/drawing/2014/main" id="{56464D00-C02C-A520-469A-48BF713F86F2}"/>
              </a:ext>
              <a:ext uri="{C183D7F6-B498-43B3-948B-1728B52AA6E4}">
                <adec:decorative xmlns:adec="http://schemas.microsoft.com/office/drawing/2017/decorative" val="1"/>
              </a:ext>
            </a:extLst>
          </p:cNvPr>
          <p:cNvSpPr/>
          <p:nvPr/>
        </p:nvSpPr>
        <p:spPr>
          <a:xfrm>
            <a:off x="5706727" y="1869339"/>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50"/>
                  <a:pt x="0" y="23563"/>
                </a:cubicBezTo>
                <a:cubicBezTo>
                  <a:pt x="0" y="43272"/>
                  <a:pt x="23563" y="69994"/>
                  <a:pt x="23563" y="69994"/>
                </a:cubicBezTo>
                <a:cubicBezTo>
                  <a:pt x="23563" y="69994"/>
                  <a:pt x="47125" y="43588"/>
                  <a:pt x="47125" y="23563"/>
                </a:cubicBezTo>
                <a:cubicBezTo>
                  <a:pt x="47125" y="10550"/>
                  <a:pt x="36575" y="0"/>
                  <a:pt x="23563" y="0"/>
                </a:cubicBezTo>
              </a:path>
            </a:pathLst>
          </a:custGeom>
          <a:solidFill>
            <a:schemeClr val="accent1"/>
          </a:solidFill>
          <a:ln w="6317" cap="flat">
            <a:noFill/>
            <a:prstDash val="solid"/>
            <a:miter/>
          </a:ln>
        </p:spPr>
        <p:txBody>
          <a:bodyPr rtlCol="0" anchor="ctr"/>
          <a:lstStyle/>
          <a:p>
            <a:endParaRPr lang="en-US"/>
          </a:p>
        </p:txBody>
      </p:sp>
      <p:sp>
        <p:nvSpPr>
          <p:cNvPr id="916" name="Freeform: Shape 915">
            <a:extLst>
              <a:ext uri="{FF2B5EF4-FFF2-40B4-BE49-F238E27FC236}">
                <a16:creationId xmlns:a16="http://schemas.microsoft.com/office/drawing/2014/main" id="{A045607C-2BF3-1F1F-4F88-A17E56371E1D}"/>
              </a:ext>
              <a:ext uri="{C183D7F6-B498-43B3-948B-1728B52AA6E4}">
                <adec:decorative xmlns:adec="http://schemas.microsoft.com/office/drawing/2017/decorative" val="1"/>
              </a:ext>
            </a:extLst>
          </p:cNvPr>
          <p:cNvSpPr/>
          <p:nvPr/>
        </p:nvSpPr>
        <p:spPr>
          <a:xfrm>
            <a:off x="7404637" y="1821772"/>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5" y="43588"/>
                  <a:pt x="47125" y="23563"/>
                </a:cubicBezTo>
                <a:cubicBezTo>
                  <a:pt x="47125" y="10549"/>
                  <a:pt x="36575" y="0"/>
                  <a:pt x="23563" y="0"/>
                </a:cubicBezTo>
              </a:path>
            </a:pathLst>
          </a:custGeom>
          <a:solidFill>
            <a:schemeClr val="accent1"/>
          </a:solidFill>
          <a:ln w="6317" cap="flat">
            <a:noFill/>
            <a:prstDash val="solid"/>
            <a:miter/>
          </a:ln>
        </p:spPr>
        <p:txBody>
          <a:bodyPr rtlCol="0" anchor="ctr"/>
          <a:lstStyle/>
          <a:p>
            <a:endParaRPr lang="en-US"/>
          </a:p>
        </p:txBody>
      </p:sp>
      <p:sp>
        <p:nvSpPr>
          <p:cNvPr id="3" name="Freeform: Shape 2">
            <a:extLst>
              <a:ext uri="{FF2B5EF4-FFF2-40B4-BE49-F238E27FC236}">
                <a16:creationId xmlns:a16="http://schemas.microsoft.com/office/drawing/2014/main" id="{86F8064A-867D-8BF0-080F-06F9762D9C8D}"/>
              </a:ext>
              <a:ext uri="{C183D7F6-B498-43B3-948B-1728B52AA6E4}">
                <adec:decorative xmlns:adec="http://schemas.microsoft.com/office/drawing/2017/decorative" val="1"/>
              </a:ext>
            </a:extLst>
          </p:cNvPr>
          <p:cNvSpPr/>
          <p:nvPr/>
        </p:nvSpPr>
        <p:spPr>
          <a:xfrm>
            <a:off x="10666695" y="3844204"/>
            <a:ext cx="47126" cy="69993"/>
          </a:xfrm>
          <a:custGeom>
            <a:avLst/>
            <a:gdLst>
              <a:gd name="connsiteX0" fmla="*/ 23563 w 47126"/>
              <a:gd name="connsiteY0" fmla="*/ 0 h 69993"/>
              <a:gd name="connsiteX1" fmla="*/ 0 w 47126"/>
              <a:gd name="connsiteY1" fmla="*/ 23563 h 69993"/>
              <a:gd name="connsiteX2" fmla="*/ 23563 w 47126"/>
              <a:gd name="connsiteY2" fmla="*/ 69993 h 69993"/>
              <a:gd name="connsiteX3" fmla="*/ 47126 w 47126"/>
              <a:gd name="connsiteY3" fmla="*/ 23563 h 69993"/>
              <a:gd name="connsiteX4" fmla="*/ 23563 w 47126"/>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6" h="69993">
                <a:moveTo>
                  <a:pt x="23563" y="0"/>
                </a:moveTo>
                <a:cubicBezTo>
                  <a:pt x="10550" y="0"/>
                  <a:pt x="0" y="10549"/>
                  <a:pt x="0" y="23563"/>
                </a:cubicBezTo>
                <a:cubicBezTo>
                  <a:pt x="0" y="43272"/>
                  <a:pt x="23563" y="69993"/>
                  <a:pt x="23563" y="69993"/>
                </a:cubicBezTo>
                <a:cubicBezTo>
                  <a:pt x="23563" y="69993"/>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cxnSp>
        <p:nvCxnSpPr>
          <p:cNvPr id="929" name="Straight Connector 928">
            <a:extLst>
              <a:ext uri="{FF2B5EF4-FFF2-40B4-BE49-F238E27FC236}">
                <a16:creationId xmlns:a16="http://schemas.microsoft.com/office/drawing/2014/main" id="{CDAD429E-A2B5-F767-455A-508012A89AA3}"/>
              </a:ext>
              <a:ext uri="{C183D7F6-B498-43B3-948B-1728B52AA6E4}">
                <adec:decorative xmlns:adec="http://schemas.microsoft.com/office/drawing/2017/decorative" val="1"/>
              </a:ext>
            </a:extLst>
          </p:cNvPr>
          <p:cNvCxnSpPr>
            <a:cxnSpLocks/>
          </p:cNvCxnSpPr>
          <p:nvPr/>
        </p:nvCxnSpPr>
        <p:spPr>
          <a:xfrm flipH="1">
            <a:off x="4333414" y="4223939"/>
            <a:ext cx="3033165"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19" name="TextBox 918">
            <a:extLst>
              <a:ext uri="{FF2B5EF4-FFF2-40B4-BE49-F238E27FC236}">
                <a16:creationId xmlns:a16="http://schemas.microsoft.com/office/drawing/2014/main" id="{16DC4459-9C22-FC9F-8C24-01E1FCF00210}"/>
              </a:ext>
            </a:extLst>
          </p:cNvPr>
          <p:cNvSpPr txBox="1"/>
          <p:nvPr/>
        </p:nvSpPr>
        <p:spPr>
          <a:xfrm>
            <a:off x="7577218" y="3983432"/>
            <a:ext cx="926584" cy="2382955"/>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b="1" dirty="0">
                <a:cs typeface="+mn-cs"/>
              </a:rPr>
              <a:t>Canada</a:t>
            </a:r>
            <a:endParaRPr lang="en-US" sz="1000" b="1" dirty="0"/>
          </a:p>
          <a:p>
            <a:pPr defTabSz="926194">
              <a:lnSpc>
                <a:spcPct val="120000"/>
              </a:lnSpc>
              <a:spcBef>
                <a:spcPts val="1200"/>
              </a:spcBef>
              <a:buClr>
                <a:srgbClr val="0C62FB"/>
              </a:buClr>
              <a:buSzPct val="100000"/>
              <a:defRPr/>
            </a:pPr>
            <a:r>
              <a:rPr lang="en-US" sz="1000" dirty="0">
                <a:cs typeface="+mn-cs"/>
              </a:rPr>
              <a:t>Calgary Montréal  </a:t>
            </a:r>
            <a:br>
              <a:rPr lang="en-US" sz="1000" dirty="0"/>
            </a:br>
            <a:r>
              <a:rPr lang="en-US" sz="1000" dirty="0">
                <a:cs typeface="+mn-cs"/>
              </a:rPr>
              <a:t>Toronto  Vancouver</a:t>
            </a:r>
            <a:br>
              <a:rPr lang="en-US" sz="1000" dirty="0"/>
            </a:br>
            <a:endParaRPr lang="en-US" sz="1000" dirty="0">
              <a:cs typeface="+mn-cs"/>
            </a:endParaRPr>
          </a:p>
        </p:txBody>
      </p:sp>
      <p:sp>
        <p:nvSpPr>
          <p:cNvPr id="918" name="TextBox 917">
            <a:extLst>
              <a:ext uri="{FF2B5EF4-FFF2-40B4-BE49-F238E27FC236}">
                <a16:creationId xmlns:a16="http://schemas.microsoft.com/office/drawing/2014/main" id="{119F05B0-8D6B-C858-A598-A970512AA48C}"/>
              </a:ext>
            </a:extLst>
          </p:cNvPr>
          <p:cNvSpPr txBox="1"/>
          <p:nvPr/>
        </p:nvSpPr>
        <p:spPr>
          <a:xfrm>
            <a:off x="8714439" y="3983433"/>
            <a:ext cx="1045675" cy="2382953"/>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b="1" dirty="0">
                <a:cs typeface="+mn-cs"/>
              </a:rPr>
              <a:t>United Kingdom</a:t>
            </a:r>
            <a:endParaRPr lang="en-US" sz="1000" b="1" dirty="0"/>
          </a:p>
          <a:p>
            <a:pPr defTabSz="926194">
              <a:lnSpc>
                <a:spcPct val="120000"/>
              </a:lnSpc>
              <a:spcBef>
                <a:spcPts val="1200"/>
              </a:spcBef>
              <a:buClr>
                <a:srgbClr val="0C62FB"/>
              </a:buClr>
              <a:buSzPct val="100000"/>
              <a:defRPr/>
            </a:pPr>
            <a:r>
              <a:rPr lang="en-US" sz="1000" dirty="0">
                <a:cs typeface="+mn-cs"/>
              </a:rPr>
              <a:t>London</a:t>
            </a:r>
            <a:br>
              <a:rPr lang="en-US" sz="1000" dirty="0"/>
            </a:br>
            <a:r>
              <a:rPr lang="en-US" sz="1000" dirty="0">
                <a:cs typeface="+mn-cs"/>
              </a:rPr>
              <a:t>Manchester</a:t>
            </a:r>
          </a:p>
          <a:p>
            <a:pPr defTabSz="926194">
              <a:lnSpc>
                <a:spcPct val="120000"/>
              </a:lnSpc>
              <a:spcBef>
                <a:spcPts val="1200"/>
              </a:spcBef>
              <a:buClr>
                <a:srgbClr val="0C62FB"/>
              </a:buClr>
              <a:buSzPct val="100000"/>
              <a:defRPr/>
            </a:pPr>
            <a:r>
              <a:rPr lang="en-US" sz="1000" b="1" dirty="0"/>
              <a:t>Ireland</a:t>
            </a:r>
          </a:p>
          <a:p>
            <a:pPr defTabSz="926194">
              <a:lnSpc>
                <a:spcPct val="120000"/>
              </a:lnSpc>
              <a:spcBef>
                <a:spcPts val="1200"/>
              </a:spcBef>
              <a:buClr>
                <a:srgbClr val="0C62FB"/>
              </a:buClr>
              <a:buSzPct val="100000"/>
              <a:defRPr/>
            </a:pPr>
            <a:r>
              <a:rPr lang="en-US" sz="1000" dirty="0">
                <a:cs typeface="+mn-cs"/>
              </a:rPr>
              <a:t>Dublin</a:t>
            </a:r>
          </a:p>
          <a:p>
            <a:pPr defTabSz="926194">
              <a:lnSpc>
                <a:spcPct val="120000"/>
              </a:lnSpc>
              <a:spcBef>
                <a:spcPts val="1200"/>
              </a:spcBef>
              <a:buClr>
                <a:srgbClr val="0C62FB"/>
              </a:buClr>
              <a:buSzPct val="100000"/>
              <a:defRPr/>
            </a:pPr>
            <a:r>
              <a:rPr lang="en-US" sz="1000" b="1" dirty="0"/>
              <a:t>Germany</a:t>
            </a:r>
          </a:p>
          <a:p>
            <a:pPr defTabSz="926194">
              <a:lnSpc>
                <a:spcPct val="120000"/>
              </a:lnSpc>
              <a:spcBef>
                <a:spcPts val="1200"/>
              </a:spcBef>
              <a:buClr>
                <a:srgbClr val="0C62FB"/>
              </a:buClr>
              <a:buSzPct val="100000"/>
              <a:defRPr/>
            </a:pPr>
            <a:r>
              <a:rPr lang="en-US" sz="1000" b="0" i="0" dirty="0">
                <a:effectLst/>
              </a:rPr>
              <a:t>Düsseldorf Frankfurt    </a:t>
            </a:r>
            <a:r>
              <a:rPr lang="en-US" sz="1000" dirty="0">
                <a:cs typeface="+mn-cs"/>
              </a:rPr>
              <a:t>Munich</a:t>
            </a:r>
          </a:p>
          <a:p>
            <a:pPr defTabSz="926194">
              <a:lnSpc>
                <a:spcPct val="120000"/>
              </a:lnSpc>
              <a:spcBef>
                <a:spcPts val="1200"/>
              </a:spcBef>
              <a:buClr>
                <a:srgbClr val="0C62FB"/>
              </a:buClr>
              <a:buSzPct val="100000"/>
              <a:defRPr/>
            </a:pPr>
            <a:endParaRPr lang="en-US" sz="1000" dirty="0">
              <a:cs typeface="+mn-cs"/>
            </a:endParaRPr>
          </a:p>
          <a:p>
            <a:pPr defTabSz="926194">
              <a:lnSpc>
                <a:spcPct val="120000"/>
              </a:lnSpc>
              <a:spcBef>
                <a:spcPts val="1200"/>
              </a:spcBef>
              <a:buClr>
                <a:srgbClr val="0C62FB"/>
              </a:buClr>
              <a:buSzPct val="100000"/>
              <a:defRPr/>
            </a:pPr>
            <a:endParaRPr lang="en-US" sz="1000" dirty="0">
              <a:cs typeface="+mn-cs"/>
            </a:endParaRPr>
          </a:p>
        </p:txBody>
      </p:sp>
      <p:sp>
        <p:nvSpPr>
          <p:cNvPr id="16" name="TextBox 15">
            <a:extLst>
              <a:ext uri="{FF2B5EF4-FFF2-40B4-BE49-F238E27FC236}">
                <a16:creationId xmlns:a16="http://schemas.microsoft.com/office/drawing/2014/main" id="{3F815CD2-24F0-F90D-DB34-F01A8677ECA9}"/>
              </a:ext>
            </a:extLst>
          </p:cNvPr>
          <p:cNvSpPr txBox="1"/>
          <p:nvPr/>
        </p:nvSpPr>
        <p:spPr>
          <a:xfrm>
            <a:off x="9969501" y="3992519"/>
            <a:ext cx="926584" cy="2361359"/>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b="1"/>
              <a:t>Japan</a:t>
            </a:r>
            <a:endParaRPr lang="en-US" sz="1000" b="1">
              <a:cs typeface="+mn-cs"/>
            </a:endParaRPr>
          </a:p>
          <a:p>
            <a:pPr defTabSz="926194">
              <a:lnSpc>
                <a:spcPct val="120000"/>
              </a:lnSpc>
              <a:spcBef>
                <a:spcPts val="1200"/>
              </a:spcBef>
              <a:buClr>
                <a:srgbClr val="0C62FB"/>
              </a:buClr>
              <a:buSzPct val="100000"/>
              <a:defRPr/>
            </a:pPr>
            <a:r>
              <a:rPr lang="en-US" sz="1000">
                <a:cs typeface="+mn-cs"/>
              </a:rPr>
              <a:t>Tokyo</a:t>
            </a:r>
          </a:p>
          <a:p>
            <a:pPr defTabSz="926194">
              <a:lnSpc>
                <a:spcPct val="120000"/>
              </a:lnSpc>
              <a:spcBef>
                <a:spcPts val="1200"/>
              </a:spcBef>
              <a:buClr>
                <a:srgbClr val="0C62FB"/>
              </a:buClr>
              <a:buSzPct val="100000"/>
              <a:defRPr/>
            </a:pPr>
            <a:r>
              <a:rPr lang="en-US" sz="1000" b="1"/>
              <a:t>Australia</a:t>
            </a:r>
          </a:p>
          <a:p>
            <a:pPr defTabSz="926194">
              <a:lnSpc>
                <a:spcPct val="120000"/>
              </a:lnSpc>
              <a:spcBef>
                <a:spcPts val="1200"/>
              </a:spcBef>
              <a:buClr>
                <a:srgbClr val="0C62FB"/>
              </a:buClr>
              <a:buSzPct val="100000"/>
              <a:defRPr/>
            </a:pPr>
            <a:r>
              <a:rPr lang="en-US" sz="1000">
                <a:cs typeface="+mn-cs"/>
              </a:rPr>
              <a:t>Melbourne</a:t>
            </a:r>
            <a:br>
              <a:rPr lang="en-US" sz="1000">
                <a:cs typeface="+mn-cs"/>
              </a:rPr>
            </a:br>
            <a:r>
              <a:rPr lang="en-US" sz="1000"/>
              <a:t>Sydney</a:t>
            </a:r>
            <a:endParaRPr lang="en-US" sz="1000">
              <a:cs typeface="+mn-cs"/>
            </a:endParaRPr>
          </a:p>
          <a:p>
            <a:pPr defTabSz="926194">
              <a:lnSpc>
                <a:spcPct val="120000"/>
              </a:lnSpc>
              <a:spcBef>
                <a:spcPts val="1200"/>
              </a:spcBef>
              <a:buClr>
                <a:srgbClr val="0C62FB"/>
              </a:buClr>
              <a:buSzPct val="100000"/>
              <a:defRPr/>
            </a:pPr>
            <a:r>
              <a:rPr lang="en-US" sz="1000" b="1">
                <a:cs typeface="+mn-cs"/>
              </a:rPr>
              <a:t>New Zealand</a:t>
            </a:r>
          </a:p>
          <a:p>
            <a:pPr defTabSz="926194">
              <a:lnSpc>
                <a:spcPct val="120000"/>
              </a:lnSpc>
              <a:spcBef>
                <a:spcPts val="1200"/>
              </a:spcBef>
              <a:buClr>
                <a:srgbClr val="0C62FB"/>
              </a:buClr>
              <a:buSzPct val="100000"/>
              <a:defRPr/>
            </a:pPr>
            <a:r>
              <a:rPr lang="en-US" sz="1000"/>
              <a:t>Auckland</a:t>
            </a:r>
            <a:endParaRPr lang="en-US" sz="1000">
              <a:cs typeface="+mn-cs"/>
            </a:endParaRPr>
          </a:p>
        </p:txBody>
      </p:sp>
      <p:cxnSp>
        <p:nvCxnSpPr>
          <p:cNvPr id="924" name="Straight Connector 923">
            <a:extLst>
              <a:ext uri="{FF2B5EF4-FFF2-40B4-BE49-F238E27FC236}">
                <a16:creationId xmlns:a16="http://schemas.microsoft.com/office/drawing/2014/main" id="{5A9D341A-3A1C-41EB-4529-775D4AADC427}"/>
              </a:ext>
              <a:ext uri="{C183D7F6-B498-43B3-948B-1728B52AA6E4}">
                <adec:decorative xmlns:adec="http://schemas.microsoft.com/office/drawing/2017/decorative" val="1"/>
              </a:ext>
            </a:extLst>
          </p:cNvPr>
          <p:cNvCxnSpPr>
            <a:cxnSpLocks/>
          </p:cNvCxnSpPr>
          <p:nvPr/>
        </p:nvCxnSpPr>
        <p:spPr>
          <a:xfrm flipH="1">
            <a:off x="7577217" y="4223939"/>
            <a:ext cx="926584"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23" name="Straight Connector 922">
            <a:extLst>
              <a:ext uri="{FF2B5EF4-FFF2-40B4-BE49-F238E27FC236}">
                <a16:creationId xmlns:a16="http://schemas.microsoft.com/office/drawing/2014/main" id="{5B83879F-10B1-863B-80AE-80094E9E2FF4}"/>
              </a:ext>
              <a:ext uri="{C183D7F6-B498-43B3-948B-1728B52AA6E4}">
                <adec:decorative xmlns:adec="http://schemas.microsoft.com/office/drawing/2017/decorative" val="1"/>
              </a:ext>
            </a:extLst>
          </p:cNvPr>
          <p:cNvCxnSpPr>
            <a:cxnSpLocks/>
          </p:cNvCxnSpPr>
          <p:nvPr/>
        </p:nvCxnSpPr>
        <p:spPr>
          <a:xfrm flipH="1">
            <a:off x="8714439" y="4223939"/>
            <a:ext cx="1044424"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32" name="Straight Connector 931">
            <a:extLst>
              <a:ext uri="{FF2B5EF4-FFF2-40B4-BE49-F238E27FC236}">
                <a16:creationId xmlns:a16="http://schemas.microsoft.com/office/drawing/2014/main" id="{8D066796-5F48-9E99-8A50-8211B735EA59}"/>
              </a:ext>
              <a:ext uri="{C183D7F6-B498-43B3-948B-1728B52AA6E4}">
                <adec:decorative xmlns:adec="http://schemas.microsoft.com/office/drawing/2017/decorative" val="1"/>
              </a:ext>
            </a:extLst>
          </p:cNvPr>
          <p:cNvCxnSpPr>
            <a:cxnSpLocks/>
          </p:cNvCxnSpPr>
          <p:nvPr/>
        </p:nvCxnSpPr>
        <p:spPr>
          <a:xfrm flipH="1">
            <a:off x="8714439" y="5071360"/>
            <a:ext cx="1044424"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71" name="Rectangle: Rounded Corners 870">
            <a:extLst>
              <a:ext uri="{FF2B5EF4-FFF2-40B4-BE49-F238E27FC236}">
                <a16:creationId xmlns:a16="http://schemas.microsoft.com/office/drawing/2014/main" id="{777E8214-6810-9675-06C4-A86091813226}"/>
              </a:ext>
              <a:ext uri="{C183D7F6-B498-43B3-948B-1728B52AA6E4}">
                <adec:decorative xmlns:adec="http://schemas.microsoft.com/office/drawing/2017/decorative" val="1"/>
              </a:ext>
            </a:extLst>
          </p:cNvPr>
          <p:cNvSpPr/>
          <p:nvPr/>
        </p:nvSpPr>
        <p:spPr>
          <a:xfrm>
            <a:off x="5037087" y="1426671"/>
            <a:ext cx="1101701" cy="23196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Canada</a:t>
            </a:r>
          </a:p>
        </p:txBody>
      </p:sp>
      <p:sp>
        <p:nvSpPr>
          <p:cNvPr id="878" name="Rectangle: Rounded Corners 877">
            <a:extLst>
              <a:ext uri="{FF2B5EF4-FFF2-40B4-BE49-F238E27FC236}">
                <a16:creationId xmlns:a16="http://schemas.microsoft.com/office/drawing/2014/main" id="{78138551-2276-5F0E-E5B6-D8F7465C9AC3}"/>
              </a:ext>
              <a:ext uri="{C183D7F6-B498-43B3-948B-1728B52AA6E4}">
                <adec:decorative xmlns:adec="http://schemas.microsoft.com/office/drawing/2017/decorative" val="1"/>
              </a:ext>
            </a:extLst>
          </p:cNvPr>
          <p:cNvSpPr/>
          <p:nvPr/>
        </p:nvSpPr>
        <p:spPr>
          <a:xfrm>
            <a:off x="4349976" y="2584027"/>
            <a:ext cx="1661164" cy="231963"/>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United States</a:t>
            </a:r>
          </a:p>
        </p:txBody>
      </p:sp>
      <p:sp>
        <p:nvSpPr>
          <p:cNvPr id="888" name="Rectangle: Rounded Corners 887">
            <a:extLst>
              <a:ext uri="{FF2B5EF4-FFF2-40B4-BE49-F238E27FC236}">
                <a16:creationId xmlns:a16="http://schemas.microsoft.com/office/drawing/2014/main" id="{3E55C40D-9089-B388-9FA0-4E592FED078E}"/>
              </a:ext>
              <a:ext uri="{C183D7F6-B498-43B3-948B-1728B52AA6E4}">
                <adec:decorative xmlns:adec="http://schemas.microsoft.com/office/drawing/2017/decorative" val="1"/>
              </a:ext>
            </a:extLst>
          </p:cNvPr>
          <p:cNvSpPr/>
          <p:nvPr/>
        </p:nvSpPr>
        <p:spPr>
          <a:xfrm>
            <a:off x="9602503" y="2310180"/>
            <a:ext cx="943804" cy="23196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Japan</a:t>
            </a:r>
          </a:p>
        </p:txBody>
      </p:sp>
      <p:sp>
        <p:nvSpPr>
          <p:cNvPr id="894" name="Rectangle: Rounded Corners 893">
            <a:extLst>
              <a:ext uri="{FF2B5EF4-FFF2-40B4-BE49-F238E27FC236}">
                <a16:creationId xmlns:a16="http://schemas.microsoft.com/office/drawing/2014/main" id="{4C84352B-01FA-A417-B366-C7CF8334FAEF}"/>
              </a:ext>
              <a:ext uri="{C183D7F6-B498-43B3-948B-1728B52AA6E4}">
                <adec:decorative xmlns:adec="http://schemas.microsoft.com/office/drawing/2017/decorative" val="1"/>
              </a:ext>
            </a:extLst>
          </p:cNvPr>
          <p:cNvSpPr/>
          <p:nvPr/>
        </p:nvSpPr>
        <p:spPr>
          <a:xfrm>
            <a:off x="6789632" y="1022059"/>
            <a:ext cx="1944931" cy="231963"/>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United Kingdom</a:t>
            </a:r>
          </a:p>
        </p:txBody>
      </p:sp>
      <p:sp>
        <p:nvSpPr>
          <p:cNvPr id="904" name="Rectangle: Rounded Corners 903">
            <a:extLst>
              <a:ext uri="{FF2B5EF4-FFF2-40B4-BE49-F238E27FC236}">
                <a16:creationId xmlns:a16="http://schemas.microsoft.com/office/drawing/2014/main" id="{86551BBC-6767-1CAC-9DFD-4B8747EDE711}"/>
              </a:ext>
              <a:ext uri="{C183D7F6-B498-43B3-948B-1728B52AA6E4}">
                <adec:decorative xmlns:adec="http://schemas.microsoft.com/office/drawing/2017/decorative" val="1"/>
              </a:ext>
            </a:extLst>
          </p:cNvPr>
          <p:cNvSpPr/>
          <p:nvPr/>
        </p:nvSpPr>
        <p:spPr>
          <a:xfrm>
            <a:off x="8492912" y="3170471"/>
            <a:ext cx="1301356" cy="23196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Australia</a:t>
            </a:r>
          </a:p>
        </p:txBody>
      </p:sp>
      <p:sp>
        <p:nvSpPr>
          <p:cNvPr id="914" name="Rectangle: Rounded Corners 913">
            <a:extLst>
              <a:ext uri="{FF2B5EF4-FFF2-40B4-BE49-F238E27FC236}">
                <a16:creationId xmlns:a16="http://schemas.microsoft.com/office/drawing/2014/main" id="{2ECFE0E1-EF88-0D31-66E8-E94CBDA91878}"/>
              </a:ext>
              <a:ext uri="{C183D7F6-B498-43B3-948B-1728B52AA6E4}">
                <adec:decorative xmlns:adec="http://schemas.microsoft.com/office/drawing/2017/decorative" val="1"/>
              </a:ext>
            </a:extLst>
          </p:cNvPr>
          <p:cNvSpPr/>
          <p:nvPr/>
        </p:nvSpPr>
        <p:spPr>
          <a:xfrm>
            <a:off x="7164118" y="1961729"/>
            <a:ext cx="1195960" cy="231963"/>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dirty="0">
                <a:solidFill>
                  <a:schemeClr val="bg1"/>
                </a:solidFill>
                <a:ea typeface="+mj-ea"/>
                <a:cs typeface="+mj-cs"/>
              </a:rPr>
              <a:t>Germany</a:t>
            </a:r>
          </a:p>
        </p:txBody>
      </p:sp>
      <p:sp>
        <p:nvSpPr>
          <p:cNvPr id="26" name="Rectangle: Rounded Corners 25">
            <a:extLst>
              <a:ext uri="{FF2B5EF4-FFF2-40B4-BE49-F238E27FC236}">
                <a16:creationId xmlns:a16="http://schemas.microsoft.com/office/drawing/2014/main" id="{6DC997CD-D134-9C07-E6AD-602284A81CAD}"/>
              </a:ext>
              <a:ext uri="{C183D7F6-B498-43B3-948B-1728B52AA6E4}">
                <adec:decorative xmlns:adec="http://schemas.microsoft.com/office/drawing/2017/decorative" val="1"/>
              </a:ext>
            </a:extLst>
          </p:cNvPr>
          <p:cNvSpPr/>
          <p:nvPr/>
        </p:nvSpPr>
        <p:spPr>
          <a:xfrm>
            <a:off x="10011513" y="3403397"/>
            <a:ext cx="1600765" cy="23196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New Zealand</a:t>
            </a:r>
          </a:p>
        </p:txBody>
      </p:sp>
      <p:grpSp>
        <p:nvGrpSpPr>
          <p:cNvPr id="21" name="Group 20">
            <a:extLst>
              <a:ext uri="{FF2B5EF4-FFF2-40B4-BE49-F238E27FC236}">
                <a16:creationId xmlns:a16="http://schemas.microsoft.com/office/drawing/2014/main" id="{A4088300-55DD-C45B-1059-3405A0191473}"/>
              </a:ext>
              <a:ext uri="{C183D7F6-B498-43B3-948B-1728B52AA6E4}">
                <adec:decorative xmlns:adec="http://schemas.microsoft.com/office/drawing/2017/decorative" val="1"/>
              </a:ext>
            </a:extLst>
          </p:cNvPr>
          <p:cNvGrpSpPr/>
          <p:nvPr/>
        </p:nvGrpSpPr>
        <p:grpSpPr>
          <a:xfrm>
            <a:off x="12443985" y="0"/>
            <a:ext cx="3077430" cy="3307601"/>
            <a:chOff x="12443985" y="0"/>
            <a:chExt cx="3077430" cy="3307601"/>
          </a:xfrm>
        </p:grpSpPr>
        <p:sp>
          <p:nvSpPr>
            <p:cNvPr id="22" name="Rectangle 21">
              <a:extLst>
                <a:ext uri="{FF2B5EF4-FFF2-40B4-BE49-F238E27FC236}">
                  <a16:creationId xmlns:a16="http://schemas.microsoft.com/office/drawing/2014/main" id="{4C91DA17-14D4-BC8D-923D-E564BD03C200}"/>
                </a:ext>
              </a:extLst>
            </p:cNvPr>
            <p:cNvSpPr/>
            <p:nvPr/>
          </p:nvSpPr>
          <p:spPr>
            <a:xfrm>
              <a:off x="12443985" y="0"/>
              <a:ext cx="3077430" cy="330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Map INSTRUCTIONS</a:t>
              </a:r>
            </a:p>
            <a:p>
              <a:pPr>
                <a:spcBef>
                  <a:spcPts val="1200"/>
                </a:spcBef>
              </a:pPr>
              <a:r>
                <a:rPr lang="en-US" sz="1000">
                  <a:solidFill>
                    <a:schemeClr val="bg1"/>
                  </a:solidFill>
                </a:rPr>
                <a:t>Text and points on the map are editable and </a:t>
              </a:r>
              <a:br>
                <a:rPr lang="en-US" sz="1000">
                  <a:solidFill>
                    <a:schemeClr val="bg1"/>
                  </a:solidFill>
                </a:rPr>
              </a:br>
              <a:r>
                <a:rPr lang="en-US" sz="1000">
                  <a:solidFill>
                    <a:schemeClr val="bg1"/>
                  </a:solidFill>
                </a:rPr>
                <a:t>may be added, removed or recolored as needed. </a:t>
              </a:r>
            </a:p>
            <a:p>
              <a:pPr marL="174625" indent="-174625">
                <a:spcBef>
                  <a:spcPts val="1200"/>
                </a:spcBef>
                <a:buFont typeface="Avenir Next LT Pro" panose="020B0504020202020204" pitchFamily="34" charset="0"/>
                <a:buChar char="•"/>
              </a:pPr>
              <a:r>
                <a:rPr lang="en-US" sz="1000">
                  <a:solidFill>
                    <a:schemeClr val="bg1"/>
                  </a:solidFill>
                </a:rPr>
                <a:t>Change the color of the points by selecting them and choosing a new color from the theme row 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Remove points by selecting them </a:t>
              </a:r>
              <a:br>
                <a:rPr lang="en-US" sz="1000">
                  <a:solidFill>
                    <a:schemeClr val="bg1"/>
                  </a:solidFill>
                </a:rPr>
              </a:br>
              <a:r>
                <a:rPr lang="en-US" sz="1000">
                  <a:solidFill>
                    <a:schemeClr val="bg1"/>
                  </a:solidFill>
                </a:rPr>
                <a:t>and hitting delete.</a:t>
              </a:r>
            </a:p>
            <a:p>
              <a:pPr marL="174625" indent="-174625">
                <a:spcBef>
                  <a:spcPts val="1200"/>
                </a:spcBef>
                <a:buFont typeface="Avenir Next LT Pro" panose="020B0504020202020204" pitchFamily="34" charset="0"/>
                <a:buChar char="•"/>
              </a:pPr>
              <a:r>
                <a:rPr lang="en-US" sz="1000">
                  <a:solidFill>
                    <a:schemeClr val="bg1"/>
                  </a:solidFill>
                </a:rPr>
                <a:t>Add more points by selecting one and </a:t>
              </a:r>
              <a:br>
                <a:rPr lang="en-US" sz="1000">
                  <a:solidFill>
                    <a:schemeClr val="bg1"/>
                  </a:solidFill>
                </a:rPr>
              </a:br>
              <a:r>
                <a:rPr lang="en-US" sz="1000">
                  <a:solidFill>
                    <a:schemeClr val="bg1"/>
                  </a:solidFill>
                </a:rPr>
                <a:t>holding down Shift + Ctrl while dragging. </a:t>
              </a:r>
            </a:p>
          </p:txBody>
        </p:sp>
        <p:grpSp>
          <p:nvGrpSpPr>
            <p:cNvPr id="23" name="Group 22">
              <a:extLst>
                <a:ext uri="{FF2B5EF4-FFF2-40B4-BE49-F238E27FC236}">
                  <a16:creationId xmlns:a16="http://schemas.microsoft.com/office/drawing/2014/main" id="{52ABA3CC-E46F-8E15-B10F-A81964FD52DD}"/>
                </a:ext>
              </a:extLst>
            </p:cNvPr>
            <p:cNvGrpSpPr/>
            <p:nvPr/>
          </p:nvGrpSpPr>
          <p:grpSpPr>
            <a:xfrm>
              <a:off x="13142686" y="1412407"/>
              <a:ext cx="1455058" cy="864392"/>
              <a:chOff x="12700000" y="1053458"/>
              <a:chExt cx="2565400" cy="1524002"/>
            </a:xfrm>
          </p:grpSpPr>
          <p:pic>
            <p:nvPicPr>
              <p:cNvPr id="24" name="Picture 23" descr="A picture containing table&#10;&#10;Description automatically generated">
                <a:extLst>
                  <a:ext uri="{FF2B5EF4-FFF2-40B4-BE49-F238E27FC236}">
                    <a16:creationId xmlns:a16="http://schemas.microsoft.com/office/drawing/2014/main" id="{2F2F3EF6-7772-8C41-2961-CC0858598E8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1053458"/>
                <a:ext cx="2565400" cy="1524000"/>
              </a:xfrm>
              <a:prstGeom prst="rect">
                <a:avLst/>
              </a:prstGeom>
            </p:spPr>
          </p:pic>
          <p:sp>
            <p:nvSpPr>
              <p:cNvPr id="25" name="Rectangle 24">
                <a:extLst>
                  <a:ext uri="{FF2B5EF4-FFF2-40B4-BE49-F238E27FC236}">
                    <a16:creationId xmlns:a16="http://schemas.microsoft.com/office/drawing/2014/main" id="{0245720E-0DDA-28F0-E128-975E191C0D6D}"/>
                  </a:ext>
                </a:extLst>
              </p:cNvPr>
              <p:cNvSpPr/>
              <p:nvPr/>
            </p:nvSpPr>
            <p:spPr>
              <a:xfrm>
                <a:off x="13751666" y="2242053"/>
                <a:ext cx="1455908" cy="335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cxnSp>
        <p:nvCxnSpPr>
          <p:cNvPr id="17" name="Straight Connector 16">
            <a:extLst>
              <a:ext uri="{FF2B5EF4-FFF2-40B4-BE49-F238E27FC236}">
                <a16:creationId xmlns:a16="http://schemas.microsoft.com/office/drawing/2014/main" id="{6C72294A-7709-1125-19F5-1531C876BFE8}"/>
              </a:ext>
              <a:ext uri="{C183D7F6-B498-43B3-948B-1728B52AA6E4}">
                <adec:decorative xmlns:adec="http://schemas.microsoft.com/office/drawing/2017/decorative" val="1"/>
              </a:ext>
            </a:extLst>
          </p:cNvPr>
          <p:cNvCxnSpPr>
            <a:cxnSpLocks/>
          </p:cNvCxnSpPr>
          <p:nvPr/>
        </p:nvCxnSpPr>
        <p:spPr>
          <a:xfrm flipH="1">
            <a:off x="9969500" y="4223939"/>
            <a:ext cx="926584"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CB8F3CE-FFFF-7685-DC48-6A8C53A5880D}"/>
              </a:ext>
              <a:ext uri="{C183D7F6-B498-43B3-948B-1728B52AA6E4}">
                <adec:decorative xmlns:adec="http://schemas.microsoft.com/office/drawing/2017/decorative" val="1"/>
              </a:ext>
            </a:extLst>
          </p:cNvPr>
          <p:cNvCxnSpPr>
            <a:cxnSpLocks/>
          </p:cNvCxnSpPr>
          <p:nvPr/>
        </p:nvCxnSpPr>
        <p:spPr>
          <a:xfrm flipH="1">
            <a:off x="9969500" y="4894920"/>
            <a:ext cx="926584"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9E9118D5-3050-716E-0A58-AF80DAAA977F}"/>
              </a:ext>
              <a:ext uri="{C183D7F6-B498-43B3-948B-1728B52AA6E4}">
                <adec:decorative xmlns:adec="http://schemas.microsoft.com/office/drawing/2017/decorative" val="1"/>
              </a:ext>
            </a:extLst>
          </p:cNvPr>
          <p:cNvCxnSpPr>
            <a:cxnSpLocks/>
          </p:cNvCxnSpPr>
          <p:nvPr/>
        </p:nvCxnSpPr>
        <p:spPr>
          <a:xfrm flipH="1">
            <a:off x="9969500" y="5742645"/>
            <a:ext cx="926584"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D3C00B8B-2E37-F08C-9AC7-0ED418739138}"/>
              </a:ext>
              <a:ext uri="{C183D7F6-B498-43B3-948B-1728B52AA6E4}">
                <adec:decorative xmlns:adec="http://schemas.microsoft.com/office/drawing/2017/decorative" val="1"/>
              </a:ext>
            </a:extLst>
          </p:cNvPr>
          <p:cNvCxnSpPr>
            <a:cxnSpLocks/>
          </p:cNvCxnSpPr>
          <p:nvPr/>
        </p:nvCxnSpPr>
        <p:spPr>
          <a:xfrm flipH="1">
            <a:off x="8714439" y="5772105"/>
            <a:ext cx="1044424"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 name="Rectangle: Rounded Corners 913">
            <a:extLst>
              <a:ext uri="{FF2B5EF4-FFF2-40B4-BE49-F238E27FC236}">
                <a16:creationId xmlns:a16="http://schemas.microsoft.com/office/drawing/2014/main" id="{E66514AE-DBF2-5CFE-2B57-5ECEF826F2C0}"/>
              </a:ext>
              <a:ext uri="{C183D7F6-B498-43B3-948B-1728B52AA6E4}">
                <adec:decorative xmlns:adec="http://schemas.microsoft.com/office/drawing/2017/decorative" val="1"/>
              </a:ext>
            </a:extLst>
          </p:cNvPr>
          <p:cNvSpPr/>
          <p:nvPr/>
        </p:nvSpPr>
        <p:spPr>
          <a:xfrm>
            <a:off x="6525103" y="1294195"/>
            <a:ext cx="1195960" cy="231963"/>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Ireland</a:t>
            </a:r>
          </a:p>
        </p:txBody>
      </p:sp>
      <p:sp>
        <p:nvSpPr>
          <p:cNvPr id="11" name="Freeform: Shape 827">
            <a:extLst>
              <a:ext uri="{FF2B5EF4-FFF2-40B4-BE49-F238E27FC236}">
                <a16:creationId xmlns:a16="http://schemas.microsoft.com/office/drawing/2014/main" id="{E90EFE98-C01D-BC92-1149-F06CB29E649E}"/>
              </a:ext>
              <a:ext uri="{C183D7F6-B498-43B3-948B-1728B52AA6E4}">
                <adec:decorative xmlns:adec="http://schemas.microsoft.com/office/drawing/2017/decorative" val="1"/>
              </a:ext>
            </a:extLst>
          </p:cNvPr>
          <p:cNvSpPr/>
          <p:nvPr/>
        </p:nvSpPr>
        <p:spPr>
          <a:xfrm>
            <a:off x="7025740" y="1682039"/>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5" y="43588"/>
                  <a:pt x="47125" y="23563"/>
                </a:cubicBezTo>
                <a:cubicBezTo>
                  <a:pt x="47125" y="10549"/>
                  <a:pt x="36575" y="0"/>
                  <a:pt x="23563" y="0"/>
                </a:cubicBezTo>
              </a:path>
            </a:pathLst>
          </a:custGeom>
          <a:solidFill>
            <a:schemeClr val="accent1"/>
          </a:solidFill>
          <a:ln w="6317" cap="flat">
            <a:noFill/>
            <a:prstDash val="solid"/>
            <a:miter/>
          </a:ln>
        </p:spPr>
        <p:txBody>
          <a:bodyPr rtlCol="0" anchor="ctr"/>
          <a:lstStyle/>
          <a:p>
            <a:endParaRPr lang="en-US"/>
          </a:p>
        </p:txBody>
      </p:sp>
      <p:sp>
        <p:nvSpPr>
          <p:cNvPr id="12" name="Freeform: Shape 867">
            <a:extLst>
              <a:ext uri="{FF2B5EF4-FFF2-40B4-BE49-F238E27FC236}">
                <a16:creationId xmlns:a16="http://schemas.microsoft.com/office/drawing/2014/main" id="{FEDE2C26-F52F-66B6-16CF-E63C1B7C29DB}"/>
              </a:ext>
              <a:ext uri="{C183D7F6-B498-43B3-948B-1728B52AA6E4}">
                <adec:decorative xmlns:adec="http://schemas.microsoft.com/office/drawing/2017/decorative" val="1"/>
              </a:ext>
            </a:extLst>
          </p:cNvPr>
          <p:cNvSpPr/>
          <p:nvPr/>
        </p:nvSpPr>
        <p:spPr>
          <a:xfrm>
            <a:off x="4926937" y="1681559"/>
            <a:ext cx="47125" cy="69993"/>
          </a:xfrm>
          <a:custGeom>
            <a:avLst/>
            <a:gdLst>
              <a:gd name="connsiteX0" fmla="*/ 23563 w 47125"/>
              <a:gd name="connsiteY0" fmla="*/ 0 h 69993"/>
              <a:gd name="connsiteX1" fmla="*/ 0 w 47125"/>
              <a:gd name="connsiteY1" fmla="*/ 23563 h 69993"/>
              <a:gd name="connsiteX2" fmla="*/ 23563 w 47125"/>
              <a:gd name="connsiteY2" fmla="*/ 69994 h 69993"/>
              <a:gd name="connsiteX3" fmla="*/ 47126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4"/>
                  <a:pt x="23563" y="69994"/>
                </a:cubicBezTo>
                <a:cubicBezTo>
                  <a:pt x="23563" y="69994"/>
                  <a:pt x="47126" y="43588"/>
                  <a:pt x="47126" y="23563"/>
                </a:cubicBezTo>
                <a:cubicBezTo>
                  <a:pt x="47126" y="10549"/>
                  <a:pt x="36576" y="0"/>
                  <a:pt x="23563" y="0"/>
                </a:cubicBezTo>
              </a:path>
            </a:pathLst>
          </a:custGeom>
          <a:solidFill>
            <a:schemeClr val="accent1"/>
          </a:solidFill>
          <a:ln w="6317" cap="flat">
            <a:noFill/>
            <a:prstDash val="solid"/>
            <a:miter/>
          </a:ln>
        </p:spPr>
        <p:txBody>
          <a:bodyPr rtlCol="0" anchor="ctr"/>
          <a:lstStyle/>
          <a:p>
            <a:endParaRPr lang="en-US"/>
          </a:p>
        </p:txBody>
      </p:sp>
      <p:sp>
        <p:nvSpPr>
          <p:cNvPr id="13" name="TextBox 12">
            <a:extLst>
              <a:ext uri="{FF2B5EF4-FFF2-40B4-BE49-F238E27FC236}">
                <a16:creationId xmlns:a16="http://schemas.microsoft.com/office/drawing/2014/main" id="{8443C1CF-CA17-CC36-2F50-B991E2FEDB6A}"/>
              </a:ext>
            </a:extLst>
          </p:cNvPr>
          <p:cNvSpPr txBox="1"/>
          <p:nvPr/>
        </p:nvSpPr>
        <p:spPr>
          <a:xfrm>
            <a:off x="4333414" y="3983433"/>
            <a:ext cx="938597" cy="2533842"/>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b="1" dirty="0">
                <a:cs typeface="+mn-cs"/>
              </a:rPr>
              <a:t>United States</a:t>
            </a:r>
          </a:p>
          <a:p>
            <a:pPr defTabSz="926194">
              <a:lnSpc>
                <a:spcPct val="120000"/>
              </a:lnSpc>
              <a:spcBef>
                <a:spcPts val="1200"/>
              </a:spcBef>
              <a:buClr>
                <a:srgbClr val="0C62FB"/>
              </a:buClr>
              <a:buSzPct val="100000"/>
              <a:defRPr/>
            </a:pPr>
            <a:r>
              <a:rPr lang="en-US" sz="1000" dirty="0">
                <a:cs typeface="+mn-cs"/>
              </a:rPr>
              <a:t>Atlanta  </a:t>
            </a:r>
            <a:br>
              <a:rPr lang="en-US" sz="1000" dirty="0">
                <a:cs typeface="+mn-cs"/>
              </a:rPr>
            </a:br>
            <a:r>
              <a:rPr lang="en-US" sz="1000" dirty="0">
                <a:cs typeface="+mn-cs"/>
              </a:rPr>
              <a:t>Austin  </a:t>
            </a:r>
            <a:br>
              <a:rPr lang="en-US" sz="1000" dirty="0">
                <a:cs typeface="+mn-cs"/>
              </a:rPr>
            </a:br>
            <a:r>
              <a:rPr lang="en-US" sz="1000" dirty="0">
                <a:cs typeface="+mn-cs"/>
              </a:rPr>
              <a:t>Boston  Charlotte  Chicago  Columbus  Dallas  </a:t>
            </a:r>
            <a:br>
              <a:rPr lang="en-US" sz="1000" dirty="0">
                <a:cs typeface="+mn-cs"/>
              </a:rPr>
            </a:br>
            <a:r>
              <a:rPr lang="en-US" sz="1000" dirty="0">
                <a:cs typeface="+mn-cs"/>
              </a:rPr>
              <a:t>Denver    </a:t>
            </a:r>
            <a:r>
              <a:rPr lang="en-US" sz="1000" dirty="0"/>
              <a:t>Detroit</a:t>
            </a:r>
            <a:br>
              <a:rPr lang="en-US" sz="1000" dirty="0">
                <a:cs typeface="+mn-cs"/>
              </a:rPr>
            </a:br>
            <a:r>
              <a:rPr lang="en-US" sz="1000" dirty="0">
                <a:cs typeface="+mn-cs"/>
              </a:rPr>
              <a:t>East Bay  </a:t>
            </a:r>
            <a:br>
              <a:rPr lang="en-US" sz="1000" dirty="0">
                <a:cs typeface="+mn-cs"/>
              </a:rPr>
            </a:br>
            <a:r>
              <a:rPr lang="en-US" sz="1000" dirty="0">
                <a:cs typeface="+mn-cs"/>
              </a:rPr>
              <a:t>Fort Worth Grand Rapids</a:t>
            </a:r>
          </a:p>
        </p:txBody>
      </p:sp>
      <p:sp>
        <p:nvSpPr>
          <p:cNvPr id="14" name="TextBox 13">
            <a:extLst>
              <a:ext uri="{FF2B5EF4-FFF2-40B4-BE49-F238E27FC236}">
                <a16:creationId xmlns:a16="http://schemas.microsoft.com/office/drawing/2014/main" id="{0FB5618E-28B0-2131-2964-F6C656E8528C}"/>
              </a:ext>
            </a:extLst>
          </p:cNvPr>
          <p:cNvSpPr txBox="1"/>
          <p:nvPr/>
        </p:nvSpPr>
        <p:spPr>
          <a:xfrm>
            <a:off x="5357988" y="3983434"/>
            <a:ext cx="938597" cy="2370450"/>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endParaRPr lang="en-US" sz="1000" dirty="0">
              <a:cs typeface="+mn-cs"/>
            </a:endParaRPr>
          </a:p>
          <a:p>
            <a:pPr defTabSz="926194">
              <a:lnSpc>
                <a:spcPct val="120000"/>
              </a:lnSpc>
              <a:spcBef>
                <a:spcPts val="1200"/>
              </a:spcBef>
              <a:buClr>
                <a:srgbClr val="0C62FB"/>
              </a:buClr>
              <a:buSzPct val="100000"/>
              <a:defRPr/>
            </a:pPr>
            <a:r>
              <a:rPr lang="en-US" sz="1000" dirty="0">
                <a:cs typeface="+mn-cs"/>
              </a:rPr>
              <a:t>Hartford Houston</a:t>
            </a:r>
            <a:br>
              <a:rPr lang="en-US" sz="1000" dirty="0">
                <a:cs typeface="+mn-cs"/>
              </a:rPr>
            </a:br>
            <a:r>
              <a:rPr lang="en-US" sz="1000" dirty="0"/>
              <a:t>Kansas City</a:t>
            </a:r>
            <a:r>
              <a:rPr lang="en-US" sz="1000" dirty="0">
                <a:cs typeface="+mn-cs"/>
              </a:rPr>
              <a:t>  </a:t>
            </a:r>
            <a:br>
              <a:rPr lang="en-US" sz="1000" dirty="0">
                <a:cs typeface="+mn-cs"/>
              </a:rPr>
            </a:br>
            <a:r>
              <a:rPr lang="en-US" sz="1000" dirty="0">
                <a:cs typeface="+mn-cs"/>
              </a:rPr>
              <a:t>Los Angeles Miami</a:t>
            </a:r>
            <a:br>
              <a:rPr lang="en-US" sz="1000" dirty="0">
                <a:cs typeface="+mn-cs"/>
              </a:rPr>
            </a:br>
            <a:r>
              <a:rPr lang="en-US" sz="1000" dirty="0">
                <a:cs typeface="+mn-cs"/>
              </a:rPr>
              <a:t>Minneapolis  </a:t>
            </a:r>
            <a:br>
              <a:rPr lang="en-US" sz="1000" dirty="0">
                <a:cs typeface="+mn-cs"/>
              </a:rPr>
            </a:br>
            <a:r>
              <a:rPr lang="en-US" sz="1000" dirty="0"/>
              <a:t>Nashville      New Jersey    </a:t>
            </a:r>
            <a:r>
              <a:rPr lang="en-US" sz="1000" dirty="0">
                <a:cs typeface="+mn-cs"/>
              </a:rPr>
              <a:t>New York</a:t>
            </a:r>
            <a:br>
              <a:rPr lang="en-US" sz="1000" dirty="0"/>
            </a:br>
            <a:r>
              <a:rPr lang="en-US" sz="1000" dirty="0">
                <a:cs typeface="+mn-cs"/>
              </a:rPr>
              <a:t>Orange County</a:t>
            </a:r>
            <a:br>
              <a:rPr lang="en-US" sz="1000" dirty="0">
                <a:cs typeface="+mn-cs"/>
              </a:rPr>
            </a:br>
            <a:r>
              <a:rPr lang="en-US" sz="1000" dirty="0">
                <a:cs typeface="+mn-cs"/>
              </a:rPr>
              <a:t>Philadelphia</a:t>
            </a:r>
            <a:br>
              <a:rPr lang="en-US" sz="1000" dirty="0">
                <a:cs typeface="+mn-cs"/>
              </a:rPr>
            </a:br>
            <a:r>
              <a:rPr lang="en-US" sz="1000" dirty="0">
                <a:cs typeface="+mn-cs"/>
              </a:rPr>
              <a:t>Phoenix  </a:t>
            </a:r>
            <a:br>
              <a:rPr lang="en-US" sz="1000" dirty="0">
                <a:cs typeface="+mn-cs"/>
              </a:rPr>
            </a:br>
            <a:endParaRPr lang="en-US" sz="1000" dirty="0">
              <a:cs typeface="+mn-cs"/>
            </a:endParaRPr>
          </a:p>
        </p:txBody>
      </p:sp>
      <p:sp>
        <p:nvSpPr>
          <p:cNvPr id="15" name="TextBox 14">
            <a:extLst>
              <a:ext uri="{FF2B5EF4-FFF2-40B4-BE49-F238E27FC236}">
                <a16:creationId xmlns:a16="http://schemas.microsoft.com/office/drawing/2014/main" id="{13E5B193-C718-20B2-510D-70DA9F3392FC}"/>
              </a:ext>
            </a:extLst>
          </p:cNvPr>
          <p:cNvSpPr txBox="1"/>
          <p:nvPr/>
        </p:nvSpPr>
        <p:spPr>
          <a:xfrm>
            <a:off x="6382562" y="3983433"/>
            <a:ext cx="974783" cy="2370445"/>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endParaRPr lang="en-US" sz="1000" dirty="0">
              <a:cs typeface="+mn-cs"/>
            </a:endParaRPr>
          </a:p>
          <a:p>
            <a:pPr defTabSz="926194">
              <a:lnSpc>
                <a:spcPct val="120000"/>
              </a:lnSpc>
              <a:spcBef>
                <a:spcPts val="1200"/>
              </a:spcBef>
              <a:buClr>
                <a:srgbClr val="0C62FB"/>
              </a:buClr>
              <a:buSzPct val="100000"/>
              <a:defRPr/>
            </a:pPr>
            <a:r>
              <a:rPr lang="en-US" sz="1000" dirty="0">
                <a:cs typeface="+mn-cs"/>
              </a:rPr>
              <a:t>Portland  </a:t>
            </a:r>
            <a:r>
              <a:rPr lang="en-US" sz="1000" dirty="0"/>
              <a:t>Raleigh           Salt </a:t>
            </a:r>
            <a:r>
              <a:rPr lang="en-US" sz="1000" dirty="0">
                <a:cs typeface="+mn-cs"/>
              </a:rPr>
              <a:t>Lake City  </a:t>
            </a:r>
            <a:br>
              <a:rPr lang="en-US" sz="1000" dirty="0">
                <a:cs typeface="+mn-cs"/>
              </a:rPr>
            </a:br>
            <a:r>
              <a:rPr lang="en-US" sz="1000" dirty="0">
                <a:cs typeface="+mn-cs"/>
              </a:rPr>
              <a:t>San Diego  </a:t>
            </a:r>
            <a:br>
              <a:rPr lang="en-US" sz="1000" dirty="0">
                <a:cs typeface="+mn-cs"/>
              </a:rPr>
            </a:br>
            <a:r>
              <a:rPr lang="en-US" sz="1000" dirty="0">
                <a:cs typeface="+mn-cs"/>
              </a:rPr>
              <a:t>San Francisco</a:t>
            </a:r>
            <a:br>
              <a:rPr lang="en-US" sz="1000" dirty="0">
                <a:cs typeface="+mn-cs"/>
              </a:rPr>
            </a:br>
            <a:r>
              <a:rPr lang="en-US" sz="1000" dirty="0">
                <a:cs typeface="+mn-cs"/>
              </a:rPr>
              <a:t>Seattle  </a:t>
            </a:r>
            <a:br>
              <a:rPr lang="en-US" sz="1000" dirty="0">
                <a:cs typeface="+mn-cs"/>
              </a:rPr>
            </a:br>
            <a:r>
              <a:rPr lang="en-US" sz="1000" dirty="0">
                <a:cs typeface="+mn-cs"/>
              </a:rPr>
              <a:t>Silicon Valley</a:t>
            </a:r>
            <a:br>
              <a:rPr lang="en-US" sz="1000" dirty="0">
                <a:cs typeface="+mn-cs"/>
              </a:rPr>
            </a:br>
            <a:r>
              <a:rPr lang="en-US" sz="1000" dirty="0">
                <a:cs typeface="+mn-cs"/>
              </a:rPr>
              <a:t>St. Louis</a:t>
            </a:r>
            <a:br>
              <a:rPr lang="en-US" sz="1000" dirty="0">
                <a:cs typeface="+mn-cs"/>
              </a:rPr>
            </a:br>
            <a:r>
              <a:rPr lang="en-US" sz="1000" dirty="0">
                <a:cs typeface="+mn-cs"/>
              </a:rPr>
              <a:t>Tampa Washington ,DC </a:t>
            </a:r>
            <a:br>
              <a:rPr lang="en-US" sz="1000" dirty="0">
                <a:cs typeface="+mn-cs"/>
              </a:rPr>
            </a:br>
            <a:r>
              <a:rPr lang="en-US" sz="1000" dirty="0">
                <a:cs typeface="+mn-cs"/>
              </a:rPr>
              <a:t>Westchester &amp;</a:t>
            </a:r>
            <a:br>
              <a:rPr lang="en-US" sz="1000" dirty="0">
                <a:cs typeface="+mn-cs"/>
              </a:rPr>
            </a:br>
            <a:r>
              <a:rPr lang="en-US" sz="1000" dirty="0">
                <a:cs typeface="+mn-cs"/>
              </a:rPr>
              <a:t>Southern CT </a:t>
            </a:r>
            <a:br>
              <a:rPr lang="en-US" sz="1000" dirty="0">
                <a:cs typeface="+mn-cs"/>
              </a:rPr>
            </a:br>
            <a:endParaRPr lang="en-US" sz="1000" dirty="0">
              <a:cs typeface="+mn-cs"/>
            </a:endParaRPr>
          </a:p>
        </p:txBody>
      </p:sp>
      <p:sp>
        <p:nvSpPr>
          <p:cNvPr id="18" name="Freeform: Shape 915">
            <a:extLst>
              <a:ext uri="{FF2B5EF4-FFF2-40B4-BE49-F238E27FC236}">
                <a16:creationId xmlns:a16="http://schemas.microsoft.com/office/drawing/2014/main" id="{D7D63D88-62F6-F72D-ADB8-4D3A4C692EC1}"/>
              </a:ext>
              <a:ext uri="{C183D7F6-B498-43B3-948B-1728B52AA6E4}">
                <adec:decorative xmlns:adec="http://schemas.microsoft.com/office/drawing/2017/decorative" val="1"/>
              </a:ext>
            </a:extLst>
          </p:cNvPr>
          <p:cNvSpPr/>
          <p:nvPr/>
        </p:nvSpPr>
        <p:spPr>
          <a:xfrm>
            <a:off x="7383616" y="1743210"/>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5" y="43588"/>
                  <a:pt x="47125" y="23563"/>
                </a:cubicBezTo>
                <a:cubicBezTo>
                  <a:pt x="47125" y="10549"/>
                  <a:pt x="36575" y="0"/>
                  <a:pt x="23563" y="0"/>
                </a:cubicBezTo>
              </a:path>
            </a:pathLst>
          </a:custGeom>
          <a:solidFill>
            <a:schemeClr val="accent1"/>
          </a:solidFill>
          <a:ln w="6317" cap="flat">
            <a:noFill/>
            <a:prstDash val="solid"/>
            <a:miter/>
          </a:ln>
        </p:spPr>
        <p:txBody>
          <a:bodyPr rtlCol="0" anchor="ctr"/>
          <a:lstStyle/>
          <a:p>
            <a:endParaRPr lang="en-US"/>
          </a:p>
        </p:txBody>
      </p:sp>
      <p:sp>
        <p:nvSpPr>
          <p:cNvPr id="27" name="Freeform: Shape 915">
            <a:extLst>
              <a:ext uri="{FF2B5EF4-FFF2-40B4-BE49-F238E27FC236}">
                <a16:creationId xmlns:a16="http://schemas.microsoft.com/office/drawing/2014/main" id="{2C4FDFF6-60BE-E5BD-A629-FCE37F4490EF}"/>
              </a:ext>
              <a:ext uri="{C183D7F6-B498-43B3-948B-1728B52AA6E4}">
                <adec:decorative xmlns:adec="http://schemas.microsoft.com/office/drawing/2017/decorative" val="1"/>
              </a:ext>
            </a:extLst>
          </p:cNvPr>
          <p:cNvSpPr/>
          <p:nvPr/>
        </p:nvSpPr>
        <p:spPr>
          <a:xfrm>
            <a:off x="7341578" y="1758711"/>
            <a:ext cx="47125" cy="69993"/>
          </a:xfrm>
          <a:custGeom>
            <a:avLst/>
            <a:gdLst>
              <a:gd name="connsiteX0" fmla="*/ 23563 w 47125"/>
              <a:gd name="connsiteY0" fmla="*/ 0 h 69993"/>
              <a:gd name="connsiteX1" fmla="*/ 0 w 47125"/>
              <a:gd name="connsiteY1" fmla="*/ 23563 h 69993"/>
              <a:gd name="connsiteX2" fmla="*/ 23563 w 47125"/>
              <a:gd name="connsiteY2" fmla="*/ 69993 h 69993"/>
              <a:gd name="connsiteX3" fmla="*/ 47125 w 47125"/>
              <a:gd name="connsiteY3" fmla="*/ 23563 h 69993"/>
              <a:gd name="connsiteX4" fmla="*/ 23563 w 47125"/>
              <a:gd name="connsiteY4" fmla="*/ 0 h 6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25" h="69993">
                <a:moveTo>
                  <a:pt x="23563" y="0"/>
                </a:moveTo>
                <a:cubicBezTo>
                  <a:pt x="10549" y="0"/>
                  <a:pt x="0" y="10549"/>
                  <a:pt x="0" y="23563"/>
                </a:cubicBezTo>
                <a:cubicBezTo>
                  <a:pt x="0" y="43272"/>
                  <a:pt x="23563" y="69993"/>
                  <a:pt x="23563" y="69993"/>
                </a:cubicBezTo>
                <a:cubicBezTo>
                  <a:pt x="23563" y="69993"/>
                  <a:pt x="47125" y="43588"/>
                  <a:pt x="47125" y="23563"/>
                </a:cubicBezTo>
                <a:cubicBezTo>
                  <a:pt x="47125" y="10549"/>
                  <a:pt x="36575" y="0"/>
                  <a:pt x="23563" y="0"/>
                </a:cubicBezTo>
              </a:path>
            </a:pathLst>
          </a:custGeom>
          <a:solidFill>
            <a:schemeClr val="accent1"/>
          </a:solidFill>
          <a:ln w="6317" cap="flat">
            <a:noFill/>
            <a:prstDash val="solid"/>
            <a:miter/>
          </a:ln>
        </p:spPr>
        <p:txBody>
          <a:bodyPr rtlCol="0" anchor="ctr"/>
          <a:lstStyle/>
          <a:p>
            <a:endParaRPr lang="en-US"/>
          </a:p>
        </p:txBody>
      </p:sp>
    </p:spTree>
    <p:extLst>
      <p:ext uri="{BB962C8B-B14F-4D97-AF65-F5344CB8AC3E}">
        <p14:creationId xmlns:p14="http://schemas.microsoft.com/office/powerpoint/2010/main" val="372181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E2E081A-F2AC-F552-712F-3C481B62FDC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C7C1A34D-00F6-6F17-A895-4CE339527053}"/>
              </a:ext>
            </a:extLst>
          </p:cNvPr>
          <p:cNvSpPr>
            <a:spLocks noGrp="1"/>
          </p:cNvSpPr>
          <p:nvPr>
            <p:ph type="title"/>
          </p:nvPr>
        </p:nvSpPr>
        <p:spPr/>
        <p:txBody>
          <a:bodyPr/>
          <a:lstStyle/>
          <a:p>
            <a:r>
              <a:rPr lang="en-US" sz="5400"/>
              <a:t>Australia &amp; New Zealand</a:t>
            </a:r>
          </a:p>
        </p:txBody>
      </p:sp>
      <p:sp>
        <p:nvSpPr>
          <p:cNvPr id="16" name="Text Placeholder 15">
            <a:extLst>
              <a:ext uri="{FF2B5EF4-FFF2-40B4-BE49-F238E27FC236}">
                <a16:creationId xmlns:a16="http://schemas.microsoft.com/office/drawing/2014/main" id="{7B3EA123-DE65-F573-D4FE-11A408A6503F}"/>
              </a:ext>
            </a:extLst>
          </p:cNvPr>
          <p:cNvSpPr>
            <a:spLocks noGrp="1"/>
          </p:cNvSpPr>
          <p:nvPr>
            <p:ph type="body" sz="quarter" idx="13"/>
          </p:nvPr>
        </p:nvSpPr>
        <p:spPr/>
        <p:txBody>
          <a:bodyPr/>
          <a:lstStyle/>
          <a:p>
            <a:r>
              <a:rPr lang="en-US"/>
              <a:t>Optional </a:t>
            </a:r>
            <a:r>
              <a:rPr lang="en-US" err="1"/>
              <a:t>subheadline</a:t>
            </a:r>
            <a:endParaRPr lang="en-US"/>
          </a:p>
        </p:txBody>
      </p:sp>
      <p:sp>
        <p:nvSpPr>
          <p:cNvPr id="6" name="Date Placeholder 5">
            <a:extLst>
              <a:ext uri="{FF2B5EF4-FFF2-40B4-BE49-F238E27FC236}">
                <a16:creationId xmlns:a16="http://schemas.microsoft.com/office/drawing/2014/main" id="{47E4E52F-2308-93B6-22BC-DEF42EAEF5AC}"/>
              </a:ext>
              <a:ext uri="{C183D7F6-B498-43B3-948B-1728B52AA6E4}">
                <adec:decorative xmlns:adec="http://schemas.microsoft.com/office/drawing/2017/decorative" val="1"/>
              </a:ext>
            </a:extLst>
          </p:cNvPr>
          <p:cNvSpPr>
            <a:spLocks noGrp="1"/>
          </p:cNvSpPr>
          <p:nvPr>
            <p:ph type="dt" sz="half" idx="10"/>
          </p:nvPr>
        </p:nvSpPr>
        <p:spPr/>
        <p:txBody>
          <a:bodyPr/>
          <a:lstStyle/>
          <a:p>
            <a:fld id="{2F04BA84-23FE-4814-93F5-7E6A6A37719A}" type="datetimeyyyy">
              <a:rPr lang="en-US" smtClean="0"/>
              <a:t>2025</a:t>
            </a:fld>
            <a:endParaRPr lang="en-US"/>
          </a:p>
        </p:txBody>
      </p:sp>
      <p:sp>
        <p:nvSpPr>
          <p:cNvPr id="8" name="Footer Placeholder 7">
            <a:extLst>
              <a:ext uri="{FF2B5EF4-FFF2-40B4-BE49-F238E27FC236}">
                <a16:creationId xmlns:a16="http://schemas.microsoft.com/office/drawing/2014/main" id="{AB03E6FA-D972-6681-3F0C-7DBD680736F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10B32C83-E3E0-37DA-FB17-6A1A80CB4E3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124</a:t>
            </a:fld>
            <a:endParaRPr lang="en-US"/>
          </a:p>
        </p:txBody>
      </p:sp>
      <p:sp>
        <p:nvSpPr>
          <p:cNvPr id="49" name="TextBox 48">
            <a:extLst>
              <a:ext uri="{FF2B5EF4-FFF2-40B4-BE49-F238E27FC236}">
                <a16:creationId xmlns:a16="http://schemas.microsoft.com/office/drawing/2014/main" id="{61D86758-B120-4F3F-4DDA-0E345BD44C4F}"/>
              </a:ext>
            </a:extLst>
          </p:cNvPr>
          <p:cNvSpPr txBox="1">
            <a:spLocks/>
          </p:cNvSpPr>
          <p:nvPr/>
        </p:nvSpPr>
        <p:spPr>
          <a:xfrm>
            <a:off x="571500" y="2938925"/>
            <a:ext cx="3530600" cy="2156644"/>
          </a:xfrm>
          <a:prstGeom prst="rect">
            <a:avLst/>
          </a:prstGeom>
          <a:noFill/>
        </p:spPr>
        <p:txBody>
          <a:bodyPr wrap="square" lIns="0" tIns="0" rIns="0" bIns="0" rtlCol="0">
            <a:noAutofit/>
          </a:bodyPr>
          <a:lstStyle/>
          <a:p>
            <a:pPr algn="l">
              <a:lnSpc>
                <a:spcPct val="110000"/>
              </a:lnSpc>
              <a:spcAft>
                <a:spcPts val="1000"/>
              </a:spcAft>
            </a:pPr>
            <a:r>
              <a:rPr lang="en-US" sz="1400" dirty="0" err="1"/>
              <a:t>Beremod</a:t>
            </a:r>
            <a:r>
              <a:rPr lang="en-US" sz="1400" dirty="0"/>
              <a:t> </a:t>
            </a:r>
            <a:r>
              <a:rPr lang="en-US" sz="1400" dirty="0" err="1"/>
              <a:t>maximusaesto</a:t>
            </a:r>
            <a:r>
              <a:rPr lang="en-US" sz="1400" dirty="0"/>
              <a:t> </a:t>
            </a:r>
            <a:r>
              <a:rPr lang="en-US" sz="1400" dirty="0" err="1"/>
              <a:t>dunt</a:t>
            </a:r>
            <a:r>
              <a:rPr lang="en-US" sz="1400" dirty="0"/>
              <a:t> </a:t>
            </a:r>
            <a:r>
              <a:rPr lang="en-US" sz="1400" dirty="0" err="1"/>
              <a:t>labo</a:t>
            </a:r>
            <a:r>
              <a:rPr lang="en-US" sz="1400" dirty="0"/>
              <a:t>. Et </a:t>
            </a:r>
            <a:r>
              <a:rPr lang="en-US" sz="1400" dirty="0" err="1"/>
              <a:t>laborum</a:t>
            </a:r>
            <a:r>
              <a:rPr lang="en-US" sz="1400" dirty="0"/>
              <a:t> que  </a:t>
            </a:r>
            <a:r>
              <a:rPr lang="en-US" sz="1400" dirty="0" err="1"/>
              <a:t>parit</a:t>
            </a:r>
            <a:r>
              <a:rPr lang="en-US" sz="1400" dirty="0"/>
              <a:t> </a:t>
            </a:r>
            <a:r>
              <a:rPr lang="en-US" sz="1400" dirty="0" err="1"/>
              <a:t>invere</a:t>
            </a:r>
            <a:r>
              <a:rPr lang="en-US" sz="1400" dirty="0"/>
              <a:t> </a:t>
            </a:r>
            <a:r>
              <a:rPr lang="en-US" sz="1400" dirty="0" err="1"/>
              <a:t>nullit</a:t>
            </a:r>
            <a:r>
              <a:rPr lang="en-US" sz="1400" dirty="0"/>
              <a:t> et, </a:t>
            </a:r>
            <a:r>
              <a:rPr lang="en-US" sz="1400" dirty="0" err="1"/>
              <a:t>simporiatium</a:t>
            </a:r>
            <a:r>
              <a:rPr lang="en-US" sz="1400" dirty="0"/>
              <a:t> et </a:t>
            </a:r>
            <a:r>
              <a:rPr lang="en-US" sz="1400" dirty="0" err="1"/>
              <a:t>exceatibus</a:t>
            </a:r>
            <a:r>
              <a:rPr lang="en-US" sz="1400" dirty="0"/>
              <a:t> sim </a:t>
            </a:r>
            <a:r>
              <a:rPr lang="en-US" sz="1400" dirty="0" err="1"/>
              <a:t>laborro</a:t>
            </a:r>
            <a:r>
              <a:rPr lang="en-US" sz="1400" dirty="0"/>
              <a:t> to </a:t>
            </a:r>
            <a:r>
              <a:rPr lang="en-US" sz="1400" dirty="0" err="1"/>
              <a:t>doluptiati</a:t>
            </a:r>
            <a:r>
              <a:rPr lang="en-US" sz="1400" dirty="0"/>
              <a:t> </a:t>
            </a:r>
            <a:r>
              <a:rPr lang="en-US" sz="1400" dirty="0" err="1"/>
              <a:t>optatincid</a:t>
            </a:r>
            <a:r>
              <a:rPr lang="en-US" sz="1400" dirty="0"/>
              <a:t> </a:t>
            </a:r>
            <a:r>
              <a:rPr lang="en-US" sz="1400" dirty="0" err="1"/>
              <a:t>ut</a:t>
            </a:r>
            <a:r>
              <a:rPr lang="en-US" sz="1400" dirty="0"/>
              <a:t> ma </a:t>
            </a:r>
            <a:r>
              <a:rPr lang="en-US" sz="1400" dirty="0" err="1"/>
              <a:t>simint</a:t>
            </a:r>
            <a:r>
              <a:rPr lang="en-US" sz="1400" dirty="0"/>
              <a:t>.</a:t>
            </a:r>
          </a:p>
          <a:p>
            <a:pPr algn="l">
              <a:lnSpc>
                <a:spcPct val="110000"/>
              </a:lnSpc>
              <a:spcAft>
                <a:spcPts val="1000"/>
              </a:spcAft>
            </a:pPr>
            <a:r>
              <a:rPr lang="en-US" sz="1400" dirty="0" err="1"/>
              <a:t>Fuga</a:t>
            </a:r>
            <a:r>
              <a:rPr lang="en-US" sz="1400" dirty="0"/>
              <a:t>. </a:t>
            </a:r>
            <a:r>
              <a:rPr lang="en-US" sz="1400" dirty="0" err="1"/>
              <a:t>Nem</a:t>
            </a:r>
            <a:r>
              <a:rPr lang="en-US" sz="1400" dirty="0"/>
              <a:t> </a:t>
            </a:r>
            <a:r>
              <a:rPr lang="en-US" sz="1400" dirty="0" err="1"/>
              <a:t>necupta</a:t>
            </a:r>
            <a:r>
              <a:rPr lang="en-US" sz="1400" dirty="0"/>
              <a:t> </a:t>
            </a:r>
            <a:r>
              <a:rPr lang="en-US" sz="1400" dirty="0" err="1"/>
              <a:t>ius</a:t>
            </a:r>
            <a:r>
              <a:rPr lang="en-US" sz="1400" dirty="0"/>
              <a:t> </a:t>
            </a:r>
            <a:r>
              <a:rPr lang="en-US" sz="1400" dirty="0" err="1"/>
              <a:t>consequ</a:t>
            </a:r>
            <a:r>
              <a:rPr lang="en-US" sz="1400" dirty="0"/>
              <a:t> </a:t>
            </a:r>
            <a:r>
              <a:rPr lang="en-US" sz="1400" dirty="0" err="1"/>
              <a:t>osseritem</a:t>
            </a:r>
            <a:r>
              <a:rPr lang="en-US" sz="1400" dirty="0"/>
              <a:t> </a:t>
            </a:r>
            <a:r>
              <a:rPr lang="en-US" sz="1400" dirty="0" err="1"/>
              <a:t>quis</a:t>
            </a:r>
            <a:r>
              <a:rPr lang="en-US" sz="1400" dirty="0"/>
              <a:t> </a:t>
            </a:r>
            <a:r>
              <a:rPr lang="en-US" sz="1400" dirty="0" err="1"/>
              <a:t>eium</a:t>
            </a:r>
            <a:r>
              <a:rPr lang="en-US" sz="1400" dirty="0"/>
              <a:t>  </a:t>
            </a:r>
            <a:r>
              <a:rPr lang="en-US" sz="1400" dirty="0" err="1"/>
              <a:t>faceperibus</a:t>
            </a:r>
            <a:r>
              <a:rPr lang="en-US" sz="1400" dirty="0"/>
              <a:t> re lab il </a:t>
            </a:r>
            <a:r>
              <a:rPr lang="en-US" sz="1400" dirty="0" err="1"/>
              <a:t>idi</a:t>
            </a:r>
            <a:r>
              <a:rPr lang="en-US" sz="1400" dirty="0"/>
              <a:t> </a:t>
            </a:r>
            <a:br>
              <a:rPr lang="en-US" sz="1400" dirty="0"/>
            </a:br>
            <a:r>
              <a:rPr lang="en-US" sz="1400" dirty="0" err="1"/>
              <a:t>reratem</a:t>
            </a:r>
            <a:r>
              <a:rPr lang="en-US" sz="1400" dirty="0"/>
              <a:t> ipsum. Et </a:t>
            </a:r>
            <a:r>
              <a:rPr lang="en-US" sz="1400" dirty="0" err="1"/>
              <a:t>exceatibus</a:t>
            </a:r>
            <a:r>
              <a:rPr lang="en-US" sz="1400" dirty="0"/>
              <a:t> sim </a:t>
            </a:r>
            <a:r>
              <a:rPr lang="en-US" sz="1400" dirty="0" err="1"/>
              <a:t>laborro</a:t>
            </a:r>
            <a:r>
              <a:rPr lang="en-US" sz="1400" dirty="0"/>
              <a:t> </a:t>
            </a:r>
            <a:br>
              <a:rPr lang="en-US" sz="1400" dirty="0"/>
            </a:br>
            <a:r>
              <a:rPr lang="en-US" sz="1400" dirty="0"/>
              <a:t>to </a:t>
            </a:r>
            <a:r>
              <a:rPr lang="en-US" sz="1400" dirty="0" err="1"/>
              <a:t>doluptiati</a:t>
            </a:r>
            <a:r>
              <a:rPr lang="en-US" sz="1400" dirty="0"/>
              <a:t> </a:t>
            </a:r>
            <a:r>
              <a:rPr lang="en-US" sz="1400" dirty="0" err="1"/>
              <a:t>optatincid</a:t>
            </a:r>
            <a:r>
              <a:rPr lang="en-US" sz="1400" dirty="0"/>
              <a:t> </a:t>
            </a:r>
            <a:r>
              <a:rPr lang="en-US" sz="1400" dirty="0" err="1"/>
              <a:t>ut</a:t>
            </a:r>
            <a:r>
              <a:rPr lang="en-US" sz="1400" dirty="0"/>
              <a:t> ma </a:t>
            </a:r>
            <a:r>
              <a:rPr lang="en-US" sz="1400" dirty="0" err="1"/>
              <a:t>simint</a:t>
            </a:r>
            <a:r>
              <a:rPr lang="en-US" sz="1400" dirty="0"/>
              <a:t>.</a:t>
            </a:r>
          </a:p>
        </p:txBody>
      </p:sp>
      <p:cxnSp>
        <p:nvCxnSpPr>
          <p:cNvPr id="149" name="Straight Connector 148">
            <a:extLst>
              <a:ext uri="{FF2B5EF4-FFF2-40B4-BE49-F238E27FC236}">
                <a16:creationId xmlns:a16="http://schemas.microsoft.com/office/drawing/2014/main" id="{5558FCCC-FE8D-A32D-ED8E-64B7D1A39DD7}"/>
              </a:ext>
              <a:ext uri="{C183D7F6-B498-43B3-948B-1728B52AA6E4}">
                <adec:decorative xmlns:adec="http://schemas.microsoft.com/office/drawing/2017/decorative" val="1"/>
              </a:ext>
            </a:extLst>
          </p:cNvPr>
          <p:cNvCxnSpPr>
            <a:cxnSpLocks/>
          </p:cNvCxnSpPr>
          <p:nvPr/>
        </p:nvCxnSpPr>
        <p:spPr>
          <a:xfrm flipH="1">
            <a:off x="571500" y="5488756"/>
            <a:ext cx="16510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3C0742B4-8596-C3EB-1FB2-2C630AC51CC6}"/>
              </a:ext>
            </a:extLst>
          </p:cNvPr>
          <p:cNvSpPr txBox="1"/>
          <p:nvPr/>
        </p:nvSpPr>
        <p:spPr>
          <a:xfrm>
            <a:off x="571499" y="5591918"/>
            <a:ext cx="1650999" cy="696938"/>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a:cs typeface="+mn-cs"/>
              </a:rPr>
              <a:t>Melbourne, Australia</a:t>
            </a:r>
            <a:br>
              <a:rPr lang="en-US" sz="1000">
                <a:cs typeface="+mn-cs"/>
              </a:rPr>
            </a:br>
            <a:r>
              <a:rPr lang="en-US" sz="1000"/>
              <a:t>Sydney, Australia</a:t>
            </a:r>
            <a:br>
              <a:rPr lang="en-US" sz="1000"/>
            </a:br>
            <a:r>
              <a:rPr lang="en-US" sz="1000"/>
              <a:t>Auckland, New Zealand</a:t>
            </a:r>
          </a:p>
        </p:txBody>
      </p:sp>
      <p:cxnSp>
        <p:nvCxnSpPr>
          <p:cNvPr id="52" name="Straight Connector 51">
            <a:extLst>
              <a:ext uri="{FF2B5EF4-FFF2-40B4-BE49-F238E27FC236}">
                <a16:creationId xmlns:a16="http://schemas.microsoft.com/office/drawing/2014/main" id="{6388D6FC-D798-4FA1-111A-075C72BF88A5}"/>
              </a:ext>
              <a:ext uri="{C183D7F6-B498-43B3-948B-1728B52AA6E4}">
                <adec:decorative xmlns:adec="http://schemas.microsoft.com/office/drawing/2017/decorative" val="1"/>
              </a:ext>
            </a:extLst>
          </p:cNvPr>
          <p:cNvCxnSpPr>
            <a:cxnSpLocks/>
          </p:cNvCxnSpPr>
          <p:nvPr/>
        </p:nvCxnSpPr>
        <p:spPr>
          <a:xfrm flipH="1">
            <a:off x="2451100" y="5486399"/>
            <a:ext cx="16510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1" name="Freeform: Shape 320">
            <a:extLst>
              <a:ext uri="{FF2B5EF4-FFF2-40B4-BE49-F238E27FC236}">
                <a16:creationId xmlns:a16="http://schemas.microsoft.com/office/drawing/2014/main" id="{CCE4FF6F-EFD9-1F6C-E46B-B692FB265B5F}"/>
              </a:ext>
              <a:ext uri="{C183D7F6-B498-43B3-948B-1728B52AA6E4}">
                <adec:decorative xmlns:adec="http://schemas.microsoft.com/office/drawing/2017/decorative" val="1"/>
              </a:ext>
            </a:extLst>
          </p:cNvPr>
          <p:cNvSpPr/>
          <p:nvPr/>
        </p:nvSpPr>
        <p:spPr>
          <a:xfrm>
            <a:off x="2451100" y="5606761"/>
            <a:ext cx="102985" cy="137088"/>
          </a:xfrm>
          <a:custGeom>
            <a:avLst/>
            <a:gdLst>
              <a:gd name="connsiteX0" fmla="*/ 80483 w 160968"/>
              <a:gd name="connsiteY0" fmla="*/ 0 h 214272"/>
              <a:gd name="connsiteX1" fmla="*/ 160968 w 160968"/>
              <a:gd name="connsiteY1" fmla="*/ 80486 h 214272"/>
              <a:gd name="connsiteX2" fmla="*/ 90079 w 160968"/>
              <a:gd name="connsiteY2" fmla="*/ 210542 h 214272"/>
              <a:gd name="connsiteX3" fmla="*/ 80483 w 160968"/>
              <a:gd name="connsiteY3" fmla="*/ 214272 h 214272"/>
              <a:gd name="connsiteX4" fmla="*/ 70891 w 160968"/>
              <a:gd name="connsiteY4" fmla="*/ 210542 h 214272"/>
              <a:gd name="connsiteX5" fmla="*/ 0 w 160968"/>
              <a:gd name="connsiteY5" fmla="*/ 80486 h 214272"/>
              <a:gd name="connsiteX6" fmla="*/ 80483 w 160968"/>
              <a:gd name="connsiteY6" fmla="*/ 0 h 2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8" h="214272">
                <a:moveTo>
                  <a:pt x="80483" y="0"/>
                </a:moveTo>
                <a:cubicBezTo>
                  <a:pt x="124724" y="0"/>
                  <a:pt x="160968" y="36245"/>
                  <a:pt x="160968" y="80486"/>
                </a:cubicBezTo>
                <a:cubicBezTo>
                  <a:pt x="160968" y="139118"/>
                  <a:pt x="92743" y="207877"/>
                  <a:pt x="90079" y="210542"/>
                </a:cubicBezTo>
                <a:cubicBezTo>
                  <a:pt x="87414" y="213206"/>
                  <a:pt x="83682" y="214272"/>
                  <a:pt x="80483" y="214272"/>
                </a:cubicBezTo>
                <a:cubicBezTo>
                  <a:pt x="76753" y="214272"/>
                  <a:pt x="73555" y="213206"/>
                  <a:pt x="70891" y="210542"/>
                </a:cubicBezTo>
                <a:cubicBezTo>
                  <a:pt x="67692" y="207342"/>
                  <a:pt x="0" y="138584"/>
                  <a:pt x="0" y="80486"/>
                </a:cubicBezTo>
                <a:cubicBezTo>
                  <a:pt x="0" y="35713"/>
                  <a:pt x="36244" y="0"/>
                  <a:pt x="8048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nvGrpSpPr>
          <p:cNvPr id="21" name="Group 20">
            <a:extLst>
              <a:ext uri="{FF2B5EF4-FFF2-40B4-BE49-F238E27FC236}">
                <a16:creationId xmlns:a16="http://schemas.microsoft.com/office/drawing/2014/main" id="{67CFC18B-D534-9D3C-32E1-399DC47F20E2}"/>
              </a:ext>
              <a:ext uri="{C183D7F6-B498-43B3-948B-1728B52AA6E4}">
                <adec:decorative xmlns:adec="http://schemas.microsoft.com/office/drawing/2017/decorative" val="1"/>
              </a:ext>
            </a:extLst>
          </p:cNvPr>
          <p:cNvGrpSpPr/>
          <p:nvPr/>
        </p:nvGrpSpPr>
        <p:grpSpPr>
          <a:xfrm>
            <a:off x="2451100" y="5799442"/>
            <a:ext cx="102985" cy="137088"/>
            <a:chOff x="2451100" y="5787251"/>
            <a:chExt cx="102985" cy="137088"/>
          </a:xfrm>
        </p:grpSpPr>
        <p:sp>
          <p:nvSpPr>
            <p:cNvPr id="325" name="Freeform: Shape 324">
              <a:extLst>
                <a:ext uri="{FF2B5EF4-FFF2-40B4-BE49-F238E27FC236}">
                  <a16:creationId xmlns:a16="http://schemas.microsoft.com/office/drawing/2014/main" id="{C1A1AFE0-559B-0F9F-4B01-420738F6ED90}"/>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323" name="Freeform: Shape 322">
              <a:extLst>
                <a:ext uri="{FF2B5EF4-FFF2-40B4-BE49-F238E27FC236}">
                  <a16:creationId xmlns:a16="http://schemas.microsoft.com/office/drawing/2014/main" id="{86B99058-21BA-B244-0744-8CD9167725C8}"/>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sp>
        <p:nvSpPr>
          <p:cNvPr id="53" name="TextBox 52">
            <a:extLst>
              <a:ext uri="{FF2B5EF4-FFF2-40B4-BE49-F238E27FC236}">
                <a16:creationId xmlns:a16="http://schemas.microsoft.com/office/drawing/2014/main" id="{5D102CA4-B86D-4257-ECAD-90A51D3F76FB}"/>
              </a:ext>
            </a:extLst>
          </p:cNvPr>
          <p:cNvSpPr txBox="1"/>
          <p:nvPr/>
        </p:nvSpPr>
        <p:spPr>
          <a:xfrm>
            <a:off x="2603499" y="5589561"/>
            <a:ext cx="1498601" cy="696938"/>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a:cs typeface="+mn-cs"/>
              </a:rPr>
              <a:t>market</a:t>
            </a:r>
            <a:br>
              <a:rPr lang="en-US" sz="1000">
                <a:cs typeface="+mn-cs"/>
              </a:rPr>
            </a:br>
            <a:r>
              <a:rPr lang="en-US" sz="1000" err="1">
                <a:cs typeface="+mn-cs"/>
              </a:rPr>
              <a:t>market</a:t>
            </a:r>
            <a:r>
              <a:rPr lang="en-US" sz="1000">
                <a:cs typeface="+mn-cs"/>
              </a:rPr>
              <a:t> + Build Center</a:t>
            </a:r>
          </a:p>
        </p:txBody>
      </p:sp>
      <p:sp>
        <p:nvSpPr>
          <p:cNvPr id="3" name="Freeform: Shape 2">
            <a:extLst>
              <a:ext uri="{FF2B5EF4-FFF2-40B4-BE49-F238E27FC236}">
                <a16:creationId xmlns:a16="http://schemas.microsoft.com/office/drawing/2014/main" id="{2CE4468A-EBEB-28F3-CF24-593216DB3D8E}"/>
              </a:ext>
              <a:ext uri="{C183D7F6-B498-43B3-948B-1728B52AA6E4}">
                <adec:decorative xmlns:adec="http://schemas.microsoft.com/office/drawing/2017/decorative" val="1"/>
              </a:ext>
            </a:extLst>
          </p:cNvPr>
          <p:cNvSpPr/>
          <p:nvPr/>
        </p:nvSpPr>
        <p:spPr>
          <a:xfrm>
            <a:off x="10618163" y="4699402"/>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grpSp>
        <p:nvGrpSpPr>
          <p:cNvPr id="1565" name="Graphic 1064">
            <a:extLst>
              <a:ext uri="{FF2B5EF4-FFF2-40B4-BE49-F238E27FC236}">
                <a16:creationId xmlns:a16="http://schemas.microsoft.com/office/drawing/2014/main" id="{8FF5D8EB-76AB-75FF-9B8F-FA126121D00F}"/>
              </a:ext>
              <a:ext uri="{C183D7F6-B498-43B3-948B-1728B52AA6E4}">
                <adec:decorative xmlns:adec="http://schemas.microsoft.com/office/drawing/2017/decorative" val="1"/>
              </a:ext>
            </a:extLst>
          </p:cNvPr>
          <p:cNvGrpSpPr/>
          <p:nvPr/>
        </p:nvGrpSpPr>
        <p:grpSpPr>
          <a:xfrm>
            <a:off x="8991600" y="4660074"/>
            <a:ext cx="172021" cy="235711"/>
            <a:chOff x="8991600" y="4651775"/>
            <a:chExt cx="172021" cy="235711"/>
          </a:xfrm>
        </p:grpSpPr>
        <p:sp>
          <p:nvSpPr>
            <p:cNvPr id="1566" name="Freeform: Shape 1565">
              <a:extLst>
                <a:ext uri="{FF2B5EF4-FFF2-40B4-BE49-F238E27FC236}">
                  <a16:creationId xmlns:a16="http://schemas.microsoft.com/office/drawing/2014/main" id="{3E0A0C5F-449F-E599-AD94-DEE56323EFEE}"/>
                </a:ext>
              </a:extLst>
            </p:cNvPr>
            <p:cNvSpPr/>
            <p:nvPr/>
          </p:nvSpPr>
          <p:spPr>
            <a:xfrm>
              <a:off x="9084246" y="4651775"/>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1567" name="Freeform: Shape 1566">
              <a:extLst>
                <a:ext uri="{FF2B5EF4-FFF2-40B4-BE49-F238E27FC236}">
                  <a16:creationId xmlns:a16="http://schemas.microsoft.com/office/drawing/2014/main" id="{F42CBF1C-890C-8894-ABD1-0FC82E53B003}"/>
                </a:ext>
              </a:extLst>
            </p:cNvPr>
            <p:cNvSpPr/>
            <p:nvPr/>
          </p:nvSpPr>
          <p:spPr>
            <a:xfrm>
              <a:off x="8991600" y="4651775"/>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tlCol="0" anchor="ctr"/>
            <a:lstStyle/>
            <a:p>
              <a:endParaRPr lang="en-US"/>
            </a:p>
          </p:txBody>
        </p:sp>
      </p:grpSp>
      <p:grpSp>
        <p:nvGrpSpPr>
          <p:cNvPr id="14" name="Group 13">
            <a:extLst>
              <a:ext uri="{FF2B5EF4-FFF2-40B4-BE49-F238E27FC236}">
                <a16:creationId xmlns:a16="http://schemas.microsoft.com/office/drawing/2014/main" id="{9A4B15AB-9E48-73AD-0E42-410F1C1BAD67}"/>
              </a:ext>
              <a:ext uri="{C183D7F6-B498-43B3-948B-1728B52AA6E4}">
                <adec:decorative xmlns:adec="http://schemas.microsoft.com/office/drawing/2017/decorative" val="1"/>
              </a:ext>
            </a:extLst>
          </p:cNvPr>
          <p:cNvGrpSpPr/>
          <p:nvPr/>
        </p:nvGrpSpPr>
        <p:grpSpPr>
          <a:xfrm>
            <a:off x="12443985" y="0"/>
            <a:ext cx="3077430" cy="3307601"/>
            <a:chOff x="12443985" y="0"/>
            <a:chExt cx="3077430" cy="3307601"/>
          </a:xfrm>
        </p:grpSpPr>
        <p:sp>
          <p:nvSpPr>
            <p:cNvPr id="15" name="Rectangle 14">
              <a:extLst>
                <a:ext uri="{FF2B5EF4-FFF2-40B4-BE49-F238E27FC236}">
                  <a16:creationId xmlns:a16="http://schemas.microsoft.com/office/drawing/2014/main" id="{DE5814A4-9B48-E7C2-65DD-3C9699D007F4}"/>
                </a:ext>
              </a:extLst>
            </p:cNvPr>
            <p:cNvSpPr/>
            <p:nvPr/>
          </p:nvSpPr>
          <p:spPr>
            <a:xfrm>
              <a:off x="12443985" y="0"/>
              <a:ext cx="3077430" cy="330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Map INSTRUCTIONS</a:t>
              </a:r>
            </a:p>
            <a:p>
              <a:pPr>
                <a:spcBef>
                  <a:spcPts val="1200"/>
                </a:spcBef>
              </a:pPr>
              <a:r>
                <a:rPr lang="en-US" sz="1000">
                  <a:solidFill>
                    <a:schemeClr val="bg1"/>
                  </a:solidFill>
                </a:rPr>
                <a:t>Text and points on the map are editable and </a:t>
              </a:r>
              <a:br>
                <a:rPr lang="en-US" sz="1000">
                  <a:solidFill>
                    <a:schemeClr val="bg1"/>
                  </a:solidFill>
                </a:rPr>
              </a:br>
              <a:r>
                <a:rPr lang="en-US" sz="1000">
                  <a:solidFill>
                    <a:schemeClr val="bg1"/>
                  </a:solidFill>
                </a:rPr>
                <a:t>may be added, removed or recolored as needed. </a:t>
              </a:r>
            </a:p>
            <a:p>
              <a:pPr marL="174625" indent="-174625">
                <a:spcBef>
                  <a:spcPts val="1200"/>
                </a:spcBef>
                <a:buFont typeface="Avenir Next LT Pro" panose="020B0504020202020204" pitchFamily="34" charset="0"/>
                <a:buChar char="•"/>
              </a:pPr>
              <a:r>
                <a:rPr lang="en-US" sz="1000">
                  <a:solidFill>
                    <a:schemeClr val="bg1"/>
                  </a:solidFill>
                </a:rPr>
                <a:t>Change the color of the points by selecting them and choosing a new color from the theme row 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Remove points by selecting them </a:t>
              </a:r>
              <a:br>
                <a:rPr lang="en-US" sz="1000">
                  <a:solidFill>
                    <a:schemeClr val="bg1"/>
                  </a:solidFill>
                </a:rPr>
              </a:br>
              <a:r>
                <a:rPr lang="en-US" sz="1000">
                  <a:solidFill>
                    <a:schemeClr val="bg1"/>
                  </a:solidFill>
                </a:rPr>
                <a:t>and hitting delete.</a:t>
              </a:r>
            </a:p>
            <a:p>
              <a:pPr marL="174625" indent="-174625">
                <a:spcBef>
                  <a:spcPts val="1200"/>
                </a:spcBef>
                <a:buFont typeface="Avenir Next LT Pro" panose="020B0504020202020204" pitchFamily="34" charset="0"/>
                <a:buChar char="•"/>
              </a:pPr>
              <a:r>
                <a:rPr lang="en-US" sz="1000">
                  <a:solidFill>
                    <a:schemeClr val="bg1"/>
                  </a:solidFill>
                </a:rPr>
                <a:t>Add more points by selecting one and </a:t>
              </a:r>
              <a:br>
                <a:rPr lang="en-US" sz="1000">
                  <a:solidFill>
                    <a:schemeClr val="bg1"/>
                  </a:solidFill>
                </a:rPr>
              </a:br>
              <a:r>
                <a:rPr lang="en-US" sz="1000">
                  <a:solidFill>
                    <a:schemeClr val="bg1"/>
                  </a:solidFill>
                </a:rPr>
                <a:t>holding down Shift + Ctrl while dragging. </a:t>
              </a:r>
            </a:p>
          </p:txBody>
        </p:sp>
        <p:grpSp>
          <p:nvGrpSpPr>
            <p:cNvPr id="17" name="Group 16">
              <a:extLst>
                <a:ext uri="{FF2B5EF4-FFF2-40B4-BE49-F238E27FC236}">
                  <a16:creationId xmlns:a16="http://schemas.microsoft.com/office/drawing/2014/main" id="{077D7AC7-A5CF-FD95-39C2-1DF3CA1C95CA}"/>
                </a:ext>
              </a:extLst>
            </p:cNvPr>
            <p:cNvGrpSpPr/>
            <p:nvPr/>
          </p:nvGrpSpPr>
          <p:grpSpPr>
            <a:xfrm>
              <a:off x="13142686" y="1412407"/>
              <a:ext cx="1455058" cy="864392"/>
              <a:chOff x="12700000" y="1053458"/>
              <a:chExt cx="2565400" cy="1524002"/>
            </a:xfrm>
          </p:grpSpPr>
          <p:pic>
            <p:nvPicPr>
              <p:cNvPr id="18" name="Picture 17" descr="A picture containing table&#10;&#10;Description automatically generated">
                <a:extLst>
                  <a:ext uri="{FF2B5EF4-FFF2-40B4-BE49-F238E27FC236}">
                    <a16:creationId xmlns:a16="http://schemas.microsoft.com/office/drawing/2014/main" id="{73D11D43-D43A-647A-FB43-0C5FEFCF819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1053458"/>
                <a:ext cx="2565400" cy="1524000"/>
              </a:xfrm>
              <a:prstGeom prst="rect">
                <a:avLst/>
              </a:prstGeom>
            </p:spPr>
          </p:pic>
          <p:sp>
            <p:nvSpPr>
              <p:cNvPr id="19" name="Rectangle 18">
                <a:extLst>
                  <a:ext uri="{FF2B5EF4-FFF2-40B4-BE49-F238E27FC236}">
                    <a16:creationId xmlns:a16="http://schemas.microsoft.com/office/drawing/2014/main" id="{06CF1700-D0CA-226E-90EB-C2B41795B55E}"/>
                  </a:ext>
                </a:extLst>
              </p:cNvPr>
              <p:cNvSpPr/>
              <p:nvPr/>
            </p:nvSpPr>
            <p:spPr>
              <a:xfrm>
                <a:off x="13751666" y="2242053"/>
                <a:ext cx="1455908" cy="335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grpSp>
        <p:nvGrpSpPr>
          <p:cNvPr id="4" name="Graphic 1064">
            <a:extLst>
              <a:ext uri="{FF2B5EF4-FFF2-40B4-BE49-F238E27FC236}">
                <a16:creationId xmlns:a16="http://schemas.microsoft.com/office/drawing/2014/main" id="{499ECD1A-2E4F-00DF-A314-DA3A6D95B238}"/>
              </a:ext>
              <a:ext uri="{C183D7F6-B498-43B3-948B-1728B52AA6E4}">
                <adec:decorative xmlns:adec="http://schemas.microsoft.com/office/drawing/2017/decorative" val="1"/>
              </a:ext>
            </a:extLst>
          </p:cNvPr>
          <p:cNvGrpSpPr/>
          <p:nvPr/>
        </p:nvGrpSpPr>
        <p:grpSpPr>
          <a:xfrm>
            <a:off x="9349409" y="4431474"/>
            <a:ext cx="172021" cy="235711"/>
            <a:chOff x="8991600" y="4651775"/>
            <a:chExt cx="172021" cy="235711"/>
          </a:xfrm>
        </p:grpSpPr>
        <p:sp>
          <p:nvSpPr>
            <p:cNvPr id="5" name="Freeform: Shape 1565">
              <a:extLst>
                <a:ext uri="{FF2B5EF4-FFF2-40B4-BE49-F238E27FC236}">
                  <a16:creationId xmlns:a16="http://schemas.microsoft.com/office/drawing/2014/main" id="{0EB03737-C441-2C53-9ED6-09F681E29028}"/>
                </a:ext>
              </a:extLst>
            </p:cNvPr>
            <p:cNvSpPr/>
            <p:nvPr/>
          </p:nvSpPr>
          <p:spPr>
            <a:xfrm>
              <a:off x="9084246" y="4651775"/>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7" name="Freeform: Shape 1566">
              <a:extLst>
                <a:ext uri="{FF2B5EF4-FFF2-40B4-BE49-F238E27FC236}">
                  <a16:creationId xmlns:a16="http://schemas.microsoft.com/office/drawing/2014/main" id="{C3A1DE55-73D2-4E60-F053-3A85C4AACC03}"/>
                </a:ext>
              </a:extLst>
            </p:cNvPr>
            <p:cNvSpPr/>
            <p:nvPr/>
          </p:nvSpPr>
          <p:spPr>
            <a:xfrm>
              <a:off x="8991600" y="4651775"/>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tlCol="0" anchor="ctr"/>
            <a:lstStyle/>
            <a:p>
              <a:endParaRPr lang="en-US"/>
            </a:p>
          </p:txBody>
        </p:sp>
      </p:grpSp>
    </p:spTree>
    <p:extLst>
      <p:ext uri="{BB962C8B-B14F-4D97-AF65-F5344CB8AC3E}">
        <p14:creationId xmlns:p14="http://schemas.microsoft.com/office/powerpoint/2010/main" val="9065251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EC23B0EA-4395-C64C-6F93-4DD377AEF8F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12254"/>
            <a:ext cx="12191999" cy="6858000"/>
          </a:xfrm>
          <a:prstGeom prst="rect">
            <a:avLst/>
          </a:prstGeom>
        </p:spPr>
      </p:pic>
      <p:grpSp>
        <p:nvGrpSpPr>
          <p:cNvPr id="4" name="Graphic 9">
            <a:extLst>
              <a:ext uri="{FF2B5EF4-FFF2-40B4-BE49-F238E27FC236}">
                <a16:creationId xmlns:a16="http://schemas.microsoft.com/office/drawing/2014/main" id="{07DA3283-7BA3-DB39-E1D4-D7D7B6031E4E}"/>
              </a:ext>
              <a:ext uri="{C183D7F6-B498-43B3-948B-1728B52AA6E4}">
                <adec:decorative xmlns:adec="http://schemas.microsoft.com/office/drawing/2017/decorative" val="1"/>
              </a:ext>
            </a:extLst>
          </p:cNvPr>
          <p:cNvGrpSpPr/>
          <p:nvPr/>
        </p:nvGrpSpPr>
        <p:grpSpPr>
          <a:xfrm>
            <a:off x="10452100" y="5016500"/>
            <a:ext cx="172021" cy="235711"/>
            <a:chOff x="4470400" y="2736088"/>
            <a:chExt cx="172021" cy="235711"/>
          </a:xfrm>
        </p:grpSpPr>
        <p:sp>
          <p:nvSpPr>
            <p:cNvPr id="5" name="Freeform: Shape 133">
              <a:extLst>
                <a:ext uri="{FF2B5EF4-FFF2-40B4-BE49-F238E27FC236}">
                  <a16:creationId xmlns:a16="http://schemas.microsoft.com/office/drawing/2014/main" id="{245EB9F7-041D-FC10-D57F-A75520D63D4F}"/>
                </a:ext>
              </a:extLst>
            </p:cNvPr>
            <p:cNvSpPr/>
            <p:nvPr/>
          </p:nvSpPr>
          <p:spPr>
            <a:xfrm>
              <a:off x="4563046" y="273608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7" name="Freeform: Shape 134">
              <a:extLst>
                <a:ext uri="{FF2B5EF4-FFF2-40B4-BE49-F238E27FC236}">
                  <a16:creationId xmlns:a16="http://schemas.microsoft.com/office/drawing/2014/main" id="{7DE62115-11E7-BF2C-1A3C-2A67E08D9A28}"/>
                </a:ext>
              </a:extLst>
            </p:cNvPr>
            <p:cNvSpPr/>
            <p:nvPr/>
          </p:nvSpPr>
          <p:spPr>
            <a:xfrm>
              <a:off x="4470400" y="273608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 name="Title 1">
            <a:extLst>
              <a:ext uri="{FF2B5EF4-FFF2-40B4-BE49-F238E27FC236}">
                <a16:creationId xmlns:a16="http://schemas.microsoft.com/office/drawing/2014/main" id="{C7C1A34D-00F6-6F17-A895-4CE339527053}"/>
              </a:ext>
            </a:extLst>
          </p:cNvPr>
          <p:cNvSpPr>
            <a:spLocks noGrp="1"/>
          </p:cNvSpPr>
          <p:nvPr>
            <p:ph type="title"/>
          </p:nvPr>
        </p:nvSpPr>
        <p:spPr/>
        <p:txBody>
          <a:bodyPr/>
          <a:lstStyle/>
          <a:p>
            <a:r>
              <a:rPr lang="en-US" sz="5400"/>
              <a:t>Canada</a:t>
            </a:r>
          </a:p>
        </p:txBody>
      </p:sp>
      <p:sp>
        <p:nvSpPr>
          <p:cNvPr id="3" name="Text Placeholder 2">
            <a:extLst>
              <a:ext uri="{FF2B5EF4-FFF2-40B4-BE49-F238E27FC236}">
                <a16:creationId xmlns:a16="http://schemas.microsoft.com/office/drawing/2014/main" id="{917F69B2-956C-D5ED-9E4D-D31C996F36C7}"/>
              </a:ext>
            </a:extLst>
          </p:cNvPr>
          <p:cNvSpPr>
            <a:spLocks noGrp="1"/>
          </p:cNvSpPr>
          <p:nvPr>
            <p:ph type="body" sz="quarter" idx="13"/>
          </p:nvPr>
        </p:nvSpPr>
        <p:spPr/>
        <p:txBody>
          <a:bodyPr/>
          <a:lstStyle/>
          <a:p>
            <a:r>
              <a:rPr lang="en-US"/>
              <a:t>Optional </a:t>
            </a:r>
            <a:r>
              <a:rPr lang="en-US" err="1"/>
              <a:t>subheadline</a:t>
            </a:r>
            <a:endParaRPr lang="en-US"/>
          </a:p>
        </p:txBody>
      </p:sp>
      <p:sp>
        <p:nvSpPr>
          <p:cNvPr id="6" name="Date Placeholder 5">
            <a:extLst>
              <a:ext uri="{FF2B5EF4-FFF2-40B4-BE49-F238E27FC236}">
                <a16:creationId xmlns:a16="http://schemas.microsoft.com/office/drawing/2014/main" id="{47E4E52F-2308-93B6-22BC-DEF42EAEF5AC}"/>
              </a:ext>
              <a:ext uri="{C183D7F6-B498-43B3-948B-1728B52AA6E4}">
                <adec:decorative xmlns:adec="http://schemas.microsoft.com/office/drawing/2017/decorative" val="1"/>
              </a:ext>
            </a:extLst>
          </p:cNvPr>
          <p:cNvSpPr>
            <a:spLocks noGrp="1"/>
          </p:cNvSpPr>
          <p:nvPr>
            <p:ph type="dt" sz="half" idx="10"/>
          </p:nvPr>
        </p:nvSpPr>
        <p:spPr/>
        <p:txBody>
          <a:bodyPr/>
          <a:lstStyle/>
          <a:p>
            <a:fld id="{745646CC-3E89-4697-8DE8-B3C277835EE9}" type="datetimeyyyy">
              <a:rPr lang="en-US" smtClean="0"/>
              <a:t>2025</a:t>
            </a:fld>
            <a:endParaRPr lang="en-US"/>
          </a:p>
        </p:txBody>
      </p:sp>
      <p:sp>
        <p:nvSpPr>
          <p:cNvPr id="8" name="Footer Placeholder 7">
            <a:extLst>
              <a:ext uri="{FF2B5EF4-FFF2-40B4-BE49-F238E27FC236}">
                <a16:creationId xmlns:a16="http://schemas.microsoft.com/office/drawing/2014/main" id="{AB03E6FA-D972-6681-3F0C-7DBD680736F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10B32C83-E3E0-37DA-FB17-6A1A80CB4E3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125</a:t>
            </a:fld>
            <a:endParaRPr lang="en-US"/>
          </a:p>
        </p:txBody>
      </p:sp>
      <p:sp>
        <p:nvSpPr>
          <p:cNvPr id="95" name="TextBox 94">
            <a:extLst>
              <a:ext uri="{FF2B5EF4-FFF2-40B4-BE49-F238E27FC236}">
                <a16:creationId xmlns:a16="http://schemas.microsoft.com/office/drawing/2014/main" id="{CF1F73BD-AD46-74AE-30F6-846023C02EEC}"/>
              </a:ext>
            </a:extLst>
          </p:cNvPr>
          <p:cNvSpPr txBox="1">
            <a:spLocks/>
          </p:cNvSpPr>
          <p:nvPr/>
        </p:nvSpPr>
        <p:spPr>
          <a:xfrm>
            <a:off x="571500" y="2936022"/>
            <a:ext cx="3530600" cy="2160911"/>
          </a:xfrm>
          <a:prstGeom prst="rect">
            <a:avLst/>
          </a:prstGeom>
          <a:noFill/>
        </p:spPr>
        <p:txBody>
          <a:bodyPr wrap="square" lIns="0" tIns="0" rIns="0" bIns="0" rtlCol="0">
            <a:noAutofit/>
          </a:bodyPr>
          <a:lstStyle/>
          <a:p>
            <a:pPr algn="l">
              <a:lnSpc>
                <a:spcPct val="110000"/>
              </a:lnSpc>
              <a:spcAft>
                <a:spcPts val="1000"/>
              </a:spcAft>
            </a:pPr>
            <a:r>
              <a:rPr lang="en-US" sz="1400" err="1"/>
              <a:t>Beremod</a:t>
            </a:r>
            <a:r>
              <a:rPr lang="en-US" sz="1400"/>
              <a:t> </a:t>
            </a:r>
            <a:r>
              <a:rPr lang="en-US" sz="1400" err="1"/>
              <a:t>maximusaesto</a:t>
            </a:r>
            <a:r>
              <a:rPr lang="en-US" sz="1400"/>
              <a:t> </a:t>
            </a:r>
            <a:r>
              <a:rPr lang="en-US" sz="1400" err="1"/>
              <a:t>dunt</a:t>
            </a:r>
            <a:r>
              <a:rPr lang="en-US" sz="1400"/>
              <a:t> </a:t>
            </a:r>
            <a:r>
              <a:rPr lang="en-US" sz="1400" err="1"/>
              <a:t>labo</a:t>
            </a:r>
            <a:r>
              <a:rPr lang="en-US" sz="1400"/>
              <a:t>. Et </a:t>
            </a:r>
            <a:r>
              <a:rPr lang="en-US" sz="1400" err="1"/>
              <a:t>laborum</a:t>
            </a:r>
            <a:r>
              <a:rPr lang="en-US" sz="1400"/>
              <a:t> que  </a:t>
            </a:r>
            <a:r>
              <a:rPr lang="en-US" sz="1400" err="1"/>
              <a:t>parit</a:t>
            </a:r>
            <a:r>
              <a:rPr lang="en-US" sz="1400"/>
              <a:t> </a:t>
            </a:r>
            <a:r>
              <a:rPr lang="en-US" sz="1400" err="1"/>
              <a:t>invere</a:t>
            </a:r>
            <a:r>
              <a:rPr lang="en-US" sz="1400"/>
              <a:t> </a:t>
            </a:r>
            <a:r>
              <a:rPr lang="en-US" sz="1400" err="1"/>
              <a:t>nullit</a:t>
            </a:r>
            <a:r>
              <a:rPr lang="en-US" sz="1400"/>
              <a:t> et, </a:t>
            </a:r>
            <a:r>
              <a:rPr lang="en-US" sz="1400" err="1"/>
              <a:t>simporiatium</a:t>
            </a:r>
            <a:r>
              <a:rPr lang="en-US" sz="1400"/>
              <a:t> et </a:t>
            </a:r>
            <a:r>
              <a:rPr lang="en-US" sz="1400" err="1"/>
              <a:t>exceatibus</a:t>
            </a:r>
            <a:r>
              <a:rPr lang="en-US" sz="1400"/>
              <a:t> sim </a:t>
            </a:r>
            <a:r>
              <a:rPr lang="en-US" sz="1400" err="1"/>
              <a:t>laborro</a:t>
            </a:r>
            <a:r>
              <a:rPr lang="en-US" sz="1400"/>
              <a:t> to </a:t>
            </a:r>
            <a:r>
              <a:rPr lang="en-US" sz="1400" err="1"/>
              <a:t>doluptiati</a:t>
            </a:r>
            <a:r>
              <a:rPr lang="en-US" sz="1400"/>
              <a:t> </a:t>
            </a:r>
            <a:r>
              <a:rPr lang="en-US" sz="1400" err="1"/>
              <a:t>optatincid</a:t>
            </a:r>
            <a:r>
              <a:rPr lang="en-US" sz="1400"/>
              <a:t> </a:t>
            </a:r>
            <a:r>
              <a:rPr lang="en-US" sz="1400" err="1"/>
              <a:t>ut</a:t>
            </a:r>
            <a:r>
              <a:rPr lang="en-US" sz="1400"/>
              <a:t> ma </a:t>
            </a:r>
            <a:r>
              <a:rPr lang="en-US" sz="1400" err="1"/>
              <a:t>simint</a:t>
            </a:r>
            <a:r>
              <a:rPr lang="en-US" sz="1400"/>
              <a:t>.</a:t>
            </a:r>
          </a:p>
          <a:p>
            <a:pPr algn="l">
              <a:lnSpc>
                <a:spcPct val="110000"/>
              </a:lnSpc>
              <a:spcAft>
                <a:spcPts val="1000"/>
              </a:spcAft>
            </a:pPr>
            <a:r>
              <a:rPr lang="en-US" sz="1400" err="1"/>
              <a:t>Fuga</a:t>
            </a:r>
            <a:r>
              <a:rPr lang="en-US" sz="1400"/>
              <a:t>. </a:t>
            </a:r>
            <a:r>
              <a:rPr lang="en-US" sz="1400" err="1"/>
              <a:t>Nem</a:t>
            </a:r>
            <a:r>
              <a:rPr lang="en-US" sz="1400"/>
              <a:t> </a:t>
            </a:r>
            <a:r>
              <a:rPr lang="en-US" sz="1400" err="1"/>
              <a:t>necupta</a:t>
            </a:r>
            <a:r>
              <a:rPr lang="en-US" sz="1400"/>
              <a:t> </a:t>
            </a:r>
            <a:r>
              <a:rPr lang="en-US" sz="1400" err="1"/>
              <a:t>ius</a:t>
            </a:r>
            <a:r>
              <a:rPr lang="en-US" sz="1400"/>
              <a:t> </a:t>
            </a:r>
            <a:r>
              <a:rPr lang="en-US" sz="1400" err="1"/>
              <a:t>consequ</a:t>
            </a:r>
            <a:r>
              <a:rPr lang="en-US" sz="1400"/>
              <a:t> </a:t>
            </a:r>
            <a:r>
              <a:rPr lang="en-US" sz="1400" err="1"/>
              <a:t>osseritem</a:t>
            </a:r>
            <a:r>
              <a:rPr lang="en-US" sz="1400"/>
              <a:t> </a:t>
            </a:r>
            <a:r>
              <a:rPr lang="en-US" sz="1400" err="1"/>
              <a:t>quis</a:t>
            </a:r>
            <a:r>
              <a:rPr lang="en-US" sz="1400"/>
              <a:t> </a:t>
            </a:r>
            <a:r>
              <a:rPr lang="en-US" sz="1400" err="1"/>
              <a:t>eium</a:t>
            </a:r>
            <a:r>
              <a:rPr lang="en-US" sz="1400"/>
              <a:t>  </a:t>
            </a:r>
            <a:r>
              <a:rPr lang="en-US" sz="1400" err="1"/>
              <a:t>faceperibus</a:t>
            </a:r>
            <a:r>
              <a:rPr lang="en-US" sz="1400"/>
              <a:t> re lab il </a:t>
            </a:r>
            <a:r>
              <a:rPr lang="en-US" sz="1400" err="1"/>
              <a:t>idi</a:t>
            </a:r>
            <a:r>
              <a:rPr lang="en-US" sz="1400"/>
              <a:t> </a:t>
            </a:r>
            <a:br>
              <a:rPr lang="en-US" sz="1400"/>
            </a:br>
            <a:r>
              <a:rPr lang="en-US" sz="1400" err="1"/>
              <a:t>reratem</a:t>
            </a:r>
            <a:r>
              <a:rPr lang="en-US" sz="1400"/>
              <a:t> ipsum. Et </a:t>
            </a:r>
            <a:r>
              <a:rPr lang="en-US" sz="1400" err="1"/>
              <a:t>exceatibus</a:t>
            </a:r>
            <a:r>
              <a:rPr lang="en-US" sz="1400"/>
              <a:t> sim </a:t>
            </a:r>
            <a:r>
              <a:rPr lang="en-US" sz="1400" err="1"/>
              <a:t>laborro</a:t>
            </a:r>
            <a:r>
              <a:rPr lang="en-US" sz="1400"/>
              <a:t> </a:t>
            </a:r>
            <a:br>
              <a:rPr lang="en-US" sz="1400"/>
            </a:br>
            <a:r>
              <a:rPr lang="en-US" sz="1400"/>
              <a:t>to </a:t>
            </a:r>
            <a:r>
              <a:rPr lang="en-US" sz="1400" err="1"/>
              <a:t>doluptiati</a:t>
            </a:r>
            <a:r>
              <a:rPr lang="en-US" sz="1400"/>
              <a:t> </a:t>
            </a:r>
            <a:r>
              <a:rPr lang="en-US" sz="1400" err="1"/>
              <a:t>optatincid</a:t>
            </a:r>
            <a:r>
              <a:rPr lang="en-US" sz="1400"/>
              <a:t> </a:t>
            </a:r>
            <a:r>
              <a:rPr lang="en-US" sz="1400" err="1"/>
              <a:t>ut</a:t>
            </a:r>
            <a:r>
              <a:rPr lang="en-US" sz="1400"/>
              <a:t> ma </a:t>
            </a:r>
            <a:r>
              <a:rPr lang="en-US" sz="1400" err="1"/>
              <a:t>simint</a:t>
            </a:r>
            <a:r>
              <a:rPr lang="en-US" sz="1400"/>
              <a:t>.</a:t>
            </a:r>
          </a:p>
        </p:txBody>
      </p:sp>
      <p:cxnSp>
        <p:nvCxnSpPr>
          <p:cNvPr id="96" name="Straight Connector 95">
            <a:extLst>
              <a:ext uri="{FF2B5EF4-FFF2-40B4-BE49-F238E27FC236}">
                <a16:creationId xmlns:a16="http://schemas.microsoft.com/office/drawing/2014/main" id="{54E27989-FF7C-F48D-D530-3479C9D0CDAA}"/>
              </a:ext>
              <a:ext uri="{C183D7F6-B498-43B3-948B-1728B52AA6E4}">
                <adec:decorative xmlns:adec="http://schemas.microsoft.com/office/drawing/2017/decorative" val="1"/>
              </a:ext>
            </a:extLst>
          </p:cNvPr>
          <p:cNvCxnSpPr>
            <a:cxnSpLocks/>
          </p:cNvCxnSpPr>
          <p:nvPr/>
        </p:nvCxnSpPr>
        <p:spPr>
          <a:xfrm flipH="1">
            <a:off x="571500" y="5486400"/>
            <a:ext cx="16510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D78A10A5-6933-ED34-BB3F-A03C8301FDD2}"/>
              </a:ext>
            </a:extLst>
          </p:cNvPr>
          <p:cNvSpPr txBox="1"/>
          <p:nvPr/>
        </p:nvSpPr>
        <p:spPr>
          <a:xfrm>
            <a:off x="571499" y="5589562"/>
            <a:ext cx="1650999" cy="696938"/>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cs typeface="+mn-cs"/>
              </a:rPr>
              <a:t>Calgary                      Montréal</a:t>
            </a:r>
            <a:br>
              <a:rPr lang="en-US" sz="1000" dirty="0"/>
            </a:br>
            <a:r>
              <a:rPr lang="en-US" sz="1000" dirty="0">
                <a:cs typeface="+mn-cs"/>
              </a:rPr>
              <a:t>Toronto</a:t>
            </a:r>
            <a:br>
              <a:rPr lang="en-US" sz="1000" dirty="0"/>
            </a:br>
            <a:r>
              <a:rPr lang="en-US" sz="1000" dirty="0">
                <a:cs typeface="+mn-cs"/>
              </a:rPr>
              <a:t>Vancouver</a:t>
            </a:r>
          </a:p>
        </p:txBody>
      </p:sp>
      <p:cxnSp>
        <p:nvCxnSpPr>
          <p:cNvPr id="98" name="Straight Connector 97">
            <a:extLst>
              <a:ext uri="{FF2B5EF4-FFF2-40B4-BE49-F238E27FC236}">
                <a16:creationId xmlns:a16="http://schemas.microsoft.com/office/drawing/2014/main" id="{D6CF7D3A-998A-CD18-E117-667034A144E7}"/>
              </a:ext>
              <a:ext uri="{C183D7F6-B498-43B3-948B-1728B52AA6E4}">
                <adec:decorative xmlns:adec="http://schemas.microsoft.com/office/drawing/2017/decorative" val="1"/>
              </a:ext>
            </a:extLst>
          </p:cNvPr>
          <p:cNvCxnSpPr>
            <a:cxnSpLocks/>
          </p:cNvCxnSpPr>
          <p:nvPr/>
        </p:nvCxnSpPr>
        <p:spPr>
          <a:xfrm flipH="1">
            <a:off x="2451100" y="5486400"/>
            <a:ext cx="16510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293509BD-045C-53BD-77FB-12B0385D23EF}"/>
              </a:ext>
            </a:extLst>
          </p:cNvPr>
          <p:cNvGrpSpPr/>
          <p:nvPr/>
        </p:nvGrpSpPr>
        <p:grpSpPr>
          <a:xfrm>
            <a:off x="2509465" y="5580822"/>
            <a:ext cx="1651000" cy="516998"/>
            <a:chOff x="2451100" y="5606762"/>
            <a:chExt cx="1651000" cy="516998"/>
          </a:xfrm>
        </p:grpSpPr>
        <p:sp>
          <p:nvSpPr>
            <p:cNvPr id="11" name="TextBox 10">
              <a:extLst>
                <a:ext uri="{FF2B5EF4-FFF2-40B4-BE49-F238E27FC236}">
                  <a16:creationId xmlns:a16="http://schemas.microsoft.com/office/drawing/2014/main" id="{B03C408D-AB89-5A04-44A4-CE87C5E84BF4}"/>
                </a:ext>
              </a:extLst>
            </p:cNvPr>
            <p:cNvSpPr txBox="1"/>
            <p:nvPr/>
          </p:nvSpPr>
          <p:spPr>
            <a:xfrm>
              <a:off x="2603499" y="5607262"/>
              <a:ext cx="1498601" cy="516498"/>
            </a:xfrm>
            <a:prstGeom prst="rect">
              <a:avLst/>
            </a:prstGeom>
            <a:noFill/>
          </p:spPr>
          <p:txBody>
            <a:bodyPr wrap="square" lIns="0" tIns="0" rIns="0" bIns="0" rtlCol="0" anchor="t">
              <a:noAutofit/>
            </a:bodyPr>
            <a:lstStyle/>
            <a:p>
              <a:pPr defTabSz="926194">
                <a:lnSpc>
                  <a:spcPct val="120000"/>
                </a:lnSpc>
                <a:buClr>
                  <a:srgbClr val="0C62FB"/>
                </a:buClr>
                <a:buSzPct val="100000"/>
                <a:defRPr/>
              </a:pPr>
              <a:r>
                <a:rPr lang="en-US" sz="1000">
                  <a:cs typeface="+mn-cs"/>
                </a:rPr>
                <a:t>market</a:t>
              </a:r>
            </a:p>
            <a:p>
              <a:pPr defTabSz="926194">
                <a:lnSpc>
                  <a:spcPct val="120000"/>
                </a:lnSpc>
                <a:buClr>
                  <a:srgbClr val="0C62FB"/>
                </a:buClr>
                <a:buSzPct val="100000"/>
                <a:defRPr/>
              </a:pPr>
              <a:r>
                <a:rPr lang="en-US" sz="1000">
                  <a:cs typeface="+mn-cs"/>
                </a:rPr>
                <a:t>market + Build Center</a:t>
              </a:r>
            </a:p>
            <a:p>
              <a:pPr defTabSz="926194">
                <a:lnSpc>
                  <a:spcPct val="120000"/>
                </a:lnSpc>
                <a:buClr>
                  <a:srgbClr val="0C62FB"/>
                </a:buClr>
                <a:buSzPct val="100000"/>
                <a:defRPr/>
              </a:pPr>
              <a:r>
                <a:rPr lang="en-US" sz="1000"/>
                <a:t>market + Edge Location</a:t>
              </a:r>
              <a:endParaRPr lang="en-US" sz="1000">
                <a:cs typeface="+mn-cs"/>
              </a:endParaRPr>
            </a:p>
          </p:txBody>
        </p:sp>
        <p:sp>
          <p:nvSpPr>
            <p:cNvPr id="12" name="Freeform: Shape 333">
              <a:extLst>
                <a:ext uri="{FF2B5EF4-FFF2-40B4-BE49-F238E27FC236}">
                  <a16:creationId xmlns:a16="http://schemas.microsoft.com/office/drawing/2014/main" id="{D061EEBF-C0DA-4F75-2B21-582D2B67CAE5}"/>
                </a:ext>
                <a:ext uri="{C183D7F6-B498-43B3-948B-1728B52AA6E4}">
                  <adec:decorative xmlns:adec="http://schemas.microsoft.com/office/drawing/2017/decorative" val="1"/>
                </a:ext>
              </a:extLst>
            </p:cNvPr>
            <p:cNvSpPr/>
            <p:nvPr/>
          </p:nvSpPr>
          <p:spPr>
            <a:xfrm>
              <a:off x="2451100" y="5612270"/>
              <a:ext cx="102985" cy="137088"/>
            </a:xfrm>
            <a:custGeom>
              <a:avLst/>
              <a:gdLst>
                <a:gd name="connsiteX0" fmla="*/ 80483 w 160968"/>
                <a:gd name="connsiteY0" fmla="*/ 0 h 214272"/>
                <a:gd name="connsiteX1" fmla="*/ 160968 w 160968"/>
                <a:gd name="connsiteY1" fmla="*/ 80486 h 214272"/>
                <a:gd name="connsiteX2" fmla="*/ 90079 w 160968"/>
                <a:gd name="connsiteY2" fmla="*/ 210542 h 214272"/>
                <a:gd name="connsiteX3" fmla="*/ 80483 w 160968"/>
                <a:gd name="connsiteY3" fmla="*/ 214272 h 214272"/>
                <a:gd name="connsiteX4" fmla="*/ 70891 w 160968"/>
                <a:gd name="connsiteY4" fmla="*/ 210542 h 214272"/>
                <a:gd name="connsiteX5" fmla="*/ 0 w 160968"/>
                <a:gd name="connsiteY5" fmla="*/ 80486 h 214272"/>
                <a:gd name="connsiteX6" fmla="*/ 80483 w 160968"/>
                <a:gd name="connsiteY6" fmla="*/ 0 h 2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8" h="214272">
                  <a:moveTo>
                    <a:pt x="80483" y="0"/>
                  </a:moveTo>
                  <a:cubicBezTo>
                    <a:pt x="124724" y="0"/>
                    <a:pt x="160968" y="36245"/>
                    <a:pt x="160968" y="80486"/>
                  </a:cubicBezTo>
                  <a:cubicBezTo>
                    <a:pt x="160968" y="139118"/>
                    <a:pt x="92743" y="207877"/>
                    <a:pt x="90079" y="210542"/>
                  </a:cubicBezTo>
                  <a:cubicBezTo>
                    <a:pt x="87414" y="213206"/>
                    <a:pt x="83682" y="214272"/>
                    <a:pt x="80483" y="214272"/>
                  </a:cubicBezTo>
                  <a:cubicBezTo>
                    <a:pt x="76753" y="214272"/>
                    <a:pt x="73555" y="213206"/>
                    <a:pt x="70891" y="210542"/>
                  </a:cubicBezTo>
                  <a:cubicBezTo>
                    <a:pt x="67692" y="207342"/>
                    <a:pt x="0" y="138584"/>
                    <a:pt x="0" y="80486"/>
                  </a:cubicBezTo>
                  <a:cubicBezTo>
                    <a:pt x="0" y="35713"/>
                    <a:pt x="36244" y="0"/>
                    <a:pt x="8048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nvGrpSpPr>
            <p:cNvPr id="13" name="Group 12">
              <a:extLst>
                <a:ext uri="{FF2B5EF4-FFF2-40B4-BE49-F238E27FC236}">
                  <a16:creationId xmlns:a16="http://schemas.microsoft.com/office/drawing/2014/main" id="{8EC4064B-5957-41B8-78E5-3A38146C24EB}"/>
                </a:ext>
                <a:ext uri="{C183D7F6-B498-43B3-948B-1728B52AA6E4}">
                  <adec:decorative xmlns:adec="http://schemas.microsoft.com/office/drawing/2017/decorative" val="1"/>
                </a:ext>
              </a:extLst>
            </p:cNvPr>
            <p:cNvGrpSpPr/>
            <p:nvPr/>
          </p:nvGrpSpPr>
          <p:grpSpPr>
            <a:xfrm>
              <a:off x="2451100" y="5792020"/>
              <a:ext cx="102985" cy="137088"/>
              <a:chOff x="2451100" y="5787251"/>
              <a:chExt cx="102985" cy="137088"/>
            </a:xfrm>
          </p:grpSpPr>
          <p:sp>
            <p:nvSpPr>
              <p:cNvPr id="14" name="Freeform: Shape 335">
                <a:extLst>
                  <a:ext uri="{FF2B5EF4-FFF2-40B4-BE49-F238E27FC236}">
                    <a16:creationId xmlns:a16="http://schemas.microsoft.com/office/drawing/2014/main" id="{29077CF5-98F2-F387-E794-FB81762DCEF7}"/>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15" name="Freeform: Shape 336">
                <a:extLst>
                  <a:ext uri="{FF2B5EF4-FFF2-40B4-BE49-F238E27FC236}">
                    <a16:creationId xmlns:a16="http://schemas.microsoft.com/office/drawing/2014/main" id="{88E74AE4-1854-E8D3-7C35-DBC1CB17EB4D}"/>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grpSp>
          <p:nvGrpSpPr>
            <p:cNvPr id="16" name="Group 15">
              <a:extLst>
                <a:ext uri="{FF2B5EF4-FFF2-40B4-BE49-F238E27FC236}">
                  <a16:creationId xmlns:a16="http://schemas.microsoft.com/office/drawing/2014/main" id="{E88B079D-65E1-7473-18C5-9FF5189BE3F8}"/>
                </a:ext>
                <a:ext uri="{C183D7F6-B498-43B3-948B-1728B52AA6E4}">
                  <adec:decorative xmlns:adec="http://schemas.microsoft.com/office/drawing/2017/decorative" val="1"/>
                </a:ext>
              </a:extLst>
            </p:cNvPr>
            <p:cNvGrpSpPr/>
            <p:nvPr/>
          </p:nvGrpSpPr>
          <p:grpSpPr>
            <a:xfrm>
              <a:off x="2451100" y="5971770"/>
              <a:ext cx="102985" cy="137088"/>
              <a:chOff x="2451100" y="5787251"/>
              <a:chExt cx="102985" cy="137088"/>
            </a:xfrm>
          </p:grpSpPr>
          <p:sp>
            <p:nvSpPr>
              <p:cNvPr id="17" name="Freeform: Shape 340">
                <a:extLst>
                  <a:ext uri="{FF2B5EF4-FFF2-40B4-BE49-F238E27FC236}">
                    <a16:creationId xmlns:a16="http://schemas.microsoft.com/office/drawing/2014/main" id="{DC8540B0-BE14-F709-7035-772D6858A563}"/>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18" name="Freeform: Shape 341">
                <a:extLst>
                  <a:ext uri="{FF2B5EF4-FFF2-40B4-BE49-F238E27FC236}">
                    <a16:creationId xmlns:a16="http://schemas.microsoft.com/office/drawing/2014/main" id="{D0EBE593-392C-18C5-9380-52A88908D31D}"/>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grpSp>
          <p:nvGrpSpPr>
            <p:cNvPr id="10" name="Group 9">
              <a:extLst>
                <a:ext uri="{FF2B5EF4-FFF2-40B4-BE49-F238E27FC236}">
                  <a16:creationId xmlns:a16="http://schemas.microsoft.com/office/drawing/2014/main" id="{F6F4AA9C-A234-4599-9109-75516FD24D8B}"/>
                </a:ext>
              </a:extLst>
            </p:cNvPr>
            <p:cNvGrpSpPr/>
            <p:nvPr/>
          </p:nvGrpSpPr>
          <p:grpSpPr>
            <a:xfrm>
              <a:off x="2451100" y="5606762"/>
              <a:ext cx="102985" cy="329769"/>
              <a:chOff x="2451100" y="5606762"/>
              <a:chExt cx="102985" cy="329769"/>
            </a:xfrm>
          </p:grpSpPr>
          <p:sp>
            <p:nvSpPr>
              <p:cNvPr id="100" name="Freeform: Shape 99">
                <a:extLst>
                  <a:ext uri="{FF2B5EF4-FFF2-40B4-BE49-F238E27FC236}">
                    <a16:creationId xmlns:a16="http://schemas.microsoft.com/office/drawing/2014/main" id="{76E8093D-6FA4-2BAE-49AD-FF2183528507}"/>
                  </a:ext>
                  <a:ext uri="{C183D7F6-B498-43B3-948B-1728B52AA6E4}">
                    <adec:decorative xmlns:adec="http://schemas.microsoft.com/office/drawing/2017/decorative" val="1"/>
                  </a:ext>
                </a:extLst>
              </p:cNvPr>
              <p:cNvSpPr/>
              <p:nvPr/>
            </p:nvSpPr>
            <p:spPr>
              <a:xfrm>
                <a:off x="2451100" y="5606762"/>
                <a:ext cx="102985" cy="137088"/>
              </a:xfrm>
              <a:custGeom>
                <a:avLst/>
                <a:gdLst>
                  <a:gd name="connsiteX0" fmla="*/ 80483 w 160968"/>
                  <a:gd name="connsiteY0" fmla="*/ 0 h 214272"/>
                  <a:gd name="connsiteX1" fmla="*/ 160968 w 160968"/>
                  <a:gd name="connsiteY1" fmla="*/ 80486 h 214272"/>
                  <a:gd name="connsiteX2" fmla="*/ 90079 w 160968"/>
                  <a:gd name="connsiteY2" fmla="*/ 210542 h 214272"/>
                  <a:gd name="connsiteX3" fmla="*/ 80483 w 160968"/>
                  <a:gd name="connsiteY3" fmla="*/ 214272 h 214272"/>
                  <a:gd name="connsiteX4" fmla="*/ 70891 w 160968"/>
                  <a:gd name="connsiteY4" fmla="*/ 210542 h 214272"/>
                  <a:gd name="connsiteX5" fmla="*/ 0 w 160968"/>
                  <a:gd name="connsiteY5" fmla="*/ 80486 h 214272"/>
                  <a:gd name="connsiteX6" fmla="*/ 80483 w 160968"/>
                  <a:gd name="connsiteY6" fmla="*/ 0 h 2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8" h="214272">
                    <a:moveTo>
                      <a:pt x="80483" y="0"/>
                    </a:moveTo>
                    <a:cubicBezTo>
                      <a:pt x="124724" y="0"/>
                      <a:pt x="160968" y="36245"/>
                      <a:pt x="160968" y="80486"/>
                    </a:cubicBezTo>
                    <a:cubicBezTo>
                      <a:pt x="160968" y="139118"/>
                      <a:pt x="92743" y="207877"/>
                      <a:pt x="90079" y="210542"/>
                    </a:cubicBezTo>
                    <a:cubicBezTo>
                      <a:pt x="87414" y="213206"/>
                      <a:pt x="83682" y="214272"/>
                      <a:pt x="80483" y="214272"/>
                    </a:cubicBezTo>
                    <a:cubicBezTo>
                      <a:pt x="76753" y="214272"/>
                      <a:pt x="73555" y="213206"/>
                      <a:pt x="70891" y="210542"/>
                    </a:cubicBezTo>
                    <a:cubicBezTo>
                      <a:pt x="67692" y="207342"/>
                      <a:pt x="0" y="138584"/>
                      <a:pt x="0" y="80486"/>
                    </a:cubicBezTo>
                    <a:cubicBezTo>
                      <a:pt x="0" y="35713"/>
                      <a:pt x="36244" y="0"/>
                      <a:pt x="8048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nvGrpSpPr>
              <p:cNvPr id="101" name="Group 100">
                <a:extLst>
                  <a:ext uri="{FF2B5EF4-FFF2-40B4-BE49-F238E27FC236}">
                    <a16:creationId xmlns:a16="http://schemas.microsoft.com/office/drawing/2014/main" id="{38A69861-8EF0-3F2C-CE8B-D01B7C60EE96}"/>
                  </a:ext>
                  <a:ext uri="{C183D7F6-B498-43B3-948B-1728B52AA6E4}">
                    <adec:decorative xmlns:adec="http://schemas.microsoft.com/office/drawing/2017/decorative" val="1"/>
                  </a:ext>
                </a:extLst>
              </p:cNvPr>
              <p:cNvGrpSpPr/>
              <p:nvPr/>
            </p:nvGrpSpPr>
            <p:grpSpPr>
              <a:xfrm>
                <a:off x="2451100" y="5799443"/>
                <a:ext cx="102985" cy="137088"/>
                <a:chOff x="2451100" y="5787251"/>
                <a:chExt cx="102985" cy="137088"/>
              </a:xfrm>
            </p:grpSpPr>
            <p:sp>
              <p:nvSpPr>
                <p:cNvPr id="102" name="Freeform: Shape 101">
                  <a:extLst>
                    <a:ext uri="{FF2B5EF4-FFF2-40B4-BE49-F238E27FC236}">
                      <a16:creationId xmlns:a16="http://schemas.microsoft.com/office/drawing/2014/main" id="{662F395E-7761-4DE2-489A-7116436DDD97}"/>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104" name="Freeform: Shape 103">
                  <a:extLst>
                    <a:ext uri="{FF2B5EF4-FFF2-40B4-BE49-F238E27FC236}">
                      <a16:creationId xmlns:a16="http://schemas.microsoft.com/office/drawing/2014/main" id="{4A6B66AE-AC9E-2572-F1E4-4AB14075D55B}"/>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grpSp>
      </p:grpSp>
      <p:grpSp>
        <p:nvGrpSpPr>
          <p:cNvPr id="24" name="Graphic 14">
            <a:extLst>
              <a:ext uri="{FF2B5EF4-FFF2-40B4-BE49-F238E27FC236}">
                <a16:creationId xmlns:a16="http://schemas.microsoft.com/office/drawing/2014/main" id="{8B5C6850-6AEC-249C-28CC-F8168A72334B}"/>
              </a:ext>
              <a:ext uri="{C183D7F6-B498-43B3-948B-1728B52AA6E4}">
                <adec:decorative xmlns:adec="http://schemas.microsoft.com/office/drawing/2017/decorative" val="1"/>
              </a:ext>
            </a:extLst>
          </p:cNvPr>
          <p:cNvGrpSpPr/>
          <p:nvPr/>
        </p:nvGrpSpPr>
        <p:grpSpPr>
          <a:xfrm>
            <a:off x="5264150" y="4342638"/>
            <a:ext cx="172021" cy="235711"/>
            <a:chOff x="5264150" y="4342638"/>
            <a:chExt cx="172021" cy="235711"/>
          </a:xfrm>
        </p:grpSpPr>
        <p:sp>
          <p:nvSpPr>
            <p:cNvPr id="25" name="Freeform: Shape 24">
              <a:extLst>
                <a:ext uri="{FF2B5EF4-FFF2-40B4-BE49-F238E27FC236}">
                  <a16:creationId xmlns:a16="http://schemas.microsoft.com/office/drawing/2014/main" id="{A9234BE4-4078-7F06-7714-A7564EB7134E}"/>
                </a:ext>
              </a:extLst>
            </p:cNvPr>
            <p:cNvSpPr/>
            <p:nvPr/>
          </p:nvSpPr>
          <p:spPr>
            <a:xfrm>
              <a:off x="5356796" y="43426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F02633-FADF-63C9-46C4-CB2CD919F69F}"/>
                </a:ext>
              </a:extLst>
            </p:cNvPr>
            <p:cNvSpPr/>
            <p:nvPr/>
          </p:nvSpPr>
          <p:spPr>
            <a:xfrm>
              <a:off x="5264150" y="43426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tlCol="0" anchor="ctr"/>
            <a:lstStyle/>
            <a:p>
              <a:endParaRPr lang="en-US"/>
            </a:p>
          </p:txBody>
        </p:sp>
      </p:grpSp>
      <p:grpSp>
        <p:nvGrpSpPr>
          <p:cNvPr id="27" name="Graphic 14">
            <a:extLst>
              <a:ext uri="{FF2B5EF4-FFF2-40B4-BE49-F238E27FC236}">
                <a16:creationId xmlns:a16="http://schemas.microsoft.com/office/drawing/2014/main" id="{86450CFD-E507-747E-D448-2FED0B94954D}"/>
              </a:ext>
              <a:ext uri="{C183D7F6-B498-43B3-948B-1728B52AA6E4}">
                <adec:decorative xmlns:adec="http://schemas.microsoft.com/office/drawing/2017/decorative" val="1"/>
              </a:ext>
            </a:extLst>
          </p:cNvPr>
          <p:cNvGrpSpPr/>
          <p:nvPr/>
        </p:nvGrpSpPr>
        <p:grpSpPr>
          <a:xfrm>
            <a:off x="9842500" y="5518150"/>
            <a:ext cx="172021" cy="235711"/>
            <a:chOff x="9842500" y="5518150"/>
            <a:chExt cx="172021" cy="235711"/>
          </a:xfrm>
        </p:grpSpPr>
        <p:sp>
          <p:nvSpPr>
            <p:cNvPr id="28" name="Freeform: Shape 27">
              <a:extLst>
                <a:ext uri="{FF2B5EF4-FFF2-40B4-BE49-F238E27FC236}">
                  <a16:creationId xmlns:a16="http://schemas.microsoft.com/office/drawing/2014/main" id="{07BD56C2-4457-7815-EBBE-0258CDFB8D79}"/>
                </a:ext>
              </a:extLst>
            </p:cNvPr>
            <p:cNvSpPr/>
            <p:nvPr/>
          </p:nvSpPr>
          <p:spPr>
            <a:xfrm>
              <a:off x="9935146" y="551815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318FE8-20C5-8C50-5EE3-C09E383CD186}"/>
                </a:ext>
              </a:extLst>
            </p:cNvPr>
            <p:cNvSpPr/>
            <p:nvPr/>
          </p:nvSpPr>
          <p:spPr>
            <a:xfrm>
              <a:off x="9842500" y="551815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tlCol="0" anchor="ctr"/>
            <a:lstStyle/>
            <a:p>
              <a:endParaRPr lang="en-US"/>
            </a:p>
          </p:txBody>
        </p:sp>
      </p:grpSp>
      <p:grpSp>
        <p:nvGrpSpPr>
          <p:cNvPr id="32" name="Group 31">
            <a:extLst>
              <a:ext uri="{FF2B5EF4-FFF2-40B4-BE49-F238E27FC236}">
                <a16:creationId xmlns:a16="http://schemas.microsoft.com/office/drawing/2014/main" id="{AB831B12-993D-2E65-4361-4FB9B8F898B1}"/>
              </a:ext>
              <a:ext uri="{C183D7F6-B498-43B3-948B-1728B52AA6E4}">
                <adec:decorative xmlns:adec="http://schemas.microsoft.com/office/drawing/2017/decorative" val="1"/>
              </a:ext>
            </a:extLst>
          </p:cNvPr>
          <p:cNvGrpSpPr/>
          <p:nvPr/>
        </p:nvGrpSpPr>
        <p:grpSpPr>
          <a:xfrm>
            <a:off x="12443985" y="0"/>
            <a:ext cx="3077430" cy="3307601"/>
            <a:chOff x="12443985" y="0"/>
            <a:chExt cx="3077430" cy="3307601"/>
          </a:xfrm>
        </p:grpSpPr>
        <p:sp>
          <p:nvSpPr>
            <p:cNvPr id="33" name="Rectangle 32">
              <a:extLst>
                <a:ext uri="{FF2B5EF4-FFF2-40B4-BE49-F238E27FC236}">
                  <a16:creationId xmlns:a16="http://schemas.microsoft.com/office/drawing/2014/main" id="{4F7CDC73-7054-BF42-07D0-45CD8A9B1F70}"/>
                </a:ext>
              </a:extLst>
            </p:cNvPr>
            <p:cNvSpPr/>
            <p:nvPr/>
          </p:nvSpPr>
          <p:spPr>
            <a:xfrm>
              <a:off x="12443985" y="0"/>
              <a:ext cx="3077430" cy="330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Map INSTRUCTIONS</a:t>
              </a:r>
            </a:p>
            <a:p>
              <a:pPr>
                <a:spcBef>
                  <a:spcPts val="1200"/>
                </a:spcBef>
              </a:pPr>
              <a:r>
                <a:rPr lang="en-US" sz="1000">
                  <a:solidFill>
                    <a:schemeClr val="bg1"/>
                  </a:solidFill>
                </a:rPr>
                <a:t>Text and points on the map are editable and </a:t>
              </a:r>
              <a:br>
                <a:rPr lang="en-US" sz="1000">
                  <a:solidFill>
                    <a:schemeClr val="bg1"/>
                  </a:solidFill>
                </a:rPr>
              </a:br>
              <a:r>
                <a:rPr lang="en-US" sz="1000">
                  <a:solidFill>
                    <a:schemeClr val="bg1"/>
                  </a:solidFill>
                </a:rPr>
                <a:t>may be added, removed or recolored as needed. </a:t>
              </a:r>
            </a:p>
            <a:p>
              <a:pPr marL="174625" indent="-174625">
                <a:spcBef>
                  <a:spcPts val="1200"/>
                </a:spcBef>
                <a:buFont typeface="Avenir Next LT Pro" panose="020B0504020202020204" pitchFamily="34" charset="0"/>
                <a:buChar char="•"/>
              </a:pPr>
              <a:r>
                <a:rPr lang="en-US" sz="1000">
                  <a:solidFill>
                    <a:schemeClr val="bg1"/>
                  </a:solidFill>
                </a:rPr>
                <a:t>Change the color of the points by selecting them and choosing a new color from the theme row 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Remove points by selecting them </a:t>
              </a:r>
              <a:br>
                <a:rPr lang="en-US" sz="1000">
                  <a:solidFill>
                    <a:schemeClr val="bg1"/>
                  </a:solidFill>
                </a:rPr>
              </a:br>
              <a:r>
                <a:rPr lang="en-US" sz="1000">
                  <a:solidFill>
                    <a:schemeClr val="bg1"/>
                  </a:solidFill>
                </a:rPr>
                <a:t>and hitting delete.</a:t>
              </a:r>
            </a:p>
            <a:p>
              <a:pPr marL="174625" indent="-174625">
                <a:spcBef>
                  <a:spcPts val="1200"/>
                </a:spcBef>
                <a:buFont typeface="Avenir Next LT Pro" panose="020B0504020202020204" pitchFamily="34" charset="0"/>
                <a:buChar char="•"/>
              </a:pPr>
              <a:r>
                <a:rPr lang="en-US" sz="1000">
                  <a:solidFill>
                    <a:schemeClr val="bg1"/>
                  </a:solidFill>
                </a:rPr>
                <a:t>Add more points by selecting one and </a:t>
              </a:r>
              <a:br>
                <a:rPr lang="en-US" sz="1000">
                  <a:solidFill>
                    <a:schemeClr val="bg1"/>
                  </a:solidFill>
                </a:rPr>
              </a:br>
              <a:r>
                <a:rPr lang="en-US" sz="1000">
                  <a:solidFill>
                    <a:schemeClr val="bg1"/>
                  </a:solidFill>
                </a:rPr>
                <a:t>holding down Shift + Ctrl while dragging. </a:t>
              </a:r>
            </a:p>
          </p:txBody>
        </p:sp>
        <p:grpSp>
          <p:nvGrpSpPr>
            <p:cNvPr id="34" name="Group 33">
              <a:extLst>
                <a:ext uri="{FF2B5EF4-FFF2-40B4-BE49-F238E27FC236}">
                  <a16:creationId xmlns:a16="http://schemas.microsoft.com/office/drawing/2014/main" id="{DDD69CD5-AB7E-0AFD-4107-9388A7C15F55}"/>
                </a:ext>
              </a:extLst>
            </p:cNvPr>
            <p:cNvGrpSpPr/>
            <p:nvPr/>
          </p:nvGrpSpPr>
          <p:grpSpPr>
            <a:xfrm>
              <a:off x="13142686" y="1412407"/>
              <a:ext cx="1455058" cy="864392"/>
              <a:chOff x="12700000" y="1053458"/>
              <a:chExt cx="2565400" cy="1524002"/>
            </a:xfrm>
          </p:grpSpPr>
          <p:pic>
            <p:nvPicPr>
              <p:cNvPr id="35" name="Picture 34" descr="A picture containing table&#10;&#10;Description automatically generated">
                <a:extLst>
                  <a:ext uri="{FF2B5EF4-FFF2-40B4-BE49-F238E27FC236}">
                    <a16:creationId xmlns:a16="http://schemas.microsoft.com/office/drawing/2014/main" id="{03F8E12F-818F-2998-D30B-43E15F3B9C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1053458"/>
                <a:ext cx="2565400" cy="1524000"/>
              </a:xfrm>
              <a:prstGeom prst="rect">
                <a:avLst/>
              </a:prstGeom>
            </p:spPr>
          </p:pic>
          <p:sp>
            <p:nvSpPr>
              <p:cNvPr id="36" name="Rectangle 35">
                <a:extLst>
                  <a:ext uri="{FF2B5EF4-FFF2-40B4-BE49-F238E27FC236}">
                    <a16:creationId xmlns:a16="http://schemas.microsoft.com/office/drawing/2014/main" id="{6B6891C8-56C5-A389-ADA8-8128AEF4E8DF}"/>
                  </a:ext>
                </a:extLst>
              </p:cNvPr>
              <p:cNvSpPr/>
              <p:nvPr/>
            </p:nvSpPr>
            <p:spPr>
              <a:xfrm>
                <a:off x="13751666" y="2242053"/>
                <a:ext cx="1455908" cy="335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21" name="Freeform: Shape 99">
            <a:extLst>
              <a:ext uri="{FF2B5EF4-FFF2-40B4-BE49-F238E27FC236}">
                <a16:creationId xmlns:a16="http://schemas.microsoft.com/office/drawing/2014/main" id="{61F587DB-A691-F918-C5A3-D5E1BA04B9E9}"/>
              </a:ext>
              <a:ext uri="{C183D7F6-B498-43B3-948B-1728B52AA6E4}">
                <adec:decorative xmlns:adec="http://schemas.microsoft.com/office/drawing/2017/decorative" val="1"/>
              </a:ext>
            </a:extLst>
          </p:cNvPr>
          <p:cNvSpPr/>
          <p:nvPr/>
        </p:nvSpPr>
        <p:spPr>
          <a:xfrm>
            <a:off x="6211614" y="4312107"/>
            <a:ext cx="154910" cy="227920"/>
          </a:xfrm>
          <a:custGeom>
            <a:avLst/>
            <a:gdLst>
              <a:gd name="connsiteX0" fmla="*/ 80483 w 160968"/>
              <a:gd name="connsiteY0" fmla="*/ 0 h 214272"/>
              <a:gd name="connsiteX1" fmla="*/ 160968 w 160968"/>
              <a:gd name="connsiteY1" fmla="*/ 80486 h 214272"/>
              <a:gd name="connsiteX2" fmla="*/ 90079 w 160968"/>
              <a:gd name="connsiteY2" fmla="*/ 210542 h 214272"/>
              <a:gd name="connsiteX3" fmla="*/ 80483 w 160968"/>
              <a:gd name="connsiteY3" fmla="*/ 214272 h 214272"/>
              <a:gd name="connsiteX4" fmla="*/ 70891 w 160968"/>
              <a:gd name="connsiteY4" fmla="*/ 210542 h 214272"/>
              <a:gd name="connsiteX5" fmla="*/ 0 w 160968"/>
              <a:gd name="connsiteY5" fmla="*/ 80486 h 214272"/>
              <a:gd name="connsiteX6" fmla="*/ 80483 w 160968"/>
              <a:gd name="connsiteY6" fmla="*/ 0 h 2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8" h="214272">
                <a:moveTo>
                  <a:pt x="80483" y="0"/>
                </a:moveTo>
                <a:cubicBezTo>
                  <a:pt x="124724" y="0"/>
                  <a:pt x="160968" y="36245"/>
                  <a:pt x="160968" y="80486"/>
                </a:cubicBezTo>
                <a:cubicBezTo>
                  <a:pt x="160968" y="139118"/>
                  <a:pt x="92743" y="207877"/>
                  <a:pt x="90079" y="210542"/>
                </a:cubicBezTo>
                <a:cubicBezTo>
                  <a:pt x="87414" y="213206"/>
                  <a:pt x="83682" y="214272"/>
                  <a:pt x="80483" y="214272"/>
                </a:cubicBezTo>
                <a:cubicBezTo>
                  <a:pt x="76753" y="214272"/>
                  <a:pt x="73555" y="213206"/>
                  <a:pt x="70891" y="210542"/>
                </a:cubicBezTo>
                <a:cubicBezTo>
                  <a:pt x="67692" y="207342"/>
                  <a:pt x="0" y="138584"/>
                  <a:pt x="0" y="80486"/>
                </a:cubicBezTo>
                <a:cubicBezTo>
                  <a:pt x="0" y="35713"/>
                  <a:pt x="36244" y="0"/>
                  <a:pt x="8048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Tree>
    <p:extLst>
      <p:ext uri="{BB962C8B-B14F-4D97-AF65-F5344CB8AC3E}">
        <p14:creationId xmlns:p14="http://schemas.microsoft.com/office/powerpoint/2010/main" val="347642671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62D292D3-141F-B4D4-DE91-BBDF6EBBB54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1999" cy="6858000"/>
          </a:xfrm>
          <a:prstGeom prst="rect">
            <a:avLst/>
          </a:prstGeom>
        </p:spPr>
      </p:pic>
      <p:grpSp>
        <p:nvGrpSpPr>
          <p:cNvPr id="3" name="Graphic 10">
            <a:extLst>
              <a:ext uri="{FF2B5EF4-FFF2-40B4-BE49-F238E27FC236}">
                <a16:creationId xmlns:a16="http://schemas.microsoft.com/office/drawing/2014/main" id="{25D2721E-5340-50AB-34A1-F9D0AC8EE485}"/>
              </a:ext>
              <a:ext uri="{C183D7F6-B498-43B3-948B-1728B52AA6E4}">
                <adec:decorative xmlns:adec="http://schemas.microsoft.com/office/drawing/2017/decorative" val="1"/>
              </a:ext>
            </a:extLst>
          </p:cNvPr>
          <p:cNvGrpSpPr/>
          <p:nvPr/>
        </p:nvGrpSpPr>
        <p:grpSpPr>
          <a:xfrm>
            <a:off x="6510210" y="2946400"/>
            <a:ext cx="172084" cy="235711"/>
            <a:chOff x="7069010" y="3810000"/>
            <a:chExt cx="172084" cy="235711"/>
          </a:xfrm>
        </p:grpSpPr>
        <p:sp>
          <p:nvSpPr>
            <p:cNvPr id="4" name="Freeform: Shape 24">
              <a:extLst>
                <a:ext uri="{FF2B5EF4-FFF2-40B4-BE49-F238E27FC236}">
                  <a16:creationId xmlns:a16="http://schemas.microsoft.com/office/drawing/2014/main" id="{324571E3-DEE4-993A-F613-FF6F580752C7}"/>
                </a:ext>
              </a:extLst>
            </p:cNvPr>
            <p:cNvSpPr/>
            <p:nvPr/>
          </p:nvSpPr>
          <p:spPr>
            <a:xfrm>
              <a:off x="7161720" y="38100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7" name="Freeform: Shape 25">
              <a:extLst>
                <a:ext uri="{FF2B5EF4-FFF2-40B4-BE49-F238E27FC236}">
                  <a16:creationId xmlns:a16="http://schemas.microsoft.com/office/drawing/2014/main" id="{23876CD4-1F92-72C9-52A4-032E6356FE7C}"/>
                </a:ext>
              </a:extLst>
            </p:cNvPr>
            <p:cNvSpPr/>
            <p:nvPr/>
          </p:nvSpPr>
          <p:spPr>
            <a:xfrm>
              <a:off x="7069010" y="38100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 name="Title 1">
            <a:extLst>
              <a:ext uri="{FF2B5EF4-FFF2-40B4-BE49-F238E27FC236}">
                <a16:creationId xmlns:a16="http://schemas.microsoft.com/office/drawing/2014/main" id="{C7C1A34D-00F6-6F17-A895-4CE339527053}"/>
              </a:ext>
            </a:extLst>
          </p:cNvPr>
          <p:cNvSpPr>
            <a:spLocks noGrp="1"/>
          </p:cNvSpPr>
          <p:nvPr>
            <p:ph type="title"/>
          </p:nvPr>
        </p:nvSpPr>
        <p:spPr/>
        <p:txBody>
          <a:bodyPr/>
          <a:lstStyle/>
          <a:p>
            <a:r>
              <a:rPr lang="en-US" sz="5400"/>
              <a:t>Europe</a:t>
            </a:r>
          </a:p>
        </p:txBody>
      </p:sp>
      <p:sp>
        <p:nvSpPr>
          <p:cNvPr id="5" name="Text Placeholder 4">
            <a:extLst>
              <a:ext uri="{FF2B5EF4-FFF2-40B4-BE49-F238E27FC236}">
                <a16:creationId xmlns:a16="http://schemas.microsoft.com/office/drawing/2014/main" id="{5FF0D4E5-1EF7-6BFF-A263-BFDFAAF2FAA8}"/>
              </a:ext>
            </a:extLst>
          </p:cNvPr>
          <p:cNvSpPr>
            <a:spLocks noGrp="1"/>
          </p:cNvSpPr>
          <p:nvPr>
            <p:ph type="body" sz="quarter" idx="13"/>
          </p:nvPr>
        </p:nvSpPr>
        <p:spPr/>
        <p:txBody>
          <a:bodyPr/>
          <a:lstStyle/>
          <a:p>
            <a:r>
              <a:rPr lang="en-US"/>
              <a:t>Optional </a:t>
            </a:r>
            <a:r>
              <a:rPr lang="en-US" err="1"/>
              <a:t>subheadline</a:t>
            </a:r>
            <a:endParaRPr lang="en-US"/>
          </a:p>
        </p:txBody>
      </p:sp>
      <p:sp>
        <p:nvSpPr>
          <p:cNvPr id="6" name="Date Placeholder 5">
            <a:extLst>
              <a:ext uri="{FF2B5EF4-FFF2-40B4-BE49-F238E27FC236}">
                <a16:creationId xmlns:a16="http://schemas.microsoft.com/office/drawing/2014/main" id="{47E4E52F-2308-93B6-22BC-DEF42EAEF5AC}"/>
              </a:ext>
              <a:ext uri="{C183D7F6-B498-43B3-948B-1728B52AA6E4}">
                <adec:decorative xmlns:adec="http://schemas.microsoft.com/office/drawing/2017/decorative" val="1"/>
              </a:ext>
            </a:extLst>
          </p:cNvPr>
          <p:cNvSpPr>
            <a:spLocks noGrp="1"/>
          </p:cNvSpPr>
          <p:nvPr>
            <p:ph type="dt" sz="half" idx="10"/>
          </p:nvPr>
        </p:nvSpPr>
        <p:spPr/>
        <p:txBody>
          <a:bodyPr/>
          <a:lstStyle/>
          <a:p>
            <a:fld id="{CAA8DFEB-E87B-4090-BEF1-324DE4464A36}" type="datetimeyyyy">
              <a:rPr lang="en-US" smtClean="0"/>
              <a:t>2025</a:t>
            </a:fld>
            <a:endParaRPr lang="en-US"/>
          </a:p>
        </p:txBody>
      </p:sp>
      <p:sp>
        <p:nvSpPr>
          <p:cNvPr id="8" name="Footer Placeholder 7">
            <a:extLst>
              <a:ext uri="{FF2B5EF4-FFF2-40B4-BE49-F238E27FC236}">
                <a16:creationId xmlns:a16="http://schemas.microsoft.com/office/drawing/2014/main" id="{AB03E6FA-D972-6681-3F0C-7DBD680736F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10B32C83-E3E0-37DA-FB17-6A1A80CB4E3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126</a:t>
            </a:fld>
            <a:endParaRPr lang="en-US"/>
          </a:p>
        </p:txBody>
      </p:sp>
      <p:sp>
        <p:nvSpPr>
          <p:cNvPr id="76" name="TextBox 75">
            <a:extLst>
              <a:ext uri="{FF2B5EF4-FFF2-40B4-BE49-F238E27FC236}">
                <a16:creationId xmlns:a16="http://schemas.microsoft.com/office/drawing/2014/main" id="{060191E1-0C9D-8174-599B-BC3D1DD4AD33}"/>
              </a:ext>
            </a:extLst>
          </p:cNvPr>
          <p:cNvSpPr txBox="1">
            <a:spLocks/>
          </p:cNvSpPr>
          <p:nvPr/>
        </p:nvSpPr>
        <p:spPr>
          <a:xfrm>
            <a:off x="571500" y="2936569"/>
            <a:ext cx="3530600" cy="2168832"/>
          </a:xfrm>
          <a:prstGeom prst="rect">
            <a:avLst/>
          </a:prstGeom>
          <a:noFill/>
        </p:spPr>
        <p:txBody>
          <a:bodyPr wrap="square" lIns="0" tIns="0" rIns="0" bIns="0" rtlCol="0">
            <a:noAutofit/>
          </a:bodyPr>
          <a:lstStyle/>
          <a:p>
            <a:pPr algn="l">
              <a:lnSpc>
                <a:spcPct val="110000"/>
              </a:lnSpc>
              <a:spcAft>
                <a:spcPts val="1000"/>
              </a:spcAft>
            </a:pPr>
            <a:r>
              <a:rPr lang="en-US" sz="1400" err="1"/>
              <a:t>Beremod</a:t>
            </a:r>
            <a:r>
              <a:rPr lang="en-US" sz="1400"/>
              <a:t> </a:t>
            </a:r>
            <a:r>
              <a:rPr lang="en-US" sz="1400" err="1"/>
              <a:t>maximusaesto</a:t>
            </a:r>
            <a:r>
              <a:rPr lang="en-US" sz="1400"/>
              <a:t> </a:t>
            </a:r>
            <a:r>
              <a:rPr lang="en-US" sz="1400" err="1"/>
              <a:t>dunt</a:t>
            </a:r>
            <a:r>
              <a:rPr lang="en-US" sz="1400"/>
              <a:t> </a:t>
            </a:r>
            <a:r>
              <a:rPr lang="en-US" sz="1400" err="1"/>
              <a:t>labo</a:t>
            </a:r>
            <a:r>
              <a:rPr lang="en-US" sz="1400"/>
              <a:t>. Et </a:t>
            </a:r>
            <a:r>
              <a:rPr lang="en-US" sz="1400" err="1"/>
              <a:t>laborum</a:t>
            </a:r>
            <a:r>
              <a:rPr lang="en-US" sz="1400"/>
              <a:t> que  </a:t>
            </a:r>
            <a:r>
              <a:rPr lang="en-US" sz="1400" err="1"/>
              <a:t>parit</a:t>
            </a:r>
            <a:r>
              <a:rPr lang="en-US" sz="1400"/>
              <a:t> </a:t>
            </a:r>
            <a:r>
              <a:rPr lang="en-US" sz="1400" err="1"/>
              <a:t>invere</a:t>
            </a:r>
            <a:r>
              <a:rPr lang="en-US" sz="1400"/>
              <a:t> </a:t>
            </a:r>
            <a:r>
              <a:rPr lang="en-US" sz="1400" err="1"/>
              <a:t>nullit</a:t>
            </a:r>
            <a:r>
              <a:rPr lang="en-US" sz="1400"/>
              <a:t> et, </a:t>
            </a:r>
            <a:r>
              <a:rPr lang="en-US" sz="1400" err="1"/>
              <a:t>simporiatium</a:t>
            </a:r>
            <a:r>
              <a:rPr lang="en-US" sz="1400"/>
              <a:t> et </a:t>
            </a:r>
            <a:r>
              <a:rPr lang="en-US" sz="1400" err="1"/>
              <a:t>exceatibus</a:t>
            </a:r>
            <a:r>
              <a:rPr lang="en-US" sz="1400"/>
              <a:t> sim </a:t>
            </a:r>
            <a:r>
              <a:rPr lang="en-US" sz="1400" err="1"/>
              <a:t>laborro</a:t>
            </a:r>
            <a:r>
              <a:rPr lang="en-US" sz="1400"/>
              <a:t> to </a:t>
            </a:r>
            <a:r>
              <a:rPr lang="en-US" sz="1400" err="1"/>
              <a:t>doluptiati</a:t>
            </a:r>
            <a:r>
              <a:rPr lang="en-US" sz="1400"/>
              <a:t> </a:t>
            </a:r>
            <a:r>
              <a:rPr lang="en-US" sz="1400" err="1"/>
              <a:t>optatincid</a:t>
            </a:r>
            <a:r>
              <a:rPr lang="en-US" sz="1400"/>
              <a:t> </a:t>
            </a:r>
            <a:r>
              <a:rPr lang="en-US" sz="1400" err="1"/>
              <a:t>ut</a:t>
            </a:r>
            <a:r>
              <a:rPr lang="en-US" sz="1400"/>
              <a:t> ma </a:t>
            </a:r>
            <a:r>
              <a:rPr lang="en-US" sz="1400" err="1"/>
              <a:t>simint</a:t>
            </a:r>
            <a:r>
              <a:rPr lang="en-US" sz="1400"/>
              <a:t>.</a:t>
            </a:r>
          </a:p>
          <a:p>
            <a:pPr algn="l">
              <a:lnSpc>
                <a:spcPct val="110000"/>
              </a:lnSpc>
              <a:spcAft>
                <a:spcPts val="1000"/>
              </a:spcAft>
            </a:pPr>
            <a:r>
              <a:rPr lang="en-US" sz="1400" err="1"/>
              <a:t>Fuga</a:t>
            </a:r>
            <a:r>
              <a:rPr lang="en-US" sz="1400"/>
              <a:t>. </a:t>
            </a:r>
            <a:r>
              <a:rPr lang="en-US" sz="1400" err="1"/>
              <a:t>Nem</a:t>
            </a:r>
            <a:r>
              <a:rPr lang="en-US" sz="1400"/>
              <a:t> </a:t>
            </a:r>
            <a:r>
              <a:rPr lang="en-US" sz="1400" err="1"/>
              <a:t>necupta</a:t>
            </a:r>
            <a:r>
              <a:rPr lang="en-US" sz="1400"/>
              <a:t> </a:t>
            </a:r>
            <a:r>
              <a:rPr lang="en-US" sz="1400" err="1"/>
              <a:t>ius</a:t>
            </a:r>
            <a:r>
              <a:rPr lang="en-US" sz="1400"/>
              <a:t> </a:t>
            </a:r>
            <a:r>
              <a:rPr lang="en-US" sz="1400" err="1"/>
              <a:t>consequ</a:t>
            </a:r>
            <a:r>
              <a:rPr lang="en-US" sz="1400"/>
              <a:t> </a:t>
            </a:r>
            <a:r>
              <a:rPr lang="en-US" sz="1400" err="1"/>
              <a:t>osseritem</a:t>
            </a:r>
            <a:r>
              <a:rPr lang="en-US" sz="1400"/>
              <a:t> </a:t>
            </a:r>
            <a:r>
              <a:rPr lang="en-US" sz="1400" err="1"/>
              <a:t>quis</a:t>
            </a:r>
            <a:r>
              <a:rPr lang="en-US" sz="1400"/>
              <a:t> </a:t>
            </a:r>
            <a:r>
              <a:rPr lang="en-US" sz="1400" err="1"/>
              <a:t>eium</a:t>
            </a:r>
            <a:r>
              <a:rPr lang="en-US" sz="1400"/>
              <a:t>  </a:t>
            </a:r>
            <a:r>
              <a:rPr lang="en-US" sz="1400" err="1"/>
              <a:t>faceperibus</a:t>
            </a:r>
            <a:r>
              <a:rPr lang="en-US" sz="1400"/>
              <a:t> re lab il </a:t>
            </a:r>
            <a:r>
              <a:rPr lang="en-US" sz="1400" err="1"/>
              <a:t>idi</a:t>
            </a:r>
            <a:r>
              <a:rPr lang="en-US" sz="1400"/>
              <a:t> </a:t>
            </a:r>
            <a:br>
              <a:rPr lang="en-US" sz="1400"/>
            </a:br>
            <a:r>
              <a:rPr lang="en-US" sz="1400" err="1"/>
              <a:t>reratem</a:t>
            </a:r>
            <a:r>
              <a:rPr lang="en-US" sz="1400"/>
              <a:t> ipsum. Et </a:t>
            </a:r>
            <a:r>
              <a:rPr lang="en-US" sz="1400" err="1"/>
              <a:t>exceatibus</a:t>
            </a:r>
            <a:r>
              <a:rPr lang="en-US" sz="1400"/>
              <a:t> sim </a:t>
            </a:r>
            <a:r>
              <a:rPr lang="en-US" sz="1400" err="1"/>
              <a:t>laborro</a:t>
            </a:r>
            <a:r>
              <a:rPr lang="en-US" sz="1400"/>
              <a:t> </a:t>
            </a:r>
            <a:br>
              <a:rPr lang="en-US" sz="1400"/>
            </a:br>
            <a:r>
              <a:rPr lang="en-US" sz="1400"/>
              <a:t>to </a:t>
            </a:r>
            <a:r>
              <a:rPr lang="en-US" sz="1400" err="1"/>
              <a:t>doluptiati</a:t>
            </a:r>
            <a:r>
              <a:rPr lang="en-US" sz="1400"/>
              <a:t> </a:t>
            </a:r>
            <a:r>
              <a:rPr lang="en-US" sz="1400" err="1"/>
              <a:t>optatincid</a:t>
            </a:r>
            <a:r>
              <a:rPr lang="en-US" sz="1400"/>
              <a:t> </a:t>
            </a:r>
            <a:r>
              <a:rPr lang="en-US" sz="1400" err="1"/>
              <a:t>ut</a:t>
            </a:r>
            <a:r>
              <a:rPr lang="en-US" sz="1400"/>
              <a:t> ma </a:t>
            </a:r>
            <a:r>
              <a:rPr lang="en-US" sz="1400" err="1"/>
              <a:t>simint</a:t>
            </a:r>
            <a:r>
              <a:rPr lang="en-US" sz="1400"/>
              <a:t>.</a:t>
            </a:r>
          </a:p>
        </p:txBody>
      </p:sp>
      <p:cxnSp>
        <p:nvCxnSpPr>
          <p:cNvPr id="77" name="Straight Connector 76">
            <a:extLst>
              <a:ext uri="{FF2B5EF4-FFF2-40B4-BE49-F238E27FC236}">
                <a16:creationId xmlns:a16="http://schemas.microsoft.com/office/drawing/2014/main" id="{4DD36731-F6BE-EC22-990D-355CC6540FA9}"/>
              </a:ext>
              <a:ext uri="{C183D7F6-B498-43B3-948B-1728B52AA6E4}">
                <adec:decorative xmlns:adec="http://schemas.microsoft.com/office/drawing/2017/decorative" val="1"/>
              </a:ext>
            </a:extLst>
          </p:cNvPr>
          <p:cNvCxnSpPr>
            <a:cxnSpLocks/>
          </p:cNvCxnSpPr>
          <p:nvPr/>
        </p:nvCxnSpPr>
        <p:spPr>
          <a:xfrm flipH="1">
            <a:off x="571500" y="5486400"/>
            <a:ext cx="16510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E42087CE-8201-343A-A202-52B83AE5B54C}"/>
              </a:ext>
            </a:extLst>
          </p:cNvPr>
          <p:cNvSpPr txBox="1"/>
          <p:nvPr/>
        </p:nvSpPr>
        <p:spPr>
          <a:xfrm>
            <a:off x="571499" y="5589562"/>
            <a:ext cx="1780014" cy="696938"/>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cs typeface="+mn-cs"/>
              </a:rPr>
              <a:t>Dublin, Ireland               London, United Kingdom</a:t>
            </a:r>
            <a:br>
              <a:rPr lang="en-US" sz="1000" dirty="0">
                <a:cs typeface="+mn-cs"/>
              </a:rPr>
            </a:br>
            <a:r>
              <a:rPr lang="en-US" sz="1000" dirty="0">
                <a:cs typeface="+mn-cs"/>
              </a:rPr>
              <a:t>Manchester, United Kingdom</a:t>
            </a:r>
          </a:p>
        </p:txBody>
      </p:sp>
      <p:cxnSp>
        <p:nvCxnSpPr>
          <p:cNvPr id="79" name="Straight Connector 78">
            <a:extLst>
              <a:ext uri="{FF2B5EF4-FFF2-40B4-BE49-F238E27FC236}">
                <a16:creationId xmlns:a16="http://schemas.microsoft.com/office/drawing/2014/main" id="{7134BC1E-AC7C-701D-41EC-4DADBFE36D0F}"/>
              </a:ext>
              <a:ext uri="{C183D7F6-B498-43B3-948B-1728B52AA6E4}">
                <adec:decorative xmlns:adec="http://schemas.microsoft.com/office/drawing/2017/decorative" val="1"/>
              </a:ext>
            </a:extLst>
          </p:cNvPr>
          <p:cNvCxnSpPr>
            <a:cxnSpLocks/>
          </p:cNvCxnSpPr>
          <p:nvPr/>
        </p:nvCxnSpPr>
        <p:spPr>
          <a:xfrm flipH="1">
            <a:off x="4060221" y="5484091"/>
            <a:ext cx="16510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7B45C394-9308-D7AA-7C2A-3EC2BDB6C411}"/>
              </a:ext>
            </a:extLst>
          </p:cNvPr>
          <p:cNvSpPr txBox="1"/>
          <p:nvPr/>
        </p:nvSpPr>
        <p:spPr>
          <a:xfrm>
            <a:off x="4222081" y="5589562"/>
            <a:ext cx="1498601" cy="696938"/>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cs typeface="+mn-cs"/>
              </a:rPr>
              <a:t>market</a:t>
            </a:r>
            <a:br>
              <a:rPr lang="en-US" sz="1000" dirty="0">
                <a:cs typeface="+mn-cs"/>
              </a:rPr>
            </a:br>
            <a:r>
              <a:rPr lang="en-US" sz="1000" dirty="0">
                <a:cs typeface="+mn-cs"/>
              </a:rPr>
              <a:t>market + Build Center</a:t>
            </a:r>
          </a:p>
        </p:txBody>
      </p:sp>
      <p:grpSp>
        <p:nvGrpSpPr>
          <p:cNvPr id="24" name="Graphic 10">
            <a:extLst>
              <a:ext uri="{FF2B5EF4-FFF2-40B4-BE49-F238E27FC236}">
                <a16:creationId xmlns:a16="http://schemas.microsoft.com/office/drawing/2014/main" id="{18EF5626-3CB6-F9ED-6398-04EAAA016EAB}"/>
              </a:ext>
              <a:ext uri="{C183D7F6-B498-43B3-948B-1728B52AA6E4}">
                <adec:decorative xmlns:adec="http://schemas.microsoft.com/office/drawing/2017/decorative" val="1"/>
              </a:ext>
            </a:extLst>
          </p:cNvPr>
          <p:cNvGrpSpPr/>
          <p:nvPr/>
        </p:nvGrpSpPr>
        <p:grpSpPr>
          <a:xfrm>
            <a:off x="7069010" y="3810000"/>
            <a:ext cx="172084" cy="235711"/>
            <a:chOff x="7069010" y="3810000"/>
            <a:chExt cx="172084" cy="235711"/>
          </a:xfrm>
        </p:grpSpPr>
        <p:sp>
          <p:nvSpPr>
            <p:cNvPr id="25" name="Freeform: Shape 24">
              <a:extLst>
                <a:ext uri="{FF2B5EF4-FFF2-40B4-BE49-F238E27FC236}">
                  <a16:creationId xmlns:a16="http://schemas.microsoft.com/office/drawing/2014/main" id="{D7213EFC-8A6F-5F74-F8AF-20D355AC9811}"/>
                </a:ext>
              </a:extLst>
            </p:cNvPr>
            <p:cNvSpPr/>
            <p:nvPr/>
          </p:nvSpPr>
          <p:spPr>
            <a:xfrm>
              <a:off x="7161720" y="38100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E31688A-92A4-ED0B-ABF9-02DC6C25BBC3}"/>
                </a:ext>
              </a:extLst>
            </p:cNvPr>
            <p:cNvSpPr/>
            <p:nvPr/>
          </p:nvSpPr>
          <p:spPr>
            <a:xfrm>
              <a:off x="7069010" y="38100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7" name="Freeform: Shape 26">
            <a:extLst>
              <a:ext uri="{FF2B5EF4-FFF2-40B4-BE49-F238E27FC236}">
                <a16:creationId xmlns:a16="http://schemas.microsoft.com/office/drawing/2014/main" id="{3CB5C11E-99E2-FAA2-5264-A6DB3E0FB6A0}"/>
              </a:ext>
              <a:ext uri="{C183D7F6-B498-43B3-948B-1728B52AA6E4}">
                <adec:decorative xmlns:adec="http://schemas.microsoft.com/office/drawing/2017/decorative" val="1"/>
              </a:ext>
            </a:extLst>
          </p:cNvPr>
          <p:cNvSpPr/>
          <p:nvPr/>
        </p:nvSpPr>
        <p:spPr>
          <a:xfrm>
            <a:off x="8723412" y="4045711"/>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A62B9FE2-861C-5A58-B78F-8EF0C62B0555}"/>
              </a:ext>
              <a:ext uri="{C183D7F6-B498-43B3-948B-1728B52AA6E4}">
                <adec:decorative xmlns:adec="http://schemas.microsoft.com/office/drawing/2017/decorative" val="1"/>
              </a:ext>
            </a:extLst>
          </p:cNvPr>
          <p:cNvSpPr/>
          <p:nvPr/>
        </p:nvSpPr>
        <p:spPr>
          <a:xfrm>
            <a:off x="4069682" y="5606762"/>
            <a:ext cx="102985" cy="137088"/>
          </a:xfrm>
          <a:custGeom>
            <a:avLst/>
            <a:gdLst>
              <a:gd name="connsiteX0" fmla="*/ 80483 w 160968"/>
              <a:gd name="connsiteY0" fmla="*/ 0 h 214272"/>
              <a:gd name="connsiteX1" fmla="*/ 160968 w 160968"/>
              <a:gd name="connsiteY1" fmla="*/ 80486 h 214272"/>
              <a:gd name="connsiteX2" fmla="*/ 90079 w 160968"/>
              <a:gd name="connsiteY2" fmla="*/ 210542 h 214272"/>
              <a:gd name="connsiteX3" fmla="*/ 80483 w 160968"/>
              <a:gd name="connsiteY3" fmla="*/ 214272 h 214272"/>
              <a:gd name="connsiteX4" fmla="*/ 70891 w 160968"/>
              <a:gd name="connsiteY4" fmla="*/ 210542 h 214272"/>
              <a:gd name="connsiteX5" fmla="*/ 0 w 160968"/>
              <a:gd name="connsiteY5" fmla="*/ 80486 h 214272"/>
              <a:gd name="connsiteX6" fmla="*/ 80483 w 160968"/>
              <a:gd name="connsiteY6" fmla="*/ 0 h 2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8" h="214272">
                <a:moveTo>
                  <a:pt x="80483" y="0"/>
                </a:moveTo>
                <a:cubicBezTo>
                  <a:pt x="124724" y="0"/>
                  <a:pt x="160968" y="36245"/>
                  <a:pt x="160968" y="80486"/>
                </a:cubicBezTo>
                <a:cubicBezTo>
                  <a:pt x="160968" y="139118"/>
                  <a:pt x="92743" y="207877"/>
                  <a:pt x="90079" y="210542"/>
                </a:cubicBezTo>
                <a:cubicBezTo>
                  <a:pt x="87414" y="213206"/>
                  <a:pt x="83682" y="214272"/>
                  <a:pt x="80483" y="214272"/>
                </a:cubicBezTo>
                <a:cubicBezTo>
                  <a:pt x="76753" y="214272"/>
                  <a:pt x="73555" y="213206"/>
                  <a:pt x="70891" y="210542"/>
                </a:cubicBezTo>
                <a:cubicBezTo>
                  <a:pt x="67692" y="207342"/>
                  <a:pt x="0" y="138584"/>
                  <a:pt x="0" y="80486"/>
                </a:cubicBezTo>
                <a:cubicBezTo>
                  <a:pt x="0" y="35713"/>
                  <a:pt x="36244" y="0"/>
                  <a:pt x="8048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nvGrpSpPr>
          <p:cNvPr id="82" name="Group 81">
            <a:extLst>
              <a:ext uri="{FF2B5EF4-FFF2-40B4-BE49-F238E27FC236}">
                <a16:creationId xmlns:a16="http://schemas.microsoft.com/office/drawing/2014/main" id="{C0BD0276-0866-0AF5-E453-E4F440055EAD}"/>
              </a:ext>
              <a:ext uri="{C183D7F6-B498-43B3-948B-1728B52AA6E4}">
                <adec:decorative xmlns:adec="http://schemas.microsoft.com/office/drawing/2017/decorative" val="1"/>
              </a:ext>
            </a:extLst>
          </p:cNvPr>
          <p:cNvGrpSpPr/>
          <p:nvPr/>
        </p:nvGrpSpPr>
        <p:grpSpPr>
          <a:xfrm>
            <a:off x="4069682" y="5799443"/>
            <a:ext cx="102985" cy="137088"/>
            <a:chOff x="2451100" y="5787251"/>
            <a:chExt cx="102985" cy="137088"/>
          </a:xfrm>
        </p:grpSpPr>
        <p:sp>
          <p:nvSpPr>
            <p:cNvPr id="83" name="Freeform: Shape 82">
              <a:extLst>
                <a:ext uri="{FF2B5EF4-FFF2-40B4-BE49-F238E27FC236}">
                  <a16:creationId xmlns:a16="http://schemas.microsoft.com/office/drawing/2014/main" id="{B2A1A60B-6426-0B76-0EFF-52197CFFF8C6}"/>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84" name="Freeform: Shape 83">
              <a:extLst>
                <a:ext uri="{FF2B5EF4-FFF2-40B4-BE49-F238E27FC236}">
                  <a16:creationId xmlns:a16="http://schemas.microsoft.com/office/drawing/2014/main" id="{CD67E2FF-C9E5-D405-A9A2-B72B8A3F26BF}"/>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grpSp>
        <p:nvGrpSpPr>
          <p:cNvPr id="30" name="Group 29">
            <a:extLst>
              <a:ext uri="{FF2B5EF4-FFF2-40B4-BE49-F238E27FC236}">
                <a16:creationId xmlns:a16="http://schemas.microsoft.com/office/drawing/2014/main" id="{3890AFB6-EC34-E82F-D7BE-AA04CFB6C4EA}"/>
              </a:ext>
              <a:ext uri="{C183D7F6-B498-43B3-948B-1728B52AA6E4}">
                <adec:decorative xmlns:adec="http://schemas.microsoft.com/office/drawing/2017/decorative" val="1"/>
              </a:ext>
            </a:extLst>
          </p:cNvPr>
          <p:cNvGrpSpPr/>
          <p:nvPr/>
        </p:nvGrpSpPr>
        <p:grpSpPr>
          <a:xfrm>
            <a:off x="12443985" y="0"/>
            <a:ext cx="3077430" cy="3307601"/>
            <a:chOff x="12443985" y="0"/>
            <a:chExt cx="3077430" cy="3307601"/>
          </a:xfrm>
        </p:grpSpPr>
        <p:sp>
          <p:nvSpPr>
            <p:cNvPr id="31" name="Rectangle 30">
              <a:extLst>
                <a:ext uri="{FF2B5EF4-FFF2-40B4-BE49-F238E27FC236}">
                  <a16:creationId xmlns:a16="http://schemas.microsoft.com/office/drawing/2014/main" id="{2E49DA51-F7A6-CBCE-3B6F-762374731F87}"/>
                </a:ext>
              </a:extLst>
            </p:cNvPr>
            <p:cNvSpPr/>
            <p:nvPr/>
          </p:nvSpPr>
          <p:spPr>
            <a:xfrm>
              <a:off x="12443985" y="0"/>
              <a:ext cx="3077430" cy="330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Map INSTRUCTIONS</a:t>
              </a:r>
            </a:p>
            <a:p>
              <a:pPr>
                <a:spcBef>
                  <a:spcPts val="1200"/>
                </a:spcBef>
              </a:pPr>
              <a:r>
                <a:rPr lang="en-US" sz="1000">
                  <a:solidFill>
                    <a:schemeClr val="bg1"/>
                  </a:solidFill>
                </a:rPr>
                <a:t>Text and points on the map are editable and </a:t>
              </a:r>
              <a:br>
                <a:rPr lang="en-US" sz="1000">
                  <a:solidFill>
                    <a:schemeClr val="bg1"/>
                  </a:solidFill>
                </a:rPr>
              </a:br>
              <a:r>
                <a:rPr lang="en-US" sz="1000">
                  <a:solidFill>
                    <a:schemeClr val="bg1"/>
                  </a:solidFill>
                </a:rPr>
                <a:t>may be added, removed or recolored as needed. </a:t>
              </a:r>
            </a:p>
            <a:p>
              <a:pPr marL="174625" indent="-174625">
                <a:spcBef>
                  <a:spcPts val="1200"/>
                </a:spcBef>
                <a:buFont typeface="Avenir Next LT Pro" panose="020B0504020202020204" pitchFamily="34" charset="0"/>
                <a:buChar char="•"/>
              </a:pPr>
              <a:r>
                <a:rPr lang="en-US" sz="1000">
                  <a:solidFill>
                    <a:schemeClr val="bg1"/>
                  </a:solidFill>
                </a:rPr>
                <a:t>Change the color of the points by selecting them and choosing a new color from the theme row 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Remove points by selecting them </a:t>
              </a:r>
              <a:br>
                <a:rPr lang="en-US" sz="1000">
                  <a:solidFill>
                    <a:schemeClr val="bg1"/>
                  </a:solidFill>
                </a:rPr>
              </a:br>
              <a:r>
                <a:rPr lang="en-US" sz="1000">
                  <a:solidFill>
                    <a:schemeClr val="bg1"/>
                  </a:solidFill>
                </a:rPr>
                <a:t>and hitting delete.</a:t>
              </a:r>
            </a:p>
            <a:p>
              <a:pPr marL="174625" indent="-174625">
                <a:spcBef>
                  <a:spcPts val="1200"/>
                </a:spcBef>
                <a:buFont typeface="Avenir Next LT Pro" panose="020B0504020202020204" pitchFamily="34" charset="0"/>
                <a:buChar char="•"/>
              </a:pPr>
              <a:r>
                <a:rPr lang="en-US" sz="1000">
                  <a:solidFill>
                    <a:schemeClr val="bg1"/>
                  </a:solidFill>
                </a:rPr>
                <a:t>Add more points by selecting one and </a:t>
              </a:r>
              <a:br>
                <a:rPr lang="en-US" sz="1000">
                  <a:solidFill>
                    <a:schemeClr val="bg1"/>
                  </a:solidFill>
                </a:rPr>
              </a:br>
              <a:r>
                <a:rPr lang="en-US" sz="1000">
                  <a:solidFill>
                    <a:schemeClr val="bg1"/>
                  </a:solidFill>
                </a:rPr>
                <a:t>holding down Shift + Ctrl while dragging. </a:t>
              </a:r>
            </a:p>
          </p:txBody>
        </p:sp>
        <p:grpSp>
          <p:nvGrpSpPr>
            <p:cNvPr id="32" name="Group 31">
              <a:extLst>
                <a:ext uri="{FF2B5EF4-FFF2-40B4-BE49-F238E27FC236}">
                  <a16:creationId xmlns:a16="http://schemas.microsoft.com/office/drawing/2014/main" id="{DB677032-E0AB-3FA7-7802-2BD8B67E208F}"/>
                </a:ext>
              </a:extLst>
            </p:cNvPr>
            <p:cNvGrpSpPr/>
            <p:nvPr/>
          </p:nvGrpSpPr>
          <p:grpSpPr>
            <a:xfrm>
              <a:off x="13142686" y="1412407"/>
              <a:ext cx="1455058" cy="864392"/>
              <a:chOff x="12700000" y="1053458"/>
              <a:chExt cx="2565400" cy="1524002"/>
            </a:xfrm>
          </p:grpSpPr>
          <p:pic>
            <p:nvPicPr>
              <p:cNvPr id="33" name="Picture 32" descr="A picture containing table&#10;&#10;Description automatically generated">
                <a:extLst>
                  <a:ext uri="{FF2B5EF4-FFF2-40B4-BE49-F238E27FC236}">
                    <a16:creationId xmlns:a16="http://schemas.microsoft.com/office/drawing/2014/main" id="{4E333B61-BA22-6409-AC97-8A50661E1E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1053458"/>
                <a:ext cx="2565400" cy="1524000"/>
              </a:xfrm>
              <a:prstGeom prst="rect">
                <a:avLst/>
              </a:prstGeom>
            </p:spPr>
          </p:pic>
          <p:sp>
            <p:nvSpPr>
              <p:cNvPr id="34" name="Rectangle 33">
                <a:extLst>
                  <a:ext uri="{FF2B5EF4-FFF2-40B4-BE49-F238E27FC236}">
                    <a16:creationId xmlns:a16="http://schemas.microsoft.com/office/drawing/2014/main" id="{3A53E67B-1EE0-ED94-9277-184E352BE97E}"/>
                  </a:ext>
                </a:extLst>
              </p:cNvPr>
              <p:cNvSpPr/>
              <p:nvPr/>
            </p:nvSpPr>
            <p:spPr>
              <a:xfrm>
                <a:off x="13751666" y="2242053"/>
                <a:ext cx="1455908" cy="335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0" name="Freeform: Shape 26">
            <a:extLst>
              <a:ext uri="{FF2B5EF4-FFF2-40B4-BE49-F238E27FC236}">
                <a16:creationId xmlns:a16="http://schemas.microsoft.com/office/drawing/2014/main" id="{BC61987E-3BBC-D2C6-E4AB-035FD40AFAF1}"/>
              </a:ext>
              <a:ext uri="{C183D7F6-B498-43B3-948B-1728B52AA6E4}">
                <adec:decorative xmlns:adec="http://schemas.microsoft.com/office/drawing/2017/decorative" val="1"/>
              </a:ext>
            </a:extLst>
          </p:cNvPr>
          <p:cNvSpPr/>
          <p:nvPr/>
        </p:nvSpPr>
        <p:spPr>
          <a:xfrm>
            <a:off x="5552599" y="2751583"/>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1" name="Freeform: Shape 26">
            <a:extLst>
              <a:ext uri="{FF2B5EF4-FFF2-40B4-BE49-F238E27FC236}">
                <a16:creationId xmlns:a16="http://schemas.microsoft.com/office/drawing/2014/main" id="{E974CF13-D39D-4901-B867-FB13E0867517}"/>
              </a:ext>
              <a:ext uri="{C183D7F6-B498-43B3-948B-1728B52AA6E4}">
                <adec:decorative xmlns:adec="http://schemas.microsoft.com/office/drawing/2017/decorative" val="1"/>
              </a:ext>
            </a:extLst>
          </p:cNvPr>
          <p:cNvSpPr/>
          <p:nvPr/>
        </p:nvSpPr>
        <p:spPr>
          <a:xfrm>
            <a:off x="10042461" y="5447728"/>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2" name="Freeform: Shape 26">
            <a:extLst>
              <a:ext uri="{FF2B5EF4-FFF2-40B4-BE49-F238E27FC236}">
                <a16:creationId xmlns:a16="http://schemas.microsoft.com/office/drawing/2014/main" id="{175927C1-432C-CBA2-0A37-13B3A2B64B32}"/>
              </a:ext>
              <a:ext uri="{C183D7F6-B498-43B3-948B-1728B52AA6E4}">
                <adec:decorative xmlns:adec="http://schemas.microsoft.com/office/drawing/2017/decorative" val="1"/>
              </a:ext>
            </a:extLst>
          </p:cNvPr>
          <p:cNvSpPr/>
          <p:nvPr/>
        </p:nvSpPr>
        <p:spPr>
          <a:xfrm>
            <a:off x="9185868" y="4656560"/>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cxnSp>
        <p:nvCxnSpPr>
          <p:cNvPr id="14" name="Straight Connector 13">
            <a:extLst>
              <a:ext uri="{FF2B5EF4-FFF2-40B4-BE49-F238E27FC236}">
                <a16:creationId xmlns:a16="http://schemas.microsoft.com/office/drawing/2014/main" id="{03483530-39CB-D3E9-9956-71BF0E544541}"/>
              </a:ext>
              <a:ext uri="{C183D7F6-B498-43B3-948B-1728B52AA6E4}">
                <adec:decorative xmlns:adec="http://schemas.microsoft.com/office/drawing/2017/decorative" val="1"/>
              </a:ext>
            </a:extLst>
          </p:cNvPr>
          <p:cNvCxnSpPr>
            <a:cxnSpLocks/>
          </p:cNvCxnSpPr>
          <p:nvPr/>
        </p:nvCxnSpPr>
        <p:spPr>
          <a:xfrm flipH="1" flipV="1">
            <a:off x="2475618" y="5484091"/>
            <a:ext cx="1308106" cy="2309"/>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2336F747-D95E-9D62-9812-E5D883ADF2BA}"/>
              </a:ext>
            </a:extLst>
          </p:cNvPr>
          <p:cNvSpPr txBox="1"/>
          <p:nvPr/>
        </p:nvSpPr>
        <p:spPr>
          <a:xfrm>
            <a:off x="2496637" y="5587253"/>
            <a:ext cx="1334778" cy="696938"/>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b="0" i="0" dirty="0">
                <a:effectLst/>
              </a:rPr>
              <a:t>Düsseldorf, Germany</a:t>
            </a:r>
            <a:br>
              <a:rPr lang="en-US" sz="1000" dirty="0">
                <a:cs typeface="+mn-cs"/>
              </a:rPr>
            </a:br>
            <a:r>
              <a:rPr lang="en-US" sz="1000" dirty="0">
                <a:cs typeface="+mn-cs"/>
              </a:rPr>
              <a:t>Frankfurt, Germany       </a:t>
            </a:r>
            <a:r>
              <a:rPr lang="en-US" sz="1000" dirty="0"/>
              <a:t>Munich, Germany</a:t>
            </a:r>
            <a:endParaRPr lang="en-US" sz="1000" dirty="0">
              <a:cs typeface="+mn-cs"/>
            </a:endParaRPr>
          </a:p>
        </p:txBody>
      </p:sp>
    </p:spTree>
    <p:extLst>
      <p:ext uri="{BB962C8B-B14F-4D97-AF65-F5344CB8AC3E}">
        <p14:creationId xmlns:p14="http://schemas.microsoft.com/office/powerpoint/2010/main" val="373255920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ap&#10;&#10;Description automatically generated with medium confidence">
            <a:extLst>
              <a:ext uri="{FF2B5EF4-FFF2-40B4-BE49-F238E27FC236}">
                <a16:creationId xmlns:a16="http://schemas.microsoft.com/office/drawing/2014/main" id="{A495C975-C1F0-8AE4-CA8D-276E8002E1A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4" name="Graphic 10">
            <a:extLst>
              <a:ext uri="{FF2B5EF4-FFF2-40B4-BE49-F238E27FC236}">
                <a16:creationId xmlns:a16="http://schemas.microsoft.com/office/drawing/2014/main" id="{4F019EE8-1508-692E-08F0-A07A1F608238}"/>
              </a:ext>
              <a:ext uri="{C183D7F6-B498-43B3-948B-1728B52AA6E4}">
                <adec:decorative xmlns:adec="http://schemas.microsoft.com/office/drawing/2017/decorative" val="1"/>
              </a:ext>
            </a:extLst>
          </p:cNvPr>
          <p:cNvGrpSpPr/>
          <p:nvPr/>
        </p:nvGrpSpPr>
        <p:grpSpPr>
          <a:xfrm>
            <a:off x="7992046" y="2960370"/>
            <a:ext cx="172084" cy="235711"/>
            <a:chOff x="7069010" y="3810000"/>
            <a:chExt cx="172084" cy="235711"/>
          </a:xfrm>
        </p:grpSpPr>
        <p:sp>
          <p:nvSpPr>
            <p:cNvPr id="7" name="Freeform: Shape 24">
              <a:extLst>
                <a:ext uri="{FF2B5EF4-FFF2-40B4-BE49-F238E27FC236}">
                  <a16:creationId xmlns:a16="http://schemas.microsoft.com/office/drawing/2014/main" id="{26CE2F1B-C8E9-57CD-82A9-0379EA58B348}"/>
                </a:ext>
              </a:extLst>
            </p:cNvPr>
            <p:cNvSpPr/>
            <p:nvPr/>
          </p:nvSpPr>
          <p:spPr>
            <a:xfrm>
              <a:off x="7161720" y="38100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10" name="Freeform: Shape 25">
              <a:extLst>
                <a:ext uri="{FF2B5EF4-FFF2-40B4-BE49-F238E27FC236}">
                  <a16:creationId xmlns:a16="http://schemas.microsoft.com/office/drawing/2014/main" id="{B32FEC99-9A17-DA8F-0E02-12404D06AFAC}"/>
                </a:ext>
              </a:extLst>
            </p:cNvPr>
            <p:cNvSpPr/>
            <p:nvPr/>
          </p:nvSpPr>
          <p:spPr>
            <a:xfrm>
              <a:off x="7069010" y="38100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 name="Title 1">
            <a:extLst>
              <a:ext uri="{FF2B5EF4-FFF2-40B4-BE49-F238E27FC236}">
                <a16:creationId xmlns:a16="http://schemas.microsoft.com/office/drawing/2014/main" id="{C7C1A34D-00F6-6F17-A895-4CE339527053}"/>
              </a:ext>
            </a:extLst>
          </p:cNvPr>
          <p:cNvSpPr>
            <a:spLocks noGrp="1"/>
          </p:cNvSpPr>
          <p:nvPr>
            <p:ph type="title"/>
          </p:nvPr>
        </p:nvSpPr>
        <p:spPr/>
        <p:txBody>
          <a:bodyPr/>
          <a:lstStyle/>
          <a:p>
            <a:r>
              <a:rPr lang="en-US" sz="5400"/>
              <a:t>Japan</a:t>
            </a:r>
          </a:p>
        </p:txBody>
      </p:sp>
      <p:sp>
        <p:nvSpPr>
          <p:cNvPr id="3" name="Text Placeholder 2">
            <a:extLst>
              <a:ext uri="{FF2B5EF4-FFF2-40B4-BE49-F238E27FC236}">
                <a16:creationId xmlns:a16="http://schemas.microsoft.com/office/drawing/2014/main" id="{52738598-DC15-D566-FB2E-EEFDF4B0D48C}"/>
              </a:ext>
            </a:extLst>
          </p:cNvPr>
          <p:cNvSpPr>
            <a:spLocks noGrp="1"/>
          </p:cNvSpPr>
          <p:nvPr>
            <p:ph type="body" sz="quarter" idx="13"/>
          </p:nvPr>
        </p:nvSpPr>
        <p:spPr/>
        <p:txBody>
          <a:bodyPr/>
          <a:lstStyle/>
          <a:p>
            <a:r>
              <a:rPr lang="en-US"/>
              <a:t>Optional </a:t>
            </a:r>
            <a:r>
              <a:rPr lang="en-US" err="1"/>
              <a:t>subheadline</a:t>
            </a:r>
            <a:endParaRPr lang="en-US"/>
          </a:p>
        </p:txBody>
      </p:sp>
      <p:sp>
        <p:nvSpPr>
          <p:cNvPr id="6" name="Date Placeholder 5">
            <a:extLst>
              <a:ext uri="{FF2B5EF4-FFF2-40B4-BE49-F238E27FC236}">
                <a16:creationId xmlns:a16="http://schemas.microsoft.com/office/drawing/2014/main" id="{47E4E52F-2308-93B6-22BC-DEF42EAEF5AC}"/>
              </a:ext>
              <a:ext uri="{C183D7F6-B498-43B3-948B-1728B52AA6E4}">
                <adec:decorative xmlns:adec="http://schemas.microsoft.com/office/drawing/2017/decorative" val="1"/>
              </a:ext>
            </a:extLst>
          </p:cNvPr>
          <p:cNvSpPr>
            <a:spLocks noGrp="1"/>
          </p:cNvSpPr>
          <p:nvPr>
            <p:ph type="dt" sz="half" idx="10"/>
          </p:nvPr>
        </p:nvSpPr>
        <p:spPr/>
        <p:txBody>
          <a:bodyPr/>
          <a:lstStyle/>
          <a:p>
            <a:fld id="{C94F1867-268F-46B4-97EE-34448C11DB22}" type="datetimeyyyy">
              <a:rPr lang="en-US" smtClean="0"/>
              <a:t>2025</a:t>
            </a:fld>
            <a:endParaRPr lang="en-US"/>
          </a:p>
        </p:txBody>
      </p:sp>
      <p:sp>
        <p:nvSpPr>
          <p:cNvPr id="8" name="Footer Placeholder 7">
            <a:extLst>
              <a:ext uri="{FF2B5EF4-FFF2-40B4-BE49-F238E27FC236}">
                <a16:creationId xmlns:a16="http://schemas.microsoft.com/office/drawing/2014/main" id="{AB03E6FA-D972-6681-3F0C-7DBD680736F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10B32C83-E3E0-37DA-FB17-6A1A80CB4E3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127</a:t>
            </a:fld>
            <a:endParaRPr lang="en-US"/>
          </a:p>
        </p:txBody>
      </p:sp>
      <p:sp>
        <p:nvSpPr>
          <p:cNvPr id="48" name="TextBox 47">
            <a:extLst>
              <a:ext uri="{FF2B5EF4-FFF2-40B4-BE49-F238E27FC236}">
                <a16:creationId xmlns:a16="http://schemas.microsoft.com/office/drawing/2014/main" id="{DCA178EB-D304-7CE4-EA8A-EBAFB78D1C7D}"/>
              </a:ext>
            </a:extLst>
          </p:cNvPr>
          <p:cNvSpPr txBox="1">
            <a:spLocks/>
          </p:cNvSpPr>
          <p:nvPr/>
        </p:nvSpPr>
        <p:spPr>
          <a:xfrm>
            <a:off x="571500" y="2938671"/>
            <a:ext cx="3530600" cy="2166730"/>
          </a:xfrm>
          <a:prstGeom prst="rect">
            <a:avLst/>
          </a:prstGeom>
          <a:noFill/>
        </p:spPr>
        <p:txBody>
          <a:bodyPr wrap="square" lIns="0" tIns="0" rIns="0" bIns="0" rtlCol="0">
            <a:noAutofit/>
          </a:bodyPr>
          <a:lstStyle/>
          <a:p>
            <a:pPr algn="l">
              <a:lnSpc>
                <a:spcPct val="110000"/>
              </a:lnSpc>
              <a:spcAft>
                <a:spcPts val="1000"/>
              </a:spcAft>
            </a:pPr>
            <a:r>
              <a:rPr lang="en-US" sz="1400" err="1"/>
              <a:t>Beremod</a:t>
            </a:r>
            <a:r>
              <a:rPr lang="en-US" sz="1400"/>
              <a:t> </a:t>
            </a:r>
            <a:r>
              <a:rPr lang="en-US" sz="1400" err="1"/>
              <a:t>maximusaesto</a:t>
            </a:r>
            <a:r>
              <a:rPr lang="en-US" sz="1400"/>
              <a:t> </a:t>
            </a:r>
            <a:r>
              <a:rPr lang="en-US" sz="1400" err="1"/>
              <a:t>dunt</a:t>
            </a:r>
            <a:r>
              <a:rPr lang="en-US" sz="1400"/>
              <a:t> </a:t>
            </a:r>
            <a:r>
              <a:rPr lang="en-US" sz="1400" err="1"/>
              <a:t>labo</a:t>
            </a:r>
            <a:r>
              <a:rPr lang="en-US" sz="1400"/>
              <a:t>. Et </a:t>
            </a:r>
            <a:r>
              <a:rPr lang="en-US" sz="1400" err="1"/>
              <a:t>laborum</a:t>
            </a:r>
            <a:r>
              <a:rPr lang="en-US" sz="1400"/>
              <a:t> que  </a:t>
            </a:r>
            <a:r>
              <a:rPr lang="en-US" sz="1400" err="1"/>
              <a:t>parit</a:t>
            </a:r>
            <a:r>
              <a:rPr lang="en-US" sz="1400"/>
              <a:t> </a:t>
            </a:r>
            <a:r>
              <a:rPr lang="en-US" sz="1400" err="1"/>
              <a:t>invere</a:t>
            </a:r>
            <a:r>
              <a:rPr lang="en-US" sz="1400"/>
              <a:t> </a:t>
            </a:r>
            <a:r>
              <a:rPr lang="en-US" sz="1400" err="1"/>
              <a:t>nullit</a:t>
            </a:r>
            <a:r>
              <a:rPr lang="en-US" sz="1400"/>
              <a:t> et, </a:t>
            </a:r>
            <a:r>
              <a:rPr lang="en-US" sz="1400" err="1"/>
              <a:t>simporiatium</a:t>
            </a:r>
            <a:r>
              <a:rPr lang="en-US" sz="1400"/>
              <a:t> et </a:t>
            </a:r>
            <a:r>
              <a:rPr lang="en-US" sz="1400" err="1"/>
              <a:t>exceatibus</a:t>
            </a:r>
            <a:r>
              <a:rPr lang="en-US" sz="1400"/>
              <a:t> sim </a:t>
            </a:r>
            <a:r>
              <a:rPr lang="en-US" sz="1400" err="1"/>
              <a:t>laborro</a:t>
            </a:r>
            <a:r>
              <a:rPr lang="en-US" sz="1400"/>
              <a:t> to </a:t>
            </a:r>
            <a:r>
              <a:rPr lang="en-US" sz="1400" err="1"/>
              <a:t>doluptiati</a:t>
            </a:r>
            <a:r>
              <a:rPr lang="en-US" sz="1400"/>
              <a:t> </a:t>
            </a:r>
            <a:r>
              <a:rPr lang="en-US" sz="1400" err="1"/>
              <a:t>optatincid</a:t>
            </a:r>
            <a:r>
              <a:rPr lang="en-US" sz="1400"/>
              <a:t> </a:t>
            </a:r>
            <a:r>
              <a:rPr lang="en-US" sz="1400" err="1"/>
              <a:t>ut</a:t>
            </a:r>
            <a:r>
              <a:rPr lang="en-US" sz="1400"/>
              <a:t> ma </a:t>
            </a:r>
            <a:r>
              <a:rPr lang="en-US" sz="1400" err="1"/>
              <a:t>simint</a:t>
            </a:r>
            <a:r>
              <a:rPr lang="en-US" sz="1400"/>
              <a:t>.</a:t>
            </a:r>
          </a:p>
          <a:p>
            <a:pPr algn="l">
              <a:lnSpc>
                <a:spcPct val="110000"/>
              </a:lnSpc>
              <a:spcAft>
                <a:spcPts val="1000"/>
              </a:spcAft>
            </a:pPr>
            <a:r>
              <a:rPr lang="en-US" sz="1400" err="1"/>
              <a:t>Fuga</a:t>
            </a:r>
            <a:r>
              <a:rPr lang="en-US" sz="1400"/>
              <a:t>. </a:t>
            </a:r>
            <a:r>
              <a:rPr lang="en-US" sz="1400" err="1"/>
              <a:t>Nem</a:t>
            </a:r>
            <a:r>
              <a:rPr lang="en-US" sz="1400"/>
              <a:t> </a:t>
            </a:r>
            <a:r>
              <a:rPr lang="en-US" sz="1400" err="1"/>
              <a:t>necupta</a:t>
            </a:r>
            <a:r>
              <a:rPr lang="en-US" sz="1400"/>
              <a:t> </a:t>
            </a:r>
            <a:r>
              <a:rPr lang="en-US" sz="1400" err="1"/>
              <a:t>ius</a:t>
            </a:r>
            <a:r>
              <a:rPr lang="en-US" sz="1400"/>
              <a:t> </a:t>
            </a:r>
            <a:r>
              <a:rPr lang="en-US" sz="1400" err="1"/>
              <a:t>consequ</a:t>
            </a:r>
            <a:r>
              <a:rPr lang="en-US" sz="1400"/>
              <a:t> </a:t>
            </a:r>
            <a:r>
              <a:rPr lang="en-US" sz="1400" err="1"/>
              <a:t>osseritem</a:t>
            </a:r>
            <a:r>
              <a:rPr lang="en-US" sz="1400"/>
              <a:t> </a:t>
            </a:r>
            <a:r>
              <a:rPr lang="en-US" sz="1400" err="1"/>
              <a:t>quis</a:t>
            </a:r>
            <a:r>
              <a:rPr lang="en-US" sz="1400"/>
              <a:t> </a:t>
            </a:r>
            <a:r>
              <a:rPr lang="en-US" sz="1400" err="1"/>
              <a:t>eium</a:t>
            </a:r>
            <a:r>
              <a:rPr lang="en-US" sz="1400"/>
              <a:t>  </a:t>
            </a:r>
            <a:r>
              <a:rPr lang="en-US" sz="1400" err="1"/>
              <a:t>faceperibus</a:t>
            </a:r>
            <a:r>
              <a:rPr lang="en-US" sz="1400"/>
              <a:t> re lab il </a:t>
            </a:r>
            <a:r>
              <a:rPr lang="en-US" sz="1400" err="1"/>
              <a:t>idi</a:t>
            </a:r>
            <a:r>
              <a:rPr lang="en-US" sz="1400"/>
              <a:t> </a:t>
            </a:r>
            <a:br>
              <a:rPr lang="en-US" sz="1400"/>
            </a:br>
            <a:r>
              <a:rPr lang="en-US" sz="1400" err="1"/>
              <a:t>reratem</a:t>
            </a:r>
            <a:r>
              <a:rPr lang="en-US" sz="1400"/>
              <a:t> ipsum. Et </a:t>
            </a:r>
            <a:r>
              <a:rPr lang="en-US" sz="1400" err="1"/>
              <a:t>exceatibus</a:t>
            </a:r>
            <a:r>
              <a:rPr lang="en-US" sz="1400"/>
              <a:t> sim </a:t>
            </a:r>
            <a:r>
              <a:rPr lang="en-US" sz="1400" err="1"/>
              <a:t>laborro</a:t>
            </a:r>
            <a:r>
              <a:rPr lang="en-US" sz="1400"/>
              <a:t> </a:t>
            </a:r>
            <a:br>
              <a:rPr lang="en-US" sz="1400"/>
            </a:br>
            <a:r>
              <a:rPr lang="en-US" sz="1400"/>
              <a:t>to </a:t>
            </a:r>
            <a:r>
              <a:rPr lang="en-US" sz="1400" err="1"/>
              <a:t>doluptiati</a:t>
            </a:r>
            <a:r>
              <a:rPr lang="en-US" sz="1400"/>
              <a:t> </a:t>
            </a:r>
            <a:r>
              <a:rPr lang="en-US" sz="1400" err="1"/>
              <a:t>optatincid</a:t>
            </a:r>
            <a:r>
              <a:rPr lang="en-US" sz="1400"/>
              <a:t> </a:t>
            </a:r>
            <a:r>
              <a:rPr lang="en-US" sz="1400" err="1"/>
              <a:t>ut</a:t>
            </a:r>
            <a:r>
              <a:rPr lang="en-US" sz="1400"/>
              <a:t> ma </a:t>
            </a:r>
            <a:r>
              <a:rPr lang="en-US" sz="1400" err="1"/>
              <a:t>simint</a:t>
            </a:r>
            <a:r>
              <a:rPr lang="en-US" sz="1400"/>
              <a:t>.</a:t>
            </a:r>
          </a:p>
        </p:txBody>
      </p:sp>
      <p:cxnSp>
        <p:nvCxnSpPr>
          <p:cNvPr id="49" name="Straight Connector 48">
            <a:extLst>
              <a:ext uri="{FF2B5EF4-FFF2-40B4-BE49-F238E27FC236}">
                <a16:creationId xmlns:a16="http://schemas.microsoft.com/office/drawing/2014/main" id="{7814E1DD-6E6D-1A71-0176-A3B084426B39}"/>
              </a:ext>
              <a:ext uri="{C183D7F6-B498-43B3-948B-1728B52AA6E4}">
                <adec:decorative xmlns:adec="http://schemas.microsoft.com/office/drawing/2017/decorative" val="1"/>
              </a:ext>
            </a:extLst>
          </p:cNvPr>
          <p:cNvCxnSpPr>
            <a:cxnSpLocks/>
          </p:cNvCxnSpPr>
          <p:nvPr/>
        </p:nvCxnSpPr>
        <p:spPr>
          <a:xfrm flipH="1">
            <a:off x="571500" y="5486400"/>
            <a:ext cx="16510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13860735-C01D-DD4F-6F1F-5F913CD6F9AB}"/>
              </a:ext>
            </a:extLst>
          </p:cNvPr>
          <p:cNvSpPr txBox="1"/>
          <p:nvPr/>
        </p:nvSpPr>
        <p:spPr>
          <a:xfrm>
            <a:off x="571499" y="5589562"/>
            <a:ext cx="1650999" cy="696938"/>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a:cs typeface="+mn-cs"/>
              </a:rPr>
              <a:t>Tokyo</a:t>
            </a:r>
          </a:p>
        </p:txBody>
      </p:sp>
      <p:cxnSp>
        <p:nvCxnSpPr>
          <p:cNvPr id="51" name="Straight Connector 50">
            <a:extLst>
              <a:ext uri="{FF2B5EF4-FFF2-40B4-BE49-F238E27FC236}">
                <a16:creationId xmlns:a16="http://schemas.microsoft.com/office/drawing/2014/main" id="{1CACC270-6A4F-1C60-1CFA-328E7DCC77B1}"/>
              </a:ext>
              <a:ext uri="{C183D7F6-B498-43B3-948B-1728B52AA6E4}">
                <adec:decorative xmlns:adec="http://schemas.microsoft.com/office/drawing/2017/decorative" val="1"/>
              </a:ext>
            </a:extLst>
          </p:cNvPr>
          <p:cNvCxnSpPr>
            <a:cxnSpLocks/>
          </p:cNvCxnSpPr>
          <p:nvPr/>
        </p:nvCxnSpPr>
        <p:spPr>
          <a:xfrm flipH="1">
            <a:off x="2451100" y="5486400"/>
            <a:ext cx="16510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CF5CAFE8-20F5-025A-6C16-B6DA1B6ED099}"/>
              </a:ext>
            </a:extLst>
          </p:cNvPr>
          <p:cNvSpPr txBox="1"/>
          <p:nvPr/>
        </p:nvSpPr>
        <p:spPr>
          <a:xfrm>
            <a:off x="2603499" y="5589562"/>
            <a:ext cx="1498601" cy="696938"/>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a:cs typeface="+mn-cs"/>
              </a:rPr>
              <a:t>market</a:t>
            </a:r>
            <a:br>
              <a:rPr lang="en-US" sz="1000">
                <a:cs typeface="+mn-cs"/>
              </a:rPr>
            </a:br>
            <a:r>
              <a:rPr lang="en-US" sz="1000" err="1">
                <a:cs typeface="+mn-cs"/>
              </a:rPr>
              <a:t>market</a:t>
            </a:r>
            <a:r>
              <a:rPr lang="en-US" sz="1000">
                <a:cs typeface="+mn-cs"/>
              </a:rPr>
              <a:t> + Build Center</a:t>
            </a:r>
          </a:p>
        </p:txBody>
      </p:sp>
      <p:sp>
        <p:nvSpPr>
          <p:cNvPr id="53" name="Freeform: Shape 52">
            <a:extLst>
              <a:ext uri="{FF2B5EF4-FFF2-40B4-BE49-F238E27FC236}">
                <a16:creationId xmlns:a16="http://schemas.microsoft.com/office/drawing/2014/main" id="{EA7B2D20-6483-D5A8-F7AF-70B2AAF69EE3}"/>
              </a:ext>
              <a:ext uri="{C183D7F6-B498-43B3-948B-1728B52AA6E4}">
                <adec:decorative xmlns:adec="http://schemas.microsoft.com/office/drawing/2017/decorative" val="1"/>
              </a:ext>
            </a:extLst>
          </p:cNvPr>
          <p:cNvSpPr/>
          <p:nvPr/>
        </p:nvSpPr>
        <p:spPr>
          <a:xfrm>
            <a:off x="2451100" y="5606762"/>
            <a:ext cx="102985" cy="137088"/>
          </a:xfrm>
          <a:custGeom>
            <a:avLst/>
            <a:gdLst>
              <a:gd name="connsiteX0" fmla="*/ 80483 w 160968"/>
              <a:gd name="connsiteY0" fmla="*/ 0 h 214272"/>
              <a:gd name="connsiteX1" fmla="*/ 160968 w 160968"/>
              <a:gd name="connsiteY1" fmla="*/ 80486 h 214272"/>
              <a:gd name="connsiteX2" fmla="*/ 90079 w 160968"/>
              <a:gd name="connsiteY2" fmla="*/ 210542 h 214272"/>
              <a:gd name="connsiteX3" fmla="*/ 80483 w 160968"/>
              <a:gd name="connsiteY3" fmla="*/ 214272 h 214272"/>
              <a:gd name="connsiteX4" fmla="*/ 70891 w 160968"/>
              <a:gd name="connsiteY4" fmla="*/ 210542 h 214272"/>
              <a:gd name="connsiteX5" fmla="*/ 0 w 160968"/>
              <a:gd name="connsiteY5" fmla="*/ 80486 h 214272"/>
              <a:gd name="connsiteX6" fmla="*/ 80483 w 160968"/>
              <a:gd name="connsiteY6" fmla="*/ 0 h 2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8" h="214272">
                <a:moveTo>
                  <a:pt x="80483" y="0"/>
                </a:moveTo>
                <a:cubicBezTo>
                  <a:pt x="124724" y="0"/>
                  <a:pt x="160968" y="36245"/>
                  <a:pt x="160968" y="80486"/>
                </a:cubicBezTo>
                <a:cubicBezTo>
                  <a:pt x="160968" y="139118"/>
                  <a:pt x="92743" y="207877"/>
                  <a:pt x="90079" y="210542"/>
                </a:cubicBezTo>
                <a:cubicBezTo>
                  <a:pt x="87414" y="213206"/>
                  <a:pt x="83682" y="214272"/>
                  <a:pt x="80483" y="214272"/>
                </a:cubicBezTo>
                <a:cubicBezTo>
                  <a:pt x="76753" y="214272"/>
                  <a:pt x="73555" y="213206"/>
                  <a:pt x="70891" y="210542"/>
                </a:cubicBezTo>
                <a:cubicBezTo>
                  <a:pt x="67692" y="207342"/>
                  <a:pt x="0" y="138584"/>
                  <a:pt x="0" y="80486"/>
                </a:cubicBezTo>
                <a:cubicBezTo>
                  <a:pt x="0" y="35713"/>
                  <a:pt x="36244" y="0"/>
                  <a:pt x="8048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nvGrpSpPr>
          <p:cNvPr id="54" name="Group 53">
            <a:extLst>
              <a:ext uri="{FF2B5EF4-FFF2-40B4-BE49-F238E27FC236}">
                <a16:creationId xmlns:a16="http://schemas.microsoft.com/office/drawing/2014/main" id="{7B1F417F-7046-A01C-9213-44152CE091EC}"/>
              </a:ext>
              <a:ext uri="{C183D7F6-B498-43B3-948B-1728B52AA6E4}">
                <adec:decorative xmlns:adec="http://schemas.microsoft.com/office/drawing/2017/decorative" val="1"/>
              </a:ext>
            </a:extLst>
          </p:cNvPr>
          <p:cNvGrpSpPr/>
          <p:nvPr/>
        </p:nvGrpSpPr>
        <p:grpSpPr>
          <a:xfrm>
            <a:off x="2451100" y="5799443"/>
            <a:ext cx="102985" cy="137088"/>
            <a:chOff x="2451100" y="5787251"/>
            <a:chExt cx="102985" cy="137088"/>
          </a:xfrm>
        </p:grpSpPr>
        <p:sp>
          <p:nvSpPr>
            <p:cNvPr id="55" name="Freeform: Shape 54">
              <a:extLst>
                <a:ext uri="{FF2B5EF4-FFF2-40B4-BE49-F238E27FC236}">
                  <a16:creationId xmlns:a16="http://schemas.microsoft.com/office/drawing/2014/main" id="{ED10D581-12E5-CADD-A710-97C1C67D5AFE}"/>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56" name="Freeform: Shape 55">
              <a:extLst>
                <a:ext uri="{FF2B5EF4-FFF2-40B4-BE49-F238E27FC236}">
                  <a16:creationId xmlns:a16="http://schemas.microsoft.com/office/drawing/2014/main" id="{9D86411D-F39A-18A2-C424-45BEBDDF40E4}"/>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grpSp>
        <p:nvGrpSpPr>
          <p:cNvPr id="20" name="Group 19">
            <a:extLst>
              <a:ext uri="{FF2B5EF4-FFF2-40B4-BE49-F238E27FC236}">
                <a16:creationId xmlns:a16="http://schemas.microsoft.com/office/drawing/2014/main" id="{CF8E89E3-763F-34D8-C6C4-36E343CAD5A1}"/>
              </a:ext>
              <a:ext uri="{C183D7F6-B498-43B3-948B-1728B52AA6E4}">
                <adec:decorative xmlns:adec="http://schemas.microsoft.com/office/drawing/2017/decorative" val="1"/>
              </a:ext>
            </a:extLst>
          </p:cNvPr>
          <p:cNvGrpSpPr/>
          <p:nvPr/>
        </p:nvGrpSpPr>
        <p:grpSpPr>
          <a:xfrm>
            <a:off x="12443985" y="0"/>
            <a:ext cx="3077430" cy="3307601"/>
            <a:chOff x="12443985" y="0"/>
            <a:chExt cx="3077430" cy="3307601"/>
          </a:xfrm>
        </p:grpSpPr>
        <p:sp>
          <p:nvSpPr>
            <p:cNvPr id="21" name="Rectangle 20">
              <a:extLst>
                <a:ext uri="{FF2B5EF4-FFF2-40B4-BE49-F238E27FC236}">
                  <a16:creationId xmlns:a16="http://schemas.microsoft.com/office/drawing/2014/main" id="{8C73297F-2EB9-B1EB-2A51-52E76C76182F}"/>
                </a:ext>
              </a:extLst>
            </p:cNvPr>
            <p:cNvSpPr/>
            <p:nvPr/>
          </p:nvSpPr>
          <p:spPr>
            <a:xfrm>
              <a:off x="12443985" y="0"/>
              <a:ext cx="3077430" cy="330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Map INSTRUCTIONS</a:t>
              </a:r>
            </a:p>
            <a:p>
              <a:pPr>
                <a:spcBef>
                  <a:spcPts val="1200"/>
                </a:spcBef>
              </a:pPr>
              <a:r>
                <a:rPr lang="en-US" sz="1000">
                  <a:solidFill>
                    <a:schemeClr val="bg1"/>
                  </a:solidFill>
                </a:rPr>
                <a:t>Text and points on the map are editable and </a:t>
              </a:r>
              <a:br>
                <a:rPr lang="en-US" sz="1000">
                  <a:solidFill>
                    <a:schemeClr val="bg1"/>
                  </a:solidFill>
                </a:rPr>
              </a:br>
              <a:r>
                <a:rPr lang="en-US" sz="1000">
                  <a:solidFill>
                    <a:schemeClr val="bg1"/>
                  </a:solidFill>
                </a:rPr>
                <a:t>may be added, removed or recolored as needed. </a:t>
              </a:r>
            </a:p>
            <a:p>
              <a:pPr marL="174625" indent="-174625">
                <a:spcBef>
                  <a:spcPts val="1200"/>
                </a:spcBef>
                <a:buFont typeface="Avenir Next LT Pro" panose="020B0504020202020204" pitchFamily="34" charset="0"/>
                <a:buChar char="•"/>
              </a:pPr>
              <a:r>
                <a:rPr lang="en-US" sz="1000">
                  <a:solidFill>
                    <a:schemeClr val="bg1"/>
                  </a:solidFill>
                </a:rPr>
                <a:t>Change the color of the points by selecting them and choosing a new color from the theme row 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Remove points by selecting them </a:t>
              </a:r>
              <a:br>
                <a:rPr lang="en-US" sz="1000">
                  <a:solidFill>
                    <a:schemeClr val="bg1"/>
                  </a:solidFill>
                </a:rPr>
              </a:br>
              <a:r>
                <a:rPr lang="en-US" sz="1000">
                  <a:solidFill>
                    <a:schemeClr val="bg1"/>
                  </a:solidFill>
                </a:rPr>
                <a:t>and hitting delete.</a:t>
              </a:r>
            </a:p>
            <a:p>
              <a:pPr marL="174625" indent="-174625">
                <a:spcBef>
                  <a:spcPts val="1200"/>
                </a:spcBef>
                <a:buFont typeface="Avenir Next LT Pro" panose="020B0504020202020204" pitchFamily="34" charset="0"/>
                <a:buChar char="•"/>
              </a:pPr>
              <a:r>
                <a:rPr lang="en-US" sz="1000">
                  <a:solidFill>
                    <a:schemeClr val="bg1"/>
                  </a:solidFill>
                </a:rPr>
                <a:t>Add more points by selecting one and </a:t>
              </a:r>
              <a:br>
                <a:rPr lang="en-US" sz="1000">
                  <a:solidFill>
                    <a:schemeClr val="bg1"/>
                  </a:solidFill>
                </a:rPr>
              </a:br>
              <a:r>
                <a:rPr lang="en-US" sz="1000">
                  <a:solidFill>
                    <a:schemeClr val="bg1"/>
                  </a:solidFill>
                </a:rPr>
                <a:t>holding down Shift + Ctrl while dragging. </a:t>
              </a:r>
            </a:p>
          </p:txBody>
        </p:sp>
        <p:grpSp>
          <p:nvGrpSpPr>
            <p:cNvPr id="23" name="Group 22">
              <a:extLst>
                <a:ext uri="{FF2B5EF4-FFF2-40B4-BE49-F238E27FC236}">
                  <a16:creationId xmlns:a16="http://schemas.microsoft.com/office/drawing/2014/main" id="{44183183-6F2B-F1C0-1772-78E32FEF7FE2}"/>
                </a:ext>
              </a:extLst>
            </p:cNvPr>
            <p:cNvGrpSpPr/>
            <p:nvPr/>
          </p:nvGrpSpPr>
          <p:grpSpPr>
            <a:xfrm>
              <a:off x="13142686" y="1412407"/>
              <a:ext cx="1455058" cy="864392"/>
              <a:chOff x="12700000" y="1053458"/>
              <a:chExt cx="2565400" cy="1524002"/>
            </a:xfrm>
          </p:grpSpPr>
          <p:pic>
            <p:nvPicPr>
              <p:cNvPr id="24" name="Picture 23" descr="A picture containing table&#10;&#10;Description automatically generated">
                <a:extLst>
                  <a:ext uri="{FF2B5EF4-FFF2-40B4-BE49-F238E27FC236}">
                    <a16:creationId xmlns:a16="http://schemas.microsoft.com/office/drawing/2014/main" id="{63B730FB-C23F-55FC-40E3-788BB672E5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1053458"/>
                <a:ext cx="2565400" cy="1524000"/>
              </a:xfrm>
              <a:prstGeom prst="rect">
                <a:avLst/>
              </a:prstGeom>
            </p:spPr>
          </p:pic>
          <p:sp>
            <p:nvSpPr>
              <p:cNvPr id="25" name="Rectangle 24">
                <a:extLst>
                  <a:ext uri="{FF2B5EF4-FFF2-40B4-BE49-F238E27FC236}">
                    <a16:creationId xmlns:a16="http://schemas.microsoft.com/office/drawing/2014/main" id="{DB0ABA27-3AD7-C829-752F-BE1DA247169F}"/>
                  </a:ext>
                </a:extLst>
              </p:cNvPr>
              <p:cNvSpPr/>
              <p:nvPr/>
            </p:nvSpPr>
            <p:spPr>
              <a:xfrm>
                <a:off x="13751666" y="2242053"/>
                <a:ext cx="1455908" cy="335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pic>
        <p:nvPicPr>
          <p:cNvPr id="11" name="Picture 9">
            <a:extLst>
              <a:ext uri="{FF2B5EF4-FFF2-40B4-BE49-F238E27FC236}">
                <a16:creationId xmlns:a16="http://schemas.microsoft.com/office/drawing/2014/main" id="{5F64EB2C-EF8F-1841-10BF-A5520F8A4B41}"/>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71500" y="6472119"/>
            <a:ext cx="562567" cy="145851"/>
          </a:xfrm>
          <a:prstGeom prst="rect">
            <a:avLst/>
          </a:prstGeom>
        </p:spPr>
      </p:pic>
    </p:spTree>
    <p:extLst>
      <p:ext uri="{BB962C8B-B14F-4D97-AF65-F5344CB8AC3E}">
        <p14:creationId xmlns:p14="http://schemas.microsoft.com/office/powerpoint/2010/main" val="39118369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 name="Picture 142">
            <a:extLst>
              <a:ext uri="{FF2B5EF4-FFF2-40B4-BE49-F238E27FC236}">
                <a16:creationId xmlns:a16="http://schemas.microsoft.com/office/drawing/2014/main" id="{8FB253C8-FA52-5853-B7DB-5550DE00B8D3}"/>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1999" cy="6858000"/>
          </a:xfrm>
          <a:prstGeom prst="rect">
            <a:avLst/>
          </a:prstGeom>
        </p:spPr>
      </p:pic>
      <p:grpSp>
        <p:nvGrpSpPr>
          <p:cNvPr id="152" name="Graphic 9">
            <a:extLst>
              <a:ext uri="{FF2B5EF4-FFF2-40B4-BE49-F238E27FC236}">
                <a16:creationId xmlns:a16="http://schemas.microsoft.com/office/drawing/2014/main" id="{B3ECA096-2865-26AF-5B1E-F37E0ECE4EE7}"/>
              </a:ext>
              <a:ext uri="{C183D7F6-B498-43B3-948B-1728B52AA6E4}">
                <adec:decorative xmlns:adec="http://schemas.microsoft.com/office/drawing/2017/decorative" val="1"/>
              </a:ext>
            </a:extLst>
          </p:cNvPr>
          <p:cNvGrpSpPr/>
          <p:nvPr/>
        </p:nvGrpSpPr>
        <p:grpSpPr>
          <a:xfrm>
            <a:off x="4817032" y="3565296"/>
            <a:ext cx="172021" cy="235711"/>
            <a:chOff x="7004050" y="2933700"/>
            <a:chExt cx="172021" cy="235711"/>
          </a:xfrm>
        </p:grpSpPr>
        <p:sp>
          <p:nvSpPr>
            <p:cNvPr id="153" name="Freeform: Shape 41">
              <a:extLst>
                <a:ext uri="{FF2B5EF4-FFF2-40B4-BE49-F238E27FC236}">
                  <a16:creationId xmlns:a16="http://schemas.microsoft.com/office/drawing/2014/main" id="{6279659C-7CF1-69A6-6D8F-AA75590FCB84}"/>
                </a:ext>
              </a:extLst>
            </p:cNvPr>
            <p:cNvSpPr/>
            <p:nvPr/>
          </p:nvSpPr>
          <p:spPr>
            <a:xfrm>
              <a:off x="7096696" y="29337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154" name="Freeform: Shape 42">
              <a:extLst>
                <a:ext uri="{FF2B5EF4-FFF2-40B4-BE49-F238E27FC236}">
                  <a16:creationId xmlns:a16="http://schemas.microsoft.com/office/drawing/2014/main" id="{87897B9E-FF2D-415F-CFCA-85B3296F1E08}"/>
                </a:ext>
              </a:extLst>
            </p:cNvPr>
            <p:cNvSpPr/>
            <p:nvPr/>
          </p:nvSpPr>
          <p:spPr>
            <a:xfrm>
              <a:off x="7004050" y="29337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0" name="Graphic 9">
            <a:extLst>
              <a:ext uri="{FF2B5EF4-FFF2-40B4-BE49-F238E27FC236}">
                <a16:creationId xmlns:a16="http://schemas.microsoft.com/office/drawing/2014/main" id="{6F994433-ED39-1ED3-C844-20756D93CE90}"/>
              </a:ext>
              <a:ext uri="{C183D7F6-B498-43B3-948B-1728B52AA6E4}">
                <adec:decorative xmlns:adec="http://schemas.microsoft.com/office/drawing/2017/decorative" val="1"/>
              </a:ext>
            </a:extLst>
          </p:cNvPr>
          <p:cNvGrpSpPr/>
          <p:nvPr/>
        </p:nvGrpSpPr>
        <p:grpSpPr>
          <a:xfrm>
            <a:off x="4625232" y="2626246"/>
            <a:ext cx="172021" cy="235711"/>
            <a:chOff x="4813300" y="1497838"/>
            <a:chExt cx="172021" cy="235711"/>
          </a:xfrm>
        </p:grpSpPr>
        <p:sp>
          <p:nvSpPr>
            <p:cNvPr id="11" name="Freeform: Shape 59">
              <a:extLst>
                <a:ext uri="{FF2B5EF4-FFF2-40B4-BE49-F238E27FC236}">
                  <a16:creationId xmlns:a16="http://schemas.microsoft.com/office/drawing/2014/main" id="{F13FF150-BD3A-FC50-2E53-FA029179582F}"/>
                </a:ext>
              </a:extLst>
            </p:cNvPr>
            <p:cNvSpPr/>
            <p:nvPr/>
          </p:nvSpPr>
          <p:spPr>
            <a:xfrm>
              <a:off x="4905946" y="14978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12" name="Freeform: Shape 60">
              <a:extLst>
                <a:ext uri="{FF2B5EF4-FFF2-40B4-BE49-F238E27FC236}">
                  <a16:creationId xmlns:a16="http://schemas.microsoft.com/office/drawing/2014/main" id="{87EDC020-227B-76A7-0269-4A3DC9C8DF73}"/>
                </a:ext>
              </a:extLst>
            </p:cNvPr>
            <p:cNvSpPr/>
            <p:nvPr/>
          </p:nvSpPr>
          <p:spPr>
            <a:xfrm>
              <a:off x="4813300" y="14978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6" name="Graphic 9">
            <a:extLst>
              <a:ext uri="{FF2B5EF4-FFF2-40B4-BE49-F238E27FC236}">
                <a16:creationId xmlns:a16="http://schemas.microsoft.com/office/drawing/2014/main" id="{5173E856-0D21-F15A-ADF8-2AA56A3E4927}"/>
              </a:ext>
              <a:ext uri="{C183D7F6-B498-43B3-948B-1728B52AA6E4}">
                <adec:decorative xmlns:adec="http://schemas.microsoft.com/office/drawing/2017/decorative" val="1"/>
              </a:ext>
            </a:extLst>
          </p:cNvPr>
          <p:cNvGrpSpPr/>
          <p:nvPr/>
        </p:nvGrpSpPr>
        <p:grpSpPr>
          <a:xfrm>
            <a:off x="7881399" y="4419870"/>
            <a:ext cx="161512" cy="235711"/>
            <a:chOff x="8118888" y="4406900"/>
            <a:chExt cx="161512" cy="235711"/>
          </a:xfrm>
        </p:grpSpPr>
        <p:sp>
          <p:nvSpPr>
            <p:cNvPr id="17" name="Freeform: Shape 139">
              <a:extLst>
                <a:ext uri="{FF2B5EF4-FFF2-40B4-BE49-F238E27FC236}">
                  <a16:creationId xmlns:a16="http://schemas.microsoft.com/office/drawing/2014/main" id="{F9C34F56-670A-B8ED-E53F-6F0574B7C8C7}"/>
                </a:ext>
              </a:extLst>
            </p:cNvPr>
            <p:cNvSpPr/>
            <p:nvPr/>
          </p:nvSpPr>
          <p:spPr>
            <a:xfrm>
              <a:off x="8201025" y="44069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tx1"/>
            </a:solidFill>
            <a:ln w="6350" cap="flat">
              <a:noFill/>
              <a:prstDash val="solid"/>
              <a:miter/>
            </a:ln>
          </p:spPr>
          <p:txBody>
            <a:bodyPr rtlCol="0" anchor="ctr"/>
            <a:lstStyle/>
            <a:p>
              <a:endParaRPr lang="en-US"/>
            </a:p>
          </p:txBody>
        </p:sp>
        <p:sp>
          <p:nvSpPr>
            <p:cNvPr id="132" name="Freeform: Shape 140">
              <a:extLst>
                <a:ext uri="{FF2B5EF4-FFF2-40B4-BE49-F238E27FC236}">
                  <a16:creationId xmlns:a16="http://schemas.microsoft.com/office/drawing/2014/main" id="{68D1228D-8800-8050-2350-6AA1FE99CC94}"/>
                </a:ext>
              </a:extLst>
            </p:cNvPr>
            <p:cNvSpPr/>
            <p:nvPr/>
          </p:nvSpPr>
          <p:spPr>
            <a:xfrm>
              <a:off x="8118888" y="44069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42" name="Graphic 9">
            <a:extLst>
              <a:ext uri="{FF2B5EF4-FFF2-40B4-BE49-F238E27FC236}">
                <a16:creationId xmlns:a16="http://schemas.microsoft.com/office/drawing/2014/main" id="{BC0E19B1-B3D0-9557-6B7A-396219ECC774}"/>
              </a:ext>
              <a:ext uri="{C183D7F6-B498-43B3-948B-1728B52AA6E4}">
                <adec:decorative xmlns:adec="http://schemas.microsoft.com/office/drawing/2017/decorative" val="1"/>
              </a:ext>
            </a:extLst>
          </p:cNvPr>
          <p:cNvGrpSpPr/>
          <p:nvPr/>
        </p:nvGrpSpPr>
        <p:grpSpPr>
          <a:xfrm>
            <a:off x="9897254" y="2392253"/>
            <a:ext cx="172022" cy="235711"/>
            <a:chOff x="8108378" y="4406900"/>
            <a:chExt cx="172022" cy="235711"/>
          </a:xfrm>
        </p:grpSpPr>
        <p:sp>
          <p:nvSpPr>
            <p:cNvPr id="149" name="Freeform: Shape 139">
              <a:extLst>
                <a:ext uri="{FF2B5EF4-FFF2-40B4-BE49-F238E27FC236}">
                  <a16:creationId xmlns:a16="http://schemas.microsoft.com/office/drawing/2014/main" id="{B153740B-792D-E4A6-6493-172653E19F95}"/>
                </a:ext>
              </a:extLst>
            </p:cNvPr>
            <p:cNvSpPr/>
            <p:nvPr/>
          </p:nvSpPr>
          <p:spPr>
            <a:xfrm>
              <a:off x="8201025" y="44069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tx1"/>
            </a:solidFill>
            <a:ln w="6350" cap="flat">
              <a:noFill/>
              <a:prstDash val="solid"/>
              <a:miter/>
            </a:ln>
          </p:spPr>
          <p:txBody>
            <a:bodyPr rtlCol="0" anchor="ctr"/>
            <a:lstStyle/>
            <a:p>
              <a:endParaRPr lang="en-US" dirty="0"/>
            </a:p>
          </p:txBody>
        </p:sp>
        <p:sp>
          <p:nvSpPr>
            <p:cNvPr id="150" name="Freeform: Shape 140">
              <a:extLst>
                <a:ext uri="{FF2B5EF4-FFF2-40B4-BE49-F238E27FC236}">
                  <a16:creationId xmlns:a16="http://schemas.microsoft.com/office/drawing/2014/main" id="{7BB7420C-351D-77FC-1FB6-264A010C2A30}"/>
                </a:ext>
              </a:extLst>
            </p:cNvPr>
            <p:cNvSpPr/>
            <p:nvPr/>
          </p:nvSpPr>
          <p:spPr>
            <a:xfrm>
              <a:off x="8108378" y="44069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 name="Title 1">
            <a:extLst>
              <a:ext uri="{FF2B5EF4-FFF2-40B4-BE49-F238E27FC236}">
                <a16:creationId xmlns:a16="http://schemas.microsoft.com/office/drawing/2014/main" id="{C7C1A34D-00F6-6F17-A895-4CE339527053}"/>
              </a:ext>
            </a:extLst>
          </p:cNvPr>
          <p:cNvSpPr>
            <a:spLocks noGrp="1"/>
          </p:cNvSpPr>
          <p:nvPr>
            <p:ph type="title"/>
          </p:nvPr>
        </p:nvSpPr>
        <p:spPr/>
        <p:txBody>
          <a:bodyPr/>
          <a:lstStyle/>
          <a:p>
            <a:r>
              <a:rPr lang="en-US" sz="5400"/>
              <a:t>United </a:t>
            </a:r>
            <a:br>
              <a:rPr lang="en-US" sz="5400"/>
            </a:br>
            <a:r>
              <a:rPr lang="en-US" sz="5400"/>
              <a:t>States</a:t>
            </a:r>
          </a:p>
        </p:txBody>
      </p:sp>
      <p:sp>
        <p:nvSpPr>
          <p:cNvPr id="3" name="Text Placeholder 2">
            <a:extLst>
              <a:ext uri="{FF2B5EF4-FFF2-40B4-BE49-F238E27FC236}">
                <a16:creationId xmlns:a16="http://schemas.microsoft.com/office/drawing/2014/main" id="{7C857229-1E52-8861-D8B5-15BA1ADB34E3}"/>
              </a:ext>
            </a:extLst>
          </p:cNvPr>
          <p:cNvSpPr>
            <a:spLocks noGrp="1"/>
          </p:cNvSpPr>
          <p:nvPr>
            <p:ph type="body" sz="quarter" idx="13"/>
          </p:nvPr>
        </p:nvSpPr>
        <p:spPr>
          <a:xfrm>
            <a:off x="571500" y="2187610"/>
            <a:ext cx="11049000" cy="457200"/>
          </a:xfrm>
        </p:spPr>
        <p:txBody>
          <a:bodyPr/>
          <a:lstStyle/>
          <a:p>
            <a:r>
              <a:rPr lang="en-US"/>
              <a:t>Optional </a:t>
            </a:r>
            <a:r>
              <a:rPr lang="en-US" err="1"/>
              <a:t>subheadline</a:t>
            </a:r>
            <a:endParaRPr lang="en-US"/>
          </a:p>
        </p:txBody>
      </p:sp>
      <p:sp>
        <p:nvSpPr>
          <p:cNvPr id="6" name="Date Placeholder 5">
            <a:extLst>
              <a:ext uri="{FF2B5EF4-FFF2-40B4-BE49-F238E27FC236}">
                <a16:creationId xmlns:a16="http://schemas.microsoft.com/office/drawing/2014/main" id="{47E4E52F-2308-93B6-22BC-DEF42EAEF5AC}"/>
              </a:ext>
              <a:ext uri="{C183D7F6-B498-43B3-948B-1728B52AA6E4}">
                <adec:decorative xmlns:adec="http://schemas.microsoft.com/office/drawing/2017/decorative" val="1"/>
              </a:ext>
            </a:extLst>
          </p:cNvPr>
          <p:cNvSpPr>
            <a:spLocks noGrp="1"/>
          </p:cNvSpPr>
          <p:nvPr>
            <p:ph type="dt" sz="half" idx="10"/>
          </p:nvPr>
        </p:nvSpPr>
        <p:spPr/>
        <p:txBody>
          <a:bodyPr/>
          <a:lstStyle/>
          <a:p>
            <a:fld id="{746602E3-71DF-475D-B896-A72CD8C756B7}" type="datetimeyyyy">
              <a:rPr lang="en-US" smtClean="0"/>
              <a:t>2025</a:t>
            </a:fld>
            <a:endParaRPr lang="en-US"/>
          </a:p>
        </p:txBody>
      </p:sp>
      <p:sp>
        <p:nvSpPr>
          <p:cNvPr id="8" name="Footer Placeholder 7">
            <a:extLst>
              <a:ext uri="{FF2B5EF4-FFF2-40B4-BE49-F238E27FC236}">
                <a16:creationId xmlns:a16="http://schemas.microsoft.com/office/drawing/2014/main" id="{AB03E6FA-D972-6681-3F0C-7DBD680736F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10B32C83-E3E0-37DA-FB17-6A1A80CB4E3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128</a:t>
            </a:fld>
            <a:endParaRPr lang="en-US"/>
          </a:p>
        </p:txBody>
      </p:sp>
      <p:sp>
        <p:nvSpPr>
          <p:cNvPr id="176" name="TextBox 175">
            <a:extLst>
              <a:ext uri="{FF2B5EF4-FFF2-40B4-BE49-F238E27FC236}">
                <a16:creationId xmlns:a16="http://schemas.microsoft.com/office/drawing/2014/main" id="{825EAA24-6DA0-3CE2-CFB9-C3D380669E7F}"/>
              </a:ext>
            </a:extLst>
          </p:cNvPr>
          <p:cNvSpPr txBox="1">
            <a:spLocks/>
          </p:cNvSpPr>
          <p:nvPr/>
        </p:nvSpPr>
        <p:spPr>
          <a:xfrm>
            <a:off x="571500" y="2864916"/>
            <a:ext cx="3530600" cy="569504"/>
          </a:xfrm>
          <a:prstGeom prst="rect">
            <a:avLst/>
          </a:prstGeom>
          <a:noFill/>
        </p:spPr>
        <p:txBody>
          <a:bodyPr wrap="square" lIns="0" tIns="0" rIns="0" bIns="0" rtlCol="0">
            <a:noAutofit/>
          </a:bodyPr>
          <a:lstStyle>
            <a:defPPr>
              <a:defRPr lang="en-US"/>
            </a:defPPr>
            <a:lvl1pPr>
              <a:lnSpc>
                <a:spcPct val="110000"/>
              </a:lnSpc>
              <a:spcAft>
                <a:spcPts val="1000"/>
              </a:spcAft>
              <a:defRPr sz="1400"/>
            </a:lvl1p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a:t>
            </a:r>
          </a:p>
        </p:txBody>
      </p:sp>
      <p:cxnSp>
        <p:nvCxnSpPr>
          <p:cNvPr id="330" name="Straight Connector 329">
            <a:extLst>
              <a:ext uri="{FF2B5EF4-FFF2-40B4-BE49-F238E27FC236}">
                <a16:creationId xmlns:a16="http://schemas.microsoft.com/office/drawing/2014/main" id="{F132FC96-19EF-AF82-92A4-16A97B9E2AF4}"/>
              </a:ext>
              <a:ext uri="{C183D7F6-B498-43B3-948B-1728B52AA6E4}">
                <adec:decorative xmlns:adec="http://schemas.microsoft.com/office/drawing/2017/decorative" val="1"/>
              </a:ext>
            </a:extLst>
          </p:cNvPr>
          <p:cNvCxnSpPr>
            <a:cxnSpLocks/>
          </p:cNvCxnSpPr>
          <p:nvPr/>
        </p:nvCxnSpPr>
        <p:spPr>
          <a:xfrm flipH="1">
            <a:off x="571500" y="3426401"/>
            <a:ext cx="35306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3" name="TextBox 332">
            <a:extLst>
              <a:ext uri="{FF2B5EF4-FFF2-40B4-BE49-F238E27FC236}">
                <a16:creationId xmlns:a16="http://schemas.microsoft.com/office/drawing/2014/main" id="{8FC09241-733B-6887-9749-E6DB1DF69152}"/>
              </a:ext>
            </a:extLst>
          </p:cNvPr>
          <p:cNvSpPr txBox="1"/>
          <p:nvPr/>
        </p:nvSpPr>
        <p:spPr>
          <a:xfrm>
            <a:off x="723899" y="5783977"/>
            <a:ext cx="1498601" cy="516498"/>
          </a:xfrm>
          <a:prstGeom prst="rect">
            <a:avLst/>
          </a:prstGeom>
          <a:noFill/>
        </p:spPr>
        <p:txBody>
          <a:bodyPr wrap="square" lIns="0" tIns="0" rIns="0" bIns="0" rtlCol="0" anchor="t">
            <a:noAutofit/>
          </a:bodyPr>
          <a:lstStyle/>
          <a:p>
            <a:pPr defTabSz="926194">
              <a:lnSpc>
                <a:spcPct val="120000"/>
              </a:lnSpc>
              <a:buClr>
                <a:srgbClr val="0C62FB"/>
              </a:buClr>
              <a:buSzPct val="100000"/>
              <a:defRPr/>
            </a:pPr>
            <a:r>
              <a:rPr lang="en-US" sz="1000">
                <a:cs typeface="+mn-cs"/>
              </a:rPr>
              <a:t>market</a:t>
            </a:r>
          </a:p>
          <a:p>
            <a:pPr defTabSz="926194">
              <a:lnSpc>
                <a:spcPct val="120000"/>
              </a:lnSpc>
              <a:buClr>
                <a:srgbClr val="0C62FB"/>
              </a:buClr>
              <a:buSzPct val="100000"/>
              <a:defRPr/>
            </a:pPr>
            <a:r>
              <a:rPr lang="en-US" sz="1000">
                <a:cs typeface="+mn-cs"/>
              </a:rPr>
              <a:t>market + Build Center</a:t>
            </a:r>
          </a:p>
          <a:p>
            <a:pPr defTabSz="926194">
              <a:lnSpc>
                <a:spcPct val="120000"/>
              </a:lnSpc>
              <a:buClr>
                <a:srgbClr val="0C62FB"/>
              </a:buClr>
              <a:buSzPct val="100000"/>
              <a:defRPr/>
            </a:pPr>
            <a:r>
              <a:rPr lang="en-US" sz="1000"/>
              <a:t>market + Edge Location</a:t>
            </a:r>
            <a:endParaRPr lang="en-US" sz="1000">
              <a:cs typeface="+mn-cs"/>
            </a:endParaRPr>
          </a:p>
        </p:txBody>
      </p:sp>
      <p:sp>
        <p:nvSpPr>
          <p:cNvPr id="334" name="Freeform: Shape 333">
            <a:extLst>
              <a:ext uri="{FF2B5EF4-FFF2-40B4-BE49-F238E27FC236}">
                <a16:creationId xmlns:a16="http://schemas.microsoft.com/office/drawing/2014/main" id="{54890404-2759-D605-4BF0-8897128522AC}"/>
              </a:ext>
              <a:ext uri="{C183D7F6-B498-43B3-948B-1728B52AA6E4}">
                <adec:decorative xmlns:adec="http://schemas.microsoft.com/office/drawing/2017/decorative" val="1"/>
              </a:ext>
            </a:extLst>
          </p:cNvPr>
          <p:cNvSpPr/>
          <p:nvPr/>
        </p:nvSpPr>
        <p:spPr>
          <a:xfrm>
            <a:off x="571500" y="5788985"/>
            <a:ext cx="102985" cy="137088"/>
          </a:xfrm>
          <a:custGeom>
            <a:avLst/>
            <a:gdLst>
              <a:gd name="connsiteX0" fmla="*/ 80483 w 160968"/>
              <a:gd name="connsiteY0" fmla="*/ 0 h 214272"/>
              <a:gd name="connsiteX1" fmla="*/ 160968 w 160968"/>
              <a:gd name="connsiteY1" fmla="*/ 80486 h 214272"/>
              <a:gd name="connsiteX2" fmla="*/ 90079 w 160968"/>
              <a:gd name="connsiteY2" fmla="*/ 210542 h 214272"/>
              <a:gd name="connsiteX3" fmla="*/ 80483 w 160968"/>
              <a:gd name="connsiteY3" fmla="*/ 214272 h 214272"/>
              <a:gd name="connsiteX4" fmla="*/ 70891 w 160968"/>
              <a:gd name="connsiteY4" fmla="*/ 210542 h 214272"/>
              <a:gd name="connsiteX5" fmla="*/ 0 w 160968"/>
              <a:gd name="connsiteY5" fmla="*/ 80486 h 214272"/>
              <a:gd name="connsiteX6" fmla="*/ 80483 w 160968"/>
              <a:gd name="connsiteY6" fmla="*/ 0 h 2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8" h="214272">
                <a:moveTo>
                  <a:pt x="80483" y="0"/>
                </a:moveTo>
                <a:cubicBezTo>
                  <a:pt x="124724" y="0"/>
                  <a:pt x="160968" y="36245"/>
                  <a:pt x="160968" y="80486"/>
                </a:cubicBezTo>
                <a:cubicBezTo>
                  <a:pt x="160968" y="139118"/>
                  <a:pt x="92743" y="207877"/>
                  <a:pt x="90079" y="210542"/>
                </a:cubicBezTo>
                <a:cubicBezTo>
                  <a:pt x="87414" y="213206"/>
                  <a:pt x="83682" y="214272"/>
                  <a:pt x="80483" y="214272"/>
                </a:cubicBezTo>
                <a:cubicBezTo>
                  <a:pt x="76753" y="214272"/>
                  <a:pt x="73555" y="213206"/>
                  <a:pt x="70891" y="210542"/>
                </a:cubicBezTo>
                <a:cubicBezTo>
                  <a:pt x="67692" y="207342"/>
                  <a:pt x="0" y="138584"/>
                  <a:pt x="0" y="80486"/>
                </a:cubicBezTo>
                <a:cubicBezTo>
                  <a:pt x="0" y="35713"/>
                  <a:pt x="36244" y="0"/>
                  <a:pt x="8048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nvGrpSpPr>
          <p:cNvPr id="335" name="Group 334">
            <a:extLst>
              <a:ext uri="{FF2B5EF4-FFF2-40B4-BE49-F238E27FC236}">
                <a16:creationId xmlns:a16="http://schemas.microsoft.com/office/drawing/2014/main" id="{B8156A21-2E31-965F-1B89-1EE2D71ECDE4}"/>
              </a:ext>
              <a:ext uri="{C183D7F6-B498-43B3-948B-1728B52AA6E4}">
                <adec:decorative xmlns:adec="http://schemas.microsoft.com/office/drawing/2017/decorative" val="1"/>
              </a:ext>
            </a:extLst>
          </p:cNvPr>
          <p:cNvGrpSpPr/>
          <p:nvPr/>
        </p:nvGrpSpPr>
        <p:grpSpPr>
          <a:xfrm>
            <a:off x="571500" y="5968735"/>
            <a:ext cx="102985" cy="137088"/>
            <a:chOff x="2451100" y="5787251"/>
            <a:chExt cx="102985" cy="137088"/>
          </a:xfrm>
        </p:grpSpPr>
        <p:sp>
          <p:nvSpPr>
            <p:cNvPr id="336" name="Freeform: Shape 335">
              <a:extLst>
                <a:ext uri="{FF2B5EF4-FFF2-40B4-BE49-F238E27FC236}">
                  <a16:creationId xmlns:a16="http://schemas.microsoft.com/office/drawing/2014/main" id="{69BF16A2-0D53-22B6-34E7-4E0C463F2013}"/>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337" name="Freeform: Shape 336">
              <a:extLst>
                <a:ext uri="{FF2B5EF4-FFF2-40B4-BE49-F238E27FC236}">
                  <a16:creationId xmlns:a16="http://schemas.microsoft.com/office/drawing/2014/main" id="{B9DF9D48-B807-75AE-B710-F2D2668F5F0D}"/>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grpSp>
        <p:nvGrpSpPr>
          <p:cNvPr id="340" name="Group 339">
            <a:extLst>
              <a:ext uri="{FF2B5EF4-FFF2-40B4-BE49-F238E27FC236}">
                <a16:creationId xmlns:a16="http://schemas.microsoft.com/office/drawing/2014/main" id="{314388BB-23C6-49C1-9560-9CF84DB940C5}"/>
              </a:ext>
              <a:ext uri="{C183D7F6-B498-43B3-948B-1728B52AA6E4}">
                <adec:decorative xmlns:adec="http://schemas.microsoft.com/office/drawing/2017/decorative" val="1"/>
              </a:ext>
            </a:extLst>
          </p:cNvPr>
          <p:cNvGrpSpPr/>
          <p:nvPr/>
        </p:nvGrpSpPr>
        <p:grpSpPr>
          <a:xfrm>
            <a:off x="571500" y="6148485"/>
            <a:ext cx="102985" cy="137088"/>
            <a:chOff x="2451100" y="5787251"/>
            <a:chExt cx="102985" cy="137088"/>
          </a:xfrm>
        </p:grpSpPr>
        <p:sp>
          <p:nvSpPr>
            <p:cNvPr id="341" name="Freeform: Shape 340">
              <a:extLst>
                <a:ext uri="{FF2B5EF4-FFF2-40B4-BE49-F238E27FC236}">
                  <a16:creationId xmlns:a16="http://schemas.microsoft.com/office/drawing/2014/main" id="{0E06631A-F8F4-E1CF-9FD4-95E595E5788F}"/>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342" name="Freeform: Shape 341">
              <a:extLst>
                <a:ext uri="{FF2B5EF4-FFF2-40B4-BE49-F238E27FC236}">
                  <a16:creationId xmlns:a16="http://schemas.microsoft.com/office/drawing/2014/main" id="{10197E4C-04E6-395F-28C2-2CC852362A5B}"/>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cxnSp>
        <p:nvCxnSpPr>
          <p:cNvPr id="339" name="Straight Connector 338">
            <a:extLst>
              <a:ext uri="{FF2B5EF4-FFF2-40B4-BE49-F238E27FC236}">
                <a16:creationId xmlns:a16="http://schemas.microsoft.com/office/drawing/2014/main" id="{8C22705B-4B42-B761-AD84-51E6797CCA74}"/>
              </a:ext>
              <a:ext uri="{C183D7F6-B498-43B3-948B-1728B52AA6E4}">
                <adec:decorative xmlns:adec="http://schemas.microsoft.com/office/drawing/2017/decorative" val="1"/>
              </a:ext>
            </a:extLst>
          </p:cNvPr>
          <p:cNvCxnSpPr>
            <a:cxnSpLocks/>
          </p:cNvCxnSpPr>
          <p:nvPr/>
        </p:nvCxnSpPr>
        <p:spPr>
          <a:xfrm flipH="1">
            <a:off x="571500" y="5712642"/>
            <a:ext cx="35306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19" name="Graphic 9">
            <a:extLst>
              <a:ext uri="{FF2B5EF4-FFF2-40B4-BE49-F238E27FC236}">
                <a16:creationId xmlns:a16="http://schemas.microsoft.com/office/drawing/2014/main" id="{F94AC87C-BA6C-563B-D00A-B14FBBF54266}"/>
              </a:ext>
              <a:ext uri="{C183D7F6-B498-43B3-948B-1728B52AA6E4}">
                <adec:decorative xmlns:adec="http://schemas.microsoft.com/office/drawing/2017/decorative" val="1"/>
              </a:ext>
            </a:extLst>
          </p:cNvPr>
          <p:cNvGrpSpPr/>
          <p:nvPr/>
        </p:nvGrpSpPr>
        <p:grpSpPr>
          <a:xfrm>
            <a:off x="5033454" y="1061719"/>
            <a:ext cx="161575" cy="235712"/>
            <a:chOff x="5033454" y="1061719"/>
            <a:chExt cx="161575" cy="235712"/>
          </a:xfrm>
        </p:grpSpPr>
        <p:sp>
          <p:nvSpPr>
            <p:cNvPr id="20" name="Freeform: Shape 19">
              <a:extLst>
                <a:ext uri="{FF2B5EF4-FFF2-40B4-BE49-F238E27FC236}">
                  <a16:creationId xmlns:a16="http://schemas.microsoft.com/office/drawing/2014/main" id="{67111F7B-4578-B680-02E9-B992D9EB55FD}"/>
                </a:ext>
              </a:extLst>
            </p:cNvPr>
            <p:cNvSpPr/>
            <p:nvPr/>
          </p:nvSpPr>
          <p:spPr>
            <a:xfrm>
              <a:off x="5115654" y="1061719"/>
              <a:ext cx="79375" cy="235712"/>
            </a:xfrm>
            <a:custGeom>
              <a:avLst/>
              <a:gdLst>
                <a:gd name="connsiteX0" fmla="*/ 79375 w 79375"/>
                <a:gd name="connsiteY0" fmla="*/ 79375 h 235712"/>
                <a:gd name="connsiteX1" fmla="*/ 0 w 79375"/>
                <a:gd name="connsiteY1" fmla="*/ 0 h 235712"/>
                <a:gd name="connsiteX2" fmla="*/ 0 w 79375"/>
                <a:gd name="connsiteY2" fmla="*/ 235712 h 235712"/>
                <a:gd name="connsiteX3" fmla="*/ 0 w 79375"/>
                <a:gd name="connsiteY3" fmla="*/ 235712 h 235712"/>
                <a:gd name="connsiteX4" fmla="*/ 79375 w 79375"/>
                <a:gd name="connsiteY4" fmla="*/ 79375 h 23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2">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D858086D-02A0-F2F2-CD8C-6EC2359AAB0F}"/>
                </a:ext>
              </a:extLst>
            </p:cNvPr>
            <p:cNvSpPr/>
            <p:nvPr/>
          </p:nvSpPr>
          <p:spPr>
            <a:xfrm>
              <a:off x="5033454" y="1061719"/>
              <a:ext cx="79375" cy="235712"/>
            </a:xfrm>
            <a:custGeom>
              <a:avLst/>
              <a:gdLst>
                <a:gd name="connsiteX0" fmla="*/ 0 w 79375"/>
                <a:gd name="connsiteY0" fmla="*/ 79375 h 235712"/>
                <a:gd name="connsiteX1" fmla="*/ 79375 w 79375"/>
                <a:gd name="connsiteY1" fmla="*/ 235712 h 235712"/>
                <a:gd name="connsiteX2" fmla="*/ 79375 w 79375"/>
                <a:gd name="connsiteY2" fmla="*/ 0 h 235712"/>
                <a:gd name="connsiteX3" fmla="*/ 0 w 79375"/>
                <a:gd name="connsiteY3" fmla="*/ 79375 h 235712"/>
              </a:gdLst>
              <a:ahLst/>
              <a:cxnLst>
                <a:cxn ang="0">
                  <a:pos x="connsiteX0" y="connsiteY0"/>
                </a:cxn>
                <a:cxn ang="0">
                  <a:pos x="connsiteX1" y="connsiteY1"/>
                </a:cxn>
                <a:cxn ang="0">
                  <a:pos x="connsiteX2" y="connsiteY2"/>
                </a:cxn>
                <a:cxn ang="0">
                  <a:pos x="connsiteX3" y="connsiteY3"/>
                </a:cxn>
              </a:cxnLst>
              <a:rect l="l" t="t" r="r" b="b"/>
              <a:pathLst>
                <a:path w="79375" h="235712">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3" name="Freeform: Shape 22">
            <a:extLst>
              <a:ext uri="{FF2B5EF4-FFF2-40B4-BE49-F238E27FC236}">
                <a16:creationId xmlns:a16="http://schemas.microsoft.com/office/drawing/2014/main" id="{3E81820E-FE37-5136-33BD-E067224D5FF2}"/>
              </a:ext>
              <a:ext uri="{C183D7F6-B498-43B3-948B-1728B52AA6E4}">
                <adec:decorative xmlns:adec="http://schemas.microsoft.com/office/drawing/2017/decorative" val="1"/>
              </a:ext>
            </a:extLst>
          </p:cNvPr>
          <p:cNvSpPr/>
          <p:nvPr/>
        </p:nvSpPr>
        <p:spPr>
          <a:xfrm>
            <a:off x="4984750" y="3600450"/>
            <a:ext cx="158622" cy="235521"/>
          </a:xfrm>
          <a:custGeom>
            <a:avLst/>
            <a:gdLst>
              <a:gd name="connsiteX0" fmla="*/ 79311 w 158622"/>
              <a:gd name="connsiteY0" fmla="*/ 0 h 235521"/>
              <a:gd name="connsiteX1" fmla="*/ 0 w 158622"/>
              <a:gd name="connsiteY1" fmla="*/ 79311 h 235521"/>
              <a:gd name="connsiteX2" fmla="*/ 79311 w 158622"/>
              <a:gd name="connsiteY2" fmla="*/ 235522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7" y="0"/>
                  <a:pt x="0" y="35497"/>
                  <a:pt x="0" y="79311"/>
                </a:cubicBezTo>
                <a:cubicBezTo>
                  <a:pt x="0" y="145669"/>
                  <a:pt x="79311" y="235522"/>
                  <a:pt x="79311" y="235522"/>
                </a:cubicBezTo>
                <a:cubicBezTo>
                  <a:pt x="79311" y="235522"/>
                  <a:pt x="158623" y="146558"/>
                  <a:pt x="158623" y="79311"/>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874898A8-730B-0232-B26D-203B3F3B10B4}"/>
              </a:ext>
              <a:ext uri="{C183D7F6-B498-43B3-948B-1728B52AA6E4}">
                <adec:decorative xmlns:adec="http://schemas.microsoft.com/office/drawing/2017/decorative" val="1"/>
              </a:ext>
            </a:extLst>
          </p:cNvPr>
          <p:cNvSpPr/>
          <p:nvPr/>
        </p:nvSpPr>
        <p:spPr>
          <a:xfrm>
            <a:off x="6081585" y="2717482"/>
            <a:ext cx="158623" cy="235521"/>
          </a:xfrm>
          <a:custGeom>
            <a:avLst/>
            <a:gdLst>
              <a:gd name="connsiteX0" fmla="*/ 79311 w 158623"/>
              <a:gd name="connsiteY0" fmla="*/ 0 h 235521"/>
              <a:gd name="connsiteX1" fmla="*/ 0 w 158623"/>
              <a:gd name="connsiteY1" fmla="*/ 79311 h 235521"/>
              <a:gd name="connsiteX2" fmla="*/ 79311 w 158623"/>
              <a:gd name="connsiteY2" fmla="*/ 235521 h 235521"/>
              <a:gd name="connsiteX3" fmla="*/ 158623 w 158623"/>
              <a:gd name="connsiteY3" fmla="*/ 79311 h 235521"/>
              <a:gd name="connsiteX4" fmla="*/ 79311 w 158623"/>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3" h="235521">
                <a:moveTo>
                  <a:pt x="79311" y="0"/>
                </a:moveTo>
                <a:cubicBezTo>
                  <a:pt x="35497"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E08D284-FC3C-00D8-DE3B-2DF3BAF74137}"/>
              </a:ext>
              <a:ext uri="{C183D7F6-B498-43B3-948B-1728B52AA6E4}">
                <adec:decorative xmlns:adec="http://schemas.microsoft.com/office/drawing/2017/decorative" val="1"/>
              </a:ext>
            </a:extLst>
          </p:cNvPr>
          <p:cNvSpPr/>
          <p:nvPr/>
        </p:nvSpPr>
        <p:spPr>
          <a:xfrm>
            <a:off x="5935662" y="4036885"/>
            <a:ext cx="158622" cy="235521"/>
          </a:xfrm>
          <a:custGeom>
            <a:avLst/>
            <a:gdLst>
              <a:gd name="connsiteX0" fmla="*/ 79311 w 158622"/>
              <a:gd name="connsiteY0" fmla="*/ 0 h 235521"/>
              <a:gd name="connsiteX1" fmla="*/ 0 w 158622"/>
              <a:gd name="connsiteY1" fmla="*/ 79311 h 235521"/>
              <a:gd name="connsiteX2" fmla="*/ 79311 w 158622"/>
              <a:gd name="connsiteY2" fmla="*/ 235522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7" y="0"/>
                  <a:pt x="0" y="35497"/>
                  <a:pt x="0" y="79311"/>
                </a:cubicBezTo>
                <a:cubicBezTo>
                  <a:pt x="0" y="145669"/>
                  <a:pt x="79311" y="235522"/>
                  <a:pt x="79311" y="235522"/>
                </a:cubicBezTo>
                <a:cubicBezTo>
                  <a:pt x="79311" y="235522"/>
                  <a:pt x="158623" y="146558"/>
                  <a:pt x="158623" y="79311"/>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99E85B4-153B-BAD5-FFC0-5914DC9BECEF}"/>
              </a:ext>
              <a:ext uri="{C183D7F6-B498-43B3-948B-1728B52AA6E4}">
                <adec:decorative xmlns:adec="http://schemas.microsoft.com/office/drawing/2017/decorative" val="1"/>
              </a:ext>
            </a:extLst>
          </p:cNvPr>
          <p:cNvSpPr/>
          <p:nvPr/>
        </p:nvSpPr>
        <p:spPr>
          <a:xfrm>
            <a:off x="8050339" y="4634166"/>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5951A289-8D52-43E8-D209-2F4B631D8495}"/>
              </a:ext>
              <a:ext uri="{C183D7F6-B498-43B3-948B-1728B52AA6E4}">
                <adec:decorative xmlns:adec="http://schemas.microsoft.com/office/drawing/2017/decorative" val="1"/>
              </a:ext>
            </a:extLst>
          </p:cNvPr>
          <p:cNvSpPr/>
          <p:nvPr/>
        </p:nvSpPr>
        <p:spPr>
          <a:xfrm>
            <a:off x="8991600" y="3232150"/>
            <a:ext cx="158622" cy="235521"/>
          </a:xfrm>
          <a:custGeom>
            <a:avLst/>
            <a:gdLst>
              <a:gd name="connsiteX0" fmla="*/ 79311 w 158622"/>
              <a:gd name="connsiteY0" fmla="*/ 0 h 235521"/>
              <a:gd name="connsiteX1" fmla="*/ 0 w 158622"/>
              <a:gd name="connsiteY1" fmla="*/ 79311 h 235521"/>
              <a:gd name="connsiteX2" fmla="*/ 79311 w 158622"/>
              <a:gd name="connsiteY2" fmla="*/ 235522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1"/>
                </a:cubicBezTo>
                <a:cubicBezTo>
                  <a:pt x="0" y="145669"/>
                  <a:pt x="79311" y="235522"/>
                  <a:pt x="79311" y="235522"/>
                </a:cubicBezTo>
                <a:cubicBezTo>
                  <a:pt x="79311" y="235522"/>
                  <a:pt x="158623" y="146558"/>
                  <a:pt x="158623" y="79311"/>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F860F659-21E9-8C7B-29D4-8F3B97E7E99C}"/>
              </a:ext>
              <a:ext uri="{C183D7F6-B498-43B3-948B-1728B52AA6E4}">
                <adec:decorative xmlns:adec="http://schemas.microsoft.com/office/drawing/2017/decorative" val="1"/>
              </a:ext>
            </a:extLst>
          </p:cNvPr>
          <p:cNvSpPr/>
          <p:nvPr/>
        </p:nvSpPr>
        <p:spPr>
          <a:xfrm>
            <a:off x="8378888" y="3143250"/>
            <a:ext cx="158622" cy="235521"/>
          </a:xfrm>
          <a:custGeom>
            <a:avLst/>
            <a:gdLst>
              <a:gd name="connsiteX0" fmla="*/ 79311 w 158622"/>
              <a:gd name="connsiteY0" fmla="*/ 0 h 235521"/>
              <a:gd name="connsiteX1" fmla="*/ 0 w 158622"/>
              <a:gd name="connsiteY1" fmla="*/ 79311 h 235521"/>
              <a:gd name="connsiteX2" fmla="*/ 79311 w 158622"/>
              <a:gd name="connsiteY2" fmla="*/ 235522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2"/>
                  <a:pt x="79311" y="235522"/>
                </a:cubicBezTo>
                <a:cubicBezTo>
                  <a:pt x="79311" y="235522"/>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4F1F208-19D5-B175-C7A9-AEB52CFD9B0F}"/>
              </a:ext>
              <a:ext uri="{C183D7F6-B498-43B3-948B-1728B52AA6E4}">
                <adec:decorative xmlns:adec="http://schemas.microsoft.com/office/drawing/2017/decorative" val="1"/>
              </a:ext>
            </a:extLst>
          </p:cNvPr>
          <p:cNvSpPr/>
          <p:nvPr/>
        </p:nvSpPr>
        <p:spPr>
          <a:xfrm>
            <a:off x="8610600" y="2086673"/>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40D637E-F056-D58A-CD37-289629518F8F}"/>
              </a:ext>
              <a:ext uri="{C183D7F6-B498-43B3-948B-1728B52AA6E4}">
                <adec:decorative xmlns:adec="http://schemas.microsoft.com/office/drawing/2017/decorative" val="1"/>
              </a:ext>
            </a:extLst>
          </p:cNvPr>
          <p:cNvSpPr/>
          <p:nvPr/>
        </p:nvSpPr>
        <p:spPr>
          <a:xfrm>
            <a:off x="10764139" y="5352478"/>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622"/>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5FC5C70-6D55-4CCD-6FA4-05BEE89B0A2F}"/>
              </a:ext>
              <a:ext uri="{C183D7F6-B498-43B3-948B-1728B52AA6E4}">
                <adec:decorative xmlns:adec="http://schemas.microsoft.com/office/drawing/2017/decorative" val="1"/>
              </a:ext>
            </a:extLst>
          </p:cNvPr>
          <p:cNvSpPr/>
          <p:nvPr/>
        </p:nvSpPr>
        <p:spPr>
          <a:xfrm>
            <a:off x="10041318" y="2889885"/>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6" y="0"/>
                  <a:pt x="79311" y="0"/>
                </a:cubicBezTo>
              </a:path>
            </a:pathLst>
          </a:custGeom>
          <a:solidFill>
            <a:schemeClr val="accent1"/>
          </a:solid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39B180F-A3BF-9932-3C78-9E59EDAC5E20}"/>
              </a:ext>
              <a:ext uri="{C183D7F6-B498-43B3-948B-1728B52AA6E4}">
                <adec:decorative xmlns:adec="http://schemas.microsoft.com/office/drawing/2017/decorative" val="1"/>
              </a:ext>
            </a:extLst>
          </p:cNvPr>
          <p:cNvSpPr/>
          <p:nvPr/>
        </p:nvSpPr>
        <p:spPr>
          <a:xfrm>
            <a:off x="10883900" y="2877185"/>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FECFC94-E20F-5931-B093-23E4DF82ABD1}"/>
              </a:ext>
              <a:ext uri="{C183D7F6-B498-43B3-948B-1728B52AA6E4}">
                <adec:decorative xmlns:adec="http://schemas.microsoft.com/office/drawing/2017/decorative" val="1"/>
              </a:ext>
            </a:extLst>
          </p:cNvPr>
          <p:cNvSpPr/>
          <p:nvPr/>
        </p:nvSpPr>
        <p:spPr>
          <a:xfrm>
            <a:off x="10762678" y="3472878"/>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B6C14AD-9492-90C4-D8D1-DC5439EE0215}"/>
              </a:ext>
              <a:ext uri="{C183D7F6-B498-43B3-948B-1728B52AA6E4}">
                <adec:decorative xmlns:adec="http://schemas.microsoft.com/office/drawing/2017/decorative" val="1"/>
              </a:ext>
            </a:extLst>
          </p:cNvPr>
          <p:cNvSpPr/>
          <p:nvPr/>
        </p:nvSpPr>
        <p:spPr>
          <a:xfrm>
            <a:off x="9537890" y="3568128"/>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A98975A1-C937-0299-AD51-F51A818A08CF}"/>
              </a:ext>
              <a:ext uri="{C183D7F6-B498-43B3-948B-1728B52AA6E4}">
                <adec:decorative xmlns:adec="http://schemas.microsoft.com/office/drawing/2017/decorative" val="1"/>
              </a:ext>
            </a:extLst>
          </p:cNvPr>
          <p:cNvSpPr/>
          <p:nvPr/>
        </p:nvSpPr>
        <p:spPr>
          <a:xfrm>
            <a:off x="10982261" y="2595879"/>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9A70A4BF-414B-0210-21E7-C05FD8E43EE7}"/>
              </a:ext>
              <a:ext uri="{C183D7F6-B498-43B3-948B-1728B52AA6E4}">
                <adec:decorative xmlns:adec="http://schemas.microsoft.com/office/drawing/2017/decorative" val="1"/>
              </a:ext>
            </a:extLst>
          </p:cNvPr>
          <p:cNvSpPr/>
          <p:nvPr/>
        </p:nvSpPr>
        <p:spPr>
          <a:xfrm>
            <a:off x="11158537" y="2726626"/>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4CA10BA-2C09-738B-B5DC-CE1976899FDD}"/>
              </a:ext>
              <a:ext uri="{C183D7F6-B498-43B3-948B-1728B52AA6E4}">
                <adec:decorative xmlns:adec="http://schemas.microsoft.com/office/drawing/2017/decorative" val="1"/>
              </a:ext>
            </a:extLst>
          </p:cNvPr>
          <p:cNvSpPr/>
          <p:nvPr/>
        </p:nvSpPr>
        <p:spPr>
          <a:xfrm>
            <a:off x="11041062" y="2217102"/>
            <a:ext cx="158622" cy="235521"/>
          </a:xfrm>
          <a:custGeom>
            <a:avLst/>
            <a:gdLst>
              <a:gd name="connsiteX0" fmla="*/ 79311 w 158622"/>
              <a:gd name="connsiteY0" fmla="*/ 0 h 235521"/>
              <a:gd name="connsiteX1" fmla="*/ 0 w 158622"/>
              <a:gd name="connsiteY1" fmla="*/ 79312 h 235521"/>
              <a:gd name="connsiteX2" fmla="*/ 79311 w 158622"/>
              <a:gd name="connsiteY2" fmla="*/ 235521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2"/>
                </a:cubicBezTo>
                <a:cubicBezTo>
                  <a:pt x="0" y="145669"/>
                  <a:pt x="79311" y="235521"/>
                  <a:pt x="79311" y="235521"/>
                </a:cubicBezTo>
                <a:cubicBezTo>
                  <a:pt x="79311" y="235521"/>
                  <a:pt x="158623" y="146558"/>
                  <a:pt x="158623" y="79312"/>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B28F7EE-A58D-BCDC-A6E5-4C992BCCCA1D}"/>
              </a:ext>
              <a:ext uri="{C183D7F6-B498-43B3-948B-1728B52AA6E4}">
                <adec:decorative xmlns:adec="http://schemas.microsoft.com/office/drawing/2017/decorative" val="1"/>
              </a:ext>
            </a:extLst>
          </p:cNvPr>
          <p:cNvSpPr/>
          <p:nvPr/>
        </p:nvSpPr>
        <p:spPr>
          <a:xfrm>
            <a:off x="11372850" y="2245105"/>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grpSp>
        <p:nvGrpSpPr>
          <p:cNvPr id="41" name="Graphic 9">
            <a:extLst>
              <a:ext uri="{FF2B5EF4-FFF2-40B4-BE49-F238E27FC236}">
                <a16:creationId xmlns:a16="http://schemas.microsoft.com/office/drawing/2014/main" id="{4BE7E6E7-768D-4324-942E-17357A12F875}"/>
              </a:ext>
              <a:ext uri="{C183D7F6-B498-43B3-948B-1728B52AA6E4}">
                <adec:decorative xmlns:adec="http://schemas.microsoft.com/office/drawing/2017/decorative" val="1"/>
              </a:ext>
            </a:extLst>
          </p:cNvPr>
          <p:cNvGrpSpPr/>
          <p:nvPr/>
        </p:nvGrpSpPr>
        <p:grpSpPr>
          <a:xfrm>
            <a:off x="7004050" y="2933700"/>
            <a:ext cx="172021" cy="235711"/>
            <a:chOff x="7004050" y="2933700"/>
            <a:chExt cx="172021" cy="235711"/>
          </a:xfrm>
        </p:grpSpPr>
        <p:sp>
          <p:nvSpPr>
            <p:cNvPr id="42" name="Freeform: Shape 41">
              <a:extLst>
                <a:ext uri="{FF2B5EF4-FFF2-40B4-BE49-F238E27FC236}">
                  <a16:creationId xmlns:a16="http://schemas.microsoft.com/office/drawing/2014/main" id="{23B061C3-43DE-AD41-7368-47A585E710C4}"/>
                </a:ext>
              </a:extLst>
            </p:cNvPr>
            <p:cNvSpPr/>
            <p:nvPr/>
          </p:nvSpPr>
          <p:spPr>
            <a:xfrm>
              <a:off x="7096696" y="29337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2A06F92-31DD-7541-1600-C4815C41DF0E}"/>
                </a:ext>
              </a:extLst>
            </p:cNvPr>
            <p:cNvSpPr/>
            <p:nvPr/>
          </p:nvSpPr>
          <p:spPr>
            <a:xfrm>
              <a:off x="7004050" y="29337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4" name="Graphic 9">
            <a:extLst>
              <a:ext uri="{FF2B5EF4-FFF2-40B4-BE49-F238E27FC236}">
                <a16:creationId xmlns:a16="http://schemas.microsoft.com/office/drawing/2014/main" id="{7B9759A9-7656-EFDC-D2C8-F7FAC2BD255A}"/>
              </a:ext>
              <a:ext uri="{C183D7F6-B498-43B3-948B-1728B52AA6E4}">
                <adec:decorative xmlns:adec="http://schemas.microsoft.com/office/drawing/2017/decorative" val="1"/>
              </a:ext>
            </a:extLst>
          </p:cNvPr>
          <p:cNvGrpSpPr/>
          <p:nvPr/>
        </p:nvGrpSpPr>
        <p:grpSpPr>
          <a:xfrm>
            <a:off x="8375650" y="4813300"/>
            <a:ext cx="172021" cy="235711"/>
            <a:chOff x="8375650" y="4813300"/>
            <a:chExt cx="172021" cy="235711"/>
          </a:xfrm>
        </p:grpSpPr>
        <p:sp>
          <p:nvSpPr>
            <p:cNvPr id="45" name="Freeform: Shape 44">
              <a:extLst>
                <a:ext uri="{FF2B5EF4-FFF2-40B4-BE49-F238E27FC236}">
                  <a16:creationId xmlns:a16="http://schemas.microsoft.com/office/drawing/2014/main" id="{A80C8ED5-10EE-DFE7-CFB1-1FE0A48AD266}"/>
                </a:ext>
              </a:extLst>
            </p:cNvPr>
            <p:cNvSpPr/>
            <p:nvPr/>
          </p:nvSpPr>
          <p:spPr>
            <a:xfrm>
              <a:off x="8468296" y="48133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7048907-AC4F-4A24-4C1E-DAF89DCA6F99}"/>
                </a:ext>
              </a:extLst>
            </p:cNvPr>
            <p:cNvSpPr/>
            <p:nvPr/>
          </p:nvSpPr>
          <p:spPr>
            <a:xfrm>
              <a:off x="8375650" y="48133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7" name="Graphic 9">
            <a:extLst>
              <a:ext uri="{FF2B5EF4-FFF2-40B4-BE49-F238E27FC236}">
                <a16:creationId xmlns:a16="http://schemas.microsoft.com/office/drawing/2014/main" id="{882C9842-99C7-5D06-C7A5-3948448D0F1D}"/>
              </a:ext>
              <a:ext uri="{C183D7F6-B498-43B3-948B-1728B52AA6E4}">
                <adec:decorative xmlns:adec="http://schemas.microsoft.com/office/drawing/2017/decorative" val="1"/>
              </a:ext>
            </a:extLst>
          </p:cNvPr>
          <p:cNvGrpSpPr/>
          <p:nvPr/>
        </p:nvGrpSpPr>
        <p:grpSpPr>
          <a:xfrm>
            <a:off x="9963150" y="4063238"/>
            <a:ext cx="161511" cy="235711"/>
            <a:chOff x="9963150" y="4063238"/>
            <a:chExt cx="161511" cy="235711"/>
          </a:xfrm>
        </p:grpSpPr>
        <p:sp>
          <p:nvSpPr>
            <p:cNvPr id="48" name="Freeform: Shape 47">
              <a:extLst>
                <a:ext uri="{FF2B5EF4-FFF2-40B4-BE49-F238E27FC236}">
                  <a16:creationId xmlns:a16="http://schemas.microsoft.com/office/drawing/2014/main" id="{F96E4B39-6044-36D6-D053-09E8AFAE4674}"/>
                </a:ext>
              </a:extLst>
            </p:cNvPr>
            <p:cNvSpPr/>
            <p:nvPr/>
          </p:nvSpPr>
          <p:spPr>
            <a:xfrm>
              <a:off x="10045286" y="40632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3AE894BD-FB7F-36B4-A5E0-09ADF86C4C5E}"/>
                </a:ext>
              </a:extLst>
            </p:cNvPr>
            <p:cNvSpPr/>
            <p:nvPr/>
          </p:nvSpPr>
          <p:spPr>
            <a:xfrm>
              <a:off x="9963150" y="40632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50" name="Graphic 9">
            <a:extLst>
              <a:ext uri="{FF2B5EF4-FFF2-40B4-BE49-F238E27FC236}">
                <a16:creationId xmlns:a16="http://schemas.microsoft.com/office/drawing/2014/main" id="{609A019A-0C10-A795-B65A-684D358A2C39}"/>
              </a:ext>
              <a:ext uri="{C183D7F6-B498-43B3-948B-1728B52AA6E4}">
                <adec:decorative xmlns:adec="http://schemas.microsoft.com/office/drawing/2017/decorative" val="1"/>
              </a:ext>
            </a:extLst>
          </p:cNvPr>
          <p:cNvGrpSpPr/>
          <p:nvPr/>
        </p:nvGrpSpPr>
        <p:grpSpPr>
          <a:xfrm>
            <a:off x="10477500" y="3600450"/>
            <a:ext cx="161511" cy="235711"/>
            <a:chOff x="10477500" y="3600450"/>
            <a:chExt cx="161511" cy="235711"/>
          </a:xfrm>
        </p:grpSpPr>
        <p:sp>
          <p:nvSpPr>
            <p:cNvPr id="51" name="Freeform: Shape 50">
              <a:extLst>
                <a:ext uri="{FF2B5EF4-FFF2-40B4-BE49-F238E27FC236}">
                  <a16:creationId xmlns:a16="http://schemas.microsoft.com/office/drawing/2014/main" id="{FB347201-52BB-060D-63B2-131F6EAB9652}"/>
                </a:ext>
              </a:extLst>
            </p:cNvPr>
            <p:cNvSpPr/>
            <p:nvPr/>
          </p:nvSpPr>
          <p:spPr>
            <a:xfrm>
              <a:off x="10559636" y="360045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4D33D94A-CDEC-02BA-F40F-5DAD630FBAFA}"/>
                </a:ext>
              </a:extLst>
            </p:cNvPr>
            <p:cNvSpPr/>
            <p:nvPr/>
          </p:nvSpPr>
          <p:spPr>
            <a:xfrm>
              <a:off x="10477500" y="360045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53" name="Graphic 9">
            <a:extLst>
              <a:ext uri="{FF2B5EF4-FFF2-40B4-BE49-F238E27FC236}">
                <a16:creationId xmlns:a16="http://schemas.microsoft.com/office/drawing/2014/main" id="{4EFFC8D5-BCED-4173-C5A5-A662AA33140F}"/>
              </a:ext>
              <a:ext uri="{C183D7F6-B498-43B3-948B-1728B52AA6E4}">
                <adec:decorative xmlns:adec="http://schemas.microsoft.com/office/drawing/2017/decorative" val="1"/>
              </a:ext>
            </a:extLst>
          </p:cNvPr>
          <p:cNvGrpSpPr/>
          <p:nvPr/>
        </p:nvGrpSpPr>
        <p:grpSpPr>
          <a:xfrm>
            <a:off x="9302178" y="2533650"/>
            <a:ext cx="172021" cy="235711"/>
            <a:chOff x="9302178" y="2533650"/>
            <a:chExt cx="172021" cy="235711"/>
          </a:xfrm>
        </p:grpSpPr>
        <p:sp>
          <p:nvSpPr>
            <p:cNvPr id="54" name="Freeform: Shape 53">
              <a:extLst>
                <a:ext uri="{FF2B5EF4-FFF2-40B4-BE49-F238E27FC236}">
                  <a16:creationId xmlns:a16="http://schemas.microsoft.com/office/drawing/2014/main" id="{790A209F-CBB3-7353-B95D-C597EC4A380B}"/>
                </a:ext>
              </a:extLst>
            </p:cNvPr>
            <p:cNvSpPr/>
            <p:nvPr/>
          </p:nvSpPr>
          <p:spPr>
            <a:xfrm>
              <a:off x="9394825" y="253365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A9AF0868-8BE2-B3EC-3B8D-1B28A82A6DA9}"/>
                </a:ext>
              </a:extLst>
            </p:cNvPr>
            <p:cNvSpPr/>
            <p:nvPr/>
          </p:nvSpPr>
          <p:spPr>
            <a:xfrm>
              <a:off x="9302178" y="253365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56" name="Graphic 9">
            <a:extLst>
              <a:ext uri="{FF2B5EF4-FFF2-40B4-BE49-F238E27FC236}">
                <a16:creationId xmlns:a16="http://schemas.microsoft.com/office/drawing/2014/main" id="{9075D9FA-4397-508A-C71D-679E12120470}"/>
              </a:ext>
              <a:ext uri="{C183D7F6-B498-43B3-948B-1728B52AA6E4}">
                <adec:decorative xmlns:adec="http://schemas.microsoft.com/office/drawing/2017/decorative" val="1"/>
              </a:ext>
            </a:extLst>
          </p:cNvPr>
          <p:cNvGrpSpPr/>
          <p:nvPr/>
        </p:nvGrpSpPr>
        <p:grpSpPr>
          <a:xfrm>
            <a:off x="11499722" y="2073973"/>
            <a:ext cx="172021" cy="235712"/>
            <a:chOff x="11499722" y="2073973"/>
            <a:chExt cx="172021" cy="235712"/>
          </a:xfrm>
        </p:grpSpPr>
        <p:sp>
          <p:nvSpPr>
            <p:cNvPr id="57" name="Freeform: Shape 56">
              <a:extLst>
                <a:ext uri="{FF2B5EF4-FFF2-40B4-BE49-F238E27FC236}">
                  <a16:creationId xmlns:a16="http://schemas.microsoft.com/office/drawing/2014/main" id="{4188286C-E648-BA2F-8B70-0C2E3F5092A9}"/>
                </a:ext>
              </a:extLst>
            </p:cNvPr>
            <p:cNvSpPr/>
            <p:nvPr/>
          </p:nvSpPr>
          <p:spPr>
            <a:xfrm>
              <a:off x="11592369" y="2073973"/>
              <a:ext cx="79375" cy="235712"/>
            </a:xfrm>
            <a:custGeom>
              <a:avLst/>
              <a:gdLst>
                <a:gd name="connsiteX0" fmla="*/ 79375 w 79375"/>
                <a:gd name="connsiteY0" fmla="*/ 79375 h 235712"/>
                <a:gd name="connsiteX1" fmla="*/ 0 w 79375"/>
                <a:gd name="connsiteY1" fmla="*/ 0 h 235712"/>
                <a:gd name="connsiteX2" fmla="*/ 0 w 79375"/>
                <a:gd name="connsiteY2" fmla="*/ 235712 h 235712"/>
                <a:gd name="connsiteX3" fmla="*/ 0 w 79375"/>
                <a:gd name="connsiteY3" fmla="*/ 235712 h 235712"/>
                <a:gd name="connsiteX4" fmla="*/ 79375 w 79375"/>
                <a:gd name="connsiteY4" fmla="*/ 79375 h 23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2">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CC0F406-D720-B5C6-342B-C67372E0AD70}"/>
                </a:ext>
              </a:extLst>
            </p:cNvPr>
            <p:cNvSpPr/>
            <p:nvPr/>
          </p:nvSpPr>
          <p:spPr>
            <a:xfrm>
              <a:off x="11499722" y="2073973"/>
              <a:ext cx="79375" cy="235712"/>
            </a:xfrm>
            <a:custGeom>
              <a:avLst/>
              <a:gdLst>
                <a:gd name="connsiteX0" fmla="*/ 0 w 79375"/>
                <a:gd name="connsiteY0" fmla="*/ 79375 h 235712"/>
                <a:gd name="connsiteX1" fmla="*/ 79375 w 79375"/>
                <a:gd name="connsiteY1" fmla="*/ 235712 h 235712"/>
                <a:gd name="connsiteX2" fmla="*/ 79375 w 79375"/>
                <a:gd name="connsiteY2" fmla="*/ 0 h 235712"/>
                <a:gd name="connsiteX3" fmla="*/ 0 w 79375"/>
                <a:gd name="connsiteY3" fmla="*/ 79375 h 235712"/>
              </a:gdLst>
              <a:ahLst/>
              <a:cxnLst>
                <a:cxn ang="0">
                  <a:pos x="connsiteX0" y="connsiteY0"/>
                </a:cxn>
                <a:cxn ang="0">
                  <a:pos x="connsiteX1" y="connsiteY1"/>
                </a:cxn>
                <a:cxn ang="0">
                  <a:pos x="connsiteX2" y="connsiteY2"/>
                </a:cxn>
                <a:cxn ang="0">
                  <a:pos x="connsiteX3" y="connsiteY3"/>
                </a:cxn>
              </a:cxnLst>
              <a:rect l="l" t="t" r="r" b="b"/>
              <a:pathLst>
                <a:path w="79375" h="235712">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tlCol="0" anchor="ctr"/>
            <a:lstStyle/>
            <a:p>
              <a:endParaRPr lang="en-US"/>
            </a:p>
          </p:txBody>
        </p:sp>
      </p:grpSp>
      <p:grpSp>
        <p:nvGrpSpPr>
          <p:cNvPr id="59" name="Graphic 9">
            <a:extLst>
              <a:ext uri="{FF2B5EF4-FFF2-40B4-BE49-F238E27FC236}">
                <a16:creationId xmlns:a16="http://schemas.microsoft.com/office/drawing/2014/main" id="{95C0BC51-255B-CC71-D1D7-6450D726E3DA}"/>
              </a:ext>
              <a:ext uri="{C183D7F6-B498-43B3-948B-1728B52AA6E4}">
                <adec:decorative xmlns:adec="http://schemas.microsoft.com/office/drawing/2017/decorative" val="1"/>
              </a:ext>
            </a:extLst>
          </p:cNvPr>
          <p:cNvGrpSpPr/>
          <p:nvPr/>
        </p:nvGrpSpPr>
        <p:grpSpPr>
          <a:xfrm>
            <a:off x="4813300" y="1497838"/>
            <a:ext cx="172021" cy="235711"/>
            <a:chOff x="4813300" y="1497838"/>
            <a:chExt cx="172021" cy="235711"/>
          </a:xfrm>
        </p:grpSpPr>
        <p:sp>
          <p:nvSpPr>
            <p:cNvPr id="60" name="Freeform: Shape 59">
              <a:extLst>
                <a:ext uri="{FF2B5EF4-FFF2-40B4-BE49-F238E27FC236}">
                  <a16:creationId xmlns:a16="http://schemas.microsoft.com/office/drawing/2014/main" id="{64E6D44B-6434-1889-8A40-9E138FE98DC9}"/>
                </a:ext>
              </a:extLst>
            </p:cNvPr>
            <p:cNvSpPr/>
            <p:nvPr/>
          </p:nvSpPr>
          <p:spPr>
            <a:xfrm>
              <a:off x="4905946" y="14978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7E1867A6-218B-A0F4-1EE5-4A567E238F90}"/>
                </a:ext>
              </a:extLst>
            </p:cNvPr>
            <p:cNvSpPr/>
            <p:nvPr/>
          </p:nvSpPr>
          <p:spPr>
            <a:xfrm>
              <a:off x="4813300" y="14978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29" name="Graphic 9">
            <a:extLst>
              <a:ext uri="{FF2B5EF4-FFF2-40B4-BE49-F238E27FC236}">
                <a16:creationId xmlns:a16="http://schemas.microsoft.com/office/drawing/2014/main" id="{ADFC4417-B9F7-EAF2-3321-89EC91E1A43C}"/>
              </a:ext>
              <a:ext uri="{C183D7F6-B498-43B3-948B-1728B52AA6E4}">
                <adec:decorative xmlns:adec="http://schemas.microsoft.com/office/drawing/2017/decorative" val="1"/>
              </a:ext>
            </a:extLst>
          </p:cNvPr>
          <p:cNvGrpSpPr/>
          <p:nvPr/>
        </p:nvGrpSpPr>
        <p:grpSpPr>
          <a:xfrm>
            <a:off x="4991100" y="3873500"/>
            <a:ext cx="161511" cy="235711"/>
            <a:chOff x="4991100" y="3873500"/>
            <a:chExt cx="161511" cy="235711"/>
          </a:xfrm>
        </p:grpSpPr>
        <p:sp>
          <p:nvSpPr>
            <p:cNvPr id="130" name="Freeform: Shape 129">
              <a:extLst>
                <a:ext uri="{FF2B5EF4-FFF2-40B4-BE49-F238E27FC236}">
                  <a16:creationId xmlns:a16="http://schemas.microsoft.com/office/drawing/2014/main" id="{B9D5328C-964E-9CBB-DD26-5396E8C9EF1B}"/>
                </a:ext>
              </a:extLst>
            </p:cNvPr>
            <p:cNvSpPr/>
            <p:nvPr/>
          </p:nvSpPr>
          <p:spPr>
            <a:xfrm>
              <a:off x="5073236" y="38735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tx1"/>
            </a:solidFill>
            <a:ln w="6350"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C176EA3D-6E44-CC82-741A-47F8F3500509}"/>
                </a:ext>
              </a:extLst>
            </p:cNvPr>
            <p:cNvSpPr/>
            <p:nvPr/>
          </p:nvSpPr>
          <p:spPr>
            <a:xfrm>
              <a:off x="4991100" y="38735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33" name="Graphic 9">
            <a:extLst>
              <a:ext uri="{FF2B5EF4-FFF2-40B4-BE49-F238E27FC236}">
                <a16:creationId xmlns:a16="http://schemas.microsoft.com/office/drawing/2014/main" id="{7E640BF5-CE54-F891-FCD3-399F47932D76}"/>
              </a:ext>
              <a:ext uri="{C183D7F6-B498-43B3-948B-1728B52AA6E4}">
                <adec:decorative xmlns:adec="http://schemas.microsoft.com/office/drawing/2017/decorative" val="1"/>
              </a:ext>
            </a:extLst>
          </p:cNvPr>
          <p:cNvGrpSpPr/>
          <p:nvPr/>
        </p:nvGrpSpPr>
        <p:grpSpPr>
          <a:xfrm>
            <a:off x="4470400" y="2736088"/>
            <a:ext cx="172021" cy="235711"/>
            <a:chOff x="4470400" y="2736088"/>
            <a:chExt cx="172021" cy="235711"/>
          </a:xfrm>
        </p:grpSpPr>
        <p:sp>
          <p:nvSpPr>
            <p:cNvPr id="134" name="Freeform: Shape 133">
              <a:extLst>
                <a:ext uri="{FF2B5EF4-FFF2-40B4-BE49-F238E27FC236}">
                  <a16:creationId xmlns:a16="http://schemas.microsoft.com/office/drawing/2014/main" id="{D34E47FD-DE2D-2015-0394-B7ED2298A0A0}"/>
                </a:ext>
              </a:extLst>
            </p:cNvPr>
            <p:cNvSpPr/>
            <p:nvPr/>
          </p:nvSpPr>
          <p:spPr>
            <a:xfrm>
              <a:off x="4563046" y="273608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0C18DDFA-6C69-EF47-E428-418AA40E7420}"/>
                </a:ext>
              </a:extLst>
            </p:cNvPr>
            <p:cNvSpPr/>
            <p:nvPr/>
          </p:nvSpPr>
          <p:spPr>
            <a:xfrm>
              <a:off x="4470400" y="273608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36" name="Graphic 9">
            <a:extLst>
              <a:ext uri="{FF2B5EF4-FFF2-40B4-BE49-F238E27FC236}">
                <a16:creationId xmlns:a16="http://schemas.microsoft.com/office/drawing/2014/main" id="{3013C840-DA45-2FAD-2473-E813DF410815}"/>
              </a:ext>
              <a:ext uri="{C183D7F6-B498-43B3-948B-1728B52AA6E4}">
                <adec:decorative xmlns:adec="http://schemas.microsoft.com/office/drawing/2017/decorative" val="1"/>
              </a:ext>
            </a:extLst>
          </p:cNvPr>
          <p:cNvGrpSpPr/>
          <p:nvPr/>
        </p:nvGrpSpPr>
        <p:grpSpPr>
          <a:xfrm>
            <a:off x="11207750" y="2419350"/>
            <a:ext cx="172021" cy="235711"/>
            <a:chOff x="11207750" y="2419350"/>
            <a:chExt cx="172021" cy="235711"/>
          </a:xfrm>
        </p:grpSpPr>
        <p:sp>
          <p:nvSpPr>
            <p:cNvPr id="137" name="Freeform: Shape 136">
              <a:extLst>
                <a:ext uri="{FF2B5EF4-FFF2-40B4-BE49-F238E27FC236}">
                  <a16:creationId xmlns:a16="http://schemas.microsoft.com/office/drawing/2014/main" id="{27CB87BA-795E-F55F-8D60-E14BB92EE685}"/>
                </a:ext>
              </a:extLst>
            </p:cNvPr>
            <p:cNvSpPr/>
            <p:nvPr/>
          </p:nvSpPr>
          <p:spPr>
            <a:xfrm>
              <a:off x="11300396" y="241935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0A93977A-DC03-5FD2-247D-1940BD31FC8C}"/>
                </a:ext>
              </a:extLst>
            </p:cNvPr>
            <p:cNvSpPr/>
            <p:nvPr/>
          </p:nvSpPr>
          <p:spPr>
            <a:xfrm>
              <a:off x="11207750" y="241935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tlCol="0" anchor="ctr"/>
            <a:lstStyle/>
            <a:p>
              <a:endParaRPr lang="en-US"/>
            </a:p>
          </p:txBody>
        </p:sp>
      </p:grpSp>
      <p:grpSp>
        <p:nvGrpSpPr>
          <p:cNvPr id="139" name="Graphic 9">
            <a:extLst>
              <a:ext uri="{FF2B5EF4-FFF2-40B4-BE49-F238E27FC236}">
                <a16:creationId xmlns:a16="http://schemas.microsoft.com/office/drawing/2014/main" id="{F66E6808-BAD4-0833-419A-AE0FBB653E58}"/>
              </a:ext>
              <a:ext uri="{C183D7F6-B498-43B3-948B-1728B52AA6E4}">
                <adec:decorative xmlns:adec="http://schemas.microsoft.com/office/drawing/2017/decorative" val="1"/>
              </a:ext>
            </a:extLst>
          </p:cNvPr>
          <p:cNvGrpSpPr/>
          <p:nvPr/>
        </p:nvGrpSpPr>
        <p:grpSpPr>
          <a:xfrm>
            <a:off x="8108378" y="4406900"/>
            <a:ext cx="172021" cy="235711"/>
            <a:chOff x="8108378" y="4406900"/>
            <a:chExt cx="172021" cy="235711"/>
          </a:xfrm>
        </p:grpSpPr>
        <p:sp>
          <p:nvSpPr>
            <p:cNvPr id="140" name="Freeform: Shape 139">
              <a:extLst>
                <a:ext uri="{FF2B5EF4-FFF2-40B4-BE49-F238E27FC236}">
                  <a16:creationId xmlns:a16="http://schemas.microsoft.com/office/drawing/2014/main" id="{9E518598-B30E-C43B-D8F2-EB5DDB66B798}"/>
                </a:ext>
              </a:extLst>
            </p:cNvPr>
            <p:cNvSpPr/>
            <p:nvPr/>
          </p:nvSpPr>
          <p:spPr>
            <a:xfrm>
              <a:off x="8201025" y="44069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tx1"/>
            </a:solidFill>
            <a:ln w="6350"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F1CFD5B8-3456-D41C-7699-0AAA82D75CCC}"/>
                </a:ext>
              </a:extLst>
            </p:cNvPr>
            <p:cNvSpPr/>
            <p:nvPr/>
          </p:nvSpPr>
          <p:spPr>
            <a:xfrm>
              <a:off x="8108378" y="44069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44" name="Group 143">
            <a:extLst>
              <a:ext uri="{FF2B5EF4-FFF2-40B4-BE49-F238E27FC236}">
                <a16:creationId xmlns:a16="http://schemas.microsoft.com/office/drawing/2014/main" id="{D8056CE4-CF19-B530-FF72-CC1B756FF98D}"/>
              </a:ext>
              <a:ext uri="{C183D7F6-B498-43B3-948B-1728B52AA6E4}">
                <adec:decorative xmlns:adec="http://schemas.microsoft.com/office/drawing/2017/decorative" val="1"/>
              </a:ext>
            </a:extLst>
          </p:cNvPr>
          <p:cNvGrpSpPr/>
          <p:nvPr/>
        </p:nvGrpSpPr>
        <p:grpSpPr>
          <a:xfrm>
            <a:off x="12443985" y="0"/>
            <a:ext cx="3077430" cy="3307601"/>
            <a:chOff x="12443985" y="0"/>
            <a:chExt cx="3077430" cy="3307601"/>
          </a:xfrm>
        </p:grpSpPr>
        <p:sp>
          <p:nvSpPr>
            <p:cNvPr id="145" name="Rectangle 144">
              <a:extLst>
                <a:ext uri="{FF2B5EF4-FFF2-40B4-BE49-F238E27FC236}">
                  <a16:creationId xmlns:a16="http://schemas.microsoft.com/office/drawing/2014/main" id="{13BF5502-CC69-CD9E-F0C6-6A4976620651}"/>
                </a:ext>
              </a:extLst>
            </p:cNvPr>
            <p:cNvSpPr/>
            <p:nvPr/>
          </p:nvSpPr>
          <p:spPr>
            <a:xfrm>
              <a:off x="12443985" y="0"/>
              <a:ext cx="3077430" cy="330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Map INSTRUCTIONS</a:t>
              </a:r>
            </a:p>
            <a:p>
              <a:pPr>
                <a:spcBef>
                  <a:spcPts val="1200"/>
                </a:spcBef>
              </a:pPr>
              <a:r>
                <a:rPr lang="en-US" sz="1000">
                  <a:solidFill>
                    <a:schemeClr val="bg1"/>
                  </a:solidFill>
                </a:rPr>
                <a:t>Text and points on the map are editable and </a:t>
              </a:r>
              <a:br>
                <a:rPr lang="en-US" sz="1000">
                  <a:solidFill>
                    <a:schemeClr val="bg1"/>
                  </a:solidFill>
                </a:rPr>
              </a:br>
              <a:r>
                <a:rPr lang="en-US" sz="1000">
                  <a:solidFill>
                    <a:schemeClr val="bg1"/>
                  </a:solidFill>
                </a:rPr>
                <a:t>may be added, removed or recolored as needed. </a:t>
              </a:r>
            </a:p>
            <a:p>
              <a:pPr marL="174625" indent="-174625">
                <a:spcBef>
                  <a:spcPts val="1200"/>
                </a:spcBef>
                <a:buFont typeface="Avenir Next LT Pro" panose="020B0504020202020204" pitchFamily="34" charset="0"/>
                <a:buChar char="•"/>
              </a:pPr>
              <a:r>
                <a:rPr lang="en-US" sz="1000">
                  <a:solidFill>
                    <a:schemeClr val="bg1"/>
                  </a:solidFill>
                </a:rPr>
                <a:t>Change the color of the points by selecting them and choosing a new color from the theme row 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Remove points by selecting them </a:t>
              </a:r>
              <a:br>
                <a:rPr lang="en-US" sz="1000">
                  <a:solidFill>
                    <a:schemeClr val="bg1"/>
                  </a:solidFill>
                </a:rPr>
              </a:br>
              <a:r>
                <a:rPr lang="en-US" sz="1000">
                  <a:solidFill>
                    <a:schemeClr val="bg1"/>
                  </a:solidFill>
                </a:rPr>
                <a:t>and hitting delete.</a:t>
              </a:r>
            </a:p>
            <a:p>
              <a:pPr marL="174625" indent="-174625">
                <a:spcBef>
                  <a:spcPts val="1200"/>
                </a:spcBef>
                <a:buFont typeface="Avenir Next LT Pro" panose="020B0504020202020204" pitchFamily="34" charset="0"/>
                <a:buChar char="•"/>
              </a:pPr>
              <a:r>
                <a:rPr lang="en-US" sz="1000">
                  <a:solidFill>
                    <a:schemeClr val="bg1"/>
                  </a:solidFill>
                </a:rPr>
                <a:t>Add more points by selecting one and </a:t>
              </a:r>
              <a:br>
                <a:rPr lang="en-US" sz="1000">
                  <a:solidFill>
                    <a:schemeClr val="bg1"/>
                  </a:solidFill>
                </a:rPr>
              </a:br>
              <a:r>
                <a:rPr lang="en-US" sz="1000">
                  <a:solidFill>
                    <a:schemeClr val="bg1"/>
                  </a:solidFill>
                </a:rPr>
                <a:t>holding down Shift + Ctrl while dragging. </a:t>
              </a:r>
            </a:p>
          </p:txBody>
        </p:sp>
        <p:grpSp>
          <p:nvGrpSpPr>
            <p:cNvPr id="146" name="Group 145">
              <a:extLst>
                <a:ext uri="{FF2B5EF4-FFF2-40B4-BE49-F238E27FC236}">
                  <a16:creationId xmlns:a16="http://schemas.microsoft.com/office/drawing/2014/main" id="{8D579DB7-7D75-EB8B-555B-A84B1C2A8D14}"/>
                </a:ext>
              </a:extLst>
            </p:cNvPr>
            <p:cNvGrpSpPr/>
            <p:nvPr/>
          </p:nvGrpSpPr>
          <p:grpSpPr>
            <a:xfrm>
              <a:off x="13142686" y="1412407"/>
              <a:ext cx="1455058" cy="864392"/>
              <a:chOff x="12700000" y="1053458"/>
              <a:chExt cx="2565400" cy="1524002"/>
            </a:xfrm>
          </p:grpSpPr>
          <p:pic>
            <p:nvPicPr>
              <p:cNvPr id="147" name="Picture 146" descr="A picture containing table&#10;&#10;Description automatically generated">
                <a:extLst>
                  <a:ext uri="{FF2B5EF4-FFF2-40B4-BE49-F238E27FC236}">
                    <a16:creationId xmlns:a16="http://schemas.microsoft.com/office/drawing/2014/main" id="{135D1425-657C-D92F-3628-9FBD1DD9A88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1053458"/>
                <a:ext cx="2565400" cy="1524000"/>
              </a:xfrm>
              <a:prstGeom prst="rect">
                <a:avLst/>
              </a:prstGeom>
            </p:spPr>
          </p:pic>
          <p:sp>
            <p:nvSpPr>
              <p:cNvPr id="148" name="Rectangle 147">
                <a:extLst>
                  <a:ext uri="{FF2B5EF4-FFF2-40B4-BE49-F238E27FC236}">
                    <a16:creationId xmlns:a16="http://schemas.microsoft.com/office/drawing/2014/main" id="{AB694885-D8C2-DF3B-DA27-AB815E6166C1}"/>
                  </a:ext>
                </a:extLst>
              </p:cNvPr>
              <p:cNvSpPr/>
              <p:nvPr/>
            </p:nvSpPr>
            <p:spPr>
              <a:xfrm>
                <a:off x="13751666" y="2242053"/>
                <a:ext cx="1455908" cy="335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4" name="TextBox 3">
            <a:extLst>
              <a:ext uri="{FF2B5EF4-FFF2-40B4-BE49-F238E27FC236}">
                <a16:creationId xmlns:a16="http://schemas.microsoft.com/office/drawing/2014/main" id="{1F089727-A9E5-C0D4-2F9E-7FE0E7735601}"/>
              </a:ext>
            </a:extLst>
          </p:cNvPr>
          <p:cNvSpPr txBox="1"/>
          <p:nvPr/>
        </p:nvSpPr>
        <p:spPr>
          <a:xfrm>
            <a:off x="604578" y="3475337"/>
            <a:ext cx="938597" cy="2160964"/>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cs typeface="+mn-cs"/>
              </a:rPr>
              <a:t>Atlanta  </a:t>
            </a:r>
            <a:br>
              <a:rPr lang="en-US" sz="1000" dirty="0">
                <a:cs typeface="+mn-cs"/>
              </a:rPr>
            </a:br>
            <a:r>
              <a:rPr lang="en-US" sz="1000" dirty="0">
                <a:cs typeface="+mn-cs"/>
              </a:rPr>
              <a:t>Austin  </a:t>
            </a:r>
            <a:br>
              <a:rPr lang="en-US" sz="1000" dirty="0">
                <a:cs typeface="+mn-cs"/>
              </a:rPr>
            </a:br>
            <a:r>
              <a:rPr lang="en-US" sz="1000" dirty="0">
                <a:cs typeface="+mn-cs"/>
              </a:rPr>
              <a:t>Boston  Charlotte  Chicago  Columbus  Dallas  </a:t>
            </a:r>
            <a:br>
              <a:rPr lang="en-US" sz="1000" dirty="0">
                <a:cs typeface="+mn-cs"/>
              </a:rPr>
            </a:br>
            <a:r>
              <a:rPr lang="en-US" sz="1000" dirty="0">
                <a:cs typeface="+mn-cs"/>
              </a:rPr>
              <a:t>Denver    Detroit</a:t>
            </a:r>
            <a:br>
              <a:rPr lang="en-US" sz="1000" dirty="0">
                <a:cs typeface="+mn-cs"/>
              </a:rPr>
            </a:br>
            <a:r>
              <a:rPr lang="en-US" sz="1000" dirty="0">
                <a:cs typeface="+mn-cs"/>
              </a:rPr>
              <a:t>East Bay  </a:t>
            </a:r>
            <a:br>
              <a:rPr lang="en-US" sz="1000" dirty="0">
                <a:cs typeface="+mn-cs"/>
              </a:rPr>
            </a:br>
            <a:r>
              <a:rPr lang="en-US" sz="1000" dirty="0">
                <a:cs typeface="+mn-cs"/>
              </a:rPr>
              <a:t>Fort Worth Grand Rapids</a:t>
            </a:r>
          </a:p>
        </p:txBody>
      </p:sp>
      <p:sp>
        <p:nvSpPr>
          <p:cNvPr id="5" name="TextBox 4">
            <a:extLst>
              <a:ext uri="{FF2B5EF4-FFF2-40B4-BE49-F238E27FC236}">
                <a16:creationId xmlns:a16="http://schemas.microsoft.com/office/drawing/2014/main" id="{3E92FE27-35E0-BDB0-37EA-D040A58718DB}"/>
              </a:ext>
            </a:extLst>
          </p:cNvPr>
          <p:cNvSpPr txBox="1"/>
          <p:nvPr/>
        </p:nvSpPr>
        <p:spPr>
          <a:xfrm>
            <a:off x="1629152" y="3475337"/>
            <a:ext cx="938597" cy="2370450"/>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t>Hartford Houston</a:t>
            </a:r>
            <a:br>
              <a:rPr lang="en-US" sz="1000" dirty="0"/>
            </a:br>
            <a:r>
              <a:rPr lang="en-US" sz="1000" dirty="0"/>
              <a:t>Kansas City  </a:t>
            </a:r>
            <a:br>
              <a:rPr lang="en-US" sz="1000" dirty="0"/>
            </a:br>
            <a:r>
              <a:rPr lang="en-US" sz="1000" dirty="0"/>
              <a:t>Los Angeles</a:t>
            </a:r>
            <a:br>
              <a:rPr lang="en-US" sz="1000" dirty="0"/>
            </a:br>
            <a:r>
              <a:rPr lang="en-US" sz="1000" dirty="0"/>
              <a:t>Miami Minneapolis  </a:t>
            </a:r>
            <a:br>
              <a:rPr lang="en-US" sz="1000" dirty="0"/>
            </a:br>
            <a:r>
              <a:rPr lang="en-US" sz="1000" dirty="0"/>
              <a:t>Nashville      New Jersey    New York</a:t>
            </a:r>
            <a:br>
              <a:rPr lang="en-US" sz="1000" dirty="0"/>
            </a:br>
            <a:r>
              <a:rPr lang="en-US" sz="1000" dirty="0"/>
              <a:t>Orange County</a:t>
            </a:r>
            <a:br>
              <a:rPr lang="en-US" sz="1000" dirty="0"/>
            </a:br>
            <a:r>
              <a:rPr lang="en-US" sz="1000" dirty="0"/>
              <a:t>Philadelphia</a:t>
            </a:r>
            <a:br>
              <a:rPr lang="en-US" sz="1000" dirty="0"/>
            </a:br>
            <a:r>
              <a:rPr lang="en-US" sz="1000" dirty="0"/>
              <a:t>Phoenix  </a:t>
            </a:r>
            <a:br>
              <a:rPr lang="en-US" sz="1000" dirty="0"/>
            </a:br>
            <a:endParaRPr lang="en-US" sz="1000" dirty="0"/>
          </a:p>
        </p:txBody>
      </p:sp>
      <p:sp>
        <p:nvSpPr>
          <p:cNvPr id="7" name="TextBox 6">
            <a:extLst>
              <a:ext uri="{FF2B5EF4-FFF2-40B4-BE49-F238E27FC236}">
                <a16:creationId xmlns:a16="http://schemas.microsoft.com/office/drawing/2014/main" id="{EFBDF39F-43BF-721B-1E81-D88304AFDE53}"/>
              </a:ext>
            </a:extLst>
          </p:cNvPr>
          <p:cNvSpPr txBox="1"/>
          <p:nvPr/>
        </p:nvSpPr>
        <p:spPr>
          <a:xfrm>
            <a:off x="2653727" y="3475336"/>
            <a:ext cx="986714" cy="2370445"/>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t>Portland  Raleigh           Salt Lake City  </a:t>
            </a:r>
            <a:br>
              <a:rPr lang="en-US" sz="1000" dirty="0"/>
            </a:br>
            <a:r>
              <a:rPr lang="en-US" sz="1000" dirty="0"/>
              <a:t>San Diego  </a:t>
            </a:r>
            <a:br>
              <a:rPr lang="en-US" sz="1000" dirty="0"/>
            </a:br>
            <a:r>
              <a:rPr lang="en-US" sz="1000" dirty="0"/>
              <a:t>San Francisco</a:t>
            </a:r>
            <a:br>
              <a:rPr lang="en-US" sz="1000" dirty="0"/>
            </a:br>
            <a:r>
              <a:rPr lang="en-US" sz="1000" dirty="0"/>
              <a:t>Seattle  </a:t>
            </a:r>
            <a:br>
              <a:rPr lang="en-US" sz="1000" dirty="0"/>
            </a:br>
            <a:r>
              <a:rPr lang="en-US" sz="1000" dirty="0"/>
              <a:t>Silicon Valley</a:t>
            </a:r>
            <a:br>
              <a:rPr lang="en-US" sz="1000" dirty="0"/>
            </a:br>
            <a:r>
              <a:rPr lang="en-US" sz="1000" dirty="0"/>
              <a:t>St. Louis    Tampa</a:t>
            </a:r>
            <a:br>
              <a:rPr lang="en-US" sz="1000" dirty="0"/>
            </a:br>
            <a:r>
              <a:rPr lang="en-US" sz="1000" dirty="0"/>
              <a:t>Washington, DC </a:t>
            </a:r>
            <a:br>
              <a:rPr lang="en-US" sz="1000" dirty="0"/>
            </a:br>
            <a:r>
              <a:rPr lang="en-US" sz="1000" dirty="0"/>
              <a:t>Westchester &amp;</a:t>
            </a:r>
            <a:br>
              <a:rPr lang="en-US" sz="1000" dirty="0"/>
            </a:br>
            <a:r>
              <a:rPr lang="en-US" sz="1000" dirty="0"/>
              <a:t>Southern CT </a:t>
            </a:r>
            <a:br>
              <a:rPr lang="en-US" sz="1000" dirty="0"/>
            </a:br>
            <a:endParaRPr lang="en-US" sz="1000" dirty="0"/>
          </a:p>
        </p:txBody>
      </p:sp>
      <p:grpSp>
        <p:nvGrpSpPr>
          <p:cNvPr id="13" name="Graphic 9">
            <a:extLst>
              <a:ext uri="{FF2B5EF4-FFF2-40B4-BE49-F238E27FC236}">
                <a16:creationId xmlns:a16="http://schemas.microsoft.com/office/drawing/2014/main" id="{0188BDF2-4AF0-B601-FCF9-BD44203684AB}"/>
              </a:ext>
              <a:ext uri="{C183D7F6-B498-43B3-948B-1728B52AA6E4}">
                <adec:decorative xmlns:adec="http://schemas.microsoft.com/office/drawing/2017/decorative" val="1"/>
              </a:ext>
            </a:extLst>
          </p:cNvPr>
          <p:cNvGrpSpPr/>
          <p:nvPr/>
        </p:nvGrpSpPr>
        <p:grpSpPr>
          <a:xfrm>
            <a:off x="4579836" y="2820800"/>
            <a:ext cx="161511" cy="235711"/>
            <a:chOff x="4813300" y="1497838"/>
            <a:chExt cx="161511" cy="235711"/>
          </a:xfrm>
        </p:grpSpPr>
        <p:sp>
          <p:nvSpPr>
            <p:cNvPr id="14" name="Freeform: Shape 59">
              <a:extLst>
                <a:ext uri="{FF2B5EF4-FFF2-40B4-BE49-F238E27FC236}">
                  <a16:creationId xmlns:a16="http://schemas.microsoft.com/office/drawing/2014/main" id="{1F3A7942-66E0-31E6-F247-F85A2A2C2A8E}"/>
                </a:ext>
              </a:extLst>
            </p:cNvPr>
            <p:cNvSpPr/>
            <p:nvPr/>
          </p:nvSpPr>
          <p:spPr>
            <a:xfrm>
              <a:off x="4895436" y="14978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15" name="Freeform: Shape 60">
              <a:extLst>
                <a:ext uri="{FF2B5EF4-FFF2-40B4-BE49-F238E27FC236}">
                  <a16:creationId xmlns:a16="http://schemas.microsoft.com/office/drawing/2014/main" id="{C10672FB-083C-3D41-7002-CC8871571139}"/>
                </a:ext>
              </a:extLst>
            </p:cNvPr>
            <p:cNvSpPr/>
            <p:nvPr/>
          </p:nvSpPr>
          <p:spPr>
            <a:xfrm>
              <a:off x="4813300" y="14978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8" name="Freeform: Shape 29">
            <a:extLst>
              <a:ext uri="{FF2B5EF4-FFF2-40B4-BE49-F238E27FC236}">
                <a16:creationId xmlns:a16="http://schemas.microsoft.com/office/drawing/2014/main" id="{757DD692-0827-044D-B742-8CDACE4F66B4}"/>
              </a:ext>
              <a:ext uri="{C183D7F6-B498-43B3-948B-1728B52AA6E4}">
                <adec:decorative xmlns:adec="http://schemas.microsoft.com/office/drawing/2017/decorative" val="1"/>
              </a:ext>
            </a:extLst>
          </p:cNvPr>
          <p:cNvSpPr/>
          <p:nvPr/>
        </p:nvSpPr>
        <p:spPr>
          <a:xfrm>
            <a:off x="9615465" y="2327865"/>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22" name="Freeform: Shape 30">
            <a:extLst>
              <a:ext uri="{FF2B5EF4-FFF2-40B4-BE49-F238E27FC236}">
                <a16:creationId xmlns:a16="http://schemas.microsoft.com/office/drawing/2014/main" id="{09BEA00E-281B-18EA-4A23-5A2C56654D3D}"/>
              </a:ext>
              <a:ext uri="{C183D7F6-B498-43B3-948B-1728B52AA6E4}">
                <adec:decorative xmlns:adec="http://schemas.microsoft.com/office/drawing/2017/decorative" val="1"/>
              </a:ext>
            </a:extLst>
          </p:cNvPr>
          <p:cNvSpPr/>
          <p:nvPr/>
        </p:nvSpPr>
        <p:spPr>
          <a:xfrm>
            <a:off x="10409684" y="4954931"/>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622"/>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73936009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Picture 144" descr="Map&#10;&#10;Description automatically generated">
            <a:extLst>
              <a:ext uri="{FF2B5EF4-FFF2-40B4-BE49-F238E27FC236}">
                <a16:creationId xmlns:a16="http://schemas.microsoft.com/office/drawing/2014/main" id="{C84F2734-7D16-3481-B4EB-740EB93105E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795"/>
            <a:ext cx="12190586" cy="6857205"/>
          </a:xfrm>
          <a:prstGeom prst="rect">
            <a:avLst/>
          </a:prstGeom>
        </p:spPr>
      </p:pic>
      <p:sp>
        <p:nvSpPr>
          <p:cNvPr id="2" name="Title 1">
            <a:extLst>
              <a:ext uri="{FF2B5EF4-FFF2-40B4-BE49-F238E27FC236}">
                <a16:creationId xmlns:a16="http://schemas.microsoft.com/office/drawing/2014/main" id="{C7C1A34D-00F6-6F17-A895-4CE339527053}"/>
              </a:ext>
            </a:extLst>
          </p:cNvPr>
          <p:cNvSpPr>
            <a:spLocks noGrp="1"/>
          </p:cNvSpPr>
          <p:nvPr>
            <p:ph type="title"/>
          </p:nvPr>
        </p:nvSpPr>
        <p:spPr/>
        <p:txBody>
          <a:bodyPr/>
          <a:lstStyle/>
          <a:p>
            <a:r>
              <a:rPr lang="en-US" sz="5400"/>
              <a:t>United </a:t>
            </a:r>
            <a:br>
              <a:rPr lang="en-US" sz="5400"/>
            </a:br>
            <a:r>
              <a:rPr lang="en-US" sz="5400"/>
              <a:t>States</a:t>
            </a:r>
          </a:p>
        </p:txBody>
      </p:sp>
      <p:sp>
        <p:nvSpPr>
          <p:cNvPr id="3" name="Text Placeholder 2">
            <a:extLst>
              <a:ext uri="{FF2B5EF4-FFF2-40B4-BE49-F238E27FC236}">
                <a16:creationId xmlns:a16="http://schemas.microsoft.com/office/drawing/2014/main" id="{7C857229-1E52-8861-D8B5-15BA1ADB34E3}"/>
              </a:ext>
            </a:extLst>
          </p:cNvPr>
          <p:cNvSpPr>
            <a:spLocks noGrp="1"/>
          </p:cNvSpPr>
          <p:nvPr>
            <p:ph type="body" sz="quarter" idx="13"/>
          </p:nvPr>
        </p:nvSpPr>
        <p:spPr>
          <a:xfrm>
            <a:off x="571500" y="2187612"/>
            <a:ext cx="11049000" cy="457200"/>
          </a:xfrm>
        </p:spPr>
        <p:txBody>
          <a:bodyPr/>
          <a:lstStyle/>
          <a:p>
            <a:r>
              <a:rPr lang="en-US"/>
              <a:t>Optional </a:t>
            </a:r>
            <a:r>
              <a:rPr lang="en-US" err="1"/>
              <a:t>subheadline</a:t>
            </a:r>
            <a:endParaRPr lang="en-US"/>
          </a:p>
        </p:txBody>
      </p:sp>
      <p:sp>
        <p:nvSpPr>
          <p:cNvPr id="6" name="Date Placeholder 5">
            <a:extLst>
              <a:ext uri="{FF2B5EF4-FFF2-40B4-BE49-F238E27FC236}">
                <a16:creationId xmlns:a16="http://schemas.microsoft.com/office/drawing/2014/main" id="{47E4E52F-2308-93B6-22BC-DEF42EAEF5AC}"/>
              </a:ext>
              <a:ext uri="{C183D7F6-B498-43B3-948B-1728B52AA6E4}">
                <adec:decorative xmlns:adec="http://schemas.microsoft.com/office/drawing/2017/decorative" val="1"/>
              </a:ext>
            </a:extLst>
          </p:cNvPr>
          <p:cNvSpPr>
            <a:spLocks noGrp="1"/>
          </p:cNvSpPr>
          <p:nvPr>
            <p:ph type="dt" sz="half" idx="10"/>
          </p:nvPr>
        </p:nvSpPr>
        <p:spPr/>
        <p:txBody>
          <a:bodyPr/>
          <a:lstStyle/>
          <a:p>
            <a:fld id="{B2451660-7AE8-4E77-9F34-0E118E1298D9}" type="datetimeyyyy">
              <a:rPr lang="en-US" smtClean="0"/>
              <a:t>2025</a:t>
            </a:fld>
            <a:endParaRPr lang="en-US"/>
          </a:p>
        </p:txBody>
      </p:sp>
      <p:sp>
        <p:nvSpPr>
          <p:cNvPr id="8" name="Footer Placeholder 7">
            <a:extLst>
              <a:ext uri="{FF2B5EF4-FFF2-40B4-BE49-F238E27FC236}">
                <a16:creationId xmlns:a16="http://schemas.microsoft.com/office/drawing/2014/main" id="{AB03E6FA-D972-6681-3F0C-7DBD680736F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10B32C83-E3E0-37DA-FB17-6A1A80CB4E3C}"/>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129</a:t>
            </a:fld>
            <a:endParaRPr lang="en-US"/>
          </a:p>
        </p:txBody>
      </p:sp>
      <p:sp>
        <p:nvSpPr>
          <p:cNvPr id="333" name="TextBox 332">
            <a:extLst>
              <a:ext uri="{FF2B5EF4-FFF2-40B4-BE49-F238E27FC236}">
                <a16:creationId xmlns:a16="http://schemas.microsoft.com/office/drawing/2014/main" id="{8FC09241-733B-6887-9749-E6DB1DF69152}"/>
              </a:ext>
            </a:extLst>
          </p:cNvPr>
          <p:cNvSpPr txBox="1"/>
          <p:nvPr/>
        </p:nvSpPr>
        <p:spPr>
          <a:xfrm>
            <a:off x="723899" y="5773716"/>
            <a:ext cx="1498601" cy="696938"/>
          </a:xfrm>
          <a:prstGeom prst="rect">
            <a:avLst/>
          </a:prstGeom>
          <a:noFill/>
        </p:spPr>
        <p:txBody>
          <a:bodyPr wrap="square" lIns="0" tIns="0" rIns="0" bIns="0" rtlCol="0" anchor="t">
            <a:noAutofit/>
          </a:bodyPr>
          <a:lstStyle/>
          <a:p>
            <a:pPr defTabSz="926194">
              <a:lnSpc>
                <a:spcPct val="120000"/>
              </a:lnSpc>
              <a:buClr>
                <a:srgbClr val="0C62FB"/>
              </a:buClr>
              <a:buSzPct val="100000"/>
              <a:defRPr/>
            </a:pPr>
            <a:r>
              <a:rPr lang="en-US" sz="1000">
                <a:cs typeface="+mn-cs"/>
              </a:rPr>
              <a:t>market</a:t>
            </a:r>
          </a:p>
          <a:p>
            <a:pPr defTabSz="926194">
              <a:lnSpc>
                <a:spcPct val="120000"/>
              </a:lnSpc>
              <a:buClr>
                <a:srgbClr val="0C62FB"/>
              </a:buClr>
              <a:buSzPct val="100000"/>
              <a:defRPr/>
            </a:pPr>
            <a:r>
              <a:rPr lang="en-US" sz="1000">
                <a:cs typeface="+mn-cs"/>
              </a:rPr>
              <a:t>market + Build Center</a:t>
            </a:r>
          </a:p>
          <a:p>
            <a:pPr defTabSz="926194">
              <a:lnSpc>
                <a:spcPct val="120000"/>
              </a:lnSpc>
              <a:buClr>
                <a:srgbClr val="0C62FB"/>
              </a:buClr>
              <a:buSzPct val="100000"/>
              <a:defRPr/>
            </a:pPr>
            <a:r>
              <a:rPr lang="en-US" sz="1000"/>
              <a:t>market + Edge Location</a:t>
            </a:r>
            <a:endParaRPr lang="en-US" sz="1000">
              <a:cs typeface="+mn-cs"/>
            </a:endParaRPr>
          </a:p>
        </p:txBody>
      </p:sp>
      <p:sp>
        <p:nvSpPr>
          <p:cNvPr id="334" name="Freeform: Shape 333">
            <a:extLst>
              <a:ext uri="{FF2B5EF4-FFF2-40B4-BE49-F238E27FC236}">
                <a16:creationId xmlns:a16="http://schemas.microsoft.com/office/drawing/2014/main" id="{54890404-2759-D605-4BF0-8897128522AC}"/>
              </a:ext>
              <a:ext uri="{C183D7F6-B498-43B3-948B-1728B52AA6E4}">
                <adec:decorative xmlns:adec="http://schemas.microsoft.com/office/drawing/2017/decorative" val="1"/>
              </a:ext>
            </a:extLst>
          </p:cNvPr>
          <p:cNvSpPr/>
          <p:nvPr/>
        </p:nvSpPr>
        <p:spPr>
          <a:xfrm>
            <a:off x="571500" y="5790916"/>
            <a:ext cx="102985" cy="137088"/>
          </a:xfrm>
          <a:custGeom>
            <a:avLst/>
            <a:gdLst>
              <a:gd name="connsiteX0" fmla="*/ 80483 w 160968"/>
              <a:gd name="connsiteY0" fmla="*/ 0 h 214272"/>
              <a:gd name="connsiteX1" fmla="*/ 160968 w 160968"/>
              <a:gd name="connsiteY1" fmla="*/ 80486 h 214272"/>
              <a:gd name="connsiteX2" fmla="*/ 90079 w 160968"/>
              <a:gd name="connsiteY2" fmla="*/ 210542 h 214272"/>
              <a:gd name="connsiteX3" fmla="*/ 80483 w 160968"/>
              <a:gd name="connsiteY3" fmla="*/ 214272 h 214272"/>
              <a:gd name="connsiteX4" fmla="*/ 70891 w 160968"/>
              <a:gd name="connsiteY4" fmla="*/ 210542 h 214272"/>
              <a:gd name="connsiteX5" fmla="*/ 0 w 160968"/>
              <a:gd name="connsiteY5" fmla="*/ 80486 h 214272"/>
              <a:gd name="connsiteX6" fmla="*/ 80483 w 160968"/>
              <a:gd name="connsiteY6" fmla="*/ 0 h 21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68" h="214272">
                <a:moveTo>
                  <a:pt x="80483" y="0"/>
                </a:moveTo>
                <a:cubicBezTo>
                  <a:pt x="124724" y="0"/>
                  <a:pt x="160968" y="36245"/>
                  <a:pt x="160968" y="80486"/>
                </a:cubicBezTo>
                <a:cubicBezTo>
                  <a:pt x="160968" y="139118"/>
                  <a:pt x="92743" y="207877"/>
                  <a:pt x="90079" y="210542"/>
                </a:cubicBezTo>
                <a:cubicBezTo>
                  <a:pt x="87414" y="213206"/>
                  <a:pt x="83682" y="214272"/>
                  <a:pt x="80483" y="214272"/>
                </a:cubicBezTo>
                <a:cubicBezTo>
                  <a:pt x="76753" y="214272"/>
                  <a:pt x="73555" y="213206"/>
                  <a:pt x="70891" y="210542"/>
                </a:cubicBezTo>
                <a:cubicBezTo>
                  <a:pt x="67692" y="207342"/>
                  <a:pt x="0" y="138584"/>
                  <a:pt x="0" y="80486"/>
                </a:cubicBezTo>
                <a:cubicBezTo>
                  <a:pt x="0" y="35713"/>
                  <a:pt x="36244" y="0"/>
                  <a:pt x="8048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nvGrpSpPr>
          <p:cNvPr id="335" name="Group 334">
            <a:extLst>
              <a:ext uri="{FF2B5EF4-FFF2-40B4-BE49-F238E27FC236}">
                <a16:creationId xmlns:a16="http://schemas.microsoft.com/office/drawing/2014/main" id="{B8156A21-2E31-965F-1B89-1EE2D71ECDE4}"/>
              </a:ext>
              <a:ext uri="{C183D7F6-B498-43B3-948B-1728B52AA6E4}">
                <adec:decorative xmlns:adec="http://schemas.microsoft.com/office/drawing/2017/decorative" val="1"/>
              </a:ext>
            </a:extLst>
          </p:cNvPr>
          <p:cNvGrpSpPr/>
          <p:nvPr/>
        </p:nvGrpSpPr>
        <p:grpSpPr>
          <a:xfrm>
            <a:off x="571500" y="5970666"/>
            <a:ext cx="102985" cy="137088"/>
            <a:chOff x="2451100" y="5787251"/>
            <a:chExt cx="102985" cy="137088"/>
          </a:xfrm>
        </p:grpSpPr>
        <p:sp>
          <p:nvSpPr>
            <p:cNvPr id="336" name="Freeform: Shape 335">
              <a:extLst>
                <a:ext uri="{FF2B5EF4-FFF2-40B4-BE49-F238E27FC236}">
                  <a16:creationId xmlns:a16="http://schemas.microsoft.com/office/drawing/2014/main" id="{69BF16A2-0D53-22B6-34E7-4E0C463F2013}"/>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337" name="Freeform: Shape 336">
              <a:extLst>
                <a:ext uri="{FF2B5EF4-FFF2-40B4-BE49-F238E27FC236}">
                  <a16:creationId xmlns:a16="http://schemas.microsoft.com/office/drawing/2014/main" id="{B9DF9D48-B807-75AE-B710-F2D2668F5F0D}"/>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grpSp>
        <p:nvGrpSpPr>
          <p:cNvPr id="340" name="Group 339">
            <a:extLst>
              <a:ext uri="{FF2B5EF4-FFF2-40B4-BE49-F238E27FC236}">
                <a16:creationId xmlns:a16="http://schemas.microsoft.com/office/drawing/2014/main" id="{314388BB-23C6-49C1-9560-9CF84DB940C5}"/>
              </a:ext>
              <a:ext uri="{C183D7F6-B498-43B3-948B-1728B52AA6E4}">
                <adec:decorative xmlns:adec="http://schemas.microsoft.com/office/drawing/2017/decorative" val="1"/>
              </a:ext>
            </a:extLst>
          </p:cNvPr>
          <p:cNvGrpSpPr/>
          <p:nvPr/>
        </p:nvGrpSpPr>
        <p:grpSpPr>
          <a:xfrm>
            <a:off x="571500" y="6150416"/>
            <a:ext cx="102985" cy="137088"/>
            <a:chOff x="2451100" y="5787251"/>
            <a:chExt cx="102985" cy="137088"/>
          </a:xfrm>
        </p:grpSpPr>
        <p:sp>
          <p:nvSpPr>
            <p:cNvPr id="341" name="Freeform: Shape 340">
              <a:extLst>
                <a:ext uri="{FF2B5EF4-FFF2-40B4-BE49-F238E27FC236}">
                  <a16:creationId xmlns:a16="http://schemas.microsoft.com/office/drawing/2014/main" id="{0E06631A-F8F4-E1CF-9FD4-95E595E5788F}"/>
                </a:ext>
              </a:extLst>
            </p:cNvPr>
            <p:cNvSpPr/>
            <p:nvPr/>
          </p:nvSpPr>
          <p:spPr>
            <a:xfrm>
              <a:off x="2500510" y="5787251"/>
              <a:ext cx="53575" cy="137088"/>
            </a:xfrm>
            <a:custGeom>
              <a:avLst/>
              <a:gdLst>
                <a:gd name="connsiteX0" fmla="*/ 2082 w 53575"/>
                <a:gd name="connsiteY0" fmla="*/ 0 h 137088"/>
                <a:gd name="connsiteX1" fmla="*/ 53575 w 53575"/>
                <a:gd name="connsiteY1" fmla="*/ 51494 h 137088"/>
                <a:gd name="connsiteX2" fmla="*/ 8221 w 53575"/>
                <a:gd name="connsiteY2" fmla="*/ 134702 h 137088"/>
                <a:gd name="connsiteX3" fmla="*/ 2082 w 53575"/>
                <a:gd name="connsiteY3" fmla="*/ 137088 h 137088"/>
                <a:gd name="connsiteX4" fmla="*/ 0 w 53575"/>
                <a:gd name="connsiteY4" fmla="*/ 136279 h 137088"/>
                <a:gd name="connsiteX5" fmla="*/ 0 w 53575"/>
                <a:gd name="connsiteY5" fmla="*/ 419 h 137088"/>
                <a:gd name="connsiteX6" fmla="*/ 2082 w 53575"/>
                <a:gd name="connsiteY6" fmla="*/ 0 h 13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75" h="137088">
                  <a:moveTo>
                    <a:pt x="2082" y="0"/>
                  </a:moveTo>
                  <a:cubicBezTo>
                    <a:pt x="30387" y="0"/>
                    <a:pt x="53575" y="23189"/>
                    <a:pt x="53575" y="51494"/>
                  </a:cubicBezTo>
                  <a:cubicBezTo>
                    <a:pt x="53575" y="89006"/>
                    <a:pt x="9926" y="132997"/>
                    <a:pt x="8221" y="134702"/>
                  </a:cubicBezTo>
                  <a:cubicBezTo>
                    <a:pt x="6516" y="136406"/>
                    <a:pt x="4129" y="137088"/>
                    <a:pt x="2082" y="137088"/>
                  </a:cubicBezTo>
                  <a:lnTo>
                    <a:pt x="0" y="136279"/>
                  </a:lnTo>
                  <a:lnTo>
                    <a:pt x="0" y="419"/>
                  </a:lnTo>
                  <a:lnTo>
                    <a:pt x="2082"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sp>
          <p:nvSpPr>
            <p:cNvPr id="342" name="Freeform: Shape 341">
              <a:extLst>
                <a:ext uri="{FF2B5EF4-FFF2-40B4-BE49-F238E27FC236}">
                  <a16:creationId xmlns:a16="http://schemas.microsoft.com/office/drawing/2014/main" id="{10197E4C-04E6-395F-28C2-2CC852362A5B}"/>
                </a:ext>
              </a:extLst>
            </p:cNvPr>
            <p:cNvSpPr/>
            <p:nvPr/>
          </p:nvSpPr>
          <p:spPr>
            <a:xfrm>
              <a:off x="2451100" y="5787670"/>
              <a:ext cx="49410" cy="135860"/>
            </a:xfrm>
            <a:custGeom>
              <a:avLst/>
              <a:gdLst>
                <a:gd name="connsiteX0" fmla="*/ 49410 w 49410"/>
                <a:gd name="connsiteY0" fmla="*/ 0 h 135860"/>
                <a:gd name="connsiteX1" fmla="*/ 49410 w 49410"/>
                <a:gd name="connsiteY1" fmla="*/ 135860 h 135860"/>
                <a:gd name="connsiteX2" fmla="*/ 45355 w 49410"/>
                <a:gd name="connsiteY2" fmla="*/ 134283 h 135860"/>
                <a:gd name="connsiteX3" fmla="*/ 0 w 49410"/>
                <a:gd name="connsiteY3" fmla="*/ 51075 h 135860"/>
                <a:gd name="connsiteX4" fmla="*/ 31506 w 49410"/>
                <a:gd name="connsiteY4" fmla="*/ 3599 h 135860"/>
                <a:gd name="connsiteX5" fmla="*/ 49410 w 49410"/>
                <a:gd name="connsiteY5" fmla="*/ 0 h 13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10" h="135860">
                  <a:moveTo>
                    <a:pt x="49410" y="0"/>
                  </a:moveTo>
                  <a:lnTo>
                    <a:pt x="49410" y="135860"/>
                  </a:lnTo>
                  <a:lnTo>
                    <a:pt x="45355" y="134283"/>
                  </a:lnTo>
                  <a:cubicBezTo>
                    <a:pt x="43308" y="132236"/>
                    <a:pt x="0" y="88245"/>
                    <a:pt x="0" y="51075"/>
                  </a:cubicBezTo>
                  <a:cubicBezTo>
                    <a:pt x="0" y="29591"/>
                    <a:pt x="13044" y="11368"/>
                    <a:pt x="31506" y="3599"/>
                  </a:cubicBezTo>
                  <a:lnTo>
                    <a:pt x="4941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sz="1600"/>
            </a:p>
          </p:txBody>
        </p:sp>
      </p:grpSp>
      <p:sp>
        <p:nvSpPr>
          <p:cNvPr id="10" name="Rectangle: Rounded Corners 9">
            <a:extLst>
              <a:ext uri="{FF2B5EF4-FFF2-40B4-BE49-F238E27FC236}">
                <a16:creationId xmlns:a16="http://schemas.microsoft.com/office/drawing/2014/main" id="{49F48845-34EE-463D-C228-1795FB073645}"/>
              </a:ext>
              <a:ext uri="{C183D7F6-B498-43B3-948B-1728B52AA6E4}">
                <adec:decorative xmlns:adec="http://schemas.microsoft.com/office/drawing/2017/decorative" val="1"/>
              </a:ext>
            </a:extLst>
          </p:cNvPr>
          <p:cNvSpPr/>
          <p:nvPr/>
        </p:nvSpPr>
        <p:spPr>
          <a:xfrm>
            <a:off x="5467830" y="1134789"/>
            <a:ext cx="1545220" cy="23196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West Region</a:t>
            </a:r>
          </a:p>
        </p:txBody>
      </p:sp>
      <p:sp>
        <p:nvSpPr>
          <p:cNvPr id="11" name="Rectangle: Rounded Corners 10">
            <a:extLst>
              <a:ext uri="{FF2B5EF4-FFF2-40B4-BE49-F238E27FC236}">
                <a16:creationId xmlns:a16="http://schemas.microsoft.com/office/drawing/2014/main" id="{4DD1B426-1968-4CC6-B578-B3E9921D7ECA}"/>
              </a:ext>
              <a:ext uri="{C183D7F6-B498-43B3-948B-1728B52AA6E4}">
                <adec:decorative xmlns:adec="http://schemas.microsoft.com/office/drawing/2017/decorative" val="1"/>
              </a:ext>
            </a:extLst>
          </p:cNvPr>
          <p:cNvSpPr/>
          <p:nvPr/>
        </p:nvSpPr>
        <p:spPr>
          <a:xfrm>
            <a:off x="7642222" y="1072159"/>
            <a:ext cx="1885464" cy="23196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Central Region</a:t>
            </a:r>
          </a:p>
        </p:txBody>
      </p:sp>
      <p:sp>
        <p:nvSpPr>
          <p:cNvPr id="13" name="Rectangle: Rounded Corners 12">
            <a:extLst>
              <a:ext uri="{FF2B5EF4-FFF2-40B4-BE49-F238E27FC236}">
                <a16:creationId xmlns:a16="http://schemas.microsoft.com/office/drawing/2014/main" id="{6E344976-FA6E-4D20-8AEA-E1E651C3933A}"/>
              </a:ext>
              <a:ext uri="{C183D7F6-B498-43B3-948B-1728B52AA6E4}">
                <adec:decorative xmlns:adec="http://schemas.microsoft.com/office/drawing/2017/decorative" val="1"/>
              </a:ext>
            </a:extLst>
          </p:cNvPr>
          <p:cNvSpPr/>
          <p:nvPr/>
        </p:nvSpPr>
        <p:spPr>
          <a:xfrm>
            <a:off x="9727954" y="1534205"/>
            <a:ext cx="1545220" cy="23196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200" b="1" cap="all" spc="150">
                <a:solidFill>
                  <a:schemeClr val="bg1"/>
                </a:solidFill>
                <a:ea typeface="+mj-ea"/>
                <a:cs typeface="+mj-cs"/>
              </a:rPr>
              <a:t>East Region</a:t>
            </a:r>
          </a:p>
        </p:txBody>
      </p:sp>
      <p:grpSp>
        <p:nvGrpSpPr>
          <p:cNvPr id="16" name="Group 15">
            <a:extLst>
              <a:ext uri="{FF2B5EF4-FFF2-40B4-BE49-F238E27FC236}">
                <a16:creationId xmlns:a16="http://schemas.microsoft.com/office/drawing/2014/main" id="{A03DAF12-AE98-B99F-C91F-6E2D26BCC05A}"/>
              </a:ext>
              <a:ext uri="{C183D7F6-B498-43B3-948B-1728B52AA6E4}">
                <adec:decorative xmlns:adec="http://schemas.microsoft.com/office/drawing/2017/decorative" val="1"/>
              </a:ext>
            </a:extLst>
          </p:cNvPr>
          <p:cNvGrpSpPr/>
          <p:nvPr/>
        </p:nvGrpSpPr>
        <p:grpSpPr>
          <a:xfrm>
            <a:off x="12443985" y="0"/>
            <a:ext cx="3077430" cy="3307601"/>
            <a:chOff x="12443985" y="0"/>
            <a:chExt cx="3077430" cy="3307601"/>
          </a:xfrm>
        </p:grpSpPr>
        <p:sp>
          <p:nvSpPr>
            <p:cNvPr id="17" name="Rectangle 16">
              <a:extLst>
                <a:ext uri="{FF2B5EF4-FFF2-40B4-BE49-F238E27FC236}">
                  <a16:creationId xmlns:a16="http://schemas.microsoft.com/office/drawing/2014/main" id="{88379261-77E1-A9BA-5C91-6F6692A96653}"/>
                </a:ext>
              </a:extLst>
            </p:cNvPr>
            <p:cNvSpPr/>
            <p:nvPr/>
          </p:nvSpPr>
          <p:spPr>
            <a:xfrm>
              <a:off x="12443985" y="0"/>
              <a:ext cx="3077430" cy="330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Map INSTRUCTIONS</a:t>
              </a:r>
            </a:p>
            <a:p>
              <a:pPr>
                <a:spcBef>
                  <a:spcPts val="1200"/>
                </a:spcBef>
              </a:pPr>
              <a:r>
                <a:rPr lang="en-US" sz="1000">
                  <a:solidFill>
                    <a:schemeClr val="bg1"/>
                  </a:solidFill>
                </a:rPr>
                <a:t>Text and points on the map are editable and </a:t>
              </a:r>
              <a:br>
                <a:rPr lang="en-US" sz="1000">
                  <a:solidFill>
                    <a:schemeClr val="bg1"/>
                  </a:solidFill>
                </a:rPr>
              </a:br>
              <a:r>
                <a:rPr lang="en-US" sz="1000">
                  <a:solidFill>
                    <a:schemeClr val="bg1"/>
                  </a:solidFill>
                </a:rPr>
                <a:t>may be added, removed or recolored as needed. </a:t>
              </a:r>
            </a:p>
            <a:p>
              <a:pPr marL="174625" indent="-174625">
                <a:spcBef>
                  <a:spcPts val="1200"/>
                </a:spcBef>
                <a:buFont typeface="Avenir Next LT Pro" panose="020B0504020202020204" pitchFamily="34" charset="0"/>
                <a:buChar char="•"/>
              </a:pPr>
              <a:r>
                <a:rPr lang="en-US" sz="1000">
                  <a:solidFill>
                    <a:schemeClr val="bg1"/>
                  </a:solidFill>
                </a:rPr>
                <a:t>Change the color of the points by selecting them and choosing a new color from the theme row 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Remove points by selecting them </a:t>
              </a:r>
              <a:br>
                <a:rPr lang="en-US" sz="1000">
                  <a:solidFill>
                    <a:schemeClr val="bg1"/>
                  </a:solidFill>
                </a:rPr>
              </a:br>
              <a:r>
                <a:rPr lang="en-US" sz="1000">
                  <a:solidFill>
                    <a:schemeClr val="bg1"/>
                  </a:solidFill>
                </a:rPr>
                <a:t>and hitting delete.</a:t>
              </a:r>
            </a:p>
            <a:p>
              <a:pPr marL="174625" indent="-174625">
                <a:spcBef>
                  <a:spcPts val="1200"/>
                </a:spcBef>
                <a:buFont typeface="Avenir Next LT Pro" panose="020B0504020202020204" pitchFamily="34" charset="0"/>
                <a:buChar char="•"/>
              </a:pPr>
              <a:r>
                <a:rPr lang="en-US" sz="1000">
                  <a:solidFill>
                    <a:schemeClr val="bg1"/>
                  </a:solidFill>
                </a:rPr>
                <a:t>Add more points by selecting one and </a:t>
              </a:r>
              <a:br>
                <a:rPr lang="en-US" sz="1000">
                  <a:solidFill>
                    <a:schemeClr val="bg1"/>
                  </a:solidFill>
                </a:rPr>
              </a:br>
              <a:r>
                <a:rPr lang="en-US" sz="1000">
                  <a:solidFill>
                    <a:schemeClr val="bg1"/>
                  </a:solidFill>
                </a:rPr>
                <a:t>holding down Shift + Ctrl while dragging. </a:t>
              </a:r>
            </a:p>
          </p:txBody>
        </p:sp>
        <p:grpSp>
          <p:nvGrpSpPr>
            <p:cNvPr id="132" name="Group 131">
              <a:extLst>
                <a:ext uri="{FF2B5EF4-FFF2-40B4-BE49-F238E27FC236}">
                  <a16:creationId xmlns:a16="http://schemas.microsoft.com/office/drawing/2014/main" id="{5EF0C967-FBCE-FABD-9792-27B3EDE77B0D}"/>
                </a:ext>
              </a:extLst>
            </p:cNvPr>
            <p:cNvGrpSpPr/>
            <p:nvPr/>
          </p:nvGrpSpPr>
          <p:grpSpPr>
            <a:xfrm>
              <a:off x="13142686" y="1412407"/>
              <a:ext cx="1455058" cy="864392"/>
              <a:chOff x="12700000" y="1053458"/>
              <a:chExt cx="2565400" cy="1524002"/>
            </a:xfrm>
          </p:grpSpPr>
          <p:pic>
            <p:nvPicPr>
              <p:cNvPr id="142" name="Picture 141" descr="A picture containing table&#10;&#10;Description automatically generated">
                <a:extLst>
                  <a:ext uri="{FF2B5EF4-FFF2-40B4-BE49-F238E27FC236}">
                    <a16:creationId xmlns:a16="http://schemas.microsoft.com/office/drawing/2014/main" id="{A10366D0-AB70-352C-6047-038741C8CFD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700000" y="1053458"/>
                <a:ext cx="2565400" cy="1524000"/>
              </a:xfrm>
              <a:prstGeom prst="rect">
                <a:avLst/>
              </a:prstGeom>
            </p:spPr>
          </p:pic>
          <p:sp>
            <p:nvSpPr>
              <p:cNvPr id="143" name="Rectangle 142">
                <a:extLst>
                  <a:ext uri="{FF2B5EF4-FFF2-40B4-BE49-F238E27FC236}">
                    <a16:creationId xmlns:a16="http://schemas.microsoft.com/office/drawing/2014/main" id="{98C25F06-C69F-F6FF-43D8-E16A6C892BA1}"/>
                  </a:ext>
                </a:extLst>
              </p:cNvPr>
              <p:cNvSpPr/>
              <p:nvPr/>
            </p:nvSpPr>
            <p:spPr>
              <a:xfrm>
                <a:off x="13751666" y="2242053"/>
                <a:ext cx="1455908" cy="335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2" name="TextBox 11">
            <a:extLst>
              <a:ext uri="{FF2B5EF4-FFF2-40B4-BE49-F238E27FC236}">
                <a16:creationId xmlns:a16="http://schemas.microsoft.com/office/drawing/2014/main" id="{18288B21-5E67-B7AE-E64E-5079C363C67D}"/>
              </a:ext>
            </a:extLst>
          </p:cNvPr>
          <p:cNvSpPr txBox="1">
            <a:spLocks/>
          </p:cNvSpPr>
          <p:nvPr/>
        </p:nvSpPr>
        <p:spPr>
          <a:xfrm>
            <a:off x="571500" y="2864916"/>
            <a:ext cx="3530600" cy="569504"/>
          </a:xfrm>
          <a:prstGeom prst="rect">
            <a:avLst/>
          </a:prstGeom>
          <a:noFill/>
        </p:spPr>
        <p:txBody>
          <a:bodyPr wrap="square" lIns="0" tIns="0" rIns="0" bIns="0" rtlCol="0">
            <a:noAutofit/>
          </a:bodyPr>
          <a:lstStyle>
            <a:defPPr>
              <a:defRPr lang="en-US"/>
            </a:defPPr>
            <a:lvl1pPr>
              <a:lnSpc>
                <a:spcPct val="110000"/>
              </a:lnSpc>
              <a:spcAft>
                <a:spcPts val="1000"/>
              </a:spcAft>
              <a:defRPr sz="1400"/>
            </a:lvl1pPr>
          </a:lstStyle>
          <a:p>
            <a:r>
              <a:rPr lang="en-US" err="1"/>
              <a:t>Beremod</a:t>
            </a:r>
            <a:r>
              <a:rPr lang="en-US"/>
              <a:t> </a:t>
            </a:r>
            <a:r>
              <a:rPr lang="en-US" err="1"/>
              <a:t>maximusaesto</a:t>
            </a:r>
            <a:r>
              <a:rPr lang="en-US"/>
              <a:t> </a:t>
            </a:r>
            <a:r>
              <a:rPr lang="en-US" err="1"/>
              <a:t>dunt</a:t>
            </a:r>
            <a:r>
              <a:rPr lang="en-US"/>
              <a:t> </a:t>
            </a:r>
            <a:r>
              <a:rPr lang="en-US" err="1"/>
              <a:t>labo</a:t>
            </a:r>
            <a:r>
              <a:rPr lang="en-US"/>
              <a:t>. Et </a:t>
            </a:r>
            <a:r>
              <a:rPr lang="en-US" err="1"/>
              <a:t>laborum</a:t>
            </a:r>
            <a:r>
              <a:rPr lang="en-US"/>
              <a:t> que  </a:t>
            </a:r>
            <a:r>
              <a:rPr lang="en-US" err="1"/>
              <a:t>parit</a:t>
            </a:r>
            <a:r>
              <a:rPr lang="en-US"/>
              <a:t> </a:t>
            </a:r>
            <a:r>
              <a:rPr lang="en-US" err="1"/>
              <a:t>invere</a:t>
            </a:r>
            <a:r>
              <a:rPr lang="en-US"/>
              <a:t> </a:t>
            </a:r>
            <a:r>
              <a:rPr lang="en-US" err="1"/>
              <a:t>nullit</a:t>
            </a:r>
            <a:r>
              <a:rPr lang="en-US"/>
              <a:t> et.</a:t>
            </a:r>
          </a:p>
        </p:txBody>
      </p:sp>
      <p:cxnSp>
        <p:nvCxnSpPr>
          <p:cNvPr id="14" name="Straight Connector 13">
            <a:extLst>
              <a:ext uri="{FF2B5EF4-FFF2-40B4-BE49-F238E27FC236}">
                <a16:creationId xmlns:a16="http://schemas.microsoft.com/office/drawing/2014/main" id="{D4AD8EA1-BBCA-0947-247B-B4859EAA8075}"/>
              </a:ext>
              <a:ext uri="{C183D7F6-B498-43B3-948B-1728B52AA6E4}">
                <adec:decorative xmlns:adec="http://schemas.microsoft.com/office/drawing/2017/decorative" val="1"/>
              </a:ext>
            </a:extLst>
          </p:cNvPr>
          <p:cNvCxnSpPr>
            <a:cxnSpLocks/>
          </p:cNvCxnSpPr>
          <p:nvPr/>
        </p:nvCxnSpPr>
        <p:spPr>
          <a:xfrm flipH="1">
            <a:off x="571500" y="3426401"/>
            <a:ext cx="35306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F71A77A-CDA9-CFE9-6E24-76ADDCFC33AA}"/>
              </a:ext>
              <a:ext uri="{C183D7F6-B498-43B3-948B-1728B52AA6E4}">
                <adec:decorative xmlns:adec="http://schemas.microsoft.com/office/drawing/2017/decorative" val="1"/>
              </a:ext>
            </a:extLst>
          </p:cNvPr>
          <p:cNvCxnSpPr>
            <a:cxnSpLocks/>
          </p:cNvCxnSpPr>
          <p:nvPr/>
        </p:nvCxnSpPr>
        <p:spPr>
          <a:xfrm flipH="1">
            <a:off x="571500" y="5712642"/>
            <a:ext cx="35306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148" name="Graphic 9">
            <a:extLst>
              <a:ext uri="{FF2B5EF4-FFF2-40B4-BE49-F238E27FC236}">
                <a16:creationId xmlns:a16="http://schemas.microsoft.com/office/drawing/2014/main" id="{7FECEAE4-39BE-B38B-D8ED-182647931DEC}"/>
              </a:ext>
              <a:ext uri="{C183D7F6-B498-43B3-948B-1728B52AA6E4}">
                <adec:decorative xmlns:adec="http://schemas.microsoft.com/office/drawing/2017/decorative" val="1"/>
              </a:ext>
            </a:extLst>
          </p:cNvPr>
          <p:cNvGrpSpPr/>
          <p:nvPr/>
        </p:nvGrpSpPr>
        <p:grpSpPr>
          <a:xfrm>
            <a:off x="4817032" y="3565296"/>
            <a:ext cx="172021" cy="235711"/>
            <a:chOff x="7004050" y="2933700"/>
            <a:chExt cx="172021" cy="235711"/>
          </a:xfrm>
        </p:grpSpPr>
        <p:sp>
          <p:nvSpPr>
            <p:cNvPr id="149" name="Freeform: Shape 41">
              <a:extLst>
                <a:ext uri="{FF2B5EF4-FFF2-40B4-BE49-F238E27FC236}">
                  <a16:creationId xmlns:a16="http://schemas.microsoft.com/office/drawing/2014/main" id="{2132FC25-8597-2C4C-350C-0F9DFC246723}"/>
                </a:ext>
              </a:extLst>
            </p:cNvPr>
            <p:cNvSpPr/>
            <p:nvPr/>
          </p:nvSpPr>
          <p:spPr>
            <a:xfrm>
              <a:off x="7096696" y="29337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150" name="Freeform: Shape 42">
              <a:extLst>
                <a:ext uri="{FF2B5EF4-FFF2-40B4-BE49-F238E27FC236}">
                  <a16:creationId xmlns:a16="http://schemas.microsoft.com/office/drawing/2014/main" id="{93407DA5-38B5-1A77-FAB2-525F17D7DF54}"/>
                </a:ext>
              </a:extLst>
            </p:cNvPr>
            <p:cNvSpPr/>
            <p:nvPr/>
          </p:nvSpPr>
          <p:spPr>
            <a:xfrm>
              <a:off x="7004050" y="29337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51" name="Graphic 9">
            <a:extLst>
              <a:ext uri="{FF2B5EF4-FFF2-40B4-BE49-F238E27FC236}">
                <a16:creationId xmlns:a16="http://schemas.microsoft.com/office/drawing/2014/main" id="{FB5F5238-CA89-1F7F-5641-A5B8F9195BB3}"/>
              </a:ext>
              <a:ext uri="{C183D7F6-B498-43B3-948B-1728B52AA6E4}">
                <adec:decorative xmlns:adec="http://schemas.microsoft.com/office/drawing/2017/decorative" val="1"/>
              </a:ext>
            </a:extLst>
          </p:cNvPr>
          <p:cNvGrpSpPr/>
          <p:nvPr/>
        </p:nvGrpSpPr>
        <p:grpSpPr>
          <a:xfrm>
            <a:off x="4625232" y="2626246"/>
            <a:ext cx="172021" cy="235711"/>
            <a:chOff x="4813300" y="1497838"/>
            <a:chExt cx="172021" cy="235711"/>
          </a:xfrm>
        </p:grpSpPr>
        <p:sp>
          <p:nvSpPr>
            <p:cNvPr id="152" name="Freeform: Shape 59">
              <a:extLst>
                <a:ext uri="{FF2B5EF4-FFF2-40B4-BE49-F238E27FC236}">
                  <a16:creationId xmlns:a16="http://schemas.microsoft.com/office/drawing/2014/main" id="{5A026581-6942-EDA0-AD52-4A968D59B2EE}"/>
                </a:ext>
              </a:extLst>
            </p:cNvPr>
            <p:cNvSpPr/>
            <p:nvPr/>
          </p:nvSpPr>
          <p:spPr>
            <a:xfrm>
              <a:off x="4905946" y="14978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153" name="Freeform: Shape 60">
              <a:extLst>
                <a:ext uri="{FF2B5EF4-FFF2-40B4-BE49-F238E27FC236}">
                  <a16:creationId xmlns:a16="http://schemas.microsoft.com/office/drawing/2014/main" id="{431F6F14-1C54-D9D3-74F0-7DB71BAEC48F}"/>
                </a:ext>
              </a:extLst>
            </p:cNvPr>
            <p:cNvSpPr/>
            <p:nvPr/>
          </p:nvSpPr>
          <p:spPr>
            <a:xfrm>
              <a:off x="4813300" y="14978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54" name="Graphic 9">
            <a:extLst>
              <a:ext uri="{FF2B5EF4-FFF2-40B4-BE49-F238E27FC236}">
                <a16:creationId xmlns:a16="http://schemas.microsoft.com/office/drawing/2014/main" id="{063FD37F-7309-5777-130C-77825B5E6DDC}"/>
              </a:ext>
              <a:ext uri="{C183D7F6-B498-43B3-948B-1728B52AA6E4}">
                <adec:decorative xmlns:adec="http://schemas.microsoft.com/office/drawing/2017/decorative" val="1"/>
              </a:ext>
            </a:extLst>
          </p:cNvPr>
          <p:cNvGrpSpPr/>
          <p:nvPr/>
        </p:nvGrpSpPr>
        <p:grpSpPr>
          <a:xfrm>
            <a:off x="7881399" y="4419870"/>
            <a:ext cx="161512" cy="235711"/>
            <a:chOff x="8108378" y="4406900"/>
            <a:chExt cx="161512" cy="235711"/>
          </a:xfrm>
        </p:grpSpPr>
        <p:sp>
          <p:nvSpPr>
            <p:cNvPr id="155" name="Freeform: Shape 139">
              <a:extLst>
                <a:ext uri="{FF2B5EF4-FFF2-40B4-BE49-F238E27FC236}">
                  <a16:creationId xmlns:a16="http://schemas.microsoft.com/office/drawing/2014/main" id="{E4DFDC0F-499B-800D-293A-DD1B3F26F3DB}"/>
                </a:ext>
              </a:extLst>
            </p:cNvPr>
            <p:cNvSpPr/>
            <p:nvPr/>
          </p:nvSpPr>
          <p:spPr>
            <a:xfrm>
              <a:off x="8190515" y="44069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tx1"/>
            </a:solidFill>
            <a:ln w="6350" cap="flat">
              <a:noFill/>
              <a:prstDash val="solid"/>
              <a:miter/>
            </a:ln>
          </p:spPr>
          <p:txBody>
            <a:bodyPr rtlCol="0" anchor="ctr"/>
            <a:lstStyle/>
            <a:p>
              <a:endParaRPr lang="en-US"/>
            </a:p>
          </p:txBody>
        </p:sp>
        <p:sp>
          <p:nvSpPr>
            <p:cNvPr id="156" name="Freeform: Shape 140">
              <a:extLst>
                <a:ext uri="{FF2B5EF4-FFF2-40B4-BE49-F238E27FC236}">
                  <a16:creationId xmlns:a16="http://schemas.microsoft.com/office/drawing/2014/main" id="{A9370566-345A-33E9-E533-6263AA8C6BE7}"/>
                </a:ext>
              </a:extLst>
            </p:cNvPr>
            <p:cNvSpPr/>
            <p:nvPr/>
          </p:nvSpPr>
          <p:spPr>
            <a:xfrm>
              <a:off x="8108378" y="44069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60" name="Graphic 9">
            <a:extLst>
              <a:ext uri="{FF2B5EF4-FFF2-40B4-BE49-F238E27FC236}">
                <a16:creationId xmlns:a16="http://schemas.microsoft.com/office/drawing/2014/main" id="{5A3C19E1-ECF0-23B0-4F69-56BA845F9C57}"/>
              </a:ext>
              <a:ext uri="{C183D7F6-B498-43B3-948B-1728B52AA6E4}">
                <adec:decorative xmlns:adec="http://schemas.microsoft.com/office/drawing/2017/decorative" val="1"/>
              </a:ext>
            </a:extLst>
          </p:cNvPr>
          <p:cNvGrpSpPr/>
          <p:nvPr/>
        </p:nvGrpSpPr>
        <p:grpSpPr>
          <a:xfrm>
            <a:off x="5033454" y="1061719"/>
            <a:ext cx="161575" cy="235712"/>
            <a:chOff x="5033454" y="1061719"/>
            <a:chExt cx="161575" cy="235712"/>
          </a:xfrm>
        </p:grpSpPr>
        <p:sp>
          <p:nvSpPr>
            <p:cNvPr id="161" name="Freeform: Shape 19">
              <a:extLst>
                <a:ext uri="{FF2B5EF4-FFF2-40B4-BE49-F238E27FC236}">
                  <a16:creationId xmlns:a16="http://schemas.microsoft.com/office/drawing/2014/main" id="{7F574F4F-9DBC-1C13-7F95-33655D43AC54}"/>
                </a:ext>
              </a:extLst>
            </p:cNvPr>
            <p:cNvSpPr/>
            <p:nvPr/>
          </p:nvSpPr>
          <p:spPr>
            <a:xfrm>
              <a:off x="5115654" y="1061719"/>
              <a:ext cx="79375" cy="235712"/>
            </a:xfrm>
            <a:custGeom>
              <a:avLst/>
              <a:gdLst>
                <a:gd name="connsiteX0" fmla="*/ 79375 w 79375"/>
                <a:gd name="connsiteY0" fmla="*/ 79375 h 235712"/>
                <a:gd name="connsiteX1" fmla="*/ 0 w 79375"/>
                <a:gd name="connsiteY1" fmla="*/ 0 h 235712"/>
                <a:gd name="connsiteX2" fmla="*/ 0 w 79375"/>
                <a:gd name="connsiteY2" fmla="*/ 235712 h 235712"/>
                <a:gd name="connsiteX3" fmla="*/ 0 w 79375"/>
                <a:gd name="connsiteY3" fmla="*/ 235712 h 235712"/>
                <a:gd name="connsiteX4" fmla="*/ 79375 w 79375"/>
                <a:gd name="connsiteY4" fmla="*/ 79375 h 23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2">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162" name="Freeform: Shape 20">
              <a:extLst>
                <a:ext uri="{FF2B5EF4-FFF2-40B4-BE49-F238E27FC236}">
                  <a16:creationId xmlns:a16="http://schemas.microsoft.com/office/drawing/2014/main" id="{3E2E810A-6BBD-E3B9-C881-5A3CA3179B90}"/>
                </a:ext>
              </a:extLst>
            </p:cNvPr>
            <p:cNvSpPr/>
            <p:nvPr/>
          </p:nvSpPr>
          <p:spPr>
            <a:xfrm>
              <a:off x="5033454" y="1061719"/>
              <a:ext cx="79375" cy="235712"/>
            </a:xfrm>
            <a:custGeom>
              <a:avLst/>
              <a:gdLst>
                <a:gd name="connsiteX0" fmla="*/ 0 w 79375"/>
                <a:gd name="connsiteY0" fmla="*/ 79375 h 235712"/>
                <a:gd name="connsiteX1" fmla="*/ 79375 w 79375"/>
                <a:gd name="connsiteY1" fmla="*/ 235712 h 235712"/>
                <a:gd name="connsiteX2" fmla="*/ 79375 w 79375"/>
                <a:gd name="connsiteY2" fmla="*/ 0 h 235712"/>
                <a:gd name="connsiteX3" fmla="*/ 0 w 79375"/>
                <a:gd name="connsiteY3" fmla="*/ 79375 h 235712"/>
              </a:gdLst>
              <a:ahLst/>
              <a:cxnLst>
                <a:cxn ang="0">
                  <a:pos x="connsiteX0" y="connsiteY0"/>
                </a:cxn>
                <a:cxn ang="0">
                  <a:pos x="connsiteX1" y="connsiteY1"/>
                </a:cxn>
                <a:cxn ang="0">
                  <a:pos x="connsiteX2" y="connsiteY2"/>
                </a:cxn>
                <a:cxn ang="0">
                  <a:pos x="connsiteX3" y="connsiteY3"/>
                </a:cxn>
              </a:cxnLst>
              <a:rect l="l" t="t" r="r" b="b"/>
              <a:pathLst>
                <a:path w="79375" h="235712">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63" name="Freeform: Shape 22">
            <a:extLst>
              <a:ext uri="{FF2B5EF4-FFF2-40B4-BE49-F238E27FC236}">
                <a16:creationId xmlns:a16="http://schemas.microsoft.com/office/drawing/2014/main" id="{1399D21C-6872-777B-C6B2-4CAF49D07F53}"/>
              </a:ext>
              <a:ext uri="{C183D7F6-B498-43B3-948B-1728B52AA6E4}">
                <adec:decorative xmlns:adec="http://schemas.microsoft.com/office/drawing/2017/decorative" val="1"/>
              </a:ext>
            </a:extLst>
          </p:cNvPr>
          <p:cNvSpPr/>
          <p:nvPr/>
        </p:nvSpPr>
        <p:spPr>
          <a:xfrm>
            <a:off x="4984750" y="3600450"/>
            <a:ext cx="158622" cy="235521"/>
          </a:xfrm>
          <a:custGeom>
            <a:avLst/>
            <a:gdLst>
              <a:gd name="connsiteX0" fmla="*/ 79311 w 158622"/>
              <a:gd name="connsiteY0" fmla="*/ 0 h 235521"/>
              <a:gd name="connsiteX1" fmla="*/ 0 w 158622"/>
              <a:gd name="connsiteY1" fmla="*/ 79311 h 235521"/>
              <a:gd name="connsiteX2" fmla="*/ 79311 w 158622"/>
              <a:gd name="connsiteY2" fmla="*/ 235522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7" y="0"/>
                  <a:pt x="0" y="35497"/>
                  <a:pt x="0" y="79311"/>
                </a:cubicBezTo>
                <a:cubicBezTo>
                  <a:pt x="0" y="145669"/>
                  <a:pt x="79311" y="235522"/>
                  <a:pt x="79311" y="235522"/>
                </a:cubicBezTo>
                <a:cubicBezTo>
                  <a:pt x="79311" y="235522"/>
                  <a:pt x="158623" y="146558"/>
                  <a:pt x="158623" y="79311"/>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64" name="Freeform: Shape 23">
            <a:extLst>
              <a:ext uri="{FF2B5EF4-FFF2-40B4-BE49-F238E27FC236}">
                <a16:creationId xmlns:a16="http://schemas.microsoft.com/office/drawing/2014/main" id="{EF1454D3-D02C-F8A9-FB4A-493DE06A3D29}"/>
              </a:ext>
              <a:ext uri="{C183D7F6-B498-43B3-948B-1728B52AA6E4}">
                <adec:decorative xmlns:adec="http://schemas.microsoft.com/office/drawing/2017/decorative" val="1"/>
              </a:ext>
            </a:extLst>
          </p:cNvPr>
          <p:cNvSpPr/>
          <p:nvPr/>
        </p:nvSpPr>
        <p:spPr>
          <a:xfrm>
            <a:off x="6081585" y="2717482"/>
            <a:ext cx="158623" cy="235521"/>
          </a:xfrm>
          <a:custGeom>
            <a:avLst/>
            <a:gdLst>
              <a:gd name="connsiteX0" fmla="*/ 79311 w 158623"/>
              <a:gd name="connsiteY0" fmla="*/ 0 h 235521"/>
              <a:gd name="connsiteX1" fmla="*/ 0 w 158623"/>
              <a:gd name="connsiteY1" fmla="*/ 79311 h 235521"/>
              <a:gd name="connsiteX2" fmla="*/ 79311 w 158623"/>
              <a:gd name="connsiteY2" fmla="*/ 235521 h 235521"/>
              <a:gd name="connsiteX3" fmla="*/ 158623 w 158623"/>
              <a:gd name="connsiteY3" fmla="*/ 79311 h 235521"/>
              <a:gd name="connsiteX4" fmla="*/ 79311 w 158623"/>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3" h="235521">
                <a:moveTo>
                  <a:pt x="79311" y="0"/>
                </a:moveTo>
                <a:cubicBezTo>
                  <a:pt x="35497"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165" name="Freeform: Shape 24">
            <a:extLst>
              <a:ext uri="{FF2B5EF4-FFF2-40B4-BE49-F238E27FC236}">
                <a16:creationId xmlns:a16="http://schemas.microsoft.com/office/drawing/2014/main" id="{20A58777-0FE0-73D0-6673-E18DCFA27EB5}"/>
              </a:ext>
              <a:ext uri="{C183D7F6-B498-43B3-948B-1728B52AA6E4}">
                <adec:decorative xmlns:adec="http://schemas.microsoft.com/office/drawing/2017/decorative" val="1"/>
              </a:ext>
            </a:extLst>
          </p:cNvPr>
          <p:cNvSpPr/>
          <p:nvPr/>
        </p:nvSpPr>
        <p:spPr>
          <a:xfrm>
            <a:off x="5935662" y="4036885"/>
            <a:ext cx="158622" cy="235521"/>
          </a:xfrm>
          <a:custGeom>
            <a:avLst/>
            <a:gdLst>
              <a:gd name="connsiteX0" fmla="*/ 79311 w 158622"/>
              <a:gd name="connsiteY0" fmla="*/ 0 h 235521"/>
              <a:gd name="connsiteX1" fmla="*/ 0 w 158622"/>
              <a:gd name="connsiteY1" fmla="*/ 79311 h 235521"/>
              <a:gd name="connsiteX2" fmla="*/ 79311 w 158622"/>
              <a:gd name="connsiteY2" fmla="*/ 235522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7" y="0"/>
                  <a:pt x="0" y="35497"/>
                  <a:pt x="0" y="79311"/>
                </a:cubicBezTo>
                <a:cubicBezTo>
                  <a:pt x="0" y="145669"/>
                  <a:pt x="79311" y="235522"/>
                  <a:pt x="79311" y="235522"/>
                </a:cubicBezTo>
                <a:cubicBezTo>
                  <a:pt x="79311" y="235522"/>
                  <a:pt x="158623" y="146558"/>
                  <a:pt x="158623" y="79311"/>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66" name="Freeform: Shape 25">
            <a:extLst>
              <a:ext uri="{FF2B5EF4-FFF2-40B4-BE49-F238E27FC236}">
                <a16:creationId xmlns:a16="http://schemas.microsoft.com/office/drawing/2014/main" id="{AAFCBC33-51D2-E969-7970-D1505B2057C4}"/>
              </a:ext>
              <a:ext uri="{C183D7F6-B498-43B3-948B-1728B52AA6E4}">
                <adec:decorative xmlns:adec="http://schemas.microsoft.com/office/drawing/2017/decorative" val="1"/>
              </a:ext>
            </a:extLst>
          </p:cNvPr>
          <p:cNvSpPr/>
          <p:nvPr/>
        </p:nvSpPr>
        <p:spPr>
          <a:xfrm>
            <a:off x="8050339" y="4634166"/>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67" name="Freeform: Shape 27">
            <a:extLst>
              <a:ext uri="{FF2B5EF4-FFF2-40B4-BE49-F238E27FC236}">
                <a16:creationId xmlns:a16="http://schemas.microsoft.com/office/drawing/2014/main" id="{FEC1E467-6C1A-619B-BA24-56D5084CC719}"/>
              </a:ext>
              <a:ext uri="{C183D7F6-B498-43B3-948B-1728B52AA6E4}">
                <adec:decorative xmlns:adec="http://schemas.microsoft.com/office/drawing/2017/decorative" val="1"/>
              </a:ext>
            </a:extLst>
          </p:cNvPr>
          <p:cNvSpPr/>
          <p:nvPr/>
        </p:nvSpPr>
        <p:spPr>
          <a:xfrm>
            <a:off x="8991600" y="3232150"/>
            <a:ext cx="158622" cy="235521"/>
          </a:xfrm>
          <a:custGeom>
            <a:avLst/>
            <a:gdLst>
              <a:gd name="connsiteX0" fmla="*/ 79311 w 158622"/>
              <a:gd name="connsiteY0" fmla="*/ 0 h 235521"/>
              <a:gd name="connsiteX1" fmla="*/ 0 w 158622"/>
              <a:gd name="connsiteY1" fmla="*/ 79311 h 235521"/>
              <a:gd name="connsiteX2" fmla="*/ 79311 w 158622"/>
              <a:gd name="connsiteY2" fmla="*/ 235522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1"/>
                </a:cubicBezTo>
                <a:cubicBezTo>
                  <a:pt x="0" y="145669"/>
                  <a:pt x="79311" y="235522"/>
                  <a:pt x="79311" y="235522"/>
                </a:cubicBezTo>
                <a:cubicBezTo>
                  <a:pt x="79311" y="235522"/>
                  <a:pt x="158623" y="146558"/>
                  <a:pt x="158623" y="79311"/>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68" name="Freeform: Shape 28">
            <a:extLst>
              <a:ext uri="{FF2B5EF4-FFF2-40B4-BE49-F238E27FC236}">
                <a16:creationId xmlns:a16="http://schemas.microsoft.com/office/drawing/2014/main" id="{9A6910EA-F99F-9443-FCA4-B46785ECA5BC}"/>
              </a:ext>
              <a:ext uri="{C183D7F6-B498-43B3-948B-1728B52AA6E4}">
                <adec:decorative xmlns:adec="http://schemas.microsoft.com/office/drawing/2017/decorative" val="1"/>
              </a:ext>
            </a:extLst>
          </p:cNvPr>
          <p:cNvSpPr/>
          <p:nvPr/>
        </p:nvSpPr>
        <p:spPr>
          <a:xfrm>
            <a:off x="8378888" y="3143250"/>
            <a:ext cx="158622" cy="235521"/>
          </a:xfrm>
          <a:custGeom>
            <a:avLst/>
            <a:gdLst>
              <a:gd name="connsiteX0" fmla="*/ 79311 w 158622"/>
              <a:gd name="connsiteY0" fmla="*/ 0 h 235521"/>
              <a:gd name="connsiteX1" fmla="*/ 0 w 158622"/>
              <a:gd name="connsiteY1" fmla="*/ 79311 h 235521"/>
              <a:gd name="connsiteX2" fmla="*/ 79311 w 158622"/>
              <a:gd name="connsiteY2" fmla="*/ 235522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2"/>
                  <a:pt x="79311" y="235522"/>
                </a:cubicBezTo>
                <a:cubicBezTo>
                  <a:pt x="79311" y="235522"/>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169" name="Freeform: Shape 29">
            <a:extLst>
              <a:ext uri="{FF2B5EF4-FFF2-40B4-BE49-F238E27FC236}">
                <a16:creationId xmlns:a16="http://schemas.microsoft.com/office/drawing/2014/main" id="{5DD94302-4920-8332-7A0A-617721095A99}"/>
              </a:ext>
              <a:ext uri="{C183D7F6-B498-43B3-948B-1728B52AA6E4}">
                <adec:decorative xmlns:adec="http://schemas.microsoft.com/office/drawing/2017/decorative" val="1"/>
              </a:ext>
            </a:extLst>
          </p:cNvPr>
          <p:cNvSpPr/>
          <p:nvPr/>
        </p:nvSpPr>
        <p:spPr>
          <a:xfrm>
            <a:off x="8610600" y="2086673"/>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70" name="Freeform: Shape 30">
            <a:extLst>
              <a:ext uri="{FF2B5EF4-FFF2-40B4-BE49-F238E27FC236}">
                <a16:creationId xmlns:a16="http://schemas.microsoft.com/office/drawing/2014/main" id="{3A9A51C4-982F-941E-9015-8E1C3658A0F8}"/>
              </a:ext>
              <a:ext uri="{C183D7F6-B498-43B3-948B-1728B52AA6E4}">
                <adec:decorative xmlns:adec="http://schemas.microsoft.com/office/drawing/2017/decorative" val="1"/>
              </a:ext>
            </a:extLst>
          </p:cNvPr>
          <p:cNvSpPr/>
          <p:nvPr/>
        </p:nvSpPr>
        <p:spPr>
          <a:xfrm>
            <a:off x="10764139" y="5352478"/>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622"/>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71" name="Freeform: Shape 31">
            <a:extLst>
              <a:ext uri="{FF2B5EF4-FFF2-40B4-BE49-F238E27FC236}">
                <a16:creationId xmlns:a16="http://schemas.microsoft.com/office/drawing/2014/main" id="{9195E4C6-D030-51B0-5F70-91D6A6487837}"/>
              </a:ext>
              <a:ext uri="{C183D7F6-B498-43B3-948B-1728B52AA6E4}">
                <adec:decorative xmlns:adec="http://schemas.microsoft.com/office/drawing/2017/decorative" val="1"/>
              </a:ext>
            </a:extLst>
          </p:cNvPr>
          <p:cNvSpPr/>
          <p:nvPr/>
        </p:nvSpPr>
        <p:spPr>
          <a:xfrm>
            <a:off x="10041318" y="2889885"/>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6" y="0"/>
                  <a:pt x="79311" y="0"/>
                </a:cubicBezTo>
              </a:path>
            </a:pathLst>
          </a:custGeom>
          <a:solidFill>
            <a:schemeClr val="accent1"/>
          </a:solidFill>
          <a:ln w="6350" cap="flat">
            <a:noFill/>
            <a:prstDash val="solid"/>
            <a:miter/>
          </a:ln>
        </p:spPr>
        <p:txBody>
          <a:bodyPr rtlCol="0" anchor="ctr"/>
          <a:lstStyle/>
          <a:p>
            <a:endParaRPr lang="en-US"/>
          </a:p>
        </p:txBody>
      </p:sp>
      <p:sp>
        <p:nvSpPr>
          <p:cNvPr id="172" name="Freeform: Shape 33">
            <a:extLst>
              <a:ext uri="{FF2B5EF4-FFF2-40B4-BE49-F238E27FC236}">
                <a16:creationId xmlns:a16="http://schemas.microsoft.com/office/drawing/2014/main" id="{D20F090A-0754-738E-0794-7F63B5A219D8}"/>
              </a:ext>
              <a:ext uri="{C183D7F6-B498-43B3-948B-1728B52AA6E4}">
                <adec:decorative xmlns:adec="http://schemas.microsoft.com/office/drawing/2017/decorative" val="1"/>
              </a:ext>
            </a:extLst>
          </p:cNvPr>
          <p:cNvSpPr/>
          <p:nvPr/>
        </p:nvSpPr>
        <p:spPr>
          <a:xfrm>
            <a:off x="10883900" y="2877185"/>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173" name="Freeform: Shape 34">
            <a:extLst>
              <a:ext uri="{FF2B5EF4-FFF2-40B4-BE49-F238E27FC236}">
                <a16:creationId xmlns:a16="http://schemas.microsoft.com/office/drawing/2014/main" id="{E7F94A51-7191-67AB-6C53-D87A76166EAD}"/>
              </a:ext>
              <a:ext uri="{C183D7F6-B498-43B3-948B-1728B52AA6E4}">
                <adec:decorative xmlns:adec="http://schemas.microsoft.com/office/drawing/2017/decorative" val="1"/>
              </a:ext>
            </a:extLst>
          </p:cNvPr>
          <p:cNvSpPr/>
          <p:nvPr/>
        </p:nvSpPr>
        <p:spPr>
          <a:xfrm>
            <a:off x="10762678" y="3472878"/>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74" name="Freeform: Shape 35">
            <a:extLst>
              <a:ext uri="{FF2B5EF4-FFF2-40B4-BE49-F238E27FC236}">
                <a16:creationId xmlns:a16="http://schemas.microsoft.com/office/drawing/2014/main" id="{5A3F3B43-A9B9-0961-093C-8B024292682F}"/>
              </a:ext>
              <a:ext uri="{C183D7F6-B498-43B3-948B-1728B52AA6E4}">
                <adec:decorative xmlns:adec="http://schemas.microsoft.com/office/drawing/2017/decorative" val="1"/>
              </a:ext>
            </a:extLst>
          </p:cNvPr>
          <p:cNvSpPr/>
          <p:nvPr/>
        </p:nvSpPr>
        <p:spPr>
          <a:xfrm>
            <a:off x="9537890" y="3568128"/>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75" name="Freeform: Shape 36">
            <a:extLst>
              <a:ext uri="{FF2B5EF4-FFF2-40B4-BE49-F238E27FC236}">
                <a16:creationId xmlns:a16="http://schemas.microsoft.com/office/drawing/2014/main" id="{45F6AC26-042D-DA79-825F-0D96E6A4C753}"/>
              </a:ext>
              <a:ext uri="{C183D7F6-B498-43B3-948B-1728B52AA6E4}">
                <adec:decorative xmlns:adec="http://schemas.microsoft.com/office/drawing/2017/decorative" val="1"/>
              </a:ext>
            </a:extLst>
          </p:cNvPr>
          <p:cNvSpPr/>
          <p:nvPr/>
        </p:nvSpPr>
        <p:spPr>
          <a:xfrm>
            <a:off x="10982261" y="2595879"/>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558"/>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177" name="Freeform: Shape 37">
            <a:extLst>
              <a:ext uri="{FF2B5EF4-FFF2-40B4-BE49-F238E27FC236}">
                <a16:creationId xmlns:a16="http://schemas.microsoft.com/office/drawing/2014/main" id="{00B7939A-DE74-D7ED-E996-5DC94D75C040}"/>
              </a:ext>
              <a:ext uri="{C183D7F6-B498-43B3-948B-1728B52AA6E4}">
                <adec:decorative xmlns:adec="http://schemas.microsoft.com/office/drawing/2017/decorative" val="1"/>
              </a:ext>
            </a:extLst>
          </p:cNvPr>
          <p:cNvSpPr/>
          <p:nvPr/>
        </p:nvSpPr>
        <p:spPr>
          <a:xfrm>
            <a:off x="11158537" y="2726626"/>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178" name="Freeform: Shape 38">
            <a:extLst>
              <a:ext uri="{FF2B5EF4-FFF2-40B4-BE49-F238E27FC236}">
                <a16:creationId xmlns:a16="http://schemas.microsoft.com/office/drawing/2014/main" id="{EB51340B-D262-D722-0A04-05266E4B7C23}"/>
              </a:ext>
              <a:ext uri="{C183D7F6-B498-43B3-948B-1728B52AA6E4}">
                <adec:decorative xmlns:adec="http://schemas.microsoft.com/office/drawing/2017/decorative" val="1"/>
              </a:ext>
            </a:extLst>
          </p:cNvPr>
          <p:cNvSpPr/>
          <p:nvPr/>
        </p:nvSpPr>
        <p:spPr>
          <a:xfrm>
            <a:off x="11041062" y="2217102"/>
            <a:ext cx="158622" cy="235521"/>
          </a:xfrm>
          <a:custGeom>
            <a:avLst/>
            <a:gdLst>
              <a:gd name="connsiteX0" fmla="*/ 79311 w 158622"/>
              <a:gd name="connsiteY0" fmla="*/ 0 h 235521"/>
              <a:gd name="connsiteX1" fmla="*/ 0 w 158622"/>
              <a:gd name="connsiteY1" fmla="*/ 79312 h 235521"/>
              <a:gd name="connsiteX2" fmla="*/ 79311 w 158622"/>
              <a:gd name="connsiteY2" fmla="*/ 235521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2"/>
                </a:cubicBezTo>
                <a:cubicBezTo>
                  <a:pt x="0" y="145669"/>
                  <a:pt x="79311" y="235521"/>
                  <a:pt x="79311" y="235521"/>
                </a:cubicBezTo>
                <a:cubicBezTo>
                  <a:pt x="79311" y="235521"/>
                  <a:pt x="158623" y="146558"/>
                  <a:pt x="158623" y="79312"/>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sp>
        <p:nvSpPr>
          <p:cNvPr id="179" name="Freeform: Shape 39">
            <a:extLst>
              <a:ext uri="{FF2B5EF4-FFF2-40B4-BE49-F238E27FC236}">
                <a16:creationId xmlns:a16="http://schemas.microsoft.com/office/drawing/2014/main" id="{2700B0C1-4EAC-56DF-B61A-7EC53781E095}"/>
              </a:ext>
              <a:ext uri="{C183D7F6-B498-43B3-948B-1728B52AA6E4}">
                <adec:decorative xmlns:adec="http://schemas.microsoft.com/office/drawing/2017/decorative" val="1"/>
              </a:ext>
            </a:extLst>
          </p:cNvPr>
          <p:cNvSpPr/>
          <p:nvPr/>
        </p:nvSpPr>
        <p:spPr>
          <a:xfrm>
            <a:off x="11372850" y="2245105"/>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7" y="0"/>
                  <a:pt x="79311" y="0"/>
                </a:cubicBezTo>
              </a:path>
            </a:pathLst>
          </a:custGeom>
          <a:solidFill>
            <a:schemeClr val="accent1"/>
          </a:solidFill>
          <a:ln w="6350" cap="flat">
            <a:noFill/>
            <a:prstDash val="solid"/>
            <a:miter/>
          </a:ln>
        </p:spPr>
        <p:txBody>
          <a:bodyPr rtlCol="0" anchor="ctr"/>
          <a:lstStyle/>
          <a:p>
            <a:endParaRPr lang="en-US"/>
          </a:p>
        </p:txBody>
      </p:sp>
      <p:grpSp>
        <p:nvGrpSpPr>
          <p:cNvPr id="180" name="Graphic 9">
            <a:extLst>
              <a:ext uri="{FF2B5EF4-FFF2-40B4-BE49-F238E27FC236}">
                <a16:creationId xmlns:a16="http://schemas.microsoft.com/office/drawing/2014/main" id="{10649E20-6C29-6349-2BDB-FB96AE7A7AEB}"/>
              </a:ext>
              <a:ext uri="{C183D7F6-B498-43B3-948B-1728B52AA6E4}">
                <adec:decorative xmlns:adec="http://schemas.microsoft.com/office/drawing/2017/decorative" val="1"/>
              </a:ext>
            </a:extLst>
          </p:cNvPr>
          <p:cNvGrpSpPr/>
          <p:nvPr/>
        </p:nvGrpSpPr>
        <p:grpSpPr>
          <a:xfrm>
            <a:off x="7004050" y="2933700"/>
            <a:ext cx="172021" cy="235711"/>
            <a:chOff x="7004050" y="2933700"/>
            <a:chExt cx="172021" cy="235711"/>
          </a:xfrm>
        </p:grpSpPr>
        <p:sp>
          <p:nvSpPr>
            <p:cNvPr id="181" name="Freeform: Shape 41">
              <a:extLst>
                <a:ext uri="{FF2B5EF4-FFF2-40B4-BE49-F238E27FC236}">
                  <a16:creationId xmlns:a16="http://schemas.microsoft.com/office/drawing/2014/main" id="{CB4A88CE-C0B7-D880-771A-3018F9746A12}"/>
                </a:ext>
              </a:extLst>
            </p:cNvPr>
            <p:cNvSpPr/>
            <p:nvPr/>
          </p:nvSpPr>
          <p:spPr>
            <a:xfrm>
              <a:off x="7096696" y="29337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182" name="Freeform: Shape 42">
              <a:extLst>
                <a:ext uri="{FF2B5EF4-FFF2-40B4-BE49-F238E27FC236}">
                  <a16:creationId xmlns:a16="http://schemas.microsoft.com/office/drawing/2014/main" id="{C12AA1DE-D69C-89D4-7059-0C837F93995E}"/>
                </a:ext>
              </a:extLst>
            </p:cNvPr>
            <p:cNvSpPr/>
            <p:nvPr/>
          </p:nvSpPr>
          <p:spPr>
            <a:xfrm>
              <a:off x="7004050" y="29337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83" name="Graphic 9">
            <a:extLst>
              <a:ext uri="{FF2B5EF4-FFF2-40B4-BE49-F238E27FC236}">
                <a16:creationId xmlns:a16="http://schemas.microsoft.com/office/drawing/2014/main" id="{4B7AB5E0-1804-5B34-27E3-5F3E61F2C64C}"/>
              </a:ext>
              <a:ext uri="{C183D7F6-B498-43B3-948B-1728B52AA6E4}">
                <adec:decorative xmlns:adec="http://schemas.microsoft.com/office/drawing/2017/decorative" val="1"/>
              </a:ext>
            </a:extLst>
          </p:cNvPr>
          <p:cNvGrpSpPr/>
          <p:nvPr/>
        </p:nvGrpSpPr>
        <p:grpSpPr>
          <a:xfrm>
            <a:off x="8375650" y="4813300"/>
            <a:ext cx="161511" cy="235711"/>
            <a:chOff x="8375650" y="4813300"/>
            <a:chExt cx="161511" cy="235711"/>
          </a:xfrm>
        </p:grpSpPr>
        <p:sp>
          <p:nvSpPr>
            <p:cNvPr id="184" name="Freeform: Shape 44">
              <a:extLst>
                <a:ext uri="{FF2B5EF4-FFF2-40B4-BE49-F238E27FC236}">
                  <a16:creationId xmlns:a16="http://schemas.microsoft.com/office/drawing/2014/main" id="{6E2FFB56-68B9-C8B2-930D-57B84EA7EB63}"/>
                </a:ext>
              </a:extLst>
            </p:cNvPr>
            <p:cNvSpPr/>
            <p:nvPr/>
          </p:nvSpPr>
          <p:spPr>
            <a:xfrm>
              <a:off x="8457786" y="48133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185" name="Freeform: Shape 45">
              <a:extLst>
                <a:ext uri="{FF2B5EF4-FFF2-40B4-BE49-F238E27FC236}">
                  <a16:creationId xmlns:a16="http://schemas.microsoft.com/office/drawing/2014/main" id="{92A18342-9ABD-2078-794A-AB0BF69B3E87}"/>
                </a:ext>
              </a:extLst>
            </p:cNvPr>
            <p:cNvSpPr/>
            <p:nvPr/>
          </p:nvSpPr>
          <p:spPr>
            <a:xfrm>
              <a:off x="8375650" y="48133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86" name="Graphic 9">
            <a:extLst>
              <a:ext uri="{FF2B5EF4-FFF2-40B4-BE49-F238E27FC236}">
                <a16:creationId xmlns:a16="http://schemas.microsoft.com/office/drawing/2014/main" id="{2D07EF96-6543-3966-0EC2-8384E72E5601}"/>
              </a:ext>
              <a:ext uri="{C183D7F6-B498-43B3-948B-1728B52AA6E4}">
                <adec:decorative xmlns:adec="http://schemas.microsoft.com/office/drawing/2017/decorative" val="1"/>
              </a:ext>
            </a:extLst>
          </p:cNvPr>
          <p:cNvGrpSpPr/>
          <p:nvPr/>
        </p:nvGrpSpPr>
        <p:grpSpPr>
          <a:xfrm>
            <a:off x="9963150" y="4063238"/>
            <a:ext cx="161511" cy="235711"/>
            <a:chOff x="9963150" y="4063238"/>
            <a:chExt cx="161511" cy="235711"/>
          </a:xfrm>
        </p:grpSpPr>
        <p:sp>
          <p:nvSpPr>
            <p:cNvPr id="187" name="Freeform: Shape 47">
              <a:extLst>
                <a:ext uri="{FF2B5EF4-FFF2-40B4-BE49-F238E27FC236}">
                  <a16:creationId xmlns:a16="http://schemas.microsoft.com/office/drawing/2014/main" id="{4F497EB1-50A6-9339-8AC8-D2492B49152A}"/>
                </a:ext>
              </a:extLst>
            </p:cNvPr>
            <p:cNvSpPr/>
            <p:nvPr/>
          </p:nvSpPr>
          <p:spPr>
            <a:xfrm>
              <a:off x="10045286" y="40632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188" name="Freeform: Shape 48">
              <a:extLst>
                <a:ext uri="{FF2B5EF4-FFF2-40B4-BE49-F238E27FC236}">
                  <a16:creationId xmlns:a16="http://schemas.microsoft.com/office/drawing/2014/main" id="{776E23D1-1F47-6D24-E46D-217ED26B82BE}"/>
                </a:ext>
              </a:extLst>
            </p:cNvPr>
            <p:cNvSpPr/>
            <p:nvPr/>
          </p:nvSpPr>
          <p:spPr>
            <a:xfrm>
              <a:off x="9963150" y="40632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89" name="Graphic 9">
            <a:extLst>
              <a:ext uri="{FF2B5EF4-FFF2-40B4-BE49-F238E27FC236}">
                <a16:creationId xmlns:a16="http://schemas.microsoft.com/office/drawing/2014/main" id="{06FCFAE3-AF07-DC2B-AD07-FB9D3CF5F85C}"/>
              </a:ext>
              <a:ext uri="{C183D7F6-B498-43B3-948B-1728B52AA6E4}">
                <adec:decorative xmlns:adec="http://schemas.microsoft.com/office/drawing/2017/decorative" val="1"/>
              </a:ext>
            </a:extLst>
          </p:cNvPr>
          <p:cNvGrpSpPr/>
          <p:nvPr/>
        </p:nvGrpSpPr>
        <p:grpSpPr>
          <a:xfrm>
            <a:off x="10477500" y="3600450"/>
            <a:ext cx="161511" cy="235711"/>
            <a:chOff x="10477500" y="3600450"/>
            <a:chExt cx="161511" cy="235711"/>
          </a:xfrm>
        </p:grpSpPr>
        <p:sp>
          <p:nvSpPr>
            <p:cNvPr id="190" name="Freeform: Shape 50">
              <a:extLst>
                <a:ext uri="{FF2B5EF4-FFF2-40B4-BE49-F238E27FC236}">
                  <a16:creationId xmlns:a16="http://schemas.microsoft.com/office/drawing/2014/main" id="{26428E26-3529-71CE-55A1-E0730CECF055}"/>
                </a:ext>
              </a:extLst>
            </p:cNvPr>
            <p:cNvSpPr/>
            <p:nvPr/>
          </p:nvSpPr>
          <p:spPr>
            <a:xfrm>
              <a:off x="10559636" y="360045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accent3"/>
            </a:solidFill>
            <a:ln w="6350" cap="flat">
              <a:noFill/>
              <a:prstDash val="solid"/>
              <a:miter/>
            </a:ln>
          </p:spPr>
          <p:txBody>
            <a:bodyPr rtlCol="0" anchor="ctr"/>
            <a:lstStyle/>
            <a:p>
              <a:endParaRPr lang="en-US"/>
            </a:p>
          </p:txBody>
        </p:sp>
        <p:sp>
          <p:nvSpPr>
            <p:cNvPr id="191" name="Freeform: Shape 51">
              <a:extLst>
                <a:ext uri="{FF2B5EF4-FFF2-40B4-BE49-F238E27FC236}">
                  <a16:creationId xmlns:a16="http://schemas.microsoft.com/office/drawing/2014/main" id="{B3B1000E-1A28-08A3-4DC3-713C6B95F70F}"/>
                </a:ext>
              </a:extLst>
            </p:cNvPr>
            <p:cNvSpPr/>
            <p:nvPr/>
          </p:nvSpPr>
          <p:spPr>
            <a:xfrm>
              <a:off x="10477500" y="360045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20" name="Graphic 9">
            <a:extLst>
              <a:ext uri="{FF2B5EF4-FFF2-40B4-BE49-F238E27FC236}">
                <a16:creationId xmlns:a16="http://schemas.microsoft.com/office/drawing/2014/main" id="{1860B8C2-1982-F23A-93AB-D08AC6E78415}"/>
              </a:ext>
              <a:ext uri="{C183D7F6-B498-43B3-948B-1728B52AA6E4}">
                <adec:decorative xmlns:adec="http://schemas.microsoft.com/office/drawing/2017/decorative" val="1"/>
              </a:ext>
            </a:extLst>
          </p:cNvPr>
          <p:cNvGrpSpPr/>
          <p:nvPr/>
        </p:nvGrpSpPr>
        <p:grpSpPr>
          <a:xfrm>
            <a:off x="9302178" y="2533650"/>
            <a:ext cx="172021" cy="235711"/>
            <a:chOff x="9302178" y="2533650"/>
            <a:chExt cx="172021" cy="235711"/>
          </a:xfrm>
        </p:grpSpPr>
        <p:sp>
          <p:nvSpPr>
            <p:cNvPr id="321" name="Freeform: Shape 53">
              <a:extLst>
                <a:ext uri="{FF2B5EF4-FFF2-40B4-BE49-F238E27FC236}">
                  <a16:creationId xmlns:a16="http://schemas.microsoft.com/office/drawing/2014/main" id="{E10FD00A-9D26-A443-B525-74DECA0111CF}"/>
                </a:ext>
              </a:extLst>
            </p:cNvPr>
            <p:cNvSpPr/>
            <p:nvPr/>
          </p:nvSpPr>
          <p:spPr>
            <a:xfrm>
              <a:off x="9394825" y="253365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322" name="Freeform: Shape 54">
              <a:extLst>
                <a:ext uri="{FF2B5EF4-FFF2-40B4-BE49-F238E27FC236}">
                  <a16:creationId xmlns:a16="http://schemas.microsoft.com/office/drawing/2014/main" id="{445B6001-70A0-3370-1BDD-49DEC0FC915D}"/>
                </a:ext>
              </a:extLst>
            </p:cNvPr>
            <p:cNvSpPr/>
            <p:nvPr/>
          </p:nvSpPr>
          <p:spPr>
            <a:xfrm>
              <a:off x="9302178" y="253365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23" name="Graphic 9">
            <a:extLst>
              <a:ext uri="{FF2B5EF4-FFF2-40B4-BE49-F238E27FC236}">
                <a16:creationId xmlns:a16="http://schemas.microsoft.com/office/drawing/2014/main" id="{D37F595B-DBBD-F964-CFFD-3A9BC8B2C65B}"/>
              </a:ext>
              <a:ext uri="{C183D7F6-B498-43B3-948B-1728B52AA6E4}">
                <adec:decorative xmlns:adec="http://schemas.microsoft.com/office/drawing/2017/decorative" val="1"/>
              </a:ext>
            </a:extLst>
          </p:cNvPr>
          <p:cNvGrpSpPr/>
          <p:nvPr/>
        </p:nvGrpSpPr>
        <p:grpSpPr>
          <a:xfrm>
            <a:off x="11499722" y="2073973"/>
            <a:ext cx="172021" cy="235712"/>
            <a:chOff x="11499722" y="2073973"/>
            <a:chExt cx="172021" cy="235712"/>
          </a:xfrm>
        </p:grpSpPr>
        <p:sp>
          <p:nvSpPr>
            <p:cNvPr id="324" name="Freeform: Shape 56">
              <a:extLst>
                <a:ext uri="{FF2B5EF4-FFF2-40B4-BE49-F238E27FC236}">
                  <a16:creationId xmlns:a16="http://schemas.microsoft.com/office/drawing/2014/main" id="{7CC67CC4-DDD9-6F55-A104-F377B1ADE31F}"/>
                </a:ext>
              </a:extLst>
            </p:cNvPr>
            <p:cNvSpPr/>
            <p:nvPr/>
          </p:nvSpPr>
          <p:spPr>
            <a:xfrm>
              <a:off x="11592369" y="2073973"/>
              <a:ext cx="79375" cy="235712"/>
            </a:xfrm>
            <a:custGeom>
              <a:avLst/>
              <a:gdLst>
                <a:gd name="connsiteX0" fmla="*/ 79375 w 79375"/>
                <a:gd name="connsiteY0" fmla="*/ 79375 h 235712"/>
                <a:gd name="connsiteX1" fmla="*/ 0 w 79375"/>
                <a:gd name="connsiteY1" fmla="*/ 0 h 235712"/>
                <a:gd name="connsiteX2" fmla="*/ 0 w 79375"/>
                <a:gd name="connsiteY2" fmla="*/ 235712 h 235712"/>
                <a:gd name="connsiteX3" fmla="*/ 0 w 79375"/>
                <a:gd name="connsiteY3" fmla="*/ 235712 h 235712"/>
                <a:gd name="connsiteX4" fmla="*/ 79375 w 79375"/>
                <a:gd name="connsiteY4" fmla="*/ 79375 h 235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2">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accent3"/>
            </a:solidFill>
            <a:ln w="6350" cap="flat">
              <a:noFill/>
              <a:prstDash val="solid"/>
              <a:miter/>
            </a:ln>
          </p:spPr>
          <p:txBody>
            <a:bodyPr rtlCol="0" anchor="ctr"/>
            <a:lstStyle/>
            <a:p>
              <a:endParaRPr lang="en-US"/>
            </a:p>
          </p:txBody>
        </p:sp>
        <p:sp>
          <p:nvSpPr>
            <p:cNvPr id="325" name="Freeform: Shape 57">
              <a:extLst>
                <a:ext uri="{FF2B5EF4-FFF2-40B4-BE49-F238E27FC236}">
                  <a16:creationId xmlns:a16="http://schemas.microsoft.com/office/drawing/2014/main" id="{2D8B1FCF-1211-09DA-0D50-8E4E975FD818}"/>
                </a:ext>
              </a:extLst>
            </p:cNvPr>
            <p:cNvSpPr/>
            <p:nvPr/>
          </p:nvSpPr>
          <p:spPr>
            <a:xfrm>
              <a:off x="11499722" y="2073973"/>
              <a:ext cx="79375" cy="235712"/>
            </a:xfrm>
            <a:custGeom>
              <a:avLst/>
              <a:gdLst>
                <a:gd name="connsiteX0" fmla="*/ 0 w 79375"/>
                <a:gd name="connsiteY0" fmla="*/ 79375 h 235712"/>
                <a:gd name="connsiteX1" fmla="*/ 79375 w 79375"/>
                <a:gd name="connsiteY1" fmla="*/ 235712 h 235712"/>
                <a:gd name="connsiteX2" fmla="*/ 79375 w 79375"/>
                <a:gd name="connsiteY2" fmla="*/ 0 h 235712"/>
                <a:gd name="connsiteX3" fmla="*/ 0 w 79375"/>
                <a:gd name="connsiteY3" fmla="*/ 79375 h 235712"/>
              </a:gdLst>
              <a:ahLst/>
              <a:cxnLst>
                <a:cxn ang="0">
                  <a:pos x="connsiteX0" y="connsiteY0"/>
                </a:cxn>
                <a:cxn ang="0">
                  <a:pos x="connsiteX1" y="connsiteY1"/>
                </a:cxn>
                <a:cxn ang="0">
                  <a:pos x="connsiteX2" y="connsiteY2"/>
                </a:cxn>
                <a:cxn ang="0">
                  <a:pos x="connsiteX3" y="connsiteY3"/>
                </a:cxn>
              </a:cxnLst>
              <a:rect l="l" t="t" r="r" b="b"/>
              <a:pathLst>
                <a:path w="79375" h="235712">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tlCol="0" anchor="ctr"/>
            <a:lstStyle/>
            <a:p>
              <a:endParaRPr lang="en-US"/>
            </a:p>
          </p:txBody>
        </p:sp>
      </p:grpSp>
      <p:grpSp>
        <p:nvGrpSpPr>
          <p:cNvPr id="326" name="Graphic 9">
            <a:extLst>
              <a:ext uri="{FF2B5EF4-FFF2-40B4-BE49-F238E27FC236}">
                <a16:creationId xmlns:a16="http://schemas.microsoft.com/office/drawing/2014/main" id="{4DCF235A-7207-EB63-B131-A046AB519952}"/>
              </a:ext>
              <a:ext uri="{C183D7F6-B498-43B3-948B-1728B52AA6E4}">
                <adec:decorative xmlns:adec="http://schemas.microsoft.com/office/drawing/2017/decorative" val="1"/>
              </a:ext>
            </a:extLst>
          </p:cNvPr>
          <p:cNvGrpSpPr/>
          <p:nvPr/>
        </p:nvGrpSpPr>
        <p:grpSpPr>
          <a:xfrm>
            <a:off x="4813300" y="1497838"/>
            <a:ext cx="172021" cy="235711"/>
            <a:chOff x="4813300" y="1497838"/>
            <a:chExt cx="172021" cy="235711"/>
          </a:xfrm>
        </p:grpSpPr>
        <p:sp>
          <p:nvSpPr>
            <p:cNvPr id="327" name="Freeform: Shape 59">
              <a:extLst>
                <a:ext uri="{FF2B5EF4-FFF2-40B4-BE49-F238E27FC236}">
                  <a16:creationId xmlns:a16="http://schemas.microsoft.com/office/drawing/2014/main" id="{6E78E73F-87CE-A8E0-A126-57078E641A24}"/>
                </a:ext>
              </a:extLst>
            </p:cNvPr>
            <p:cNvSpPr/>
            <p:nvPr/>
          </p:nvSpPr>
          <p:spPr>
            <a:xfrm>
              <a:off x="4905946" y="14978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328" name="Freeform: Shape 60">
              <a:extLst>
                <a:ext uri="{FF2B5EF4-FFF2-40B4-BE49-F238E27FC236}">
                  <a16:creationId xmlns:a16="http://schemas.microsoft.com/office/drawing/2014/main" id="{DB633242-8810-891B-3752-F5E631C871FB}"/>
                </a:ext>
              </a:extLst>
            </p:cNvPr>
            <p:cNvSpPr/>
            <p:nvPr/>
          </p:nvSpPr>
          <p:spPr>
            <a:xfrm>
              <a:off x="4813300" y="14978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29" name="Graphic 9">
            <a:extLst>
              <a:ext uri="{FF2B5EF4-FFF2-40B4-BE49-F238E27FC236}">
                <a16:creationId xmlns:a16="http://schemas.microsoft.com/office/drawing/2014/main" id="{50FECB96-E68C-FE89-AC51-874AFD1C65EF}"/>
              </a:ext>
              <a:ext uri="{C183D7F6-B498-43B3-948B-1728B52AA6E4}">
                <adec:decorative xmlns:adec="http://schemas.microsoft.com/office/drawing/2017/decorative" val="1"/>
              </a:ext>
            </a:extLst>
          </p:cNvPr>
          <p:cNvGrpSpPr/>
          <p:nvPr/>
        </p:nvGrpSpPr>
        <p:grpSpPr>
          <a:xfrm>
            <a:off x="4991100" y="3873500"/>
            <a:ext cx="161511" cy="235711"/>
            <a:chOff x="4991100" y="3873500"/>
            <a:chExt cx="161511" cy="235711"/>
          </a:xfrm>
        </p:grpSpPr>
        <p:sp>
          <p:nvSpPr>
            <p:cNvPr id="331" name="Freeform: Shape 129">
              <a:extLst>
                <a:ext uri="{FF2B5EF4-FFF2-40B4-BE49-F238E27FC236}">
                  <a16:creationId xmlns:a16="http://schemas.microsoft.com/office/drawing/2014/main" id="{7CC98972-EE98-F179-A142-3C27952591D5}"/>
                </a:ext>
              </a:extLst>
            </p:cNvPr>
            <p:cNvSpPr/>
            <p:nvPr/>
          </p:nvSpPr>
          <p:spPr>
            <a:xfrm>
              <a:off x="5073236" y="38735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tx1"/>
            </a:solidFill>
            <a:ln w="6350" cap="flat">
              <a:noFill/>
              <a:prstDash val="solid"/>
              <a:miter/>
            </a:ln>
          </p:spPr>
          <p:txBody>
            <a:bodyPr rtlCol="0" anchor="ctr"/>
            <a:lstStyle/>
            <a:p>
              <a:endParaRPr lang="en-US"/>
            </a:p>
          </p:txBody>
        </p:sp>
        <p:sp>
          <p:nvSpPr>
            <p:cNvPr id="332" name="Freeform: Shape 130">
              <a:extLst>
                <a:ext uri="{FF2B5EF4-FFF2-40B4-BE49-F238E27FC236}">
                  <a16:creationId xmlns:a16="http://schemas.microsoft.com/office/drawing/2014/main" id="{5DC6886B-4683-54F2-674B-F8A6DF5FFE3B}"/>
                </a:ext>
              </a:extLst>
            </p:cNvPr>
            <p:cNvSpPr/>
            <p:nvPr/>
          </p:nvSpPr>
          <p:spPr>
            <a:xfrm>
              <a:off x="4991100" y="38735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38" name="Graphic 9">
            <a:extLst>
              <a:ext uri="{FF2B5EF4-FFF2-40B4-BE49-F238E27FC236}">
                <a16:creationId xmlns:a16="http://schemas.microsoft.com/office/drawing/2014/main" id="{5D453C85-EDF5-C475-EEC0-0A0655CE590E}"/>
              </a:ext>
              <a:ext uri="{C183D7F6-B498-43B3-948B-1728B52AA6E4}">
                <adec:decorative xmlns:adec="http://schemas.microsoft.com/office/drawing/2017/decorative" val="1"/>
              </a:ext>
            </a:extLst>
          </p:cNvPr>
          <p:cNvGrpSpPr/>
          <p:nvPr/>
        </p:nvGrpSpPr>
        <p:grpSpPr>
          <a:xfrm>
            <a:off x="4470400" y="2736088"/>
            <a:ext cx="172021" cy="235711"/>
            <a:chOff x="4470400" y="2736088"/>
            <a:chExt cx="172021" cy="235711"/>
          </a:xfrm>
        </p:grpSpPr>
        <p:sp>
          <p:nvSpPr>
            <p:cNvPr id="343" name="Freeform: Shape 133">
              <a:extLst>
                <a:ext uri="{FF2B5EF4-FFF2-40B4-BE49-F238E27FC236}">
                  <a16:creationId xmlns:a16="http://schemas.microsoft.com/office/drawing/2014/main" id="{A9267B9C-E501-CC8D-00D8-3C7FF4EF029D}"/>
                </a:ext>
              </a:extLst>
            </p:cNvPr>
            <p:cNvSpPr/>
            <p:nvPr/>
          </p:nvSpPr>
          <p:spPr>
            <a:xfrm>
              <a:off x="4563046" y="273608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344" name="Freeform: Shape 134">
              <a:extLst>
                <a:ext uri="{FF2B5EF4-FFF2-40B4-BE49-F238E27FC236}">
                  <a16:creationId xmlns:a16="http://schemas.microsoft.com/office/drawing/2014/main" id="{5B192DD3-01BF-6091-21FE-12317DB8CDC1}"/>
                </a:ext>
              </a:extLst>
            </p:cNvPr>
            <p:cNvSpPr/>
            <p:nvPr/>
          </p:nvSpPr>
          <p:spPr>
            <a:xfrm>
              <a:off x="4470400" y="273608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45" name="Graphic 9">
            <a:extLst>
              <a:ext uri="{FF2B5EF4-FFF2-40B4-BE49-F238E27FC236}">
                <a16:creationId xmlns:a16="http://schemas.microsoft.com/office/drawing/2014/main" id="{C4EBF997-9AFB-33B8-ED17-716B400C58D3}"/>
              </a:ext>
              <a:ext uri="{C183D7F6-B498-43B3-948B-1728B52AA6E4}">
                <adec:decorative xmlns:adec="http://schemas.microsoft.com/office/drawing/2017/decorative" val="1"/>
              </a:ext>
            </a:extLst>
          </p:cNvPr>
          <p:cNvGrpSpPr/>
          <p:nvPr/>
        </p:nvGrpSpPr>
        <p:grpSpPr>
          <a:xfrm>
            <a:off x="11207750" y="2419350"/>
            <a:ext cx="172021" cy="235711"/>
            <a:chOff x="11207750" y="2419350"/>
            <a:chExt cx="172021" cy="235711"/>
          </a:xfrm>
        </p:grpSpPr>
        <p:sp>
          <p:nvSpPr>
            <p:cNvPr id="346" name="Freeform: Shape 136">
              <a:extLst>
                <a:ext uri="{FF2B5EF4-FFF2-40B4-BE49-F238E27FC236}">
                  <a16:creationId xmlns:a16="http://schemas.microsoft.com/office/drawing/2014/main" id="{2A8D9D34-F738-0736-0D36-EFC550122743}"/>
                </a:ext>
              </a:extLst>
            </p:cNvPr>
            <p:cNvSpPr/>
            <p:nvPr/>
          </p:nvSpPr>
          <p:spPr>
            <a:xfrm>
              <a:off x="11300396" y="241935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a:p>
          </p:txBody>
        </p:sp>
        <p:sp>
          <p:nvSpPr>
            <p:cNvPr id="347" name="Freeform: Shape 137">
              <a:extLst>
                <a:ext uri="{FF2B5EF4-FFF2-40B4-BE49-F238E27FC236}">
                  <a16:creationId xmlns:a16="http://schemas.microsoft.com/office/drawing/2014/main" id="{906709BA-7EE1-31F7-B2F5-FB20213031F3}"/>
                </a:ext>
              </a:extLst>
            </p:cNvPr>
            <p:cNvSpPr/>
            <p:nvPr/>
          </p:nvSpPr>
          <p:spPr>
            <a:xfrm>
              <a:off x="11207750" y="241935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tlCol="0" anchor="ctr"/>
            <a:lstStyle/>
            <a:p>
              <a:endParaRPr lang="en-US"/>
            </a:p>
          </p:txBody>
        </p:sp>
      </p:grpSp>
      <p:grpSp>
        <p:nvGrpSpPr>
          <p:cNvPr id="348" name="Graphic 9">
            <a:extLst>
              <a:ext uri="{FF2B5EF4-FFF2-40B4-BE49-F238E27FC236}">
                <a16:creationId xmlns:a16="http://schemas.microsoft.com/office/drawing/2014/main" id="{81FDD722-064E-FFC8-5444-20BC5D272BE8}"/>
              </a:ext>
              <a:ext uri="{C183D7F6-B498-43B3-948B-1728B52AA6E4}">
                <adec:decorative xmlns:adec="http://schemas.microsoft.com/office/drawing/2017/decorative" val="1"/>
              </a:ext>
            </a:extLst>
          </p:cNvPr>
          <p:cNvGrpSpPr/>
          <p:nvPr/>
        </p:nvGrpSpPr>
        <p:grpSpPr>
          <a:xfrm>
            <a:off x="8108378" y="4406900"/>
            <a:ext cx="172021" cy="235711"/>
            <a:chOff x="8108378" y="4406900"/>
            <a:chExt cx="172021" cy="235711"/>
          </a:xfrm>
        </p:grpSpPr>
        <p:sp>
          <p:nvSpPr>
            <p:cNvPr id="349" name="Freeform: Shape 139">
              <a:extLst>
                <a:ext uri="{FF2B5EF4-FFF2-40B4-BE49-F238E27FC236}">
                  <a16:creationId xmlns:a16="http://schemas.microsoft.com/office/drawing/2014/main" id="{5397A2E5-DB3C-6AA8-7B35-B9047B097520}"/>
                </a:ext>
              </a:extLst>
            </p:cNvPr>
            <p:cNvSpPr/>
            <p:nvPr/>
          </p:nvSpPr>
          <p:spPr>
            <a:xfrm>
              <a:off x="8201025" y="44069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tx1"/>
            </a:solidFill>
            <a:ln w="6350" cap="flat">
              <a:noFill/>
              <a:prstDash val="solid"/>
              <a:miter/>
            </a:ln>
          </p:spPr>
          <p:txBody>
            <a:bodyPr rtlCol="0" anchor="ctr"/>
            <a:lstStyle/>
            <a:p>
              <a:endParaRPr lang="en-US"/>
            </a:p>
          </p:txBody>
        </p:sp>
        <p:sp>
          <p:nvSpPr>
            <p:cNvPr id="350" name="Freeform: Shape 140">
              <a:extLst>
                <a:ext uri="{FF2B5EF4-FFF2-40B4-BE49-F238E27FC236}">
                  <a16:creationId xmlns:a16="http://schemas.microsoft.com/office/drawing/2014/main" id="{0620F91D-FDE0-945B-0DAC-27F69E0ADCB0}"/>
                </a:ext>
              </a:extLst>
            </p:cNvPr>
            <p:cNvSpPr/>
            <p:nvPr/>
          </p:nvSpPr>
          <p:spPr>
            <a:xfrm>
              <a:off x="8108378" y="44069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51" name="Graphic 9">
            <a:extLst>
              <a:ext uri="{FF2B5EF4-FFF2-40B4-BE49-F238E27FC236}">
                <a16:creationId xmlns:a16="http://schemas.microsoft.com/office/drawing/2014/main" id="{68004E93-CBED-1ECD-2F16-B39ED0378340}"/>
              </a:ext>
              <a:ext uri="{C183D7F6-B498-43B3-948B-1728B52AA6E4}">
                <adec:decorative xmlns:adec="http://schemas.microsoft.com/office/drawing/2017/decorative" val="1"/>
              </a:ext>
            </a:extLst>
          </p:cNvPr>
          <p:cNvGrpSpPr/>
          <p:nvPr/>
        </p:nvGrpSpPr>
        <p:grpSpPr>
          <a:xfrm>
            <a:off x="4579836" y="2820800"/>
            <a:ext cx="161511" cy="235711"/>
            <a:chOff x="4813300" y="1497838"/>
            <a:chExt cx="161511" cy="235711"/>
          </a:xfrm>
        </p:grpSpPr>
        <p:sp>
          <p:nvSpPr>
            <p:cNvPr id="352" name="Freeform: Shape 59">
              <a:extLst>
                <a:ext uri="{FF2B5EF4-FFF2-40B4-BE49-F238E27FC236}">
                  <a16:creationId xmlns:a16="http://schemas.microsoft.com/office/drawing/2014/main" id="{54EE34B0-67FF-3AFF-8D8B-F649266F0C9C}"/>
                </a:ext>
              </a:extLst>
            </p:cNvPr>
            <p:cNvSpPr/>
            <p:nvPr/>
          </p:nvSpPr>
          <p:spPr>
            <a:xfrm>
              <a:off x="4895436" y="1497838"/>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685"/>
                    <a:pt x="79375" y="79375"/>
                  </a:cubicBezTo>
                </a:path>
              </a:pathLst>
            </a:custGeom>
            <a:solidFill>
              <a:schemeClr val="tx1"/>
            </a:solidFill>
            <a:ln w="6350" cap="flat">
              <a:noFill/>
              <a:prstDash val="solid"/>
              <a:miter/>
            </a:ln>
          </p:spPr>
          <p:txBody>
            <a:bodyPr rtlCol="0" anchor="ctr"/>
            <a:lstStyle/>
            <a:p>
              <a:endParaRPr lang="en-US" dirty="0"/>
            </a:p>
          </p:txBody>
        </p:sp>
        <p:sp>
          <p:nvSpPr>
            <p:cNvPr id="353" name="Freeform: Shape 60">
              <a:extLst>
                <a:ext uri="{FF2B5EF4-FFF2-40B4-BE49-F238E27FC236}">
                  <a16:creationId xmlns:a16="http://schemas.microsoft.com/office/drawing/2014/main" id="{86E12EE8-37E5-3E3E-143D-AA48C78B7BC7}"/>
                </a:ext>
              </a:extLst>
            </p:cNvPr>
            <p:cNvSpPr/>
            <p:nvPr/>
          </p:nvSpPr>
          <p:spPr>
            <a:xfrm>
              <a:off x="4813300" y="1497838"/>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2"/>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4" name="Picture 9">
            <a:extLst>
              <a:ext uri="{FF2B5EF4-FFF2-40B4-BE49-F238E27FC236}">
                <a16:creationId xmlns:a16="http://schemas.microsoft.com/office/drawing/2014/main" id="{9609BEFE-F49B-D438-3DF5-66AE84D60563}"/>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71500" y="6472119"/>
            <a:ext cx="562567" cy="145851"/>
          </a:xfrm>
          <a:prstGeom prst="rect">
            <a:avLst/>
          </a:prstGeom>
        </p:spPr>
      </p:pic>
      <p:sp>
        <p:nvSpPr>
          <p:cNvPr id="5" name="TextBox 4">
            <a:extLst>
              <a:ext uri="{FF2B5EF4-FFF2-40B4-BE49-F238E27FC236}">
                <a16:creationId xmlns:a16="http://schemas.microsoft.com/office/drawing/2014/main" id="{65344C3F-16E1-9DB0-3692-A016F4B2DB60}"/>
              </a:ext>
            </a:extLst>
          </p:cNvPr>
          <p:cNvSpPr txBox="1"/>
          <p:nvPr/>
        </p:nvSpPr>
        <p:spPr>
          <a:xfrm>
            <a:off x="604578" y="3475337"/>
            <a:ext cx="938597" cy="2160964"/>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cs typeface="+mn-cs"/>
              </a:rPr>
              <a:t>Atlanta  </a:t>
            </a:r>
            <a:br>
              <a:rPr lang="en-US" sz="1000" dirty="0">
                <a:cs typeface="+mn-cs"/>
              </a:rPr>
            </a:br>
            <a:r>
              <a:rPr lang="en-US" sz="1000" dirty="0">
                <a:cs typeface="+mn-cs"/>
              </a:rPr>
              <a:t>Austin  </a:t>
            </a:r>
            <a:br>
              <a:rPr lang="en-US" sz="1000" dirty="0">
                <a:cs typeface="+mn-cs"/>
              </a:rPr>
            </a:br>
            <a:r>
              <a:rPr lang="en-US" sz="1000" dirty="0">
                <a:cs typeface="+mn-cs"/>
              </a:rPr>
              <a:t>Boston  Charlotte  Chicago  Columbus  Dallas  </a:t>
            </a:r>
            <a:br>
              <a:rPr lang="en-US" sz="1000" dirty="0">
                <a:cs typeface="+mn-cs"/>
              </a:rPr>
            </a:br>
            <a:r>
              <a:rPr lang="en-US" sz="1000" dirty="0">
                <a:cs typeface="+mn-cs"/>
              </a:rPr>
              <a:t>Denver    Detroit</a:t>
            </a:r>
            <a:br>
              <a:rPr lang="en-US" sz="1000" dirty="0">
                <a:cs typeface="+mn-cs"/>
              </a:rPr>
            </a:br>
            <a:r>
              <a:rPr lang="en-US" sz="1000" dirty="0">
                <a:cs typeface="+mn-cs"/>
              </a:rPr>
              <a:t>East Bay  </a:t>
            </a:r>
            <a:br>
              <a:rPr lang="en-US" sz="1000" dirty="0">
                <a:cs typeface="+mn-cs"/>
              </a:rPr>
            </a:br>
            <a:r>
              <a:rPr lang="en-US" sz="1000" dirty="0">
                <a:cs typeface="+mn-cs"/>
              </a:rPr>
              <a:t>Fort Worth Grand Rapids</a:t>
            </a:r>
          </a:p>
        </p:txBody>
      </p:sp>
      <p:sp>
        <p:nvSpPr>
          <p:cNvPr id="7" name="TextBox 6">
            <a:extLst>
              <a:ext uri="{FF2B5EF4-FFF2-40B4-BE49-F238E27FC236}">
                <a16:creationId xmlns:a16="http://schemas.microsoft.com/office/drawing/2014/main" id="{14E11B68-7F45-2232-FA77-8DEB915E5E53}"/>
              </a:ext>
            </a:extLst>
          </p:cNvPr>
          <p:cNvSpPr txBox="1"/>
          <p:nvPr/>
        </p:nvSpPr>
        <p:spPr>
          <a:xfrm>
            <a:off x="1629152" y="3475337"/>
            <a:ext cx="938597" cy="2370450"/>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t>Hartford Houston</a:t>
            </a:r>
            <a:br>
              <a:rPr lang="en-US" sz="1000" dirty="0"/>
            </a:br>
            <a:r>
              <a:rPr lang="en-US" sz="1000" dirty="0"/>
              <a:t>Kansas City  </a:t>
            </a:r>
            <a:br>
              <a:rPr lang="en-US" sz="1000" dirty="0"/>
            </a:br>
            <a:r>
              <a:rPr lang="en-US" sz="1000" dirty="0"/>
              <a:t>Los Angeles</a:t>
            </a:r>
            <a:br>
              <a:rPr lang="en-US" sz="1000" dirty="0"/>
            </a:br>
            <a:r>
              <a:rPr lang="en-US" sz="1000" dirty="0"/>
              <a:t>Miami Minneapolis  </a:t>
            </a:r>
            <a:br>
              <a:rPr lang="en-US" sz="1000" dirty="0"/>
            </a:br>
            <a:r>
              <a:rPr lang="en-US" sz="1000" dirty="0"/>
              <a:t>Nashville      New Jersey    New York</a:t>
            </a:r>
            <a:br>
              <a:rPr lang="en-US" sz="1000" dirty="0"/>
            </a:br>
            <a:r>
              <a:rPr lang="en-US" sz="1000" dirty="0"/>
              <a:t>Orange County</a:t>
            </a:r>
            <a:br>
              <a:rPr lang="en-US" sz="1000" dirty="0"/>
            </a:br>
            <a:r>
              <a:rPr lang="en-US" sz="1000" dirty="0"/>
              <a:t>Philadelphia</a:t>
            </a:r>
            <a:br>
              <a:rPr lang="en-US" sz="1000" dirty="0"/>
            </a:br>
            <a:r>
              <a:rPr lang="en-US" sz="1000" dirty="0"/>
              <a:t>Phoenix  </a:t>
            </a:r>
            <a:br>
              <a:rPr lang="en-US" sz="1000" dirty="0"/>
            </a:br>
            <a:endParaRPr lang="en-US" sz="1000" dirty="0"/>
          </a:p>
        </p:txBody>
      </p:sp>
      <p:sp>
        <p:nvSpPr>
          <p:cNvPr id="18" name="TextBox 17">
            <a:extLst>
              <a:ext uri="{FF2B5EF4-FFF2-40B4-BE49-F238E27FC236}">
                <a16:creationId xmlns:a16="http://schemas.microsoft.com/office/drawing/2014/main" id="{182C7924-5347-6009-826E-AA8AC7714B88}"/>
              </a:ext>
            </a:extLst>
          </p:cNvPr>
          <p:cNvSpPr txBox="1"/>
          <p:nvPr/>
        </p:nvSpPr>
        <p:spPr>
          <a:xfrm>
            <a:off x="2653727" y="3475336"/>
            <a:ext cx="986714" cy="2370445"/>
          </a:xfrm>
          <a:prstGeom prst="rect">
            <a:avLst/>
          </a:prstGeom>
          <a:noFill/>
        </p:spPr>
        <p:txBody>
          <a:bodyPr wrap="square" lIns="0" tIns="0" rIns="0" bIns="0" rtlCol="0" anchor="t">
            <a:noAutofit/>
          </a:bodyPr>
          <a:lstStyle/>
          <a:p>
            <a:pPr defTabSz="926194">
              <a:lnSpc>
                <a:spcPct val="120000"/>
              </a:lnSpc>
              <a:spcBef>
                <a:spcPts val="1200"/>
              </a:spcBef>
              <a:buClr>
                <a:srgbClr val="0C62FB"/>
              </a:buClr>
              <a:buSzPct val="100000"/>
              <a:defRPr/>
            </a:pPr>
            <a:r>
              <a:rPr lang="en-US" sz="1000" dirty="0"/>
              <a:t>Portland  Raleigh           Salt Lake City  </a:t>
            </a:r>
            <a:br>
              <a:rPr lang="en-US" sz="1000" dirty="0"/>
            </a:br>
            <a:r>
              <a:rPr lang="en-US" sz="1000" dirty="0"/>
              <a:t>San Diego  </a:t>
            </a:r>
            <a:br>
              <a:rPr lang="en-US" sz="1000" dirty="0"/>
            </a:br>
            <a:r>
              <a:rPr lang="en-US" sz="1000" dirty="0"/>
              <a:t>San Francisco</a:t>
            </a:r>
            <a:br>
              <a:rPr lang="en-US" sz="1000" dirty="0"/>
            </a:br>
            <a:r>
              <a:rPr lang="en-US" sz="1000" dirty="0"/>
              <a:t>Seattle  </a:t>
            </a:r>
            <a:br>
              <a:rPr lang="en-US" sz="1000" dirty="0"/>
            </a:br>
            <a:r>
              <a:rPr lang="en-US" sz="1000" dirty="0"/>
              <a:t>Silicon Valley</a:t>
            </a:r>
            <a:br>
              <a:rPr lang="en-US" sz="1000" dirty="0"/>
            </a:br>
            <a:r>
              <a:rPr lang="en-US" sz="1000" dirty="0"/>
              <a:t>St. Louis    Tampa</a:t>
            </a:r>
            <a:br>
              <a:rPr lang="en-US" sz="1000" dirty="0"/>
            </a:br>
            <a:r>
              <a:rPr lang="en-US" sz="1000" dirty="0"/>
              <a:t>Washington, DC </a:t>
            </a:r>
            <a:br>
              <a:rPr lang="en-US" sz="1000" dirty="0"/>
            </a:br>
            <a:r>
              <a:rPr lang="en-US" sz="1000" dirty="0"/>
              <a:t>Westchester &amp;</a:t>
            </a:r>
            <a:br>
              <a:rPr lang="en-US" sz="1000" dirty="0"/>
            </a:br>
            <a:r>
              <a:rPr lang="en-US" sz="1000" dirty="0"/>
              <a:t>Southern CT </a:t>
            </a:r>
            <a:br>
              <a:rPr lang="en-US" sz="1000" dirty="0"/>
            </a:br>
            <a:endParaRPr lang="en-US" sz="1000" dirty="0"/>
          </a:p>
        </p:txBody>
      </p:sp>
      <p:sp>
        <p:nvSpPr>
          <p:cNvPr id="19" name="Freeform: Shape 30">
            <a:extLst>
              <a:ext uri="{FF2B5EF4-FFF2-40B4-BE49-F238E27FC236}">
                <a16:creationId xmlns:a16="http://schemas.microsoft.com/office/drawing/2014/main" id="{55C951B2-1E11-689A-2954-F241242259FF}"/>
              </a:ext>
              <a:ext uri="{C183D7F6-B498-43B3-948B-1728B52AA6E4}">
                <adec:decorative xmlns:adec="http://schemas.microsoft.com/office/drawing/2017/decorative" val="1"/>
              </a:ext>
            </a:extLst>
          </p:cNvPr>
          <p:cNvSpPr/>
          <p:nvPr/>
        </p:nvSpPr>
        <p:spPr>
          <a:xfrm>
            <a:off x="10411524" y="4983289"/>
            <a:ext cx="158622" cy="235521"/>
          </a:xfrm>
          <a:custGeom>
            <a:avLst/>
            <a:gdLst>
              <a:gd name="connsiteX0" fmla="*/ 79311 w 158622"/>
              <a:gd name="connsiteY0" fmla="*/ 0 h 235521"/>
              <a:gd name="connsiteX1" fmla="*/ 0 w 158622"/>
              <a:gd name="connsiteY1" fmla="*/ 79312 h 235521"/>
              <a:gd name="connsiteX2" fmla="*/ 79311 w 158622"/>
              <a:gd name="connsiteY2" fmla="*/ 235522 h 235521"/>
              <a:gd name="connsiteX3" fmla="*/ 158623 w 158622"/>
              <a:gd name="connsiteY3" fmla="*/ 79312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7"/>
                  <a:pt x="0" y="79312"/>
                </a:cubicBezTo>
                <a:cubicBezTo>
                  <a:pt x="0" y="145669"/>
                  <a:pt x="79311" y="235522"/>
                  <a:pt x="79311" y="235522"/>
                </a:cubicBezTo>
                <a:cubicBezTo>
                  <a:pt x="79311" y="235522"/>
                  <a:pt x="158623" y="146622"/>
                  <a:pt x="158623" y="79312"/>
                </a:cubicBezTo>
                <a:cubicBezTo>
                  <a:pt x="158623" y="35497"/>
                  <a:pt x="123127" y="0"/>
                  <a:pt x="79311" y="0"/>
                </a:cubicBezTo>
              </a:path>
            </a:pathLst>
          </a:custGeom>
          <a:solidFill>
            <a:schemeClr val="accent1"/>
          </a:solidFill>
          <a:ln w="6350" cap="flat">
            <a:noFill/>
            <a:prstDash val="solid"/>
            <a:miter/>
          </a:ln>
        </p:spPr>
        <p:txBody>
          <a:bodyPr rtlCol="0" anchor="ctr"/>
          <a:lstStyle/>
          <a:p>
            <a:endParaRPr lang="en-US"/>
          </a:p>
        </p:txBody>
      </p:sp>
      <p:sp>
        <p:nvSpPr>
          <p:cNvPr id="20" name="Freeform: Shape 31">
            <a:extLst>
              <a:ext uri="{FF2B5EF4-FFF2-40B4-BE49-F238E27FC236}">
                <a16:creationId xmlns:a16="http://schemas.microsoft.com/office/drawing/2014/main" id="{5050C9C2-8464-F70D-5476-F0F8FA1B2034}"/>
              </a:ext>
              <a:ext uri="{C183D7F6-B498-43B3-948B-1728B52AA6E4}">
                <adec:decorative xmlns:adec="http://schemas.microsoft.com/office/drawing/2017/decorative" val="1"/>
              </a:ext>
            </a:extLst>
          </p:cNvPr>
          <p:cNvSpPr/>
          <p:nvPr/>
        </p:nvSpPr>
        <p:spPr>
          <a:xfrm>
            <a:off x="9615394" y="2327273"/>
            <a:ext cx="158622" cy="235521"/>
          </a:xfrm>
          <a:custGeom>
            <a:avLst/>
            <a:gdLst>
              <a:gd name="connsiteX0" fmla="*/ 79311 w 158622"/>
              <a:gd name="connsiteY0" fmla="*/ 0 h 235521"/>
              <a:gd name="connsiteX1" fmla="*/ 0 w 158622"/>
              <a:gd name="connsiteY1" fmla="*/ 79311 h 235521"/>
              <a:gd name="connsiteX2" fmla="*/ 79311 w 158622"/>
              <a:gd name="connsiteY2" fmla="*/ 235521 h 235521"/>
              <a:gd name="connsiteX3" fmla="*/ 158623 w 158622"/>
              <a:gd name="connsiteY3" fmla="*/ 79311 h 235521"/>
              <a:gd name="connsiteX4" fmla="*/ 79311 w 158622"/>
              <a:gd name="connsiteY4" fmla="*/ 0 h 23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2" h="235521">
                <a:moveTo>
                  <a:pt x="79311" y="0"/>
                </a:moveTo>
                <a:cubicBezTo>
                  <a:pt x="35496" y="0"/>
                  <a:pt x="0" y="35496"/>
                  <a:pt x="0" y="79311"/>
                </a:cubicBezTo>
                <a:cubicBezTo>
                  <a:pt x="0" y="145669"/>
                  <a:pt x="79311" y="235521"/>
                  <a:pt x="79311" y="235521"/>
                </a:cubicBezTo>
                <a:cubicBezTo>
                  <a:pt x="79311" y="235521"/>
                  <a:pt x="158623" y="146558"/>
                  <a:pt x="158623" y="79311"/>
                </a:cubicBezTo>
                <a:cubicBezTo>
                  <a:pt x="158623" y="35496"/>
                  <a:pt x="123126" y="0"/>
                  <a:pt x="79311" y="0"/>
                </a:cubicBezTo>
              </a:path>
            </a:pathLst>
          </a:custGeom>
          <a:solidFill>
            <a:schemeClr val="accent1"/>
          </a:solidFill>
          <a:ln w="6350" cap="flat">
            <a:noFill/>
            <a:prstDash val="solid"/>
            <a:miter/>
          </a:ln>
        </p:spPr>
        <p:txBody>
          <a:bodyPr rtlCol="0" anchor="ctr"/>
          <a:lstStyle/>
          <a:p>
            <a:endParaRPr lang="en-US"/>
          </a:p>
        </p:txBody>
      </p:sp>
      <p:grpSp>
        <p:nvGrpSpPr>
          <p:cNvPr id="21" name="Graphic 9">
            <a:extLst>
              <a:ext uri="{FF2B5EF4-FFF2-40B4-BE49-F238E27FC236}">
                <a16:creationId xmlns:a16="http://schemas.microsoft.com/office/drawing/2014/main" id="{DE3C8AAD-A177-E7AC-C1EB-845176594DEC}"/>
              </a:ext>
              <a:ext uri="{C183D7F6-B498-43B3-948B-1728B52AA6E4}">
                <adec:decorative xmlns:adec="http://schemas.microsoft.com/office/drawing/2017/decorative" val="1"/>
              </a:ext>
            </a:extLst>
          </p:cNvPr>
          <p:cNvGrpSpPr/>
          <p:nvPr/>
        </p:nvGrpSpPr>
        <p:grpSpPr>
          <a:xfrm>
            <a:off x="9897254" y="2392253"/>
            <a:ext cx="172022" cy="235711"/>
            <a:chOff x="8108378" y="4406900"/>
            <a:chExt cx="172022" cy="235711"/>
          </a:xfrm>
        </p:grpSpPr>
        <p:sp>
          <p:nvSpPr>
            <p:cNvPr id="22" name="Freeform: Shape 139">
              <a:extLst>
                <a:ext uri="{FF2B5EF4-FFF2-40B4-BE49-F238E27FC236}">
                  <a16:creationId xmlns:a16="http://schemas.microsoft.com/office/drawing/2014/main" id="{F5E27AD9-1189-CD60-CCE8-C338901A027C}"/>
                </a:ext>
              </a:extLst>
            </p:cNvPr>
            <p:cNvSpPr/>
            <p:nvPr/>
          </p:nvSpPr>
          <p:spPr>
            <a:xfrm>
              <a:off x="8201025" y="4406900"/>
              <a:ext cx="79375" cy="235711"/>
            </a:xfrm>
            <a:custGeom>
              <a:avLst/>
              <a:gdLst>
                <a:gd name="connsiteX0" fmla="*/ 79375 w 79375"/>
                <a:gd name="connsiteY0" fmla="*/ 79375 h 235711"/>
                <a:gd name="connsiteX1" fmla="*/ 0 w 79375"/>
                <a:gd name="connsiteY1" fmla="*/ 0 h 235711"/>
                <a:gd name="connsiteX2" fmla="*/ 0 w 79375"/>
                <a:gd name="connsiteY2" fmla="*/ 235712 h 235711"/>
                <a:gd name="connsiteX3" fmla="*/ 0 w 79375"/>
                <a:gd name="connsiteY3" fmla="*/ 235712 h 235711"/>
                <a:gd name="connsiteX4" fmla="*/ 79375 w 79375"/>
                <a:gd name="connsiteY4" fmla="*/ 79375 h 235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75" h="235711">
                  <a:moveTo>
                    <a:pt x="79375" y="79375"/>
                  </a:moveTo>
                  <a:cubicBezTo>
                    <a:pt x="79375" y="35560"/>
                    <a:pt x="43815" y="0"/>
                    <a:pt x="0" y="0"/>
                  </a:cubicBezTo>
                  <a:lnTo>
                    <a:pt x="0" y="235712"/>
                  </a:lnTo>
                  <a:lnTo>
                    <a:pt x="0" y="235712"/>
                  </a:lnTo>
                  <a:cubicBezTo>
                    <a:pt x="0" y="235712"/>
                    <a:pt x="79375" y="146748"/>
                    <a:pt x="79375" y="79375"/>
                  </a:cubicBezTo>
                </a:path>
              </a:pathLst>
            </a:custGeom>
            <a:solidFill>
              <a:schemeClr val="tx1"/>
            </a:solidFill>
            <a:ln w="6350" cap="flat">
              <a:noFill/>
              <a:prstDash val="solid"/>
              <a:miter/>
            </a:ln>
          </p:spPr>
          <p:txBody>
            <a:bodyPr rtlCol="0" anchor="ctr"/>
            <a:lstStyle/>
            <a:p>
              <a:endParaRPr lang="en-US" dirty="0"/>
            </a:p>
          </p:txBody>
        </p:sp>
        <p:sp>
          <p:nvSpPr>
            <p:cNvPr id="23" name="Freeform: Shape 140">
              <a:extLst>
                <a:ext uri="{FF2B5EF4-FFF2-40B4-BE49-F238E27FC236}">
                  <a16:creationId xmlns:a16="http://schemas.microsoft.com/office/drawing/2014/main" id="{004077EC-93A1-6DDA-9EB8-725324826335}"/>
                </a:ext>
              </a:extLst>
            </p:cNvPr>
            <p:cNvSpPr/>
            <p:nvPr/>
          </p:nvSpPr>
          <p:spPr>
            <a:xfrm>
              <a:off x="8108378" y="4406900"/>
              <a:ext cx="79375" cy="235711"/>
            </a:xfrm>
            <a:custGeom>
              <a:avLst/>
              <a:gdLst>
                <a:gd name="connsiteX0" fmla="*/ 0 w 79375"/>
                <a:gd name="connsiteY0" fmla="*/ 79375 h 235711"/>
                <a:gd name="connsiteX1" fmla="*/ 79375 w 79375"/>
                <a:gd name="connsiteY1" fmla="*/ 235712 h 235711"/>
                <a:gd name="connsiteX2" fmla="*/ 79375 w 79375"/>
                <a:gd name="connsiteY2" fmla="*/ 0 h 235711"/>
                <a:gd name="connsiteX3" fmla="*/ 0 w 79375"/>
                <a:gd name="connsiteY3" fmla="*/ 79375 h 235711"/>
              </a:gdLst>
              <a:ahLst/>
              <a:cxnLst>
                <a:cxn ang="0">
                  <a:pos x="connsiteX0" y="connsiteY0"/>
                </a:cxn>
                <a:cxn ang="0">
                  <a:pos x="connsiteX1" y="connsiteY1"/>
                </a:cxn>
                <a:cxn ang="0">
                  <a:pos x="connsiteX2" y="connsiteY2"/>
                </a:cxn>
                <a:cxn ang="0">
                  <a:pos x="connsiteX3" y="connsiteY3"/>
                </a:cxn>
              </a:cxnLst>
              <a:rect l="l" t="t" r="r" b="b"/>
              <a:pathLst>
                <a:path w="79375" h="235711">
                  <a:moveTo>
                    <a:pt x="0" y="79375"/>
                  </a:moveTo>
                  <a:cubicBezTo>
                    <a:pt x="0" y="145733"/>
                    <a:pt x="79248" y="235585"/>
                    <a:pt x="79375" y="235712"/>
                  </a:cubicBezTo>
                  <a:lnTo>
                    <a:pt x="79375" y="0"/>
                  </a:lnTo>
                  <a:cubicBezTo>
                    <a:pt x="35560" y="0"/>
                    <a:pt x="0" y="35560"/>
                    <a:pt x="0" y="79375"/>
                  </a:cubicBezTo>
                </a:path>
              </a:pathLst>
            </a:custGeom>
            <a:solidFill>
              <a:schemeClr val="accent1"/>
            </a:solidFill>
            <a:ln w="63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Tree>
    <p:extLst>
      <p:ext uri="{BB962C8B-B14F-4D97-AF65-F5344CB8AC3E}">
        <p14:creationId xmlns:p14="http://schemas.microsoft.com/office/powerpoint/2010/main" val="318455100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14480-1CE4-F099-3A54-0CF61F8717A5}"/>
              </a:ext>
              <a:ext uri="{C183D7F6-B498-43B3-948B-1728B52AA6E4}">
                <adec:decorative xmlns:adec="http://schemas.microsoft.com/office/drawing/2017/decorative" val="1"/>
              </a:ext>
            </a:extLst>
          </p:cNvPr>
          <p:cNvSpPr/>
          <p:nvPr/>
        </p:nvSpPr>
        <p:spPr>
          <a:xfrm>
            <a:off x="743226" y="1017429"/>
            <a:ext cx="754502" cy="862557"/>
          </a:xfrm>
          <a:prstGeom prst="rect">
            <a:avLst/>
          </a:prstGeom>
        </p:spPr>
        <p:txBody>
          <a:bodyPr wrap="none" lIns="0" tIns="0" rIns="0" bIns="0">
            <a:noAutofit/>
          </a:bodyPr>
          <a:lstStyle/>
          <a:p>
            <a:pPr algn="r"/>
            <a:r>
              <a:rPr lang="en-US" sz="6600" b="1" spc="606">
                <a:solidFill>
                  <a:srgbClr val="09091C"/>
                </a:solidFill>
                <a:latin typeface="+mj-lt"/>
                <a:cs typeface="Avenir Next LT Pro" panose="020B0504020202020204" pitchFamily="34" charset="0"/>
              </a:rPr>
              <a:t>“</a:t>
            </a:r>
            <a:endParaRPr lang="en-US" sz="1600" b="1">
              <a:solidFill>
                <a:srgbClr val="1E1E1E"/>
              </a:solidFill>
              <a:latin typeface="+mj-lt"/>
            </a:endParaRPr>
          </a:p>
        </p:txBody>
      </p:sp>
      <p:sp>
        <p:nvSpPr>
          <p:cNvPr id="13" name="object 10">
            <a:extLst>
              <a:ext uri="{FF2B5EF4-FFF2-40B4-BE49-F238E27FC236}">
                <a16:creationId xmlns:a16="http://schemas.microsoft.com/office/drawing/2014/main" id="{E0D09AE0-60FF-D734-E27A-E41275B41C48}"/>
              </a:ext>
            </a:extLst>
          </p:cNvPr>
          <p:cNvSpPr txBox="1">
            <a:spLocks/>
          </p:cNvSpPr>
          <p:nvPr/>
        </p:nvSpPr>
        <p:spPr>
          <a:xfrm>
            <a:off x="1524180" y="1120461"/>
            <a:ext cx="8229596" cy="2743201"/>
          </a:xfrm>
          <a:prstGeom prst="rect">
            <a:avLst/>
          </a:prstGeom>
        </p:spPr>
        <p:txBody>
          <a:bodyPr vert="horz" wrap="square" lIns="0" tIns="0" rIns="0" bIns="0" rtlCol="0">
            <a:noAutofit/>
          </a:bodyPr>
          <a:lstStyle>
            <a:lvl1pPr>
              <a:defRPr sz="9050" b="0" i="0">
                <a:solidFill>
                  <a:schemeClr val="tx1"/>
                </a:solidFill>
                <a:latin typeface="Avenir Next LT Pro" panose="020B0504020202020204" pitchFamily="34" charset="0"/>
                <a:ea typeface="+mj-ea"/>
                <a:cs typeface="Avenir Next LT Pro" panose="020B0504020202020204" pitchFamily="34" charset="0"/>
              </a:defRPr>
            </a:lvl1pPr>
          </a:lstStyle>
          <a:p>
            <a:pPr marL="7700" marR="0" lvl="0" indent="0" defTabSz="914400" eaLnBrk="1" fontAlgn="auto" latinLnBrk="0" hangingPunct="1">
              <a:lnSpc>
                <a:spcPct val="90000"/>
              </a:lnSpc>
              <a:spcAft>
                <a:spcPts val="1000"/>
              </a:spcAft>
              <a:buClrTx/>
              <a:buSzTx/>
              <a:buFontTx/>
              <a:buNone/>
              <a:tabLst/>
              <a:defRPr/>
            </a:pPr>
            <a:r>
              <a:rPr kumimoji="0" lang="en-US" sz="66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Shorter </a:t>
            </a:r>
            <a:r>
              <a:rPr kumimoji="0" lang="en-US" sz="6600" b="1" i="0" u="none" strike="noStrike" kern="0" cap="none" normalizeH="0" baseline="0" noProof="0">
                <a:ln>
                  <a:noFill/>
                </a:ln>
                <a:solidFill>
                  <a:schemeClr val="accent1"/>
                </a:solidFill>
                <a:effectLst/>
                <a:uLnTx/>
                <a:uFillTx/>
                <a:latin typeface="+mj-lt"/>
                <a:ea typeface="+mj-ea"/>
                <a:cs typeface="Avenir Next LT Pro" panose="020B0504020202020204" pitchFamily="34" charset="0"/>
              </a:rPr>
              <a:t>quote</a:t>
            </a:r>
            <a:r>
              <a:rPr kumimoji="0" lang="en-US" sz="66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 format. </a:t>
            </a:r>
            <a:r>
              <a:rPr kumimoji="0" lang="en-US" sz="6600" b="1" i="0" u="none" strike="noStrike" kern="0" cap="none" normalizeH="0" baseline="0" noProof="0">
                <a:ln>
                  <a:noFill/>
                </a:ln>
                <a:effectLst/>
                <a:uLnTx/>
                <a:uFillTx/>
                <a:latin typeface="+mj-lt"/>
                <a:ea typeface="+mj-ea"/>
                <a:cs typeface="Avenir Next LT Pro" panose="020B0504020202020204" pitchFamily="34" charset="0"/>
              </a:rPr>
              <a:t>No more than three lines.</a:t>
            </a:r>
            <a:endParaRPr kumimoji="0" lang="en-US" sz="6600" b="1" i="0" u="none" strike="noStrike" kern="0" cap="none" normalizeH="0" baseline="0" noProof="0">
              <a:ln>
                <a:noFill/>
              </a:ln>
              <a:solidFill>
                <a:srgbClr val="151527"/>
              </a:solidFill>
              <a:effectLst/>
              <a:uLnTx/>
              <a:uFillTx/>
              <a:latin typeface="+mj-lt"/>
              <a:ea typeface="+mj-ea"/>
              <a:cs typeface="Avenir Next LT Pro" panose="020B0504020202020204" pitchFamily="34" charset="0"/>
            </a:endParaRPr>
          </a:p>
        </p:txBody>
      </p:sp>
      <p:sp>
        <p:nvSpPr>
          <p:cNvPr id="12" name="object 4">
            <a:extLst>
              <a:ext uri="{FF2B5EF4-FFF2-40B4-BE49-F238E27FC236}">
                <a16:creationId xmlns:a16="http://schemas.microsoft.com/office/drawing/2014/main" id="{B3FC1C0A-0B4D-718C-F8B6-12E61F111A68}"/>
              </a:ext>
            </a:extLst>
          </p:cNvPr>
          <p:cNvSpPr txBox="1"/>
          <p:nvPr/>
        </p:nvSpPr>
        <p:spPr>
          <a:xfrm>
            <a:off x="1752780" y="5061397"/>
            <a:ext cx="6337120" cy="806003"/>
          </a:xfrm>
          <a:prstGeom prst="rect">
            <a:avLst/>
          </a:prstGeom>
        </p:spPr>
        <p:txBody>
          <a:bodyPr vert="horz" wrap="square" lIns="0" tIns="3080" rIns="0" bIns="0" rtlCol="0" anchor="t" anchorCtr="0">
            <a:noAutofit/>
          </a:bodyPr>
          <a:lstStyle/>
          <a:p>
            <a:pPr marL="7700" marR="153230">
              <a:lnSpc>
                <a:spcPct val="110000"/>
              </a:lnSpc>
              <a:spcAft>
                <a:spcPts val="1000"/>
              </a:spcAft>
            </a:pPr>
            <a:r>
              <a:rPr lang="en-US" sz="1400" b="1" err="1">
                <a:solidFill>
                  <a:srgbClr val="151527"/>
                </a:solidFill>
                <a:latin typeface="+mj-lt"/>
                <a:cs typeface="Avenir Next LT Pro" panose="020B0504020202020204" pitchFamily="34" charset="0"/>
              </a:rPr>
              <a:t>Firstname</a:t>
            </a:r>
            <a:r>
              <a:rPr lang="en-US" sz="1400" b="1">
                <a:solidFill>
                  <a:srgbClr val="151527"/>
                </a:solidFill>
                <a:latin typeface="+mj-lt"/>
                <a:cs typeface="Avenir Next LT Pro" panose="020B0504020202020204" pitchFamily="34" charset="0"/>
              </a:rPr>
              <a:t>  </a:t>
            </a:r>
            <a:r>
              <a:rPr lang="en-US" sz="1400" b="1" err="1">
                <a:solidFill>
                  <a:srgbClr val="151527"/>
                </a:solidFill>
                <a:latin typeface="+mj-lt"/>
                <a:cs typeface="Avenir Next LT Pro" panose="020B0504020202020204" pitchFamily="34" charset="0"/>
              </a:rPr>
              <a:t>Lastname</a:t>
            </a:r>
            <a:endParaRPr sz="1400">
              <a:solidFill>
                <a:srgbClr val="1E1E1E"/>
              </a:solidFill>
              <a:latin typeface="+mj-lt"/>
              <a:cs typeface="Avenir Next LT Pro" panose="020B0504020202020204" pitchFamily="34" charset="0"/>
            </a:endParaRPr>
          </a:p>
          <a:p>
            <a:pPr marL="7700">
              <a:lnSpc>
                <a:spcPct val="110000"/>
              </a:lnSpc>
              <a:spcAft>
                <a:spcPts val="1000"/>
              </a:spcAft>
            </a:pPr>
            <a:r>
              <a:rPr sz="1400">
                <a:solidFill>
                  <a:srgbClr val="09091C"/>
                </a:solidFill>
                <a:latin typeface="+mj-lt"/>
                <a:cs typeface="Avenir Next LT Pro" panose="020B0504020202020204" pitchFamily="34" charset="0"/>
              </a:rPr>
              <a:t>position </a:t>
            </a:r>
            <a:r>
              <a:rPr lang="en-US" sz="1400">
                <a:solidFill>
                  <a:srgbClr val="09091C"/>
                </a:solidFill>
                <a:latin typeface="+mj-lt"/>
                <a:cs typeface="Avenir Next LT Pro" panose="020B0504020202020204" pitchFamily="34" charset="0"/>
              </a:rPr>
              <a:t>/ </a:t>
            </a:r>
            <a:r>
              <a:rPr sz="1400">
                <a:solidFill>
                  <a:srgbClr val="09091C"/>
                </a:solidFill>
                <a:latin typeface="+mj-lt"/>
                <a:cs typeface="Avenir Next LT Pro" panose="020B0504020202020204" pitchFamily="34" charset="0"/>
              </a:rPr>
              <a:t>title</a:t>
            </a:r>
            <a:endParaRPr sz="1400">
              <a:solidFill>
                <a:srgbClr val="1E1E1E"/>
              </a:solidFill>
              <a:latin typeface="+mj-lt"/>
              <a:cs typeface="Avenir Next LT Pro" panose="020B0504020202020204" pitchFamily="34" charset="0"/>
            </a:endParaRPr>
          </a:p>
        </p:txBody>
      </p:sp>
      <p:cxnSp>
        <p:nvCxnSpPr>
          <p:cNvPr id="8" name="Straight Connector 7">
            <a:extLst>
              <a:ext uri="{FF2B5EF4-FFF2-40B4-BE49-F238E27FC236}">
                <a16:creationId xmlns:a16="http://schemas.microsoft.com/office/drawing/2014/main" id="{8B39A851-7ADA-7642-D644-6A626309D2EC}"/>
              </a:ext>
              <a:ext uri="{C183D7F6-B498-43B3-948B-1728B52AA6E4}">
                <adec:decorative xmlns:adec="http://schemas.microsoft.com/office/drawing/2017/decorative" val="1"/>
              </a:ext>
            </a:extLst>
          </p:cNvPr>
          <p:cNvCxnSpPr/>
          <p:nvPr/>
        </p:nvCxnSpPr>
        <p:spPr>
          <a:xfrm>
            <a:off x="1511300" y="5061397"/>
            <a:ext cx="0" cy="80010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D00348C3-D694-DB7A-D14A-C01E6CB0A200}"/>
              </a:ext>
              <a:ext uri="{C183D7F6-B498-43B3-948B-1728B52AA6E4}">
                <adec:decorative xmlns:adec="http://schemas.microsoft.com/office/drawing/2017/decorative" val="1"/>
              </a:ext>
            </a:extLst>
          </p:cNvPr>
          <p:cNvSpPr>
            <a:spLocks noGrp="1"/>
          </p:cNvSpPr>
          <p:nvPr>
            <p:ph type="dt" sz="half" idx="10"/>
          </p:nvPr>
        </p:nvSpPr>
        <p:spPr/>
        <p:txBody>
          <a:bodyPr/>
          <a:lstStyle/>
          <a:p>
            <a:fld id="{9C2C6ECE-E08B-4889-8498-9701B38F9DC8}" type="datetimeyyyy">
              <a:rPr lang="en-US" smtClean="0"/>
              <a:t>2025</a:t>
            </a:fld>
            <a:endParaRPr lang="en-US"/>
          </a:p>
        </p:txBody>
      </p:sp>
      <p:sp>
        <p:nvSpPr>
          <p:cNvPr id="3" name="Footer Placeholder 2">
            <a:extLst>
              <a:ext uri="{FF2B5EF4-FFF2-40B4-BE49-F238E27FC236}">
                <a16:creationId xmlns:a16="http://schemas.microsoft.com/office/drawing/2014/main" id="{7EA9CA91-68E2-6F9F-4B5A-837A4582090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F7A9727F-3DD1-D8F3-AA4A-85B8373CDEA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130</a:t>
            </a:fld>
            <a:endParaRPr lang="en-US"/>
          </a:p>
        </p:txBody>
      </p:sp>
    </p:spTree>
    <p:extLst>
      <p:ext uri="{BB962C8B-B14F-4D97-AF65-F5344CB8AC3E}">
        <p14:creationId xmlns:p14="http://schemas.microsoft.com/office/powerpoint/2010/main" val="13979149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14480-1CE4-F099-3A54-0CF61F8717A5}"/>
              </a:ext>
              <a:ext uri="{C183D7F6-B498-43B3-948B-1728B52AA6E4}">
                <adec:decorative xmlns:adec="http://schemas.microsoft.com/office/drawing/2017/decorative" val="1"/>
              </a:ext>
            </a:extLst>
          </p:cNvPr>
          <p:cNvSpPr/>
          <p:nvPr/>
        </p:nvSpPr>
        <p:spPr>
          <a:xfrm>
            <a:off x="743226" y="1017429"/>
            <a:ext cx="754502" cy="862557"/>
          </a:xfrm>
          <a:prstGeom prst="rect">
            <a:avLst/>
          </a:prstGeom>
        </p:spPr>
        <p:txBody>
          <a:bodyPr wrap="none" lIns="0" tIns="0" rIns="0" bIns="0">
            <a:noAutofit/>
          </a:bodyPr>
          <a:lstStyle/>
          <a:p>
            <a:pPr algn="r"/>
            <a:r>
              <a:rPr lang="en-US" sz="6600" b="1" spc="606">
                <a:latin typeface="+mj-lt"/>
                <a:cs typeface="Avenir Next LT Pro" panose="020B0504020202020204" pitchFamily="34" charset="0"/>
              </a:rPr>
              <a:t>“</a:t>
            </a:r>
            <a:endParaRPr lang="en-US" sz="1600" b="1">
              <a:latin typeface="+mj-lt"/>
            </a:endParaRPr>
          </a:p>
        </p:txBody>
      </p:sp>
      <p:sp>
        <p:nvSpPr>
          <p:cNvPr id="13" name="object 10">
            <a:extLst>
              <a:ext uri="{FF2B5EF4-FFF2-40B4-BE49-F238E27FC236}">
                <a16:creationId xmlns:a16="http://schemas.microsoft.com/office/drawing/2014/main" id="{E0D09AE0-60FF-D734-E27A-E41275B41C48}"/>
              </a:ext>
            </a:extLst>
          </p:cNvPr>
          <p:cNvSpPr txBox="1">
            <a:spLocks/>
          </p:cNvSpPr>
          <p:nvPr/>
        </p:nvSpPr>
        <p:spPr>
          <a:xfrm>
            <a:off x="1524180" y="1120461"/>
            <a:ext cx="8229596" cy="2743201"/>
          </a:xfrm>
          <a:prstGeom prst="rect">
            <a:avLst/>
          </a:prstGeom>
        </p:spPr>
        <p:txBody>
          <a:bodyPr vert="horz" wrap="square" lIns="0" tIns="0" rIns="0" bIns="0" rtlCol="0">
            <a:noAutofit/>
          </a:bodyPr>
          <a:lstStyle>
            <a:lvl1pPr>
              <a:defRPr sz="9050" b="0" i="0">
                <a:solidFill>
                  <a:schemeClr val="tx1"/>
                </a:solidFill>
                <a:latin typeface="Avenir Next LT Pro" panose="020B0504020202020204" pitchFamily="34" charset="0"/>
                <a:ea typeface="+mj-ea"/>
                <a:cs typeface="Avenir Next LT Pro" panose="020B0504020202020204" pitchFamily="34" charset="0"/>
              </a:defRPr>
            </a:lvl1pPr>
          </a:lstStyle>
          <a:p>
            <a:pPr marL="7700" marR="0" lvl="0" indent="0" defTabSz="914400" eaLnBrk="1" fontAlgn="auto" latinLnBrk="0" hangingPunct="1">
              <a:lnSpc>
                <a:spcPct val="90000"/>
              </a:lnSpc>
              <a:spcAft>
                <a:spcPts val="1000"/>
              </a:spcAft>
              <a:buClrTx/>
              <a:buSzTx/>
              <a:buFontTx/>
              <a:buNone/>
              <a:tabLst/>
              <a:defRPr/>
            </a:pPr>
            <a:r>
              <a:rPr kumimoji="0" lang="en-US" sz="6600" b="1" i="0" u="none" strike="noStrike" kern="0" cap="none" normalizeH="0" baseline="0" noProof="0">
                <a:ln>
                  <a:noFill/>
                </a:ln>
                <a:effectLst/>
                <a:uLnTx/>
                <a:uFillTx/>
                <a:latin typeface="+mj-lt"/>
                <a:ea typeface="+mj-ea"/>
                <a:cs typeface="Avenir Next LT Pro" panose="020B0504020202020204" pitchFamily="34" charset="0"/>
              </a:rPr>
              <a:t>Shorter </a:t>
            </a:r>
            <a:r>
              <a:rPr kumimoji="0" lang="en-US" sz="6600" b="1" i="0" u="none" strike="noStrike" kern="0" cap="none" normalizeH="0" baseline="0" noProof="0">
                <a:ln>
                  <a:noFill/>
                </a:ln>
                <a:solidFill>
                  <a:schemeClr val="accent6"/>
                </a:solidFill>
                <a:effectLst/>
                <a:uLnTx/>
                <a:uFillTx/>
                <a:latin typeface="+mj-lt"/>
                <a:ea typeface="+mj-ea"/>
                <a:cs typeface="Avenir Next LT Pro" panose="020B0504020202020204" pitchFamily="34" charset="0"/>
              </a:rPr>
              <a:t>quote</a:t>
            </a:r>
            <a:r>
              <a:rPr kumimoji="0" lang="en-US" sz="6600" b="1" i="0" u="none" strike="noStrike" kern="0" cap="none" normalizeH="0" baseline="0" noProof="0">
                <a:ln>
                  <a:noFill/>
                </a:ln>
                <a:effectLst/>
                <a:uLnTx/>
                <a:uFillTx/>
                <a:latin typeface="+mj-lt"/>
                <a:ea typeface="+mj-ea"/>
                <a:cs typeface="Avenir Next LT Pro" panose="020B0504020202020204" pitchFamily="34" charset="0"/>
              </a:rPr>
              <a:t> format. No more than three lines.</a:t>
            </a:r>
          </a:p>
        </p:txBody>
      </p:sp>
      <p:sp>
        <p:nvSpPr>
          <p:cNvPr id="12" name="object 4">
            <a:extLst>
              <a:ext uri="{FF2B5EF4-FFF2-40B4-BE49-F238E27FC236}">
                <a16:creationId xmlns:a16="http://schemas.microsoft.com/office/drawing/2014/main" id="{B3FC1C0A-0B4D-718C-F8B6-12E61F111A68}"/>
              </a:ext>
            </a:extLst>
          </p:cNvPr>
          <p:cNvSpPr txBox="1"/>
          <p:nvPr/>
        </p:nvSpPr>
        <p:spPr>
          <a:xfrm>
            <a:off x="1752780" y="5061397"/>
            <a:ext cx="6337120" cy="806003"/>
          </a:xfrm>
          <a:prstGeom prst="rect">
            <a:avLst/>
          </a:prstGeom>
        </p:spPr>
        <p:txBody>
          <a:bodyPr vert="horz" wrap="square" lIns="0" tIns="3080" rIns="0" bIns="0" rtlCol="0" anchor="t" anchorCtr="0">
            <a:noAutofit/>
          </a:bodyPr>
          <a:lstStyle/>
          <a:p>
            <a:pPr marL="7700" marR="153230">
              <a:lnSpc>
                <a:spcPct val="110000"/>
              </a:lnSpc>
              <a:spcAft>
                <a:spcPts val="1000"/>
              </a:spcAft>
            </a:pPr>
            <a:r>
              <a:rPr lang="en-US" sz="1400" b="1" err="1">
                <a:latin typeface="+mj-lt"/>
                <a:cs typeface="Avenir Next LT Pro" panose="020B0504020202020204" pitchFamily="34" charset="0"/>
              </a:rPr>
              <a:t>Firstname</a:t>
            </a:r>
            <a:r>
              <a:rPr lang="en-US" sz="1400" b="1">
                <a:latin typeface="+mj-lt"/>
                <a:cs typeface="Avenir Next LT Pro" panose="020B0504020202020204" pitchFamily="34" charset="0"/>
              </a:rPr>
              <a:t>  </a:t>
            </a:r>
            <a:r>
              <a:rPr lang="en-US" sz="1400" b="1" err="1">
                <a:latin typeface="+mj-lt"/>
                <a:cs typeface="Avenir Next LT Pro" panose="020B0504020202020204" pitchFamily="34" charset="0"/>
              </a:rPr>
              <a:t>Lastname</a:t>
            </a:r>
            <a:endParaRPr sz="1400">
              <a:latin typeface="+mj-lt"/>
              <a:cs typeface="Avenir Next LT Pro" panose="020B0504020202020204" pitchFamily="34" charset="0"/>
            </a:endParaRPr>
          </a:p>
          <a:p>
            <a:pPr marL="7700">
              <a:lnSpc>
                <a:spcPct val="110000"/>
              </a:lnSpc>
              <a:spcAft>
                <a:spcPts val="1000"/>
              </a:spcAft>
            </a:pPr>
            <a:r>
              <a:rPr sz="1400">
                <a:latin typeface="+mj-lt"/>
                <a:cs typeface="Avenir Next LT Pro" panose="020B0504020202020204" pitchFamily="34" charset="0"/>
              </a:rPr>
              <a:t>position </a:t>
            </a:r>
            <a:r>
              <a:rPr lang="en-US" sz="1400">
                <a:latin typeface="+mj-lt"/>
                <a:cs typeface="Avenir Next LT Pro" panose="020B0504020202020204" pitchFamily="34" charset="0"/>
              </a:rPr>
              <a:t>/ </a:t>
            </a:r>
            <a:r>
              <a:rPr sz="1400">
                <a:latin typeface="+mj-lt"/>
                <a:cs typeface="Avenir Next LT Pro" panose="020B0504020202020204" pitchFamily="34" charset="0"/>
              </a:rPr>
              <a:t>title</a:t>
            </a:r>
          </a:p>
        </p:txBody>
      </p:sp>
      <p:cxnSp>
        <p:nvCxnSpPr>
          <p:cNvPr id="8" name="Straight Connector 7">
            <a:extLst>
              <a:ext uri="{FF2B5EF4-FFF2-40B4-BE49-F238E27FC236}">
                <a16:creationId xmlns:a16="http://schemas.microsoft.com/office/drawing/2014/main" id="{8B39A851-7ADA-7642-D644-6A626309D2EC}"/>
              </a:ext>
              <a:ext uri="{C183D7F6-B498-43B3-948B-1728B52AA6E4}">
                <adec:decorative xmlns:adec="http://schemas.microsoft.com/office/drawing/2017/decorative" val="1"/>
              </a:ext>
            </a:extLst>
          </p:cNvPr>
          <p:cNvCxnSpPr/>
          <p:nvPr/>
        </p:nvCxnSpPr>
        <p:spPr>
          <a:xfrm>
            <a:off x="1511300" y="5061397"/>
            <a:ext cx="0" cy="800100"/>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D00348C3-D694-DB7A-D14A-C01E6CB0A200}"/>
              </a:ext>
              <a:ext uri="{C183D7F6-B498-43B3-948B-1728B52AA6E4}">
                <adec:decorative xmlns:adec="http://schemas.microsoft.com/office/drawing/2017/decorative" val="1"/>
              </a:ext>
            </a:extLst>
          </p:cNvPr>
          <p:cNvSpPr>
            <a:spLocks noGrp="1"/>
          </p:cNvSpPr>
          <p:nvPr>
            <p:ph type="dt" sz="half" idx="10"/>
          </p:nvPr>
        </p:nvSpPr>
        <p:spPr/>
        <p:txBody>
          <a:bodyPr/>
          <a:lstStyle/>
          <a:p>
            <a:fld id="{115CACDC-7AEB-4C37-9316-3644C8DA8560}" type="datetimeyyyy">
              <a:rPr lang="en-US" smtClean="0"/>
              <a:t>2025</a:t>
            </a:fld>
            <a:endParaRPr lang="en-US"/>
          </a:p>
        </p:txBody>
      </p:sp>
      <p:sp>
        <p:nvSpPr>
          <p:cNvPr id="3" name="Footer Placeholder 2">
            <a:extLst>
              <a:ext uri="{FF2B5EF4-FFF2-40B4-BE49-F238E27FC236}">
                <a16:creationId xmlns:a16="http://schemas.microsoft.com/office/drawing/2014/main" id="{7EA9CA91-68E2-6F9F-4B5A-837A4582090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F7A9727F-3DD1-D8F3-AA4A-85B8373CDEA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131</a:t>
            </a:fld>
            <a:endParaRPr lang="en-US"/>
          </a:p>
        </p:txBody>
      </p:sp>
    </p:spTree>
    <p:extLst>
      <p:ext uri="{BB962C8B-B14F-4D97-AF65-F5344CB8AC3E}">
        <p14:creationId xmlns:p14="http://schemas.microsoft.com/office/powerpoint/2010/main" val="57077752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65585DD-67AF-68B1-3087-A41F6594F24F}"/>
              </a:ext>
              <a:ext uri="{C183D7F6-B498-43B3-948B-1728B52AA6E4}">
                <adec:decorative xmlns:adec="http://schemas.microsoft.com/office/drawing/2017/decorative" val="1"/>
              </a:ext>
            </a:extLst>
          </p:cNvPr>
          <p:cNvSpPr/>
          <p:nvPr/>
        </p:nvSpPr>
        <p:spPr>
          <a:xfrm>
            <a:off x="743226" y="1017429"/>
            <a:ext cx="754502" cy="862557"/>
          </a:xfrm>
          <a:prstGeom prst="rect">
            <a:avLst/>
          </a:prstGeom>
        </p:spPr>
        <p:txBody>
          <a:bodyPr wrap="none" lIns="0" tIns="0" rIns="0" bIns="0">
            <a:noAutofit/>
          </a:bodyPr>
          <a:lstStyle/>
          <a:p>
            <a:pPr algn="r"/>
            <a:r>
              <a:rPr lang="en-US" sz="6600" b="1" spc="606">
                <a:solidFill>
                  <a:srgbClr val="09091C"/>
                </a:solidFill>
                <a:latin typeface="+mj-lt"/>
                <a:cs typeface="Avenir Next LT Pro" panose="020B0504020202020204" pitchFamily="34" charset="0"/>
              </a:rPr>
              <a:t>“</a:t>
            </a:r>
            <a:endParaRPr lang="en-US" sz="1600" b="1">
              <a:solidFill>
                <a:srgbClr val="1E1E1E"/>
              </a:solidFill>
              <a:latin typeface="+mj-lt"/>
            </a:endParaRPr>
          </a:p>
        </p:txBody>
      </p:sp>
      <p:sp>
        <p:nvSpPr>
          <p:cNvPr id="14" name="object 10">
            <a:extLst>
              <a:ext uri="{FF2B5EF4-FFF2-40B4-BE49-F238E27FC236}">
                <a16:creationId xmlns:a16="http://schemas.microsoft.com/office/drawing/2014/main" id="{9A8955DF-6541-EB22-025A-AE77A51E7CB9}"/>
              </a:ext>
            </a:extLst>
          </p:cNvPr>
          <p:cNvSpPr txBox="1">
            <a:spLocks/>
          </p:cNvSpPr>
          <p:nvPr/>
        </p:nvSpPr>
        <p:spPr>
          <a:xfrm>
            <a:off x="1524180" y="1081824"/>
            <a:ext cx="8229596" cy="2743201"/>
          </a:xfrm>
          <a:prstGeom prst="rect">
            <a:avLst/>
          </a:prstGeom>
        </p:spPr>
        <p:txBody>
          <a:bodyPr vert="horz" wrap="square" lIns="0" tIns="0" rIns="0" bIns="0" rtlCol="0">
            <a:noAutofit/>
          </a:bodyPr>
          <a:lstStyle>
            <a:lvl1pPr>
              <a:defRPr sz="9050" b="0" i="0">
                <a:solidFill>
                  <a:schemeClr val="tx1"/>
                </a:solidFill>
                <a:latin typeface="Avenir Next LT Pro" panose="020B0504020202020204" pitchFamily="34" charset="0"/>
                <a:ea typeface="+mj-ea"/>
                <a:cs typeface="Avenir Next LT Pro" panose="020B0504020202020204" pitchFamily="34" charset="0"/>
              </a:defRPr>
            </a:lvl1pPr>
          </a:lstStyle>
          <a:p>
            <a:pPr marL="7700" marR="0" lvl="0" indent="0" defTabSz="914400" eaLnBrk="1" fontAlgn="auto" latinLnBrk="0" hangingPunct="1">
              <a:lnSpc>
                <a:spcPct val="110000"/>
              </a:lnSpc>
              <a:spcAft>
                <a:spcPts val="1000"/>
              </a:spcAft>
              <a:buClrTx/>
              <a:buSzTx/>
              <a:buFontTx/>
              <a:buNone/>
              <a:tabLst/>
              <a:defRPr/>
            </a:pP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Longer quote, format. </a:t>
            </a:r>
            <a:r>
              <a:rPr kumimoji="0" lang="en-US" sz="3200" b="1" i="0" u="none" strike="noStrike" kern="0" cap="none" normalizeH="0" baseline="0" noProof="0">
                <a:ln>
                  <a:noFill/>
                </a:ln>
                <a:solidFill>
                  <a:schemeClr val="accent1"/>
                </a:solidFill>
                <a:effectLst/>
                <a:uLnTx/>
                <a:uFillTx/>
                <a:latin typeface="+mj-lt"/>
                <a:ea typeface="+mj-ea"/>
                <a:cs typeface="Avenir Next LT Pro" panose="020B0504020202020204" pitchFamily="34" charset="0"/>
              </a:rPr>
              <a:t>No more </a:t>
            </a:r>
            <a:br>
              <a:rPr kumimoji="0" lang="en-US" sz="3200" b="1" i="0" u="none" strike="noStrike" kern="0" cap="none" normalizeH="0" baseline="0" noProof="0">
                <a:ln>
                  <a:noFill/>
                </a:ln>
                <a:solidFill>
                  <a:schemeClr val="accent1"/>
                </a:solidFill>
                <a:effectLst/>
                <a:uLnTx/>
                <a:uFillTx/>
                <a:latin typeface="+mj-lt"/>
                <a:ea typeface="+mj-ea"/>
                <a:cs typeface="Avenir Next LT Pro" panose="020B0504020202020204" pitchFamily="34" charset="0"/>
              </a:rPr>
            </a:br>
            <a:r>
              <a:rPr kumimoji="0" lang="en-US" sz="3200" b="1" i="0" u="none" strike="noStrike" kern="0" cap="none" normalizeH="0" baseline="0" noProof="0">
                <a:ln>
                  <a:noFill/>
                </a:ln>
                <a:solidFill>
                  <a:schemeClr val="accent1"/>
                </a:solidFill>
                <a:effectLst/>
                <a:uLnTx/>
                <a:uFillTx/>
                <a:latin typeface="+mj-lt"/>
                <a:ea typeface="+mj-ea"/>
                <a:cs typeface="Avenir Next LT Pro" panose="020B0504020202020204" pitchFamily="34" charset="0"/>
              </a:rPr>
              <a:t>than five lines. </a:t>
            </a:r>
            <a:r>
              <a:rPr kumimoji="0" lang="en-US" sz="3200" b="1" i="0" u="none" strike="noStrike" kern="0" cap="none" normalizeH="0" baseline="0" noProof="0" err="1">
                <a:ln>
                  <a:noFill/>
                </a:ln>
                <a:solidFill>
                  <a:srgbClr val="151527"/>
                </a:solidFill>
                <a:effectLst/>
                <a:uLnTx/>
                <a:uFillTx/>
                <a:latin typeface="+mj-lt"/>
                <a:ea typeface="+mj-ea"/>
                <a:cs typeface="Avenir Next LT Pro" panose="020B0504020202020204" pitchFamily="34" charset="0"/>
              </a:rPr>
              <a:t>Pid</a:t>
            </a: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 et res </a:t>
            </a:r>
            <a:r>
              <a:rPr kumimoji="0" lang="en-US" sz="3200" b="1" i="0" u="none" strike="noStrike" kern="0" cap="none" normalizeH="0" baseline="0" noProof="0" err="1">
                <a:ln>
                  <a:noFill/>
                </a:ln>
                <a:solidFill>
                  <a:srgbClr val="151527"/>
                </a:solidFill>
                <a:effectLst/>
                <a:uLnTx/>
                <a:uFillTx/>
                <a:latin typeface="+mj-lt"/>
                <a:ea typeface="+mj-ea"/>
                <a:cs typeface="Avenir Next LT Pro" panose="020B0504020202020204" pitchFamily="34" charset="0"/>
              </a:rPr>
              <a:t>eiur</a:t>
            </a: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solidFill>
                  <a:srgbClr val="151527"/>
                </a:solidFill>
                <a:effectLst/>
                <a:uLnTx/>
                <a:uFillTx/>
                <a:latin typeface="+mj-lt"/>
                <a:ea typeface="+mj-ea"/>
                <a:cs typeface="Avenir Next LT Pro" panose="020B0504020202020204" pitchFamily="34" charset="0"/>
              </a:rPr>
              <a:t>Cus</a:t>
            </a: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 </a:t>
            </a:r>
            <a:b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br>
            <a:r>
              <a:rPr kumimoji="0" lang="en-US" sz="3200" b="1" i="0" u="none" strike="noStrike" kern="0" cap="none" normalizeH="0" baseline="0" noProof="0" err="1">
                <a:ln>
                  <a:noFill/>
                </a:ln>
                <a:solidFill>
                  <a:srgbClr val="151527"/>
                </a:solidFill>
                <a:effectLst/>
                <a:uLnTx/>
                <a:uFillTx/>
                <a:latin typeface="+mj-lt"/>
                <a:ea typeface="+mj-ea"/>
                <a:cs typeface="Avenir Next LT Pro" panose="020B0504020202020204" pitchFamily="34" charset="0"/>
              </a:rPr>
              <a:t>minum</a:t>
            </a: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solidFill>
                  <a:srgbClr val="151527"/>
                </a:solidFill>
                <a:effectLst/>
                <a:uLnTx/>
                <a:uFillTx/>
                <a:latin typeface="+mj-lt"/>
                <a:ea typeface="+mj-ea"/>
                <a:cs typeface="Avenir Next LT Pro" panose="020B0504020202020204" pitchFamily="34" charset="0"/>
              </a:rPr>
              <a:t>volorem</a:t>
            </a: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solidFill>
                  <a:srgbClr val="151527"/>
                </a:solidFill>
                <a:effectLst/>
                <a:uLnTx/>
                <a:uFillTx/>
                <a:latin typeface="+mj-lt"/>
                <a:ea typeface="+mj-ea"/>
                <a:cs typeface="Avenir Next LT Pro" panose="020B0504020202020204" pitchFamily="34" charset="0"/>
              </a:rPr>
              <a:t>quiatur</a:t>
            </a: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 </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Ga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itatur</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br>
              <a:rPr kumimoji="0" lang="en-US" sz="3200" b="1" i="0" u="none" strike="noStrike" kern="0" cap="none" normalizeH="0" baseline="0" noProof="0">
                <a:ln>
                  <a:noFill/>
                </a:ln>
                <a:effectLst/>
                <a:uLnTx/>
                <a:uFillTx/>
                <a:latin typeface="+mj-lt"/>
                <a:ea typeface="+mj-ea"/>
                <a:cs typeface="Avenir Next LT Pro" panose="020B0504020202020204" pitchFamily="34" charset="0"/>
              </a:rPr>
            </a:b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hil</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ettal</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voloremqui</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catus</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as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necus</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br>
              <a:rPr kumimoji="0" lang="en-US" sz="3200" b="1" i="0" u="none" strike="noStrike" kern="0" cap="none" normalizeH="0" baseline="0" noProof="0">
                <a:ln>
                  <a:noFill/>
                </a:ln>
                <a:effectLst/>
                <a:uLnTx/>
                <a:uFillTx/>
                <a:latin typeface="+mj-lt"/>
                <a:ea typeface="+mj-ea"/>
                <a:cs typeface="Avenir Next LT Pro" panose="020B0504020202020204" pitchFamily="34" charset="0"/>
              </a:rPr>
            </a:b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lorem ipsum </a:t>
            </a:r>
            <a:r>
              <a:rPr kumimoji="0" lang="en-US" sz="3200" b="1" i="0" u="none" strike="noStrike" kern="0" cap="none" normalizeH="0" baseline="0" noProof="0" err="1">
                <a:ln>
                  <a:noFill/>
                </a:ln>
                <a:solidFill>
                  <a:srgbClr val="151527"/>
                </a:solidFill>
                <a:effectLst/>
                <a:uLnTx/>
                <a:uFillTx/>
                <a:latin typeface="+mj-lt"/>
                <a:ea typeface="+mj-ea"/>
                <a:cs typeface="Avenir Next LT Pro" panose="020B0504020202020204" pitchFamily="34" charset="0"/>
              </a:rPr>
              <a:t>dolores</a:t>
            </a: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 sit </a:t>
            </a:r>
            <a:r>
              <a:rPr kumimoji="0" lang="en-US" sz="3200" b="1" i="0" u="none" strike="noStrike" kern="0" cap="none" normalizeH="0" baseline="0" noProof="0" err="1">
                <a:ln>
                  <a:noFill/>
                </a:ln>
                <a:solidFill>
                  <a:srgbClr val="151527"/>
                </a:solidFill>
                <a:effectLst/>
                <a:uLnTx/>
                <a:uFillTx/>
                <a:latin typeface="+mj-lt"/>
                <a:ea typeface="+mj-ea"/>
                <a:cs typeface="Avenir Next LT Pro" panose="020B0504020202020204" pitchFamily="34" charset="0"/>
              </a:rPr>
              <a:t>amet</a:t>
            </a:r>
            <a:r>
              <a:rPr kumimoji="0" lang="en-US" sz="3200" b="1" i="0" u="none" strike="noStrike" kern="0" cap="none" normalizeH="0" baseline="0" noProof="0">
                <a:ln>
                  <a:noFill/>
                </a:ln>
                <a:solidFill>
                  <a:srgbClr val="151527"/>
                </a:solidFill>
                <a:effectLst/>
                <a:uLnTx/>
                <a:uFillTx/>
                <a:latin typeface="+mj-lt"/>
                <a:ea typeface="+mj-ea"/>
                <a:cs typeface="Avenir Next LT Pro" panose="020B0504020202020204" pitchFamily="34" charset="0"/>
              </a:rPr>
              <a:t>.</a:t>
            </a:r>
          </a:p>
        </p:txBody>
      </p:sp>
      <p:sp>
        <p:nvSpPr>
          <p:cNvPr id="15" name="object 4">
            <a:extLst>
              <a:ext uri="{FF2B5EF4-FFF2-40B4-BE49-F238E27FC236}">
                <a16:creationId xmlns:a16="http://schemas.microsoft.com/office/drawing/2014/main" id="{748E2C51-0834-2760-5865-E0D9ACDEE7EB}"/>
              </a:ext>
            </a:extLst>
          </p:cNvPr>
          <p:cNvSpPr txBox="1"/>
          <p:nvPr/>
        </p:nvSpPr>
        <p:spPr>
          <a:xfrm>
            <a:off x="1752780" y="5061397"/>
            <a:ext cx="6337120" cy="806003"/>
          </a:xfrm>
          <a:prstGeom prst="rect">
            <a:avLst/>
          </a:prstGeom>
        </p:spPr>
        <p:txBody>
          <a:bodyPr vert="horz" wrap="square" lIns="0" tIns="3080" rIns="0" bIns="0" rtlCol="0" anchor="t" anchorCtr="0">
            <a:noAutofit/>
          </a:bodyPr>
          <a:lstStyle/>
          <a:p>
            <a:pPr marL="7700" marR="153230">
              <a:lnSpc>
                <a:spcPct val="110000"/>
              </a:lnSpc>
              <a:spcAft>
                <a:spcPts val="1000"/>
              </a:spcAft>
            </a:pPr>
            <a:r>
              <a:rPr lang="en-US" sz="1400" b="1" err="1">
                <a:solidFill>
                  <a:srgbClr val="151527"/>
                </a:solidFill>
                <a:latin typeface="+mj-lt"/>
                <a:cs typeface="Avenir Next LT Pro" panose="020B0504020202020204" pitchFamily="34" charset="0"/>
              </a:rPr>
              <a:t>Firstname</a:t>
            </a:r>
            <a:r>
              <a:rPr lang="en-US" sz="1400" b="1">
                <a:solidFill>
                  <a:srgbClr val="151527"/>
                </a:solidFill>
                <a:latin typeface="+mj-lt"/>
                <a:cs typeface="Avenir Next LT Pro" panose="020B0504020202020204" pitchFamily="34" charset="0"/>
              </a:rPr>
              <a:t>  </a:t>
            </a:r>
            <a:r>
              <a:rPr lang="en-US" sz="1400" b="1" err="1">
                <a:solidFill>
                  <a:srgbClr val="151527"/>
                </a:solidFill>
                <a:latin typeface="+mj-lt"/>
                <a:cs typeface="Avenir Next LT Pro" panose="020B0504020202020204" pitchFamily="34" charset="0"/>
              </a:rPr>
              <a:t>Lastname</a:t>
            </a:r>
            <a:endParaRPr sz="1400">
              <a:solidFill>
                <a:srgbClr val="1E1E1E"/>
              </a:solidFill>
              <a:latin typeface="+mj-lt"/>
              <a:cs typeface="Avenir Next LT Pro" panose="020B0504020202020204" pitchFamily="34" charset="0"/>
            </a:endParaRPr>
          </a:p>
          <a:p>
            <a:pPr marL="7700">
              <a:lnSpc>
                <a:spcPct val="110000"/>
              </a:lnSpc>
              <a:spcAft>
                <a:spcPts val="1000"/>
              </a:spcAft>
            </a:pPr>
            <a:r>
              <a:rPr sz="1400">
                <a:solidFill>
                  <a:srgbClr val="09091C"/>
                </a:solidFill>
                <a:latin typeface="+mj-lt"/>
                <a:cs typeface="Avenir Next LT Pro" panose="020B0504020202020204" pitchFamily="34" charset="0"/>
              </a:rPr>
              <a:t>position </a:t>
            </a:r>
            <a:r>
              <a:rPr lang="en-US" sz="1400">
                <a:solidFill>
                  <a:srgbClr val="09091C"/>
                </a:solidFill>
                <a:latin typeface="+mj-lt"/>
                <a:cs typeface="Avenir Next LT Pro" panose="020B0504020202020204" pitchFamily="34" charset="0"/>
              </a:rPr>
              <a:t>/ </a:t>
            </a:r>
            <a:r>
              <a:rPr sz="1400">
                <a:solidFill>
                  <a:srgbClr val="09091C"/>
                </a:solidFill>
                <a:latin typeface="+mj-lt"/>
                <a:cs typeface="Avenir Next LT Pro" panose="020B0504020202020204" pitchFamily="34" charset="0"/>
              </a:rPr>
              <a:t>title</a:t>
            </a:r>
            <a:endParaRPr sz="1400">
              <a:solidFill>
                <a:srgbClr val="1E1E1E"/>
              </a:solidFill>
              <a:latin typeface="+mj-lt"/>
              <a:cs typeface="Avenir Next LT Pro" panose="020B0504020202020204" pitchFamily="34" charset="0"/>
            </a:endParaRPr>
          </a:p>
        </p:txBody>
      </p:sp>
      <p:cxnSp>
        <p:nvCxnSpPr>
          <p:cNvPr id="16" name="Straight Connector 15">
            <a:extLst>
              <a:ext uri="{FF2B5EF4-FFF2-40B4-BE49-F238E27FC236}">
                <a16:creationId xmlns:a16="http://schemas.microsoft.com/office/drawing/2014/main" id="{89C9C3D2-AB38-6E2D-14F4-BEC79D23F132}"/>
              </a:ext>
              <a:ext uri="{C183D7F6-B498-43B3-948B-1728B52AA6E4}">
                <adec:decorative xmlns:adec="http://schemas.microsoft.com/office/drawing/2017/decorative" val="1"/>
              </a:ext>
            </a:extLst>
          </p:cNvPr>
          <p:cNvCxnSpPr/>
          <p:nvPr/>
        </p:nvCxnSpPr>
        <p:spPr>
          <a:xfrm>
            <a:off x="1511300" y="5061397"/>
            <a:ext cx="0" cy="80010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D00348C3-D694-DB7A-D14A-C01E6CB0A200}"/>
              </a:ext>
              <a:ext uri="{C183D7F6-B498-43B3-948B-1728B52AA6E4}">
                <adec:decorative xmlns:adec="http://schemas.microsoft.com/office/drawing/2017/decorative" val="1"/>
              </a:ext>
            </a:extLst>
          </p:cNvPr>
          <p:cNvSpPr>
            <a:spLocks noGrp="1"/>
          </p:cNvSpPr>
          <p:nvPr>
            <p:ph type="dt" sz="half" idx="10"/>
          </p:nvPr>
        </p:nvSpPr>
        <p:spPr/>
        <p:txBody>
          <a:bodyPr/>
          <a:lstStyle/>
          <a:p>
            <a:fld id="{9A6C5F8F-D4EC-44FC-A568-67E70319CDEB}" type="datetimeyyyy">
              <a:rPr lang="en-US" smtClean="0"/>
              <a:t>2025</a:t>
            </a:fld>
            <a:endParaRPr lang="en-US"/>
          </a:p>
        </p:txBody>
      </p:sp>
      <p:sp>
        <p:nvSpPr>
          <p:cNvPr id="3" name="Footer Placeholder 2">
            <a:extLst>
              <a:ext uri="{FF2B5EF4-FFF2-40B4-BE49-F238E27FC236}">
                <a16:creationId xmlns:a16="http://schemas.microsoft.com/office/drawing/2014/main" id="{7EA9CA91-68E2-6F9F-4B5A-837A4582090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F7A9727F-3DD1-D8F3-AA4A-85B8373CDEA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132</a:t>
            </a:fld>
            <a:endParaRPr lang="en-US"/>
          </a:p>
        </p:txBody>
      </p:sp>
    </p:spTree>
    <p:extLst>
      <p:ext uri="{BB962C8B-B14F-4D97-AF65-F5344CB8AC3E}">
        <p14:creationId xmlns:p14="http://schemas.microsoft.com/office/powerpoint/2010/main" val="30036428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65585DD-67AF-68B1-3087-A41F6594F24F}"/>
              </a:ext>
              <a:ext uri="{C183D7F6-B498-43B3-948B-1728B52AA6E4}">
                <adec:decorative xmlns:adec="http://schemas.microsoft.com/office/drawing/2017/decorative" val="1"/>
              </a:ext>
            </a:extLst>
          </p:cNvPr>
          <p:cNvSpPr/>
          <p:nvPr/>
        </p:nvSpPr>
        <p:spPr>
          <a:xfrm>
            <a:off x="743226" y="1017429"/>
            <a:ext cx="754502" cy="862557"/>
          </a:xfrm>
          <a:prstGeom prst="rect">
            <a:avLst/>
          </a:prstGeom>
        </p:spPr>
        <p:txBody>
          <a:bodyPr wrap="none" lIns="0" tIns="0" rIns="0" bIns="0">
            <a:noAutofit/>
          </a:bodyPr>
          <a:lstStyle/>
          <a:p>
            <a:pPr algn="r"/>
            <a:r>
              <a:rPr lang="en-US" sz="6600" b="1" spc="606">
                <a:latin typeface="+mj-lt"/>
                <a:cs typeface="Avenir Next LT Pro" panose="020B0504020202020204" pitchFamily="34" charset="0"/>
              </a:rPr>
              <a:t>“</a:t>
            </a:r>
            <a:endParaRPr lang="en-US" sz="1600" b="1">
              <a:latin typeface="+mj-lt"/>
            </a:endParaRPr>
          </a:p>
        </p:txBody>
      </p:sp>
      <p:sp>
        <p:nvSpPr>
          <p:cNvPr id="14" name="object 10">
            <a:extLst>
              <a:ext uri="{FF2B5EF4-FFF2-40B4-BE49-F238E27FC236}">
                <a16:creationId xmlns:a16="http://schemas.microsoft.com/office/drawing/2014/main" id="{9A8955DF-6541-EB22-025A-AE77A51E7CB9}"/>
              </a:ext>
            </a:extLst>
          </p:cNvPr>
          <p:cNvSpPr txBox="1">
            <a:spLocks/>
          </p:cNvSpPr>
          <p:nvPr/>
        </p:nvSpPr>
        <p:spPr>
          <a:xfrm>
            <a:off x="1524180" y="1081824"/>
            <a:ext cx="8229596" cy="2743201"/>
          </a:xfrm>
          <a:prstGeom prst="rect">
            <a:avLst/>
          </a:prstGeom>
        </p:spPr>
        <p:txBody>
          <a:bodyPr vert="horz" wrap="square" lIns="0" tIns="0" rIns="0" bIns="0" rtlCol="0">
            <a:noAutofit/>
          </a:bodyPr>
          <a:lstStyle>
            <a:lvl1pPr>
              <a:defRPr sz="9050" b="0" i="0">
                <a:solidFill>
                  <a:schemeClr val="tx1"/>
                </a:solidFill>
                <a:latin typeface="Avenir Next LT Pro" panose="020B0504020202020204" pitchFamily="34" charset="0"/>
                <a:ea typeface="+mj-ea"/>
                <a:cs typeface="Avenir Next LT Pro" panose="020B0504020202020204" pitchFamily="34" charset="0"/>
              </a:defRPr>
            </a:lvl1pPr>
          </a:lstStyle>
          <a:p>
            <a:pPr marL="7700" marR="0" lvl="0" indent="0" defTabSz="914400" eaLnBrk="1" fontAlgn="auto" latinLnBrk="0" hangingPunct="1">
              <a:lnSpc>
                <a:spcPct val="110000"/>
              </a:lnSpc>
              <a:spcAft>
                <a:spcPts val="1000"/>
              </a:spcAft>
              <a:buClrTx/>
              <a:buSzTx/>
              <a:buFontTx/>
              <a:buNone/>
              <a:tabLst/>
              <a:defRPr/>
            </a:pPr>
            <a:r>
              <a:rPr kumimoji="0" lang="en-US" sz="3200" b="1" i="0" u="none" strike="noStrike" kern="0" cap="none" normalizeH="0" baseline="0" noProof="0">
                <a:ln>
                  <a:noFill/>
                </a:ln>
                <a:effectLst/>
                <a:uLnTx/>
                <a:uFillTx/>
                <a:latin typeface="+mj-lt"/>
                <a:ea typeface="+mj-ea"/>
                <a:cs typeface="Avenir Next LT Pro" panose="020B0504020202020204" pitchFamily="34" charset="0"/>
              </a:rPr>
              <a:t>Longer quote, format. No more </a:t>
            </a:r>
            <a:br>
              <a:rPr kumimoji="0" lang="en-US" sz="3200" b="1" i="0" u="none" strike="noStrike" kern="0" cap="none" normalizeH="0" baseline="0" noProof="0">
                <a:ln>
                  <a:noFill/>
                </a:ln>
                <a:effectLst/>
                <a:uLnTx/>
                <a:uFillTx/>
                <a:latin typeface="+mj-lt"/>
                <a:ea typeface="+mj-ea"/>
                <a:cs typeface="Avenir Next LT Pro" panose="020B0504020202020204" pitchFamily="34" charset="0"/>
              </a:rPr>
            </a:br>
            <a:r>
              <a:rPr kumimoji="0" lang="en-US" sz="3200" b="1" i="0" u="none" strike="noStrike" kern="0" cap="none" normalizeH="0" baseline="0" noProof="0">
                <a:ln>
                  <a:noFill/>
                </a:ln>
                <a:effectLst/>
                <a:uLnTx/>
                <a:uFillTx/>
                <a:latin typeface="+mj-lt"/>
                <a:ea typeface="+mj-ea"/>
                <a:cs typeface="Avenir Next LT Pro" panose="020B0504020202020204" pitchFamily="34" charset="0"/>
              </a:rPr>
              <a:t>than five lines. </a:t>
            </a:r>
            <a:r>
              <a:rPr kumimoji="0" lang="en-US" sz="3200" b="1" i="0" u="none" strike="noStrike" kern="0" cap="none" normalizeH="0" baseline="0" noProof="0" err="1">
                <a:ln>
                  <a:noFill/>
                </a:ln>
                <a:solidFill>
                  <a:schemeClr val="accent5"/>
                </a:solidFill>
                <a:effectLst/>
                <a:uLnTx/>
                <a:uFillTx/>
                <a:latin typeface="+mj-lt"/>
                <a:ea typeface="+mj-ea"/>
                <a:cs typeface="Avenir Next LT Pro" panose="020B0504020202020204" pitchFamily="34" charset="0"/>
              </a:rPr>
              <a:t>Pid</a:t>
            </a:r>
            <a:r>
              <a:rPr kumimoji="0" lang="en-US" sz="3200" b="1" i="0" u="none" strike="noStrike" kern="0" cap="none" normalizeH="0" baseline="0" noProof="0">
                <a:ln>
                  <a:noFill/>
                </a:ln>
                <a:solidFill>
                  <a:schemeClr val="accent5"/>
                </a:solidFill>
                <a:effectLst/>
                <a:uLnTx/>
                <a:uFillTx/>
                <a:latin typeface="+mj-lt"/>
                <a:ea typeface="+mj-ea"/>
                <a:cs typeface="Avenir Next LT Pro" panose="020B0504020202020204" pitchFamily="34" charset="0"/>
              </a:rPr>
              <a:t> et res </a:t>
            </a:r>
            <a:r>
              <a:rPr kumimoji="0" lang="en-US" sz="3200" b="1" i="0" u="none" strike="noStrike" kern="0" cap="none" normalizeH="0" baseline="0" noProof="0" err="1">
                <a:ln>
                  <a:noFill/>
                </a:ln>
                <a:solidFill>
                  <a:schemeClr val="accent5"/>
                </a:solidFill>
                <a:effectLst/>
                <a:uLnTx/>
                <a:uFillTx/>
                <a:latin typeface="+mj-lt"/>
                <a:ea typeface="+mj-ea"/>
                <a:cs typeface="Avenir Next LT Pro" panose="020B0504020202020204" pitchFamily="34" charset="0"/>
              </a:rPr>
              <a:t>eiur</a:t>
            </a:r>
            <a:r>
              <a:rPr kumimoji="0" lang="en-US" sz="3200" b="1" i="0" u="none" strike="noStrike" kern="0" cap="none" normalizeH="0" baseline="0" noProof="0">
                <a:ln>
                  <a:noFill/>
                </a:ln>
                <a:solidFill>
                  <a:schemeClr val="accent5"/>
                </a:solidFill>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Cus</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br>
              <a:rPr kumimoji="0" lang="en-US" sz="3200" b="1" i="0" u="none" strike="noStrike" kern="0" cap="none" normalizeH="0" baseline="0" noProof="0">
                <a:ln>
                  <a:noFill/>
                </a:ln>
                <a:effectLst/>
                <a:uLnTx/>
                <a:uFillTx/>
                <a:latin typeface="+mj-lt"/>
                <a:ea typeface="+mj-ea"/>
                <a:cs typeface="Avenir Next LT Pro" panose="020B0504020202020204" pitchFamily="34" charset="0"/>
              </a:rPr>
            </a:b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minum</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volorem</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quiatur</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Ga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itatur</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br>
              <a:rPr kumimoji="0" lang="en-US" sz="3200" b="1" i="0" u="none" strike="noStrike" kern="0" cap="none" normalizeH="0" baseline="0" noProof="0">
                <a:ln>
                  <a:noFill/>
                </a:ln>
                <a:effectLst/>
                <a:uLnTx/>
                <a:uFillTx/>
                <a:latin typeface="+mj-lt"/>
                <a:ea typeface="+mj-ea"/>
                <a:cs typeface="Avenir Next LT Pro" panose="020B0504020202020204" pitchFamily="34" charset="0"/>
              </a:rPr>
            </a:b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hil</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ettal</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voloremqui</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catus</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as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necus</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a:t>
            </a:r>
            <a:br>
              <a:rPr kumimoji="0" lang="en-US" sz="3200" b="1" i="0" u="none" strike="noStrike" kern="0" cap="none" normalizeH="0" baseline="0" noProof="0">
                <a:ln>
                  <a:noFill/>
                </a:ln>
                <a:effectLst/>
                <a:uLnTx/>
                <a:uFillTx/>
                <a:latin typeface="+mj-lt"/>
                <a:ea typeface="+mj-ea"/>
                <a:cs typeface="Avenir Next LT Pro" panose="020B0504020202020204" pitchFamily="34" charset="0"/>
              </a:rPr>
            </a:br>
            <a:r>
              <a:rPr kumimoji="0" lang="en-US" sz="3200" b="1" i="0" u="none" strike="noStrike" kern="0" cap="none" normalizeH="0" baseline="0" noProof="0">
                <a:ln>
                  <a:noFill/>
                </a:ln>
                <a:effectLst/>
                <a:uLnTx/>
                <a:uFillTx/>
                <a:latin typeface="+mj-lt"/>
                <a:ea typeface="+mj-ea"/>
                <a:cs typeface="Avenir Next LT Pro" panose="020B0504020202020204" pitchFamily="34" charset="0"/>
              </a:rPr>
              <a:t>lorem ipsum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dolores</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 sit </a:t>
            </a:r>
            <a:r>
              <a:rPr kumimoji="0" lang="en-US" sz="3200" b="1" i="0" u="none" strike="noStrike" kern="0" cap="none" normalizeH="0" baseline="0" noProof="0" err="1">
                <a:ln>
                  <a:noFill/>
                </a:ln>
                <a:effectLst/>
                <a:uLnTx/>
                <a:uFillTx/>
                <a:latin typeface="+mj-lt"/>
                <a:ea typeface="+mj-ea"/>
                <a:cs typeface="Avenir Next LT Pro" panose="020B0504020202020204" pitchFamily="34" charset="0"/>
              </a:rPr>
              <a:t>amet</a:t>
            </a:r>
            <a:r>
              <a:rPr kumimoji="0" lang="en-US" sz="3200" b="1" i="0" u="none" strike="noStrike" kern="0" cap="none" normalizeH="0" baseline="0" noProof="0">
                <a:ln>
                  <a:noFill/>
                </a:ln>
                <a:effectLst/>
                <a:uLnTx/>
                <a:uFillTx/>
                <a:latin typeface="+mj-lt"/>
                <a:ea typeface="+mj-ea"/>
                <a:cs typeface="Avenir Next LT Pro" panose="020B0504020202020204" pitchFamily="34" charset="0"/>
              </a:rPr>
              <a:t>.</a:t>
            </a:r>
          </a:p>
        </p:txBody>
      </p:sp>
      <p:sp>
        <p:nvSpPr>
          <p:cNvPr id="15" name="object 4">
            <a:extLst>
              <a:ext uri="{FF2B5EF4-FFF2-40B4-BE49-F238E27FC236}">
                <a16:creationId xmlns:a16="http://schemas.microsoft.com/office/drawing/2014/main" id="{748E2C51-0834-2760-5865-E0D9ACDEE7EB}"/>
              </a:ext>
            </a:extLst>
          </p:cNvPr>
          <p:cNvSpPr txBox="1"/>
          <p:nvPr/>
        </p:nvSpPr>
        <p:spPr>
          <a:xfrm>
            <a:off x="1752780" y="5061397"/>
            <a:ext cx="6337120" cy="806003"/>
          </a:xfrm>
          <a:prstGeom prst="rect">
            <a:avLst/>
          </a:prstGeom>
        </p:spPr>
        <p:txBody>
          <a:bodyPr vert="horz" wrap="square" lIns="0" tIns="3080" rIns="0" bIns="0" rtlCol="0" anchor="t" anchorCtr="0">
            <a:noAutofit/>
          </a:bodyPr>
          <a:lstStyle/>
          <a:p>
            <a:pPr marL="7700" marR="153230">
              <a:lnSpc>
                <a:spcPct val="110000"/>
              </a:lnSpc>
              <a:spcAft>
                <a:spcPts val="1000"/>
              </a:spcAft>
            </a:pPr>
            <a:r>
              <a:rPr lang="en-US" sz="1400" b="1" err="1">
                <a:latin typeface="+mj-lt"/>
                <a:cs typeface="Avenir Next LT Pro" panose="020B0504020202020204" pitchFamily="34" charset="0"/>
              </a:rPr>
              <a:t>Firstname</a:t>
            </a:r>
            <a:r>
              <a:rPr lang="en-US" sz="1400" b="1">
                <a:latin typeface="+mj-lt"/>
                <a:cs typeface="Avenir Next LT Pro" panose="020B0504020202020204" pitchFamily="34" charset="0"/>
              </a:rPr>
              <a:t>  </a:t>
            </a:r>
            <a:r>
              <a:rPr lang="en-US" sz="1400" b="1" err="1">
                <a:latin typeface="+mj-lt"/>
                <a:cs typeface="Avenir Next LT Pro" panose="020B0504020202020204" pitchFamily="34" charset="0"/>
              </a:rPr>
              <a:t>Lastname</a:t>
            </a:r>
            <a:endParaRPr sz="1400">
              <a:latin typeface="+mj-lt"/>
              <a:cs typeface="Avenir Next LT Pro" panose="020B0504020202020204" pitchFamily="34" charset="0"/>
            </a:endParaRPr>
          </a:p>
          <a:p>
            <a:pPr marL="7700">
              <a:lnSpc>
                <a:spcPct val="110000"/>
              </a:lnSpc>
              <a:spcAft>
                <a:spcPts val="1000"/>
              </a:spcAft>
            </a:pPr>
            <a:r>
              <a:rPr sz="1400">
                <a:latin typeface="+mj-lt"/>
                <a:cs typeface="Avenir Next LT Pro" panose="020B0504020202020204" pitchFamily="34" charset="0"/>
              </a:rPr>
              <a:t>position </a:t>
            </a:r>
            <a:r>
              <a:rPr lang="en-US" sz="1400">
                <a:latin typeface="+mj-lt"/>
                <a:cs typeface="Avenir Next LT Pro" panose="020B0504020202020204" pitchFamily="34" charset="0"/>
              </a:rPr>
              <a:t>/ </a:t>
            </a:r>
            <a:r>
              <a:rPr sz="1400">
                <a:latin typeface="+mj-lt"/>
                <a:cs typeface="Avenir Next LT Pro" panose="020B0504020202020204" pitchFamily="34" charset="0"/>
              </a:rPr>
              <a:t>title</a:t>
            </a:r>
          </a:p>
        </p:txBody>
      </p:sp>
      <p:cxnSp>
        <p:nvCxnSpPr>
          <p:cNvPr id="16" name="Straight Connector 15">
            <a:extLst>
              <a:ext uri="{FF2B5EF4-FFF2-40B4-BE49-F238E27FC236}">
                <a16:creationId xmlns:a16="http://schemas.microsoft.com/office/drawing/2014/main" id="{89C9C3D2-AB38-6E2D-14F4-BEC79D23F132}"/>
              </a:ext>
              <a:ext uri="{C183D7F6-B498-43B3-948B-1728B52AA6E4}">
                <adec:decorative xmlns:adec="http://schemas.microsoft.com/office/drawing/2017/decorative" val="1"/>
              </a:ext>
            </a:extLst>
          </p:cNvPr>
          <p:cNvCxnSpPr/>
          <p:nvPr/>
        </p:nvCxnSpPr>
        <p:spPr>
          <a:xfrm>
            <a:off x="1511300" y="5061397"/>
            <a:ext cx="0" cy="800100"/>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D00348C3-D694-DB7A-D14A-C01E6CB0A200}"/>
              </a:ext>
              <a:ext uri="{C183D7F6-B498-43B3-948B-1728B52AA6E4}">
                <adec:decorative xmlns:adec="http://schemas.microsoft.com/office/drawing/2017/decorative" val="1"/>
              </a:ext>
            </a:extLst>
          </p:cNvPr>
          <p:cNvSpPr>
            <a:spLocks noGrp="1"/>
          </p:cNvSpPr>
          <p:nvPr>
            <p:ph type="dt" sz="half" idx="10"/>
          </p:nvPr>
        </p:nvSpPr>
        <p:spPr/>
        <p:txBody>
          <a:bodyPr/>
          <a:lstStyle/>
          <a:p>
            <a:fld id="{FDE67D6F-F654-4861-8C63-F38E93193ADC}" type="datetimeyyyy">
              <a:rPr lang="en-US" smtClean="0"/>
              <a:t>2025</a:t>
            </a:fld>
            <a:endParaRPr lang="en-US"/>
          </a:p>
        </p:txBody>
      </p:sp>
      <p:sp>
        <p:nvSpPr>
          <p:cNvPr id="3" name="Footer Placeholder 2">
            <a:extLst>
              <a:ext uri="{FF2B5EF4-FFF2-40B4-BE49-F238E27FC236}">
                <a16:creationId xmlns:a16="http://schemas.microsoft.com/office/drawing/2014/main" id="{7EA9CA91-68E2-6F9F-4B5A-837A4582090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F7A9727F-3DD1-D8F3-AA4A-85B8373CDEA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133</a:t>
            </a:fld>
            <a:endParaRPr lang="en-US"/>
          </a:p>
        </p:txBody>
      </p:sp>
    </p:spTree>
    <p:extLst>
      <p:ext uri="{BB962C8B-B14F-4D97-AF65-F5344CB8AC3E}">
        <p14:creationId xmlns:p14="http://schemas.microsoft.com/office/powerpoint/2010/main" val="73304538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833DDC-18DA-2127-DF78-F5B6313E08C5}"/>
              </a:ext>
            </a:extLst>
          </p:cNvPr>
          <p:cNvSpPr>
            <a:spLocks noGrp="1"/>
          </p:cNvSpPr>
          <p:nvPr>
            <p:ph type="title"/>
          </p:nvPr>
        </p:nvSpPr>
        <p:spPr>
          <a:xfrm>
            <a:off x="571500" y="1435833"/>
            <a:ext cx="11049000" cy="1382629"/>
          </a:xfrm>
        </p:spPr>
        <p:txBody>
          <a:bodyPr/>
          <a:lstStyle/>
          <a:p>
            <a:r>
              <a:rPr lang="en-US" sz="5400"/>
              <a:t>Storytelling </a:t>
            </a:r>
            <a:br>
              <a:rPr lang="en-US" sz="5400"/>
            </a:br>
            <a:r>
              <a:rPr lang="en-US" sz="5400"/>
              <a:t>Templates</a:t>
            </a:r>
          </a:p>
        </p:txBody>
      </p:sp>
      <p:sp>
        <p:nvSpPr>
          <p:cNvPr id="34" name="object 2">
            <a:extLst>
              <a:ext uri="{FF2B5EF4-FFF2-40B4-BE49-F238E27FC236}">
                <a16:creationId xmlns:a16="http://schemas.microsoft.com/office/drawing/2014/main" id="{C979F1EF-CE69-44E8-01BE-50C64C75024C}"/>
              </a:ext>
            </a:extLst>
          </p:cNvPr>
          <p:cNvSpPr txBox="1"/>
          <p:nvPr/>
        </p:nvSpPr>
        <p:spPr>
          <a:xfrm>
            <a:off x="571500" y="4114800"/>
            <a:ext cx="4826123" cy="2171700"/>
          </a:xfrm>
          <a:prstGeom prst="rect">
            <a:avLst/>
          </a:prstGeom>
        </p:spPr>
        <p:txBody>
          <a:bodyPr vert="horz" wrap="square" lIns="0" tIns="50434" rIns="0" bIns="0" rtlCol="0">
            <a:noAutofit/>
          </a:bodyPr>
          <a:lstStyle/>
          <a:p>
            <a:pPr>
              <a:lnSpc>
                <a:spcPct val="110000"/>
              </a:lnSpc>
              <a:spcAft>
                <a:spcPts val="1000"/>
              </a:spcAft>
            </a:pPr>
            <a:r>
              <a:rPr lang="en-US" sz="1400" b="1"/>
              <a:t>Looking for more storytelling templates?</a:t>
            </a:r>
          </a:p>
          <a:p>
            <a:pPr>
              <a:lnSpc>
                <a:spcPct val="110000"/>
              </a:lnSpc>
              <a:spcAft>
                <a:spcPts val="1000"/>
              </a:spcAft>
            </a:pPr>
            <a:r>
              <a:rPr lang="en-US" sz="1400"/>
              <a:t>Download our full storytelling deck with story examples from our </a:t>
            </a:r>
            <a:r>
              <a:rPr lang="en-US" sz="1400">
                <a:hlinkClick r:id="rId2"/>
              </a:rPr>
              <a:t>templates site</a:t>
            </a:r>
            <a:r>
              <a:rPr lang="en-US" sz="1400"/>
              <a:t>.</a:t>
            </a:r>
          </a:p>
        </p:txBody>
      </p:sp>
      <p:sp>
        <p:nvSpPr>
          <p:cNvPr id="19" name="Rectangle 18">
            <a:extLst>
              <a:ext uri="{FF2B5EF4-FFF2-40B4-BE49-F238E27FC236}">
                <a16:creationId xmlns:a16="http://schemas.microsoft.com/office/drawing/2014/main" id="{06E3A766-36FB-4D26-5DAD-3BADA67C18C1}"/>
              </a:ext>
              <a:ext uri="{C183D7F6-B498-43B3-948B-1728B52AA6E4}">
                <adec:decorative xmlns:adec="http://schemas.microsoft.com/office/drawing/2017/decorative" val="1"/>
              </a:ext>
            </a:extLst>
          </p:cNvPr>
          <p:cNvSpPr/>
          <p:nvPr/>
        </p:nvSpPr>
        <p:spPr>
          <a:xfrm>
            <a:off x="6921500" y="241"/>
            <a:ext cx="5270073" cy="6857759"/>
          </a:xfrm>
          <a:prstGeom prst="rect">
            <a:avLst/>
          </a:prstGeom>
          <a:solidFill>
            <a:schemeClr val="tx2">
              <a:lumMod val="20000"/>
              <a:lumOff val="80000"/>
            </a:schemeClr>
          </a:solidFill>
          <a:ln w="12700" cap="flat" cmpd="sng" algn="ctr">
            <a:noFill/>
            <a:prstDash val="solid"/>
            <a:miter lim="800000"/>
          </a:ln>
          <a:effectLst/>
        </p:spPr>
        <p:txBody>
          <a:bodyPr lIns="182867" tIns="182867" rIns="91434" rtlCol="0" anchor="t"/>
          <a:lstStyle/>
          <a:p>
            <a:pPr marL="0" marR="0" lvl="0" indent="0" algn="ctr" defTabSz="91435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rgbClr val="09091C"/>
              </a:solidFill>
              <a:effectLst/>
              <a:uLnTx/>
              <a:uFillTx/>
              <a:ea typeface="+mn-ea"/>
              <a:cs typeface="+mn-cs"/>
            </a:endParaRPr>
          </a:p>
        </p:txBody>
      </p:sp>
      <p:sp>
        <p:nvSpPr>
          <p:cNvPr id="27" name="Subtitle 5">
            <a:extLst>
              <a:ext uri="{FF2B5EF4-FFF2-40B4-BE49-F238E27FC236}">
                <a16:creationId xmlns:a16="http://schemas.microsoft.com/office/drawing/2014/main" id="{0293014A-9058-F256-0A85-6C63675DD899}"/>
              </a:ext>
            </a:extLst>
          </p:cNvPr>
          <p:cNvSpPr txBox="1">
            <a:spLocks/>
          </p:cNvSpPr>
          <p:nvPr/>
        </p:nvSpPr>
        <p:spPr>
          <a:xfrm>
            <a:off x="7412676" y="578633"/>
            <a:ext cx="443720" cy="341565"/>
          </a:xfrm>
          <a:prstGeom prst="rect">
            <a:avLst/>
          </a:prstGeom>
        </p:spPr>
        <p:txBody>
          <a:bodyPr vert="horz" lIns="0" tIns="0" rIns="0" bIns="0" rtlCol="0" anchor="t">
            <a:noAutofit/>
          </a:bodyPr>
          <a:lstStyle>
            <a:lvl1pPr marL="0" indent="0" algn="l" defTabSz="1219170" rtl="0" eaLnBrk="1" latinLnBrk="0" hangingPunct="1">
              <a:lnSpc>
                <a:spcPct val="90000"/>
              </a:lnSpc>
              <a:spcBef>
                <a:spcPts val="1333"/>
              </a:spcBef>
              <a:buFont typeface="Avenir Next LT Pro" panose="020B0504020202020204" pitchFamily="34" charset="0"/>
              <a:buNone/>
              <a:defRPr sz="1867" b="0" i="0" kern="1200">
                <a:solidFill>
                  <a:schemeClr val="bg1"/>
                </a:solidFill>
                <a:latin typeface="Avenir Next LT Pro" panose="020B0504020202020204" pitchFamily="34" charset="0"/>
                <a:ea typeface="+mn-ea"/>
                <a:cs typeface="Avenir Next LT Pro" panose="020B0504020202020204" pitchFamily="34" charset="0"/>
              </a:defRPr>
            </a:lvl1pPr>
            <a:lvl2pPr marL="609585" indent="0" algn="ctr" defTabSz="1219170" rtl="0" eaLnBrk="1" latinLnBrk="0" hangingPunct="1">
              <a:lnSpc>
                <a:spcPct val="90000"/>
              </a:lnSpc>
              <a:spcBef>
                <a:spcPts val="667"/>
              </a:spcBef>
              <a:buFont typeface="Avenir Next LT Pro" panose="020B0504020202020204" pitchFamily="34" charset="0"/>
              <a:buNone/>
              <a:defRPr sz="2667" b="0" i="0" kern="1200">
                <a:solidFill>
                  <a:schemeClr val="tx1"/>
                </a:solidFill>
                <a:latin typeface="Avenir Next LT Pro" panose="020B0504020202020204" pitchFamily="34" charset="0"/>
                <a:ea typeface="+mn-ea"/>
                <a:cs typeface="Avenir Next LT Pro" panose="020B0504020202020204" pitchFamily="34" charset="0"/>
              </a:defRPr>
            </a:lvl2pPr>
            <a:lvl3pPr marL="1219170" indent="0" algn="ctr" defTabSz="1219170" rtl="0" eaLnBrk="1" latinLnBrk="0" hangingPunct="1">
              <a:lnSpc>
                <a:spcPct val="90000"/>
              </a:lnSpc>
              <a:spcBef>
                <a:spcPts val="667"/>
              </a:spcBef>
              <a:buFont typeface="Avenir Next LT Pro" panose="020B0504020202020204" pitchFamily="34" charset="0"/>
              <a:buNone/>
              <a:defRPr sz="2400" b="0" i="0" kern="1200">
                <a:solidFill>
                  <a:schemeClr val="tx1"/>
                </a:solidFill>
                <a:latin typeface="Avenir Next LT Pro" panose="020B0504020202020204" pitchFamily="34" charset="0"/>
                <a:ea typeface="+mn-ea"/>
                <a:cs typeface="Avenir Next LT Pro" panose="020B0504020202020204" pitchFamily="34" charset="0"/>
              </a:defRPr>
            </a:lvl3pPr>
            <a:lvl4pPr marL="1828754"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4pPr>
            <a:lvl5pPr marL="2438339"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5pPr>
            <a:lvl6pPr marL="3047924"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6pPr>
            <a:lvl7pPr marL="3657509"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7pPr>
            <a:lvl8pPr marL="4267093"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8pPr>
            <a:lvl9pPr marL="4876678"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9pPr>
          </a:lstStyle>
          <a:p>
            <a:pPr algn="r">
              <a:lnSpc>
                <a:spcPct val="100000"/>
              </a:lnSpc>
              <a:spcBef>
                <a:spcPts val="0"/>
              </a:spcBef>
            </a:pPr>
            <a:r>
              <a:rPr lang="en-US" sz="1200" b="1" cap="all" spc="150">
                <a:solidFill>
                  <a:schemeClr val="accent1"/>
                </a:solidFill>
                <a:latin typeface="+mn-lt"/>
                <a:ea typeface="+mj-ea"/>
                <a:cs typeface="+mj-cs"/>
              </a:rPr>
              <a:t>01</a:t>
            </a:r>
          </a:p>
        </p:txBody>
      </p:sp>
      <p:sp>
        <p:nvSpPr>
          <p:cNvPr id="25" name="Subtitle 5">
            <a:extLst>
              <a:ext uri="{FF2B5EF4-FFF2-40B4-BE49-F238E27FC236}">
                <a16:creationId xmlns:a16="http://schemas.microsoft.com/office/drawing/2014/main" id="{23D7CFEA-0923-8D62-BAAD-9EB38F23E4AB}"/>
              </a:ext>
            </a:extLst>
          </p:cNvPr>
          <p:cNvSpPr txBox="1">
            <a:spLocks/>
          </p:cNvSpPr>
          <p:nvPr/>
        </p:nvSpPr>
        <p:spPr>
          <a:xfrm>
            <a:off x="8097256" y="578633"/>
            <a:ext cx="3523244" cy="1562794"/>
          </a:xfrm>
          <a:prstGeom prst="rect">
            <a:avLst/>
          </a:prstGeom>
        </p:spPr>
        <p:txBody>
          <a:bodyPr vert="horz" lIns="0" tIns="0" rIns="0" bIns="0" rtlCol="0" anchor="t">
            <a:noAutofit/>
          </a:bodyPr>
          <a:lstStyle>
            <a:lvl1pPr marL="0" indent="0" algn="l" defTabSz="1219170" rtl="0" eaLnBrk="1" latinLnBrk="0" hangingPunct="1">
              <a:lnSpc>
                <a:spcPct val="90000"/>
              </a:lnSpc>
              <a:spcBef>
                <a:spcPts val="1333"/>
              </a:spcBef>
              <a:buFont typeface="Avenir Next LT Pro" panose="020B0504020202020204" pitchFamily="34" charset="0"/>
              <a:buNone/>
              <a:defRPr sz="1867" b="0" i="0" kern="1200">
                <a:solidFill>
                  <a:schemeClr val="bg1"/>
                </a:solidFill>
                <a:latin typeface="Avenir Next LT Pro" panose="020B0504020202020204" pitchFamily="34" charset="0"/>
                <a:ea typeface="+mn-ea"/>
                <a:cs typeface="Avenir Next LT Pro" panose="020B0504020202020204" pitchFamily="34" charset="0"/>
              </a:defRPr>
            </a:lvl1pPr>
            <a:lvl2pPr marL="609585" indent="0" algn="ctr" defTabSz="1219170" rtl="0" eaLnBrk="1" latinLnBrk="0" hangingPunct="1">
              <a:lnSpc>
                <a:spcPct val="90000"/>
              </a:lnSpc>
              <a:spcBef>
                <a:spcPts val="667"/>
              </a:spcBef>
              <a:buFont typeface="Avenir Next LT Pro" panose="020B0504020202020204" pitchFamily="34" charset="0"/>
              <a:buNone/>
              <a:defRPr sz="2667" b="0" i="0" kern="1200">
                <a:solidFill>
                  <a:schemeClr val="tx1"/>
                </a:solidFill>
                <a:latin typeface="Avenir Next LT Pro" panose="020B0504020202020204" pitchFamily="34" charset="0"/>
                <a:ea typeface="+mn-ea"/>
                <a:cs typeface="Avenir Next LT Pro" panose="020B0504020202020204" pitchFamily="34" charset="0"/>
              </a:defRPr>
            </a:lvl2pPr>
            <a:lvl3pPr marL="1219170" indent="0" algn="ctr" defTabSz="1219170" rtl="0" eaLnBrk="1" latinLnBrk="0" hangingPunct="1">
              <a:lnSpc>
                <a:spcPct val="90000"/>
              </a:lnSpc>
              <a:spcBef>
                <a:spcPts val="667"/>
              </a:spcBef>
              <a:buFont typeface="Avenir Next LT Pro" panose="020B0504020202020204" pitchFamily="34" charset="0"/>
              <a:buNone/>
              <a:defRPr sz="2400" b="0" i="0" kern="1200">
                <a:solidFill>
                  <a:schemeClr val="tx1"/>
                </a:solidFill>
                <a:latin typeface="Avenir Next LT Pro" panose="020B0504020202020204" pitchFamily="34" charset="0"/>
                <a:ea typeface="+mn-ea"/>
                <a:cs typeface="Avenir Next LT Pro" panose="020B0504020202020204" pitchFamily="34" charset="0"/>
              </a:defRPr>
            </a:lvl3pPr>
            <a:lvl4pPr marL="1828754"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4pPr>
            <a:lvl5pPr marL="2438339"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5pPr>
            <a:lvl6pPr marL="3047924"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6pPr>
            <a:lvl7pPr marL="3657509"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7pPr>
            <a:lvl8pPr marL="4267093"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8pPr>
            <a:lvl9pPr marL="4876678"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9pPr>
          </a:lstStyle>
          <a:p>
            <a:pPr marL="0" marR="0" lvl="0" indent="0" algn="l" defTabSz="1219170" rtl="0" eaLnBrk="1" fontAlgn="auto" latinLnBrk="0" hangingPunct="1">
              <a:lnSpc>
                <a:spcPct val="110000"/>
              </a:lnSpc>
              <a:spcBef>
                <a:spcPts val="0"/>
              </a:spcBef>
              <a:spcAft>
                <a:spcPts val="1000"/>
              </a:spcAft>
              <a:buClrTx/>
              <a:buSzTx/>
              <a:buFont typeface="Avenir Next LT Pro" panose="020B0504020202020204" pitchFamily="34" charset="0"/>
              <a:buNone/>
              <a:tabLst/>
              <a:defRPr/>
            </a:pPr>
            <a:r>
              <a:rPr kumimoji="0" lang="en-US" sz="14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Customer permission</a:t>
            </a:r>
          </a:p>
          <a:p>
            <a:pPr marL="0" marR="0" lvl="0" indent="0" algn="l" defTabSz="1219170" rtl="0" eaLnBrk="1" fontAlgn="auto" latinLnBrk="0" hangingPunct="1">
              <a:lnSpc>
                <a:spcPct val="110000"/>
              </a:lnSpc>
              <a:spcBef>
                <a:spcPts val="0"/>
              </a:spcBef>
              <a:spcAft>
                <a:spcPts val="1000"/>
              </a:spcAft>
              <a:buClrTx/>
              <a:buSzTx/>
              <a:buFont typeface="Avenir Next LT Pro" panose="020B0504020202020204" pitchFamily="34" charset="0"/>
              <a:buNone/>
              <a:tabLst/>
              <a:defRPr/>
            </a:pPr>
            <a:r>
              <a:rPr kumimoji="0" lang="en-US" sz="14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Please ensure you have </a:t>
            </a:r>
            <a:r>
              <a:rPr kumimoji="0" lang="en-US" sz="1400" b="0" i="0" u="none" strike="noStrike" kern="1200" cap="none" spc="0" normalizeH="0" baseline="0" noProof="0">
                <a:ln>
                  <a:noFill/>
                </a:ln>
                <a:solidFill>
                  <a:schemeClr val="accent1"/>
                </a:solidFill>
                <a:effectLst/>
                <a:uLnTx/>
                <a:uFillTx/>
                <a:latin typeface="+mn-lt"/>
                <a:ea typeface="+mn-ea"/>
                <a:cs typeface="Avenir Next LT Pro" panose="020B0504020202020204" pitchFamily="34" charset="0"/>
                <a:hlinkClick r:id="rId3">
                  <a:extLst>
                    <a:ext uri="{A12FA001-AC4F-418D-AE19-62706E023703}">
                      <ahyp:hlinkClr xmlns:ahyp="http://schemas.microsoft.com/office/drawing/2018/hyperlinkcolor" val="tx"/>
                    </a:ext>
                  </a:extLst>
                </a:hlinkClick>
              </a:rPr>
              <a:t>permission</a:t>
            </a:r>
            <a:r>
              <a:rPr kumimoji="0" lang="en-US" sz="1400" b="0" i="0" u="none" strike="noStrike" kern="1200" cap="none" spc="0" normalizeH="0" baseline="0" noProof="0">
                <a:ln>
                  <a:noFill/>
                </a:ln>
                <a:solidFill>
                  <a:schemeClr val="accent1"/>
                </a:solidFill>
                <a:effectLst/>
                <a:uLnTx/>
                <a:uFillTx/>
                <a:latin typeface="+mn-lt"/>
                <a:ea typeface="+mn-ea"/>
                <a:cs typeface="Avenir Next LT Pro" panose="020B0504020202020204" pitchFamily="34" charset="0"/>
              </a:rPr>
              <a:t> </a:t>
            </a:r>
            <a:br>
              <a:rPr kumimoji="0" lang="en-US" sz="14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14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to use the customer’s name and logo. Otherwise, all stories should be masked,</a:t>
            </a:r>
            <a:r>
              <a:rPr lang="en-US" sz="1400">
                <a:solidFill>
                  <a:schemeClr val="tx1"/>
                </a:solidFill>
                <a:latin typeface="+mn-lt"/>
              </a:rPr>
              <a:t> </a:t>
            </a:r>
            <a:r>
              <a:rPr kumimoji="0" lang="en-US" sz="14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and customer logos left off. </a:t>
            </a:r>
          </a:p>
          <a:p>
            <a:pPr marL="0" marR="0" lvl="0" indent="0" algn="l" defTabSz="1219170" rtl="0" eaLnBrk="1" fontAlgn="auto" latinLnBrk="0" hangingPunct="1">
              <a:lnSpc>
                <a:spcPct val="110000"/>
              </a:lnSpc>
              <a:spcBef>
                <a:spcPts val="0"/>
              </a:spcBef>
              <a:spcAft>
                <a:spcPts val="1000"/>
              </a:spcAft>
              <a:buClrTx/>
              <a:buSzTx/>
              <a:buFont typeface="Avenir Next LT Pro" panose="020B0504020202020204" pitchFamily="34" charset="0"/>
              <a:buNone/>
              <a:tabLst/>
              <a:defRPr/>
            </a:pPr>
            <a:br>
              <a:rPr kumimoji="0" lang="en-US" sz="14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endParaRPr kumimoji="0" lang="en-US" sz="14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endParaRPr>
          </a:p>
        </p:txBody>
      </p:sp>
      <p:sp>
        <p:nvSpPr>
          <p:cNvPr id="28" name="Subtitle 5">
            <a:extLst>
              <a:ext uri="{FF2B5EF4-FFF2-40B4-BE49-F238E27FC236}">
                <a16:creationId xmlns:a16="http://schemas.microsoft.com/office/drawing/2014/main" id="{097674C5-1601-3660-6610-0444A2F964FE}"/>
              </a:ext>
            </a:extLst>
          </p:cNvPr>
          <p:cNvSpPr txBox="1">
            <a:spLocks/>
          </p:cNvSpPr>
          <p:nvPr/>
        </p:nvSpPr>
        <p:spPr>
          <a:xfrm>
            <a:off x="7412676" y="2651169"/>
            <a:ext cx="443720" cy="341565"/>
          </a:xfrm>
          <a:prstGeom prst="rect">
            <a:avLst/>
          </a:prstGeom>
        </p:spPr>
        <p:txBody>
          <a:bodyPr vert="horz" lIns="0" tIns="0" rIns="0" bIns="0" rtlCol="0" anchor="t">
            <a:noAutofit/>
          </a:bodyPr>
          <a:lstStyle>
            <a:lvl1pPr marL="0" indent="0" algn="l" defTabSz="1219170" rtl="0" eaLnBrk="1" latinLnBrk="0" hangingPunct="1">
              <a:lnSpc>
                <a:spcPct val="90000"/>
              </a:lnSpc>
              <a:spcBef>
                <a:spcPts val="1333"/>
              </a:spcBef>
              <a:buFont typeface="Avenir Next LT Pro" panose="020B0504020202020204" pitchFamily="34" charset="0"/>
              <a:buNone/>
              <a:defRPr sz="1867" b="0" i="0" kern="1200">
                <a:solidFill>
                  <a:schemeClr val="bg1"/>
                </a:solidFill>
                <a:latin typeface="Avenir Next LT Pro" panose="020B0504020202020204" pitchFamily="34" charset="0"/>
                <a:ea typeface="+mn-ea"/>
                <a:cs typeface="Avenir Next LT Pro" panose="020B0504020202020204" pitchFamily="34" charset="0"/>
              </a:defRPr>
            </a:lvl1pPr>
            <a:lvl2pPr marL="609585" indent="0" algn="ctr" defTabSz="1219170" rtl="0" eaLnBrk="1" latinLnBrk="0" hangingPunct="1">
              <a:lnSpc>
                <a:spcPct val="90000"/>
              </a:lnSpc>
              <a:spcBef>
                <a:spcPts val="667"/>
              </a:spcBef>
              <a:buFont typeface="Avenir Next LT Pro" panose="020B0504020202020204" pitchFamily="34" charset="0"/>
              <a:buNone/>
              <a:defRPr sz="2667" b="0" i="0" kern="1200">
                <a:solidFill>
                  <a:schemeClr val="tx1"/>
                </a:solidFill>
                <a:latin typeface="Avenir Next LT Pro" panose="020B0504020202020204" pitchFamily="34" charset="0"/>
                <a:ea typeface="+mn-ea"/>
                <a:cs typeface="Avenir Next LT Pro" panose="020B0504020202020204" pitchFamily="34" charset="0"/>
              </a:defRPr>
            </a:lvl2pPr>
            <a:lvl3pPr marL="1219170" indent="0" algn="ctr" defTabSz="1219170" rtl="0" eaLnBrk="1" latinLnBrk="0" hangingPunct="1">
              <a:lnSpc>
                <a:spcPct val="90000"/>
              </a:lnSpc>
              <a:spcBef>
                <a:spcPts val="667"/>
              </a:spcBef>
              <a:buFont typeface="Avenir Next LT Pro" panose="020B0504020202020204" pitchFamily="34" charset="0"/>
              <a:buNone/>
              <a:defRPr sz="2400" b="0" i="0" kern="1200">
                <a:solidFill>
                  <a:schemeClr val="tx1"/>
                </a:solidFill>
                <a:latin typeface="Avenir Next LT Pro" panose="020B0504020202020204" pitchFamily="34" charset="0"/>
                <a:ea typeface="+mn-ea"/>
                <a:cs typeface="Avenir Next LT Pro" panose="020B0504020202020204" pitchFamily="34" charset="0"/>
              </a:defRPr>
            </a:lvl3pPr>
            <a:lvl4pPr marL="1828754"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4pPr>
            <a:lvl5pPr marL="2438339"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5pPr>
            <a:lvl6pPr marL="3047924"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6pPr>
            <a:lvl7pPr marL="3657509"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7pPr>
            <a:lvl8pPr marL="4267093"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8pPr>
            <a:lvl9pPr marL="4876678"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9pPr>
          </a:lstStyle>
          <a:p>
            <a:pPr algn="r">
              <a:lnSpc>
                <a:spcPct val="100000"/>
              </a:lnSpc>
              <a:spcBef>
                <a:spcPts val="0"/>
              </a:spcBef>
            </a:pPr>
            <a:r>
              <a:rPr lang="en-US" sz="1200" b="1" cap="all" spc="150">
                <a:solidFill>
                  <a:schemeClr val="accent1"/>
                </a:solidFill>
                <a:latin typeface="+mn-lt"/>
                <a:ea typeface="+mj-ea"/>
                <a:cs typeface="+mj-cs"/>
              </a:rPr>
              <a:t>02</a:t>
            </a:r>
          </a:p>
        </p:txBody>
      </p:sp>
      <p:sp>
        <p:nvSpPr>
          <p:cNvPr id="26" name="Subtitle 5">
            <a:extLst>
              <a:ext uri="{FF2B5EF4-FFF2-40B4-BE49-F238E27FC236}">
                <a16:creationId xmlns:a16="http://schemas.microsoft.com/office/drawing/2014/main" id="{4BAF2766-D7C2-5309-A98F-CD8946CD34CF}"/>
              </a:ext>
            </a:extLst>
          </p:cNvPr>
          <p:cNvSpPr txBox="1">
            <a:spLocks/>
          </p:cNvSpPr>
          <p:nvPr/>
        </p:nvSpPr>
        <p:spPr>
          <a:xfrm>
            <a:off x="8097255" y="2651169"/>
            <a:ext cx="3523244" cy="1562794"/>
          </a:xfrm>
          <a:prstGeom prst="rect">
            <a:avLst/>
          </a:prstGeom>
        </p:spPr>
        <p:txBody>
          <a:bodyPr vert="horz" lIns="0" tIns="0" rIns="0" bIns="0" rtlCol="0" anchor="t">
            <a:noAutofit/>
          </a:bodyPr>
          <a:lstStyle>
            <a:lvl1pPr marL="0" indent="0" algn="l" defTabSz="1219170" rtl="0" eaLnBrk="1" latinLnBrk="0" hangingPunct="1">
              <a:lnSpc>
                <a:spcPct val="90000"/>
              </a:lnSpc>
              <a:spcBef>
                <a:spcPts val="1333"/>
              </a:spcBef>
              <a:buFont typeface="Avenir Next LT Pro" panose="020B0504020202020204" pitchFamily="34" charset="0"/>
              <a:buNone/>
              <a:defRPr sz="1867" b="0" i="0" kern="1200">
                <a:solidFill>
                  <a:schemeClr val="bg1"/>
                </a:solidFill>
                <a:latin typeface="Avenir Next LT Pro" panose="020B0504020202020204" pitchFamily="34" charset="0"/>
                <a:ea typeface="+mn-ea"/>
                <a:cs typeface="Avenir Next LT Pro" panose="020B0504020202020204" pitchFamily="34" charset="0"/>
              </a:defRPr>
            </a:lvl1pPr>
            <a:lvl2pPr marL="609585" indent="0" algn="ctr" defTabSz="1219170" rtl="0" eaLnBrk="1" latinLnBrk="0" hangingPunct="1">
              <a:lnSpc>
                <a:spcPct val="90000"/>
              </a:lnSpc>
              <a:spcBef>
                <a:spcPts val="667"/>
              </a:spcBef>
              <a:buFont typeface="Avenir Next LT Pro" panose="020B0504020202020204" pitchFamily="34" charset="0"/>
              <a:buNone/>
              <a:defRPr sz="2667" b="0" i="0" kern="1200">
                <a:solidFill>
                  <a:schemeClr val="tx1"/>
                </a:solidFill>
                <a:latin typeface="Avenir Next LT Pro" panose="020B0504020202020204" pitchFamily="34" charset="0"/>
                <a:ea typeface="+mn-ea"/>
                <a:cs typeface="Avenir Next LT Pro" panose="020B0504020202020204" pitchFamily="34" charset="0"/>
              </a:defRPr>
            </a:lvl2pPr>
            <a:lvl3pPr marL="1219170" indent="0" algn="ctr" defTabSz="1219170" rtl="0" eaLnBrk="1" latinLnBrk="0" hangingPunct="1">
              <a:lnSpc>
                <a:spcPct val="90000"/>
              </a:lnSpc>
              <a:spcBef>
                <a:spcPts val="667"/>
              </a:spcBef>
              <a:buFont typeface="Avenir Next LT Pro" panose="020B0504020202020204" pitchFamily="34" charset="0"/>
              <a:buNone/>
              <a:defRPr sz="2400" b="0" i="0" kern="1200">
                <a:solidFill>
                  <a:schemeClr val="tx1"/>
                </a:solidFill>
                <a:latin typeface="Avenir Next LT Pro" panose="020B0504020202020204" pitchFamily="34" charset="0"/>
                <a:ea typeface="+mn-ea"/>
                <a:cs typeface="Avenir Next LT Pro" panose="020B0504020202020204" pitchFamily="34" charset="0"/>
              </a:defRPr>
            </a:lvl3pPr>
            <a:lvl4pPr marL="1828754"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4pPr>
            <a:lvl5pPr marL="2438339"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5pPr>
            <a:lvl6pPr marL="3047924"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6pPr>
            <a:lvl7pPr marL="3657509"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7pPr>
            <a:lvl8pPr marL="4267093"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8pPr>
            <a:lvl9pPr marL="4876678"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9pPr>
          </a:lstStyle>
          <a:p>
            <a:pPr marL="0" marR="0" lvl="0" indent="0" algn="l" defTabSz="1219170" rtl="0" eaLnBrk="1" fontAlgn="auto" latinLnBrk="0" hangingPunct="1">
              <a:lnSpc>
                <a:spcPct val="110000"/>
              </a:lnSpc>
              <a:spcBef>
                <a:spcPts val="0"/>
              </a:spcBef>
              <a:spcAft>
                <a:spcPts val="1000"/>
              </a:spcAft>
              <a:buClrTx/>
              <a:buSzTx/>
              <a:buFont typeface="Avenir Next LT Pro" panose="020B0504020202020204" pitchFamily="34" charset="0"/>
              <a:buNone/>
              <a:tabLst/>
              <a:defRPr/>
            </a:pPr>
            <a:r>
              <a:rPr kumimoji="0" lang="en-US" sz="14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Photography &amp; icons</a:t>
            </a:r>
          </a:p>
          <a:p>
            <a:pPr marL="0" marR="0" lvl="0" indent="0" algn="l" defTabSz="1219170" rtl="0" eaLnBrk="1" fontAlgn="auto" latinLnBrk="0" hangingPunct="1">
              <a:lnSpc>
                <a:spcPct val="110000"/>
              </a:lnSpc>
              <a:spcBef>
                <a:spcPts val="0"/>
              </a:spcBef>
              <a:spcAft>
                <a:spcPts val="1000"/>
              </a:spcAft>
              <a:buClrTx/>
              <a:buSzTx/>
              <a:buFont typeface="Avenir Next LT Pro" panose="020B0504020202020204" pitchFamily="34" charset="0"/>
              <a:buNone/>
              <a:tabLst/>
              <a:defRPr/>
            </a:pPr>
            <a:r>
              <a:rPr kumimoji="0" lang="en-US" sz="14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For curated photos and icon libraries, please visit </a:t>
            </a:r>
            <a:r>
              <a:rPr kumimoji="0" lang="en-US" sz="1400" b="0" i="0" u="none" strike="noStrike" kern="1200" cap="none" spc="0" normalizeH="0" baseline="0" noProof="0">
                <a:ln>
                  <a:noFill/>
                </a:ln>
                <a:solidFill>
                  <a:schemeClr val="tx1"/>
                </a:solidFill>
                <a:effectLst/>
                <a:uLnTx/>
                <a:uFillTx/>
                <a:latin typeface="+mn-lt"/>
                <a:hlinkClick r:id="rId4"/>
              </a:rPr>
              <a:t>Slalom’s </a:t>
            </a:r>
            <a:r>
              <a:rPr lang="en-US" sz="1400">
                <a:solidFill>
                  <a:schemeClr val="tx1"/>
                </a:solidFill>
                <a:latin typeface="+mn-lt"/>
                <a:hlinkClick r:id="rId4"/>
              </a:rPr>
              <a:t>Creative Library</a:t>
            </a:r>
            <a:r>
              <a:rPr lang="en-US" sz="1400">
                <a:solidFill>
                  <a:schemeClr val="tx1"/>
                </a:solidFill>
                <a:latin typeface="+mn-lt"/>
              </a:rPr>
              <a:t>.</a:t>
            </a:r>
            <a:br>
              <a:rPr kumimoji="0" lang="en-US" sz="14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endParaRPr kumimoji="0" lang="en-US" sz="14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endParaRPr>
          </a:p>
        </p:txBody>
      </p:sp>
      <p:sp>
        <p:nvSpPr>
          <p:cNvPr id="29" name="Subtitle 5">
            <a:extLst>
              <a:ext uri="{FF2B5EF4-FFF2-40B4-BE49-F238E27FC236}">
                <a16:creationId xmlns:a16="http://schemas.microsoft.com/office/drawing/2014/main" id="{37F1D8B3-2DE8-45E1-D345-9DEC4156754C}"/>
              </a:ext>
            </a:extLst>
          </p:cNvPr>
          <p:cNvSpPr txBox="1">
            <a:spLocks/>
          </p:cNvSpPr>
          <p:nvPr/>
        </p:nvSpPr>
        <p:spPr>
          <a:xfrm>
            <a:off x="7412676" y="4431133"/>
            <a:ext cx="443720" cy="341565"/>
          </a:xfrm>
          <a:prstGeom prst="rect">
            <a:avLst/>
          </a:prstGeom>
        </p:spPr>
        <p:txBody>
          <a:bodyPr vert="horz" lIns="0" tIns="0" rIns="0" bIns="0" rtlCol="0" anchor="t">
            <a:noAutofit/>
          </a:bodyPr>
          <a:lstStyle>
            <a:lvl1pPr marL="0" indent="0" algn="l" defTabSz="1219170" rtl="0" eaLnBrk="1" latinLnBrk="0" hangingPunct="1">
              <a:lnSpc>
                <a:spcPct val="90000"/>
              </a:lnSpc>
              <a:spcBef>
                <a:spcPts val="1333"/>
              </a:spcBef>
              <a:buFont typeface="Avenir Next LT Pro" panose="020B0504020202020204" pitchFamily="34" charset="0"/>
              <a:buNone/>
              <a:defRPr sz="1867" b="0" i="0" kern="1200">
                <a:solidFill>
                  <a:schemeClr val="bg1"/>
                </a:solidFill>
                <a:latin typeface="Avenir Next LT Pro" panose="020B0504020202020204" pitchFamily="34" charset="0"/>
                <a:ea typeface="+mn-ea"/>
                <a:cs typeface="Avenir Next LT Pro" panose="020B0504020202020204" pitchFamily="34" charset="0"/>
              </a:defRPr>
            </a:lvl1pPr>
            <a:lvl2pPr marL="609585" indent="0" algn="ctr" defTabSz="1219170" rtl="0" eaLnBrk="1" latinLnBrk="0" hangingPunct="1">
              <a:lnSpc>
                <a:spcPct val="90000"/>
              </a:lnSpc>
              <a:spcBef>
                <a:spcPts val="667"/>
              </a:spcBef>
              <a:buFont typeface="Avenir Next LT Pro" panose="020B0504020202020204" pitchFamily="34" charset="0"/>
              <a:buNone/>
              <a:defRPr sz="2667" b="0" i="0" kern="1200">
                <a:solidFill>
                  <a:schemeClr val="tx1"/>
                </a:solidFill>
                <a:latin typeface="Avenir Next LT Pro" panose="020B0504020202020204" pitchFamily="34" charset="0"/>
                <a:ea typeface="+mn-ea"/>
                <a:cs typeface="Avenir Next LT Pro" panose="020B0504020202020204" pitchFamily="34" charset="0"/>
              </a:defRPr>
            </a:lvl2pPr>
            <a:lvl3pPr marL="1219170" indent="0" algn="ctr" defTabSz="1219170" rtl="0" eaLnBrk="1" latinLnBrk="0" hangingPunct="1">
              <a:lnSpc>
                <a:spcPct val="90000"/>
              </a:lnSpc>
              <a:spcBef>
                <a:spcPts val="667"/>
              </a:spcBef>
              <a:buFont typeface="Avenir Next LT Pro" panose="020B0504020202020204" pitchFamily="34" charset="0"/>
              <a:buNone/>
              <a:defRPr sz="2400" b="0" i="0" kern="1200">
                <a:solidFill>
                  <a:schemeClr val="tx1"/>
                </a:solidFill>
                <a:latin typeface="Avenir Next LT Pro" panose="020B0504020202020204" pitchFamily="34" charset="0"/>
                <a:ea typeface="+mn-ea"/>
                <a:cs typeface="Avenir Next LT Pro" panose="020B0504020202020204" pitchFamily="34" charset="0"/>
              </a:defRPr>
            </a:lvl3pPr>
            <a:lvl4pPr marL="1828754"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4pPr>
            <a:lvl5pPr marL="2438339"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5pPr>
            <a:lvl6pPr marL="3047924"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6pPr>
            <a:lvl7pPr marL="3657509"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7pPr>
            <a:lvl8pPr marL="4267093"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8pPr>
            <a:lvl9pPr marL="4876678"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9pPr>
          </a:lstStyle>
          <a:p>
            <a:pPr algn="r">
              <a:lnSpc>
                <a:spcPct val="100000"/>
              </a:lnSpc>
              <a:spcBef>
                <a:spcPts val="0"/>
              </a:spcBef>
            </a:pPr>
            <a:r>
              <a:rPr lang="en-US" sz="1200" b="1" cap="all" spc="150">
                <a:solidFill>
                  <a:schemeClr val="accent1"/>
                </a:solidFill>
                <a:latin typeface="+mn-lt"/>
                <a:ea typeface="+mj-ea"/>
                <a:cs typeface="+mj-cs"/>
              </a:rPr>
              <a:t>03</a:t>
            </a:r>
          </a:p>
        </p:txBody>
      </p:sp>
      <p:sp>
        <p:nvSpPr>
          <p:cNvPr id="24" name="Subtitle 5">
            <a:extLst>
              <a:ext uri="{FF2B5EF4-FFF2-40B4-BE49-F238E27FC236}">
                <a16:creationId xmlns:a16="http://schemas.microsoft.com/office/drawing/2014/main" id="{227F74E6-6CA9-506F-D429-261BBCC5FDB8}"/>
              </a:ext>
            </a:extLst>
          </p:cNvPr>
          <p:cNvSpPr txBox="1">
            <a:spLocks/>
          </p:cNvSpPr>
          <p:nvPr/>
        </p:nvSpPr>
        <p:spPr>
          <a:xfrm>
            <a:off x="8097256" y="4431133"/>
            <a:ext cx="3523244" cy="1562794"/>
          </a:xfrm>
          <a:prstGeom prst="rect">
            <a:avLst/>
          </a:prstGeom>
        </p:spPr>
        <p:txBody>
          <a:bodyPr vert="horz" lIns="0" tIns="0" rIns="0" bIns="0" rtlCol="0" anchor="t">
            <a:noAutofit/>
          </a:bodyPr>
          <a:lstStyle>
            <a:lvl1pPr marL="0" indent="0" algn="l" defTabSz="1219170" rtl="0" eaLnBrk="1" latinLnBrk="0" hangingPunct="1">
              <a:lnSpc>
                <a:spcPct val="90000"/>
              </a:lnSpc>
              <a:spcBef>
                <a:spcPts val="1333"/>
              </a:spcBef>
              <a:buFont typeface="Avenir Next LT Pro" panose="020B0504020202020204" pitchFamily="34" charset="0"/>
              <a:buNone/>
              <a:defRPr sz="1867" b="0" i="0" kern="1200">
                <a:solidFill>
                  <a:schemeClr val="bg1"/>
                </a:solidFill>
                <a:latin typeface="Avenir Next LT Pro" panose="020B0504020202020204" pitchFamily="34" charset="0"/>
                <a:ea typeface="+mn-ea"/>
                <a:cs typeface="Avenir Next LT Pro" panose="020B0504020202020204" pitchFamily="34" charset="0"/>
              </a:defRPr>
            </a:lvl1pPr>
            <a:lvl2pPr marL="609585" indent="0" algn="ctr" defTabSz="1219170" rtl="0" eaLnBrk="1" latinLnBrk="0" hangingPunct="1">
              <a:lnSpc>
                <a:spcPct val="90000"/>
              </a:lnSpc>
              <a:spcBef>
                <a:spcPts val="667"/>
              </a:spcBef>
              <a:buFont typeface="Avenir Next LT Pro" panose="020B0504020202020204" pitchFamily="34" charset="0"/>
              <a:buNone/>
              <a:defRPr sz="2667" b="0" i="0" kern="1200">
                <a:solidFill>
                  <a:schemeClr val="tx1"/>
                </a:solidFill>
                <a:latin typeface="Avenir Next LT Pro" panose="020B0504020202020204" pitchFamily="34" charset="0"/>
                <a:ea typeface="+mn-ea"/>
                <a:cs typeface="Avenir Next LT Pro" panose="020B0504020202020204" pitchFamily="34" charset="0"/>
              </a:defRPr>
            </a:lvl2pPr>
            <a:lvl3pPr marL="1219170" indent="0" algn="ctr" defTabSz="1219170" rtl="0" eaLnBrk="1" latinLnBrk="0" hangingPunct="1">
              <a:lnSpc>
                <a:spcPct val="90000"/>
              </a:lnSpc>
              <a:spcBef>
                <a:spcPts val="667"/>
              </a:spcBef>
              <a:buFont typeface="Avenir Next LT Pro" panose="020B0504020202020204" pitchFamily="34" charset="0"/>
              <a:buNone/>
              <a:defRPr sz="2400" b="0" i="0" kern="1200">
                <a:solidFill>
                  <a:schemeClr val="tx1"/>
                </a:solidFill>
                <a:latin typeface="Avenir Next LT Pro" panose="020B0504020202020204" pitchFamily="34" charset="0"/>
                <a:ea typeface="+mn-ea"/>
                <a:cs typeface="Avenir Next LT Pro" panose="020B0504020202020204" pitchFamily="34" charset="0"/>
              </a:defRPr>
            </a:lvl3pPr>
            <a:lvl4pPr marL="1828754"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4pPr>
            <a:lvl5pPr marL="2438339" indent="0" algn="ctr" defTabSz="1219170" rtl="0" eaLnBrk="1" latinLnBrk="0" hangingPunct="1">
              <a:lnSpc>
                <a:spcPct val="90000"/>
              </a:lnSpc>
              <a:spcBef>
                <a:spcPts val="667"/>
              </a:spcBef>
              <a:buFont typeface="Avenir Next LT Pro" panose="020B0504020202020204" pitchFamily="34" charset="0"/>
              <a:buNone/>
              <a:defRPr sz="2133" b="0" i="0" kern="1200">
                <a:solidFill>
                  <a:schemeClr val="tx1"/>
                </a:solidFill>
                <a:latin typeface="Avenir Next LT Pro" panose="020B0504020202020204" pitchFamily="34" charset="0"/>
                <a:ea typeface="+mn-ea"/>
                <a:cs typeface="Avenir Next LT Pro" panose="020B0504020202020204" pitchFamily="34" charset="0"/>
              </a:defRPr>
            </a:lvl5pPr>
            <a:lvl6pPr marL="3047924"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6pPr>
            <a:lvl7pPr marL="3657509"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7pPr>
            <a:lvl8pPr marL="4267093"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8pPr>
            <a:lvl9pPr marL="4876678" indent="0" algn="ctr" defTabSz="1219170" rtl="0" eaLnBrk="1" latinLnBrk="0" hangingPunct="1">
              <a:lnSpc>
                <a:spcPct val="90000"/>
              </a:lnSpc>
              <a:spcBef>
                <a:spcPts val="667"/>
              </a:spcBef>
              <a:buFont typeface="Avenir Next LT Pro" panose="020B0504020202020204" pitchFamily="34" charset="0"/>
              <a:buNone/>
              <a:defRPr sz="2133" kern="1200">
                <a:solidFill>
                  <a:schemeClr val="tx1"/>
                </a:solidFill>
                <a:latin typeface="+mn-lt"/>
                <a:ea typeface="+mn-ea"/>
                <a:cs typeface="+mn-cs"/>
              </a:defRPr>
            </a:lvl9pPr>
          </a:lstStyle>
          <a:p>
            <a:pPr marL="0" marR="0" lvl="0" indent="0" algn="l" defTabSz="1219170" rtl="0" eaLnBrk="1" fontAlgn="auto" latinLnBrk="0" hangingPunct="1">
              <a:lnSpc>
                <a:spcPct val="110000"/>
              </a:lnSpc>
              <a:spcBef>
                <a:spcPts val="0"/>
              </a:spcBef>
              <a:spcAft>
                <a:spcPts val="1000"/>
              </a:spcAft>
              <a:buClrTx/>
              <a:buSzTx/>
              <a:buFont typeface="Avenir Next LT Pro" panose="020B0504020202020204" pitchFamily="34" charset="0"/>
              <a:buNone/>
              <a:tabLst/>
              <a:defRPr/>
            </a:pPr>
            <a:r>
              <a:rPr kumimoji="0" lang="en-US" sz="14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Resources</a:t>
            </a:r>
            <a:endParaRPr kumimoji="0" lang="en-US" sz="14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endParaRPr>
          </a:p>
          <a:p>
            <a:pPr marL="0" marR="0" lvl="0" indent="0" algn="l" defTabSz="1219170" rtl="0" eaLnBrk="1" fontAlgn="auto" latinLnBrk="0" hangingPunct="1">
              <a:lnSpc>
                <a:spcPct val="110000"/>
              </a:lnSpc>
              <a:spcBef>
                <a:spcPts val="0"/>
              </a:spcBef>
              <a:spcAft>
                <a:spcPts val="1000"/>
              </a:spcAft>
              <a:buClrTx/>
              <a:buSzTx/>
              <a:buFont typeface="Avenir Next LT Pro" panose="020B0504020202020204" pitchFamily="34" charset="0"/>
              <a:buNone/>
              <a:tabLst/>
              <a:defRPr/>
            </a:pPr>
            <a:r>
              <a:rPr kumimoji="0" lang="en-US" sz="14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Learn more about storytelling at </a:t>
            </a:r>
            <a:r>
              <a:rPr kumimoji="0" lang="en-US" sz="1400" b="0" i="0" u="none" strike="noStrike" kern="1200" cap="none" spc="0" normalizeH="0" baseline="0" noProof="0">
                <a:ln>
                  <a:noFill/>
                </a:ln>
                <a:solidFill>
                  <a:schemeClr val="accent1"/>
                </a:solidFill>
                <a:effectLst/>
                <a:uLnTx/>
                <a:uFillTx/>
                <a:latin typeface="+mn-lt"/>
                <a:ea typeface="+mn-ea"/>
                <a:cs typeface="Avenir Next LT Pro" panose="020B0504020202020204" pitchFamily="34" charset="0"/>
                <a:hlinkClick r:id="rId5">
                  <a:extLst>
                    <a:ext uri="{A12FA001-AC4F-418D-AE19-62706E023703}">
                      <ahyp:hlinkClr xmlns:ahyp="http://schemas.microsoft.com/office/drawing/2018/hyperlinkcolor" val="tx"/>
                    </a:ext>
                  </a:extLst>
                </a:hlinkClick>
              </a:rPr>
              <a:t>stories.slalom.com</a:t>
            </a:r>
            <a:r>
              <a:rPr kumimoji="0" lang="en-US" sz="1400" b="0" i="0" u="none" strike="noStrike" kern="1200" cap="none" spc="0" normalizeH="0" baseline="0" noProof="0">
                <a:ln>
                  <a:noFill/>
                </a:ln>
                <a:solidFill>
                  <a:schemeClr val="accent1"/>
                </a:solidFill>
                <a:effectLst/>
                <a:uLnTx/>
                <a:uFillTx/>
                <a:latin typeface="+mn-lt"/>
                <a:ea typeface="+mn-ea"/>
                <a:cs typeface="Avenir Next LT Pro" panose="020B0504020202020204" pitchFamily="34" charset="0"/>
              </a:rPr>
              <a:t>.</a:t>
            </a:r>
          </a:p>
        </p:txBody>
      </p:sp>
      <p:sp>
        <p:nvSpPr>
          <p:cNvPr id="2" name="Date Placeholder 1">
            <a:extLst>
              <a:ext uri="{FF2B5EF4-FFF2-40B4-BE49-F238E27FC236}">
                <a16:creationId xmlns:a16="http://schemas.microsoft.com/office/drawing/2014/main" id="{5825FDE7-02A9-92F1-D884-C14FD9433F57}"/>
              </a:ext>
              <a:ext uri="{C183D7F6-B498-43B3-948B-1728B52AA6E4}">
                <adec:decorative xmlns:adec="http://schemas.microsoft.com/office/drawing/2017/decorative" val="1"/>
              </a:ext>
            </a:extLst>
          </p:cNvPr>
          <p:cNvSpPr>
            <a:spLocks noGrp="1"/>
          </p:cNvSpPr>
          <p:nvPr>
            <p:ph type="dt" sz="half" idx="10"/>
          </p:nvPr>
        </p:nvSpPr>
        <p:spPr/>
        <p:txBody>
          <a:bodyPr/>
          <a:lstStyle/>
          <a:p>
            <a:fld id="{D52DFF6A-0E6A-4C72-81A6-37FE99D88A00}" type="datetimeyyyy">
              <a:rPr lang="en-US" smtClean="0"/>
              <a:t>2025</a:t>
            </a:fld>
            <a:endParaRPr lang="en-US"/>
          </a:p>
        </p:txBody>
      </p:sp>
      <p:sp>
        <p:nvSpPr>
          <p:cNvPr id="3" name="Footer Placeholder 2">
            <a:extLst>
              <a:ext uri="{FF2B5EF4-FFF2-40B4-BE49-F238E27FC236}">
                <a16:creationId xmlns:a16="http://schemas.microsoft.com/office/drawing/2014/main" id="{AF1BF6B3-3BAD-25EA-B97C-3916C13F5E60}"/>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40EDAB08-A0D3-97A5-8FA1-93FD16657A8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134</a:t>
            </a:fld>
            <a:endParaRPr lang="en-US"/>
          </a:p>
        </p:txBody>
      </p:sp>
    </p:spTree>
    <p:extLst>
      <p:ext uri="{BB962C8B-B14F-4D97-AF65-F5344CB8AC3E}">
        <p14:creationId xmlns:p14="http://schemas.microsoft.com/office/powerpoint/2010/main" val="419910703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icture Placeholder 41">
            <a:extLst>
              <a:ext uri="{FF2B5EF4-FFF2-40B4-BE49-F238E27FC236}">
                <a16:creationId xmlns:a16="http://schemas.microsoft.com/office/drawing/2014/main" id="{81D6F1A8-BAE9-FE30-B30B-C16EA34AC1D6}"/>
              </a:ext>
            </a:extLst>
          </p:cNvPr>
          <p:cNvSpPr>
            <a:spLocks noGrp="1"/>
          </p:cNvSpPr>
          <p:nvPr>
            <p:ph type="pic" sz="quarter" idx="13"/>
          </p:nvPr>
        </p:nvSpPr>
        <p:spPr/>
        <p:txBody>
          <a:bodyPr/>
          <a:lstStyle/>
          <a:p>
            <a:endParaRPr lang="en-US"/>
          </a:p>
        </p:txBody>
      </p:sp>
      <p:sp>
        <p:nvSpPr>
          <p:cNvPr id="73" name="Title 72">
            <a:extLst>
              <a:ext uri="{FF2B5EF4-FFF2-40B4-BE49-F238E27FC236}">
                <a16:creationId xmlns:a16="http://schemas.microsoft.com/office/drawing/2014/main" id="{142C369D-F7CC-A520-5C6E-AFCA2320FA97}"/>
              </a:ext>
            </a:extLst>
          </p:cNvPr>
          <p:cNvSpPr>
            <a:spLocks noGrp="1"/>
          </p:cNvSpPr>
          <p:nvPr>
            <p:ph type="title"/>
          </p:nvPr>
        </p:nvSpPr>
        <p:spPr/>
        <p:txBody>
          <a:bodyPr/>
          <a:lstStyle/>
          <a:p>
            <a:r>
              <a:rPr lang="en-US"/>
              <a:t>Compelling headline should highlight the </a:t>
            </a:r>
            <a:r>
              <a:rPr lang="en-US">
                <a:solidFill>
                  <a:schemeClr val="accent1"/>
                </a:solidFill>
              </a:rPr>
              <a:t>customer outcome</a:t>
            </a:r>
          </a:p>
        </p:txBody>
      </p:sp>
      <p:sp>
        <p:nvSpPr>
          <p:cNvPr id="29" name="Text Placeholder 28">
            <a:extLst>
              <a:ext uri="{FF2B5EF4-FFF2-40B4-BE49-F238E27FC236}">
                <a16:creationId xmlns:a16="http://schemas.microsoft.com/office/drawing/2014/main" id="{6C1C2031-4FA1-F7EA-2CCF-EE1F32622D63}"/>
              </a:ext>
            </a:extLst>
          </p:cNvPr>
          <p:cNvSpPr>
            <a:spLocks noGrp="1"/>
          </p:cNvSpPr>
          <p:nvPr>
            <p:ph type="body" sz="quarter" idx="23"/>
          </p:nvPr>
        </p:nvSpPr>
        <p:spPr/>
        <p:txBody>
          <a:bodyPr/>
          <a:lstStyle/>
          <a:p>
            <a:pPr marL="0" indent="0">
              <a:buNone/>
            </a:pPr>
            <a:r>
              <a:rPr lang="en-US"/>
              <a:t>Use this space to provide a concise overview of the project. Summarize what we did &amp; why it was so impactful. </a:t>
            </a:r>
          </a:p>
          <a:p>
            <a:pPr marL="0" indent="0">
              <a:buNone/>
            </a:pPr>
            <a:r>
              <a:rPr lang="en-US"/>
              <a:t>Remember to make customer the hero, with Slalom as the trusted advisor that helped them realize their vision.</a:t>
            </a:r>
          </a:p>
          <a:p>
            <a:pPr marL="0" indent="0">
              <a:buNone/>
            </a:pPr>
            <a:r>
              <a:rPr lang="en-US"/>
              <a:t>Vel </a:t>
            </a:r>
            <a:r>
              <a:rPr lang="en-US" err="1"/>
              <a:t>estionseque</a:t>
            </a:r>
            <a:r>
              <a:rPr lang="en-US"/>
              <a:t> is </a:t>
            </a:r>
            <a:r>
              <a:rPr lang="en-US" err="1"/>
              <a:t>ni</a:t>
            </a:r>
            <a:r>
              <a:rPr lang="en-US"/>
              <a:t> </a:t>
            </a:r>
            <a:r>
              <a:rPr lang="en-US" err="1"/>
              <a:t>doloreptatae</a:t>
            </a:r>
            <a:r>
              <a:rPr lang="en-US"/>
              <a:t> </a:t>
            </a:r>
            <a:r>
              <a:rPr lang="en-US" err="1"/>
              <a:t>coreped</a:t>
            </a:r>
            <a:r>
              <a:rPr lang="en-US"/>
              <a:t> es as </a:t>
            </a:r>
            <a:r>
              <a:rPr lang="en-US" err="1"/>
              <a:t>nem</a:t>
            </a:r>
            <a:r>
              <a:rPr lang="en-US"/>
              <a:t> </a:t>
            </a:r>
            <a:r>
              <a:rPr lang="en-US" err="1"/>
              <a:t>ea</a:t>
            </a:r>
            <a:r>
              <a:rPr lang="en-US"/>
              <a:t>  </a:t>
            </a:r>
            <a:r>
              <a:rPr lang="en-US" err="1"/>
              <a:t>coris</a:t>
            </a:r>
            <a:r>
              <a:rPr lang="en-US"/>
              <a:t> quate sim </a:t>
            </a:r>
            <a:r>
              <a:rPr lang="en-US" err="1"/>
              <a:t>entem</a:t>
            </a:r>
            <a:r>
              <a:rPr lang="en-US"/>
              <a:t>. </a:t>
            </a:r>
            <a:r>
              <a:rPr lang="en-US" err="1"/>
              <a:t>Enis</a:t>
            </a:r>
            <a:r>
              <a:rPr lang="en-US"/>
              <a:t> </a:t>
            </a:r>
            <a:r>
              <a:rPr lang="en-US" err="1"/>
              <a:t>quae</a:t>
            </a:r>
            <a:r>
              <a:rPr lang="en-US"/>
              <a:t> con </a:t>
            </a:r>
            <a:r>
              <a:rPr lang="en-US" err="1"/>
              <a:t>conestis</a:t>
            </a:r>
            <a:r>
              <a:rPr lang="en-US"/>
              <a:t> </a:t>
            </a:r>
            <a:r>
              <a:rPr lang="en-US" err="1"/>
              <a:t>dolorep</a:t>
            </a:r>
            <a:r>
              <a:rPr lang="en-US"/>
              <a:t>  </a:t>
            </a:r>
            <a:r>
              <a:rPr lang="en-US" err="1"/>
              <a:t>udanist</a:t>
            </a:r>
            <a:r>
              <a:rPr lang="en-US"/>
              <a:t> </a:t>
            </a:r>
            <a:r>
              <a:rPr lang="en-US" err="1"/>
              <a:t>rument</a:t>
            </a:r>
            <a:r>
              <a:rPr lang="en-US"/>
              <a:t>. </a:t>
            </a:r>
          </a:p>
          <a:p>
            <a:pPr mar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a:t>
            </a:r>
            <a:br>
              <a:rPr lang="en-US"/>
            </a:br>
            <a:r>
              <a:rPr lang="en-US"/>
              <a:t>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br>
              <a:rPr lang="en-US"/>
            </a:b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a:t>
            </a:r>
          </a:p>
        </p:txBody>
      </p:sp>
      <p:sp>
        <p:nvSpPr>
          <p:cNvPr id="28" name="Text Placeholder 27">
            <a:extLst>
              <a:ext uri="{FF2B5EF4-FFF2-40B4-BE49-F238E27FC236}">
                <a16:creationId xmlns:a16="http://schemas.microsoft.com/office/drawing/2014/main" id="{C6A25DAC-A25B-F418-0D38-2260FFE851E9}"/>
              </a:ext>
            </a:extLst>
          </p:cNvPr>
          <p:cNvSpPr>
            <a:spLocks noGrp="1"/>
          </p:cNvSpPr>
          <p:nvPr>
            <p:ph type="body" sz="quarter" idx="17"/>
          </p:nvPr>
        </p:nvSpPr>
        <p:spPr/>
        <p:txBody>
          <a:bodyPr/>
          <a:lstStyle/>
          <a:p>
            <a:r>
              <a:rPr lang="en-US"/>
              <a:t>CUSTOMER STORY: INDUSTRY</a:t>
            </a:r>
            <a:br>
              <a:rPr lang="en-US"/>
            </a:br>
            <a:r>
              <a:rPr lang="en-US"/>
              <a:t>CONTACT: FIRSTNAME LASTNAME</a:t>
            </a:r>
          </a:p>
        </p:txBody>
      </p:sp>
      <p:sp>
        <p:nvSpPr>
          <p:cNvPr id="27" name="Text Placeholder 26">
            <a:extLst>
              <a:ext uri="{FF2B5EF4-FFF2-40B4-BE49-F238E27FC236}">
                <a16:creationId xmlns:a16="http://schemas.microsoft.com/office/drawing/2014/main" id="{4E5D9E2C-55D7-4E70-ED63-B1E4764CF9A1}"/>
              </a:ext>
            </a:extLst>
          </p:cNvPr>
          <p:cNvSpPr txBox="1">
            <a:spLocks/>
          </p:cNvSpPr>
          <p:nvPr/>
        </p:nvSpPr>
        <p:spPr>
          <a:xfrm>
            <a:off x="3390900" y="2944210"/>
            <a:ext cx="1643657" cy="980090"/>
          </a:xfrm>
          <a:prstGeom prst="rect">
            <a:avLst/>
          </a:prstGeom>
        </p:spPr>
        <p:txBody>
          <a:bodyPr lIns="0" tIns="0" rIns="0" bIns="0" anchor="t"/>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90000"/>
              </a:lnSpc>
              <a:buNone/>
            </a:pPr>
            <a:r>
              <a:rPr lang="en-US" sz="2200" b="1">
                <a:solidFill>
                  <a:schemeClr val="accent1"/>
                </a:solidFill>
              </a:rPr>
              <a:t>80%</a:t>
            </a:r>
          </a:p>
          <a:p>
            <a:pPr marL="0" marR="0" lvl="0" indent="0" algn="l" defTabSz="914400" rtl="0" eaLnBrk="1" fontAlgn="auto" latinLnBrk="0" hangingPunct="1">
              <a:lnSpc>
                <a:spcPct val="110000"/>
              </a:lnSpc>
              <a:spcBef>
                <a:spcPts val="0"/>
              </a:spcBef>
              <a:spcAft>
                <a:spcPts val="1000"/>
              </a:spcAft>
              <a:buClrTx/>
              <a:buSzTx/>
              <a:buFontTx/>
              <a:buNone/>
              <a:tabLst/>
              <a:defRPr/>
            </a:pPr>
            <a:r>
              <a:rPr kumimoji="0" lang="en-US" sz="1000" b="0" i="0" u="none" strike="noStrike" kern="1200" cap="none" spc="0" normalizeH="0" baseline="0" noProof="0">
                <a:ln>
                  <a:noFill/>
                </a:ln>
                <a:effectLst/>
                <a:uLnTx/>
                <a:uFillTx/>
                <a:latin typeface="Avenir Next LT Pro"/>
                <a:ea typeface="+mn-ea"/>
                <a:cs typeface="+mn-cs"/>
              </a:rPr>
              <a:t>reduction in deal </a:t>
            </a:r>
            <a:br>
              <a:rPr kumimoji="0" lang="en-US" sz="1000" b="0" i="0" u="none" strike="noStrike" kern="1200" cap="none" spc="0" normalizeH="0" baseline="0" noProof="0">
                <a:ln>
                  <a:noFill/>
                </a:ln>
                <a:effectLst/>
                <a:uLnTx/>
                <a:uFillTx/>
                <a:latin typeface="Avenir Next LT Pro"/>
                <a:ea typeface="+mn-ea"/>
                <a:cs typeface="+mn-cs"/>
              </a:rPr>
            </a:br>
            <a:r>
              <a:rPr kumimoji="0" lang="en-US" sz="1000" b="0" i="0" u="none" strike="noStrike" kern="1200" cap="none" spc="0" normalizeH="0" baseline="0" noProof="0">
                <a:ln>
                  <a:noFill/>
                </a:ln>
                <a:effectLst/>
                <a:uLnTx/>
                <a:uFillTx/>
                <a:latin typeface="Avenir Next LT Pro"/>
                <a:ea typeface="+mn-ea"/>
                <a:cs typeface="+mn-cs"/>
              </a:rPr>
              <a:t>configuration questions</a:t>
            </a:r>
            <a:endParaRPr lang="en-US" b="1"/>
          </a:p>
        </p:txBody>
      </p:sp>
      <p:sp>
        <p:nvSpPr>
          <p:cNvPr id="30" name="Text Placeholder 29">
            <a:extLst>
              <a:ext uri="{FF2B5EF4-FFF2-40B4-BE49-F238E27FC236}">
                <a16:creationId xmlns:a16="http://schemas.microsoft.com/office/drawing/2014/main" id="{4CCC2FB9-A5AD-B81B-ED8D-A866CDE858BF}"/>
              </a:ext>
            </a:extLst>
          </p:cNvPr>
          <p:cNvSpPr txBox="1">
            <a:spLocks/>
          </p:cNvSpPr>
          <p:nvPr/>
        </p:nvSpPr>
        <p:spPr>
          <a:xfrm>
            <a:off x="5280833" y="2944210"/>
            <a:ext cx="1651001" cy="980090"/>
          </a:xfrm>
          <a:prstGeom prst="rect">
            <a:avLst/>
          </a:prstGeom>
        </p:spPr>
        <p:txBody>
          <a:bodyPr lIns="0" tIns="0" rIns="0" bIns="0" anchor="t"/>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90000"/>
              </a:lnSpc>
              <a:buNone/>
            </a:pPr>
            <a:r>
              <a:rPr lang="en-US" sz="2200" b="1">
                <a:solidFill>
                  <a:schemeClr val="accent1"/>
                </a:solidFill>
              </a:rPr>
              <a:t>23</a:t>
            </a:r>
          </a:p>
          <a:p>
            <a:pPr marL="0" marR="0" lvl="0" indent="0" algn="l" defTabSz="914400" rtl="0" eaLnBrk="1" fontAlgn="auto" latinLnBrk="0" hangingPunct="1">
              <a:lnSpc>
                <a:spcPct val="110000"/>
              </a:lnSpc>
              <a:spcBef>
                <a:spcPts val="0"/>
              </a:spcBef>
              <a:spcAft>
                <a:spcPts val="1000"/>
              </a:spcAft>
              <a:buClrTx/>
              <a:buSzTx/>
              <a:buFontTx/>
              <a:buNone/>
              <a:tabLst/>
              <a:defRPr/>
            </a:pPr>
            <a:r>
              <a:rPr kumimoji="0" lang="en-US" sz="1000" b="0" i="0" u="none" strike="noStrike" kern="1200" cap="none" spc="0" normalizeH="0" baseline="0" noProof="0">
                <a:ln>
                  <a:noFill/>
                </a:ln>
                <a:effectLst/>
                <a:uLnTx/>
                <a:uFillTx/>
                <a:latin typeface="Avenir Next LT Pro"/>
                <a:ea typeface="+mn-ea"/>
                <a:cs typeface="+mn-cs"/>
              </a:rPr>
              <a:t>CPQ version upgrades </a:t>
            </a:r>
            <a:br>
              <a:rPr kumimoji="0" lang="en-US" sz="1000" b="0" i="0" u="none" strike="noStrike" kern="1200" cap="none" spc="0" normalizeH="0" baseline="0" noProof="0">
                <a:ln>
                  <a:noFill/>
                </a:ln>
                <a:effectLst/>
                <a:uLnTx/>
                <a:uFillTx/>
                <a:latin typeface="Avenir Next LT Pro"/>
                <a:ea typeface="+mn-ea"/>
                <a:cs typeface="+mn-cs"/>
              </a:rPr>
            </a:br>
            <a:r>
              <a:rPr kumimoji="0" lang="en-US" sz="1000" b="0" i="0" u="none" strike="noStrike" kern="1200" cap="none" spc="0" normalizeH="0" baseline="0" noProof="0">
                <a:ln>
                  <a:noFill/>
                </a:ln>
                <a:effectLst/>
                <a:uLnTx/>
                <a:uFillTx/>
                <a:latin typeface="Avenir Next LT Pro"/>
                <a:ea typeface="+mn-ea"/>
                <a:cs typeface="+mn-cs"/>
              </a:rPr>
              <a:t>to fully update</a:t>
            </a:r>
            <a:endParaRPr lang="en-US" b="1"/>
          </a:p>
        </p:txBody>
      </p:sp>
      <p:sp>
        <p:nvSpPr>
          <p:cNvPr id="31" name="Text Placeholder 30">
            <a:extLst>
              <a:ext uri="{FF2B5EF4-FFF2-40B4-BE49-F238E27FC236}">
                <a16:creationId xmlns:a16="http://schemas.microsoft.com/office/drawing/2014/main" id="{D0EE0635-DA87-2827-BD13-9473317C829A}"/>
              </a:ext>
            </a:extLst>
          </p:cNvPr>
          <p:cNvSpPr txBox="1">
            <a:spLocks/>
          </p:cNvSpPr>
          <p:nvPr/>
        </p:nvSpPr>
        <p:spPr>
          <a:xfrm>
            <a:off x="7160432" y="2944210"/>
            <a:ext cx="944566" cy="980090"/>
          </a:xfrm>
          <a:prstGeom prst="rect">
            <a:avLst/>
          </a:prstGeom>
        </p:spPr>
        <p:txBody>
          <a:bodyPr lIns="0" tIns="0" rIns="0" bIns="0" anchor="t"/>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90000"/>
              </a:lnSpc>
              <a:buNone/>
            </a:pPr>
            <a:r>
              <a:rPr lang="en-US" sz="2200" b="1">
                <a:solidFill>
                  <a:schemeClr val="accent1"/>
                </a:solidFill>
              </a:rPr>
              <a:t>12</a:t>
            </a:r>
          </a:p>
          <a:p>
            <a:pPr marL="0" marR="0" lvl="0" indent="0" algn="l" defTabSz="914400" rtl="0" eaLnBrk="1" fontAlgn="auto" latinLnBrk="0" hangingPunct="1">
              <a:lnSpc>
                <a:spcPct val="110000"/>
              </a:lnSpc>
              <a:spcBef>
                <a:spcPts val="0"/>
              </a:spcBef>
              <a:spcAft>
                <a:spcPts val="1000"/>
              </a:spcAft>
              <a:buClrTx/>
              <a:buSzTx/>
              <a:buFontTx/>
              <a:buNone/>
              <a:tabLst/>
              <a:defRPr/>
            </a:pPr>
            <a:r>
              <a:rPr lang="en-US" sz="1000">
                <a:latin typeface="Avenir Next LT Pro"/>
              </a:rPr>
              <a:t>years </a:t>
            </a:r>
            <a:r>
              <a:rPr kumimoji="0" lang="en-US" sz="1000" b="0" i="0" u="none" strike="noStrike" kern="1200" cap="none" spc="0" normalizeH="0" baseline="0" noProof="0">
                <a:ln>
                  <a:noFill/>
                </a:ln>
                <a:effectLst/>
                <a:uLnTx/>
                <a:uFillTx/>
                <a:latin typeface="Avenir Next LT Pro"/>
                <a:ea typeface="+mn-ea"/>
                <a:cs typeface="+mn-cs"/>
              </a:rPr>
              <a:t>debt </a:t>
            </a:r>
            <a:br>
              <a:rPr kumimoji="0" lang="en-US" sz="1000" b="0" i="0" u="none" strike="noStrike" kern="1200" cap="none" spc="0" normalizeH="0" baseline="0" noProof="0">
                <a:ln>
                  <a:noFill/>
                </a:ln>
                <a:effectLst/>
                <a:uLnTx/>
                <a:uFillTx/>
                <a:latin typeface="Avenir Next LT Pro"/>
                <a:ea typeface="+mn-ea"/>
                <a:cs typeface="+mn-cs"/>
              </a:rPr>
            </a:br>
            <a:r>
              <a:rPr kumimoji="0" lang="en-US" sz="1000" b="0" i="0" u="none" strike="noStrike" kern="1200" cap="none" spc="0" normalizeH="0" baseline="0" noProof="0">
                <a:ln>
                  <a:noFill/>
                </a:ln>
                <a:effectLst/>
                <a:uLnTx/>
                <a:uFillTx/>
                <a:latin typeface="Avenir Next LT Pro"/>
                <a:ea typeface="+mn-ea"/>
                <a:cs typeface="+mn-cs"/>
              </a:rPr>
              <a:t>eliminated</a:t>
            </a:r>
            <a:endParaRPr lang="en-US" b="1"/>
          </a:p>
        </p:txBody>
      </p:sp>
      <p:sp>
        <p:nvSpPr>
          <p:cNvPr id="85" name="Text Placeholder 84">
            <a:extLst>
              <a:ext uri="{FF2B5EF4-FFF2-40B4-BE49-F238E27FC236}">
                <a16:creationId xmlns:a16="http://schemas.microsoft.com/office/drawing/2014/main" id="{58361149-1C3E-FA93-EFEB-E14C8697F4C2}"/>
              </a:ext>
            </a:extLst>
          </p:cNvPr>
          <p:cNvSpPr>
            <a:spLocks noGrp="1"/>
          </p:cNvSpPr>
          <p:nvPr>
            <p:ph type="body" sz="quarter" idx="30"/>
          </p:nvPr>
        </p:nvSpPr>
        <p:spPr/>
        <p:txBody>
          <a:bodyPr/>
          <a:lstStyle/>
          <a:p>
            <a:r>
              <a:rPr lang="en-US"/>
              <a:t>Customer</a:t>
            </a:r>
          </a:p>
        </p:txBody>
      </p:sp>
      <p:sp>
        <p:nvSpPr>
          <p:cNvPr id="57" name="Text Placeholder 56">
            <a:extLst>
              <a:ext uri="{FF2B5EF4-FFF2-40B4-BE49-F238E27FC236}">
                <a16:creationId xmlns:a16="http://schemas.microsoft.com/office/drawing/2014/main" id="{23A8A975-3F37-7F8A-AD2C-27DBFFA41AC3}"/>
              </a:ext>
            </a:extLst>
          </p:cNvPr>
          <p:cNvSpPr>
            <a:spLocks noGrp="1"/>
          </p:cNvSpPr>
          <p:nvPr>
            <p:ph type="body" sz="quarter" idx="33"/>
          </p:nvPr>
        </p:nvSpPr>
        <p:spPr>
          <a:xfrm>
            <a:off x="3390900" y="4475720"/>
            <a:ext cx="1651000" cy="1810780"/>
          </a:xfrm>
        </p:spPr>
        <p:txBody>
          <a:bodyPr/>
          <a:lstStyle/>
          <a:p>
            <a:pPr marL="0" indent="0">
              <a:buNone/>
            </a:pPr>
            <a:r>
              <a:rPr lang="en-US"/>
              <a:t>Who is the customer?</a:t>
            </a:r>
          </a:p>
          <a:p>
            <a:pPr marL="0" indent="0">
              <a:buNone/>
            </a:pPr>
            <a:r>
              <a:rPr lang="en-US"/>
              <a:t>What will resonate most </a:t>
            </a:r>
            <a:br>
              <a:rPr lang="en-US"/>
            </a:br>
            <a:r>
              <a:rPr lang="en-US"/>
              <a:t>with people who are in the same industry, facing the </a:t>
            </a:r>
            <a:br>
              <a:rPr lang="en-US"/>
            </a:br>
            <a:r>
              <a:rPr lang="en-US"/>
              <a:t>same customer  challenges, </a:t>
            </a:r>
            <a:br>
              <a:rPr lang="en-US"/>
            </a:br>
            <a:r>
              <a:rPr lang="en-US"/>
              <a:t>or struggling to develop</a:t>
            </a:r>
            <a:br>
              <a:rPr lang="en-US"/>
            </a:br>
            <a:r>
              <a:rPr lang="en-US"/>
              <a:t>similar solutions?</a:t>
            </a:r>
          </a:p>
        </p:txBody>
      </p:sp>
      <p:sp>
        <p:nvSpPr>
          <p:cNvPr id="86" name="Text Placeholder 85">
            <a:extLst>
              <a:ext uri="{FF2B5EF4-FFF2-40B4-BE49-F238E27FC236}">
                <a16:creationId xmlns:a16="http://schemas.microsoft.com/office/drawing/2014/main" id="{64938F29-D66C-0DE9-49B4-EC5A84F3E07D}"/>
              </a:ext>
            </a:extLst>
          </p:cNvPr>
          <p:cNvSpPr>
            <a:spLocks noGrp="1"/>
          </p:cNvSpPr>
          <p:nvPr>
            <p:ph type="body" sz="quarter" idx="31"/>
          </p:nvPr>
        </p:nvSpPr>
        <p:spPr/>
        <p:txBody>
          <a:bodyPr/>
          <a:lstStyle/>
          <a:p>
            <a:r>
              <a:rPr lang="en-US"/>
              <a:t>Solutions</a:t>
            </a:r>
          </a:p>
        </p:txBody>
      </p:sp>
      <p:sp>
        <p:nvSpPr>
          <p:cNvPr id="58" name="Text Placeholder 57">
            <a:extLst>
              <a:ext uri="{FF2B5EF4-FFF2-40B4-BE49-F238E27FC236}">
                <a16:creationId xmlns:a16="http://schemas.microsoft.com/office/drawing/2014/main" id="{97A448A3-F956-F7ED-25AB-69E8A30CE855}"/>
              </a:ext>
            </a:extLst>
          </p:cNvPr>
          <p:cNvSpPr>
            <a:spLocks noGrp="1"/>
          </p:cNvSpPr>
          <p:nvPr>
            <p:ph type="body" sz="quarter" idx="34"/>
          </p:nvPr>
        </p:nvSpPr>
        <p:spPr>
          <a:xfrm>
            <a:off x="5280833" y="4475720"/>
            <a:ext cx="1640665" cy="1810780"/>
          </a:xfrm>
        </p:spPr>
        <p:txBody>
          <a:bodyPr/>
          <a:lstStyle/>
          <a:p>
            <a:pPr marL="0" indent="0">
              <a:buNone/>
            </a:pPr>
            <a:r>
              <a:rPr lang="en-US"/>
              <a:t>Multi-year, three-phase Salesforce roadmap to transform CRM platform </a:t>
            </a:r>
            <a:br>
              <a:rPr lang="en-US"/>
            </a:br>
            <a:r>
              <a:rPr lang="en-US"/>
              <a:t>to scale with growth.</a:t>
            </a:r>
          </a:p>
          <a:p>
            <a:pPr marL="0" indent="0">
              <a:buNone/>
            </a:pPr>
            <a:r>
              <a:rPr lang="en-US"/>
              <a:t>Completed: Quote to cash (CPQ) technology rebuild and process optimization.</a:t>
            </a:r>
          </a:p>
          <a:p>
            <a:pPr marL="0" indent="0">
              <a:buNone/>
            </a:pPr>
            <a:r>
              <a:rPr lang="en-US"/>
              <a:t>In progress: Salesforce sales process rebuild, lightning migration, revenue tracking.</a:t>
            </a:r>
          </a:p>
        </p:txBody>
      </p:sp>
      <p:sp>
        <p:nvSpPr>
          <p:cNvPr id="88" name="Text Placeholder 87">
            <a:extLst>
              <a:ext uri="{FF2B5EF4-FFF2-40B4-BE49-F238E27FC236}">
                <a16:creationId xmlns:a16="http://schemas.microsoft.com/office/drawing/2014/main" id="{83E47AA0-C2C5-7649-8C13-B30762AD6021}"/>
              </a:ext>
            </a:extLst>
          </p:cNvPr>
          <p:cNvSpPr>
            <a:spLocks noGrp="1"/>
          </p:cNvSpPr>
          <p:nvPr>
            <p:ph type="body" sz="quarter" idx="32"/>
          </p:nvPr>
        </p:nvSpPr>
        <p:spPr>
          <a:xfrm>
            <a:off x="7160431" y="4120154"/>
            <a:ext cx="929469" cy="195539"/>
          </a:xfrm>
        </p:spPr>
        <p:txBody>
          <a:bodyPr/>
          <a:lstStyle/>
          <a:p>
            <a:r>
              <a:rPr lang="en-US"/>
              <a:t>Platform</a:t>
            </a:r>
          </a:p>
        </p:txBody>
      </p:sp>
      <p:sp>
        <p:nvSpPr>
          <p:cNvPr id="59" name="Text Placeholder 58">
            <a:extLst>
              <a:ext uri="{FF2B5EF4-FFF2-40B4-BE49-F238E27FC236}">
                <a16:creationId xmlns:a16="http://schemas.microsoft.com/office/drawing/2014/main" id="{28783F89-A589-233F-48B5-09951F869C5A}"/>
              </a:ext>
            </a:extLst>
          </p:cNvPr>
          <p:cNvSpPr>
            <a:spLocks noGrp="1"/>
          </p:cNvSpPr>
          <p:nvPr>
            <p:ph type="body" sz="quarter" idx="35"/>
          </p:nvPr>
        </p:nvSpPr>
        <p:spPr/>
        <p:txBody>
          <a:bodyPr/>
          <a:lstStyle/>
          <a:p>
            <a:pPr marL="0" indent="0">
              <a:buNone/>
            </a:pPr>
            <a:r>
              <a:rPr lang="en-US"/>
              <a:t>Salesforce</a:t>
            </a:r>
          </a:p>
          <a:p>
            <a:pPr marL="0" indent="0">
              <a:buNone/>
            </a:pPr>
            <a:r>
              <a:rPr lang="en-US"/>
              <a:t>CPQ</a:t>
            </a:r>
          </a:p>
        </p:txBody>
      </p:sp>
      <p:pic>
        <p:nvPicPr>
          <p:cNvPr id="56" name="Picture Placeholder 55" descr="A group of people sitting around a table talking">
            <a:extLst>
              <a:ext uri="{FF2B5EF4-FFF2-40B4-BE49-F238E27FC236}">
                <a16:creationId xmlns:a16="http://schemas.microsoft.com/office/drawing/2014/main" id="{52060534-ADA0-7BB4-F900-0B13638D0A53}"/>
              </a:ext>
            </a:extLst>
          </p:cNvPr>
          <p:cNvPicPr>
            <a:picLocks noGrp="1" noChangeAspect="1" noChangeArrowheads="1"/>
          </p:cNvPicPr>
          <p:nvPr>
            <p:ph type="pic" sz="quarter" idx="24"/>
          </p:nvPr>
        </p:nvPicPr>
        <p:blipFill rotWithShape="1">
          <a:blip r:embed="rId2" cstate="email">
            <a:extLst>
              <a:ext uri="{28A0092B-C50C-407E-A947-70E740481C1C}">
                <a14:useLocalDpi xmlns:a14="http://schemas.microsoft.com/office/drawing/2010/main"/>
              </a:ext>
            </a:extLst>
          </a:blip>
          <a:srcRect/>
          <a:stretch/>
        </p:blipFill>
        <p:spPr/>
      </p:pic>
      <p:sp>
        <p:nvSpPr>
          <p:cNvPr id="3" name="Footer Placeholder 2">
            <a:extLst>
              <a:ext uri="{FF2B5EF4-FFF2-40B4-BE49-F238E27FC236}">
                <a16:creationId xmlns:a16="http://schemas.microsoft.com/office/drawing/2014/main" id="{AF1BF6B3-3BAD-25EA-B97C-3916C13F5E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5825FDE7-02A9-92F1-D884-C14FD9433F57}"/>
              </a:ext>
              <a:ext uri="{C183D7F6-B498-43B3-948B-1728B52AA6E4}">
                <adec:decorative xmlns:adec="http://schemas.microsoft.com/office/drawing/2017/decorative" val="1"/>
              </a:ext>
            </a:extLst>
          </p:cNvPr>
          <p:cNvSpPr>
            <a:spLocks noGrp="1"/>
          </p:cNvSpPr>
          <p:nvPr>
            <p:ph type="dt" sz="half" idx="11"/>
          </p:nvPr>
        </p:nvSpPr>
        <p:spPr/>
        <p:txBody>
          <a:bodyPr/>
          <a:lstStyle/>
          <a:p>
            <a:fld id="{447C7BF1-0830-4368-BBB4-3A9E2CAE0AA3}" type="datetimeyyyy">
              <a:rPr lang="en-US" smtClean="0"/>
              <a:t>2025</a:t>
            </a:fld>
            <a:endParaRPr lang="en-US"/>
          </a:p>
        </p:txBody>
      </p:sp>
      <p:sp>
        <p:nvSpPr>
          <p:cNvPr id="4" name="Slide Number Placeholder 3">
            <a:extLst>
              <a:ext uri="{FF2B5EF4-FFF2-40B4-BE49-F238E27FC236}">
                <a16:creationId xmlns:a16="http://schemas.microsoft.com/office/drawing/2014/main" id="{40EDAB08-A0D3-97A5-8FA1-93FD16657A8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135</a:t>
            </a:fld>
            <a:endParaRPr lang="en-US"/>
          </a:p>
        </p:txBody>
      </p:sp>
      <p:cxnSp>
        <p:nvCxnSpPr>
          <p:cNvPr id="5" name="Straight Connector 4">
            <a:extLst>
              <a:ext uri="{FF2B5EF4-FFF2-40B4-BE49-F238E27FC236}">
                <a16:creationId xmlns:a16="http://schemas.microsoft.com/office/drawing/2014/main" id="{F55387B7-EBD8-6F49-0F2D-00E2D34BA2B6}"/>
              </a:ext>
              <a:ext uri="{C183D7F6-B498-43B3-948B-1728B52AA6E4}">
                <adec:decorative xmlns:adec="http://schemas.microsoft.com/office/drawing/2017/decorative" val="1"/>
              </a:ext>
            </a:extLst>
          </p:cNvPr>
          <p:cNvCxnSpPr>
            <a:cxnSpLocks/>
          </p:cNvCxnSpPr>
          <p:nvPr/>
        </p:nvCxnSpPr>
        <p:spPr>
          <a:xfrm flipH="1">
            <a:off x="3390900" y="4399681"/>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9EA9295-82A6-1EBE-4FF8-D0FDE07A6613}"/>
              </a:ext>
              <a:ext uri="{C183D7F6-B498-43B3-948B-1728B52AA6E4}">
                <adec:decorative xmlns:adec="http://schemas.microsoft.com/office/drawing/2017/decorative" val="1"/>
              </a:ext>
            </a:extLst>
          </p:cNvPr>
          <p:cNvCxnSpPr>
            <a:cxnSpLocks/>
          </p:cNvCxnSpPr>
          <p:nvPr/>
        </p:nvCxnSpPr>
        <p:spPr>
          <a:xfrm flipH="1">
            <a:off x="5270498" y="4399681"/>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2E33AC7-1204-71AB-918E-DC33681126C7}"/>
              </a:ext>
              <a:ext uri="{C183D7F6-B498-43B3-948B-1728B52AA6E4}">
                <adec:decorative xmlns:adec="http://schemas.microsoft.com/office/drawing/2017/decorative" val="1"/>
              </a:ext>
            </a:extLst>
          </p:cNvPr>
          <p:cNvCxnSpPr>
            <a:cxnSpLocks/>
          </p:cNvCxnSpPr>
          <p:nvPr/>
        </p:nvCxnSpPr>
        <p:spPr>
          <a:xfrm flipH="1">
            <a:off x="7113195" y="4399681"/>
            <a:ext cx="99180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455398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icture Placeholder 43">
            <a:extLst>
              <a:ext uri="{FF2B5EF4-FFF2-40B4-BE49-F238E27FC236}">
                <a16:creationId xmlns:a16="http://schemas.microsoft.com/office/drawing/2014/main" id="{F8B60181-9169-76DA-AE2B-02FFAC947681}"/>
              </a:ext>
            </a:extLst>
          </p:cNvPr>
          <p:cNvSpPr>
            <a:spLocks noGrp="1"/>
          </p:cNvSpPr>
          <p:nvPr>
            <p:ph type="pic" sz="quarter" idx="13"/>
          </p:nvPr>
        </p:nvSpPr>
        <p:spPr/>
        <p:txBody>
          <a:bodyPr/>
          <a:lstStyle/>
          <a:p>
            <a:endParaRPr lang="en-US"/>
          </a:p>
        </p:txBody>
      </p:sp>
      <p:sp>
        <p:nvSpPr>
          <p:cNvPr id="68" name="Title 67">
            <a:extLst>
              <a:ext uri="{FF2B5EF4-FFF2-40B4-BE49-F238E27FC236}">
                <a16:creationId xmlns:a16="http://schemas.microsoft.com/office/drawing/2014/main" id="{A1072BE9-8145-C68B-7837-EA8AEB3009D9}"/>
              </a:ext>
            </a:extLst>
          </p:cNvPr>
          <p:cNvSpPr>
            <a:spLocks noGrp="1"/>
          </p:cNvSpPr>
          <p:nvPr>
            <p:ph type="title"/>
          </p:nvPr>
        </p:nvSpPr>
        <p:spPr/>
        <p:txBody>
          <a:bodyPr/>
          <a:lstStyle/>
          <a:p>
            <a:r>
              <a:rPr lang="en-US"/>
              <a:t>Compelling headline should highlight the </a:t>
            </a:r>
            <a:r>
              <a:rPr lang="en-US">
                <a:solidFill>
                  <a:schemeClr val="accent1"/>
                </a:solidFill>
              </a:rPr>
              <a:t>customer outcome</a:t>
            </a:r>
          </a:p>
        </p:txBody>
      </p:sp>
      <p:sp>
        <p:nvSpPr>
          <p:cNvPr id="25" name="Text Placeholder 24">
            <a:extLst>
              <a:ext uri="{FF2B5EF4-FFF2-40B4-BE49-F238E27FC236}">
                <a16:creationId xmlns:a16="http://schemas.microsoft.com/office/drawing/2014/main" id="{BA495342-94FC-E198-E0A9-124EBC46FBC9}"/>
              </a:ext>
            </a:extLst>
          </p:cNvPr>
          <p:cNvSpPr>
            <a:spLocks noGrp="1"/>
          </p:cNvSpPr>
          <p:nvPr>
            <p:ph type="body" sz="quarter" idx="23"/>
          </p:nvPr>
        </p:nvSpPr>
        <p:spPr/>
        <p:txBody>
          <a:bodyPr/>
          <a:lstStyle/>
          <a:p>
            <a:pPr marL="0" indent="0">
              <a:buNone/>
            </a:pPr>
            <a:r>
              <a:rPr lang="en-US"/>
              <a:t>Use this space to provide a concise overview of the project. Summarize what we did &amp; why it was so impactful. </a:t>
            </a:r>
          </a:p>
          <a:p>
            <a:pPr marL="0" indent="0">
              <a:buNone/>
            </a:pPr>
            <a:r>
              <a:rPr lang="en-US"/>
              <a:t>Remember to make customer the hero, with Slalom as the trusted advisor that helped them realize their vision.</a:t>
            </a:r>
          </a:p>
          <a:p>
            <a:pPr marL="0" indent="0">
              <a:buNone/>
            </a:pPr>
            <a:r>
              <a:rPr lang="en-US"/>
              <a:t>Vel </a:t>
            </a:r>
            <a:r>
              <a:rPr lang="en-US" err="1"/>
              <a:t>estionseque</a:t>
            </a:r>
            <a:r>
              <a:rPr lang="en-US"/>
              <a:t> is </a:t>
            </a:r>
            <a:r>
              <a:rPr lang="en-US" err="1"/>
              <a:t>ni</a:t>
            </a:r>
            <a:r>
              <a:rPr lang="en-US"/>
              <a:t> </a:t>
            </a:r>
            <a:r>
              <a:rPr lang="en-US" err="1"/>
              <a:t>doloreptatae</a:t>
            </a:r>
            <a:r>
              <a:rPr lang="en-US"/>
              <a:t> </a:t>
            </a:r>
            <a:r>
              <a:rPr lang="en-US" err="1"/>
              <a:t>coreped</a:t>
            </a:r>
            <a:r>
              <a:rPr lang="en-US"/>
              <a:t> es as </a:t>
            </a:r>
            <a:r>
              <a:rPr lang="en-US" err="1"/>
              <a:t>nem</a:t>
            </a:r>
            <a:r>
              <a:rPr lang="en-US"/>
              <a:t> </a:t>
            </a:r>
            <a:r>
              <a:rPr lang="en-US" err="1"/>
              <a:t>ea</a:t>
            </a:r>
            <a:r>
              <a:rPr lang="en-US"/>
              <a:t>  </a:t>
            </a:r>
            <a:r>
              <a:rPr lang="en-US" err="1"/>
              <a:t>coris</a:t>
            </a:r>
            <a:r>
              <a:rPr lang="en-US"/>
              <a:t> quate sim </a:t>
            </a:r>
            <a:r>
              <a:rPr lang="en-US" err="1"/>
              <a:t>entem</a:t>
            </a:r>
            <a:r>
              <a:rPr lang="en-US"/>
              <a:t>. </a:t>
            </a:r>
            <a:r>
              <a:rPr lang="en-US" err="1"/>
              <a:t>Enis</a:t>
            </a:r>
            <a:r>
              <a:rPr lang="en-US"/>
              <a:t> </a:t>
            </a:r>
            <a:r>
              <a:rPr lang="en-US" err="1"/>
              <a:t>quae</a:t>
            </a:r>
            <a:r>
              <a:rPr lang="en-US"/>
              <a:t> con </a:t>
            </a:r>
            <a:r>
              <a:rPr lang="en-US" err="1"/>
              <a:t>conestis</a:t>
            </a:r>
            <a:r>
              <a:rPr lang="en-US"/>
              <a:t> </a:t>
            </a:r>
            <a:r>
              <a:rPr lang="en-US" err="1"/>
              <a:t>dolorep</a:t>
            </a:r>
            <a:r>
              <a:rPr lang="en-US"/>
              <a:t>  </a:t>
            </a:r>
            <a:r>
              <a:rPr lang="en-US" err="1"/>
              <a:t>udanist</a:t>
            </a:r>
            <a:r>
              <a:rPr lang="en-US"/>
              <a:t> </a:t>
            </a:r>
            <a:r>
              <a:rPr lang="en-US" err="1"/>
              <a:t>rument</a:t>
            </a:r>
            <a:r>
              <a:rPr lang="en-US"/>
              <a:t>. </a:t>
            </a:r>
          </a:p>
          <a:p>
            <a:pPr mar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a:t>
            </a:r>
            <a:br>
              <a:rPr lang="en-US"/>
            </a:br>
            <a:r>
              <a:rPr lang="en-US"/>
              <a:t>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br>
              <a:rPr lang="en-US"/>
            </a:b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a:t>
            </a:r>
          </a:p>
        </p:txBody>
      </p:sp>
      <p:sp>
        <p:nvSpPr>
          <p:cNvPr id="24" name="Text Placeholder 23">
            <a:extLst>
              <a:ext uri="{FF2B5EF4-FFF2-40B4-BE49-F238E27FC236}">
                <a16:creationId xmlns:a16="http://schemas.microsoft.com/office/drawing/2014/main" id="{CCDEF4AA-6C82-CB99-51BC-918E8629DE27}"/>
              </a:ext>
            </a:extLst>
          </p:cNvPr>
          <p:cNvSpPr>
            <a:spLocks noGrp="1"/>
          </p:cNvSpPr>
          <p:nvPr>
            <p:ph type="body" sz="quarter" idx="17"/>
          </p:nvPr>
        </p:nvSpPr>
        <p:spPr/>
        <p:txBody>
          <a:bodyPr/>
          <a:lstStyle/>
          <a:p>
            <a:r>
              <a:rPr lang="en-US"/>
              <a:t>CUSTOMER STORY: INDUSTRY</a:t>
            </a:r>
            <a:br>
              <a:rPr lang="en-US"/>
            </a:br>
            <a:r>
              <a:rPr lang="en-US"/>
              <a:t>CONTACT: FIRSTNAME LASTNAME</a:t>
            </a:r>
          </a:p>
        </p:txBody>
      </p:sp>
      <p:sp>
        <p:nvSpPr>
          <p:cNvPr id="32" name="Text Placeholder 79">
            <a:extLst>
              <a:ext uri="{FF2B5EF4-FFF2-40B4-BE49-F238E27FC236}">
                <a16:creationId xmlns:a16="http://schemas.microsoft.com/office/drawing/2014/main" id="{5D36D057-5639-9E38-CA13-DD818B12A97D}"/>
              </a:ext>
            </a:extLst>
          </p:cNvPr>
          <p:cNvSpPr txBox="1">
            <a:spLocks/>
          </p:cNvSpPr>
          <p:nvPr/>
        </p:nvSpPr>
        <p:spPr>
          <a:xfrm>
            <a:off x="3390901" y="2928603"/>
            <a:ext cx="4699000" cy="995697"/>
          </a:xfrm>
          <a:prstGeom prst="rect">
            <a:avLst/>
          </a:prstGeom>
        </p:spPr>
        <p:txBody>
          <a:bodyPr vert="horz" wrap="square" lIns="0" tIns="0" rIns="0" bIns="0" rtlCol="0" anchor="t">
            <a:noAutofit/>
          </a:bodyPr>
          <a:lstStyle>
            <a:lvl1pPr marL="0" indent="0" algn="l" defTabSz="914400" rtl="0" eaLnBrk="1" latinLnBrk="0" hangingPunct="1">
              <a:lnSpc>
                <a:spcPct val="100000"/>
              </a:lnSpc>
              <a:spcBef>
                <a:spcPts val="750"/>
              </a:spcBef>
              <a:buClr>
                <a:schemeClr val="accent2"/>
              </a:buClr>
              <a:buSzPct val="110000"/>
              <a:buFont typeface="Avenir Next LT Pro" panose="020B0504020202020204" pitchFamily="34" charset="0"/>
              <a:buNone/>
              <a:defRPr lang="en-US" sz="1200" b="1" kern="0" spc="-50" baseline="0" dirty="0">
                <a:solidFill>
                  <a:schemeClr val="accent2"/>
                </a:solidFill>
                <a:latin typeface="+mj-lt"/>
                <a:ea typeface="Avenir Next LT Pro" panose="020B0504020202020204" pitchFamily="34" charset="0"/>
                <a:cs typeface="Avenir Next LT Pro" panose="020B0504020202020204" pitchFamily="34" charset="0"/>
              </a:defRPr>
            </a:lvl1pPr>
            <a:lvl2pPr marL="323850" indent="-150813"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1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2pPr>
            <a:lvl3pPr marL="457200" indent="-133350"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5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3pPr>
            <a:lvl4pPr marL="590550" indent="-133350"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4pPr>
            <a:lvl5pPr marL="704850" indent="-111125"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00" kern="1200" spc="0" baseline="0" dirty="0">
                <a:solidFill>
                  <a:schemeClr val="accent4"/>
                </a:solidFill>
                <a:latin typeface="Avenir Next LT Pro" panose="020B0504020202020204" pitchFamily="34" charset="0"/>
                <a:ea typeface="+mn-ea"/>
                <a:cs typeface="Avenir Next LT Pro" panose="020B0504020202020204" pitchFamily="34" charset="0"/>
              </a:defRPr>
            </a:lvl5pPr>
            <a:lvl6pPr marL="25146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9pPr>
          </a:lstStyle>
          <a:p>
            <a:pPr>
              <a:lnSpc>
                <a:spcPct val="110000"/>
              </a:lnSpc>
              <a:spcBef>
                <a:spcPts val="0"/>
              </a:spcBef>
              <a:spcAft>
                <a:spcPts val="1000"/>
              </a:spcAft>
              <a:buClr>
                <a:srgbClr val="0C62FB"/>
              </a:buClr>
              <a:defRPr/>
            </a:pPr>
            <a:r>
              <a:rPr lang="en-US" sz="1000" b="0" spc="0">
                <a:solidFill>
                  <a:schemeClr val="tx1"/>
                </a:solidFill>
                <a:latin typeface="+mn-lt"/>
              </a:rPr>
              <a:t>Customer quote Um </a:t>
            </a:r>
            <a:r>
              <a:rPr lang="en-US" sz="1000" b="0" spc="0" err="1">
                <a:solidFill>
                  <a:schemeClr val="tx1"/>
                </a:solidFill>
                <a:latin typeface="+mn-lt"/>
              </a:rPr>
              <a:t>ipsae</a:t>
            </a:r>
            <a:r>
              <a:rPr lang="en-US" sz="1000" b="0" spc="0">
                <a:solidFill>
                  <a:schemeClr val="tx1"/>
                </a:solidFill>
                <a:latin typeface="+mn-lt"/>
              </a:rPr>
              <a:t> </a:t>
            </a:r>
            <a:r>
              <a:rPr lang="en-US" sz="1000" b="0" spc="0" err="1">
                <a:solidFill>
                  <a:schemeClr val="tx1"/>
                </a:solidFill>
                <a:latin typeface="+mn-lt"/>
              </a:rPr>
              <a:t>susant</a:t>
            </a:r>
            <a:r>
              <a:rPr lang="en-US" sz="1000" b="0" spc="0">
                <a:solidFill>
                  <a:schemeClr val="tx1"/>
                </a:solidFill>
                <a:latin typeface="+mn-lt"/>
              </a:rPr>
              <a:t> que </a:t>
            </a:r>
            <a:r>
              <a:rPr lang="en-US" sz="1000" b="0" spc="0" err="1">
                <a:solidFill>
                  <a:schemeClr val="tx1"/>
                </a:solidFill>
                <a:latin typeface="+mn-lt"/>
              </a:rPr>
              <a:t>prestota</a:t>
            </a:r>
            <a:r>
              <a:rPr lang="en-US" sz="1000" b="0" spc="0">
                <a:solidFill>
                  <a:schemeClr val="tx1"/>
                </a:solidFill>
                <a:latin typeface="+mn-lt"/>
              </a:rPr>
              <a:t> </a:t>
            </a:r>
            <a:r>
              <a:rPr lang="en-US" sz="1000" b="0" spc="0" err="1">
                <a:solidFill>
                  <a:schemeClr val="tx1"/>
                </a:solidFill>
                <a:latin typeface="+mn-lt"/>
              </a:rPr>
              <a:t>venduciis</a:t>
            </a:r>
            <a:r>
              <a:rPr lang="en-US" sz="1000" b="0" spc="0">
                <a:solidFill>
                  <a:schemeClr val="tx1"/>
                </a:solidFill>
                <a:latin typeface="+mn-lt"/>
              </a:rPr>
              <a:t> pe dem </a:t>
            </a:r>
            <a:r>
              <a:rPr lang="en-US" sz="1000" b="0" spc="0" err="1">
                <a:solidFill>
                  <a:schemeClr val="tx1"/>
                </a:solidFill>
                <a:latin typeface="+mn-lt"/>
              </a:rPr>
              <a:t>imenis</a:t>
            </a:r>
            <a:r>
              <a:rPr lang="en-US" sz="1000" b="0" spc="0">
                <a:solidFill>
                  <a:schemeClr val="tx1"/>
                </a:solidFill>
                <a:latin typeface="+mn-lt"/>
              </a:rPr>
              <a:t> </a:t>
            </a:r>
            <a:r>
              <a:rPr lang="en-US" sz="1000" b="0" spc="0" err="1">
                <a:solidFill>
                  <a:schemeClr val="tx1"/>
                </a:solidFill>
                <a:latin typeface="+mn-lt"/>
              </a:rPr>
              <a:t>aut</a:t>
            </a:r>
            <a:r>
              <a:rPr lang="en-US" sz="1000" b="0" spc="0">
                <a:solidFill>
                  <a:schemeClr val="tx1"/>
                </a:solidFill>
                <a:latin typeface="+mn-lt"/>
              </a:rPr>
              <a:t> </a:t>
            </a:r>
            <a:r>
              <a:rPr lang="en-US" sz="1000" b="0" spc="0" err="1">
                <a:solidFill>
                  <a:schemeClr val="tx1"/>
                </a:solidFill>
                <a:latin typeface="+mn-lt"/>
              </a:rPr>
              <a:t>odistios</a:t>
            </a:r>
            <a:r>
              <a:rPr lang="en-US" sz="1000" b="0" spc="0">
                <a:solidFill>
                  <a:schemeClr val="tx1"/>
                </a:solidFill>
                <a:latin typeface="+mn-lt"/>
              </a:rPr>
              <a:t> </a:t>
            </a:r>
            <a:r>
              <a:rPr lang="en-US" sz="1000" b="0" spc="0" err="1">
                <a:solidFill>
                  <a:schemeClr val="tx1"/>
                </a:solidFill>
                <a:latin typeface="+mn-lt"/>
              </a:rPr>
              <a:t>esseque</a:t>
            </a:r>
            <a:r>
              <a:rPr lang="en-US" sz="1000" b="0" spc="0">
                <a:solidFill>
                  <a:schemeClr val="tx1"/>
                </a:solidFill>
                <a:latin typeface="+mn-lt"/>
              </a:rPr>
              <a:t> </a:t>
            </a:r>
            <a:r>
              <a:rPr lang="en-US" sz="1000" b="0" spc="0" err="1">
                <a:solidFill>
                  <a:schemeClr val="tx1"/>
                </a:solidFill>
                <a:latin typeface="+mn-lt"/>
              </a:rPr>
              <a:t>nost</a:t>
            </a:r>
            <a:r>
              <a:rPr lang="en-US" sz="1000" b="0" spc="0">
                <a:solidFill>
                  <a:schemeClr val="tx1"/>
                </a:solidFill>
                <a:latin typeface="+mn-lt"/>
              </a:rPr>
              <a:t>, </a:t>
            </a:r>
            <a:r>
              <a:rPr lang="en-US" sz="1000" b="0" spc="0" err="1">
                <a:solidFill>
                  <a:schemeClr val="tx1"/>
                </a:solidFill>
                <a:latin typeface="+mn-lt"/>
              </a:rPr>
              <a:t>cuptatur</a:t>
            </a:r>
            <a:r>
              <a:rPr lang="en-US" sz="1000" b="0" spc="0">
                <a:solidFill>
                  <a:schemeClr val="tx1"/>
                </a:solidFill>
                <a:latin typeface="+mn-lt"/>
              </a:rPr>
              <a:t>, </a:t>
            </a:r>
            <a:r>
              <a:rPr lang="en-US" sz="1000" b="0" spc="0" err="1">
                <a:solidFill>
                  <a:schemeClr val="tx1"/>
                </a:solidFill>
                <a:latin typeface="+mn-lt"/>
              </a:rPr>
              <a:t>temposam</a:t>
            </a:r>
            <a:r>
              <a:rPr lang="en-US" sz="1000" b="0" spc="0">
                <a:solidFill>
                  <a:schemeClr val="tx1"/>
                </a:solidFill>
                <a:latin typeface="+mn-lt"/>
              </a:rPr>
              <a:t> </a:t>
            </a:r>
            <a:r>
              <a:rPr lang="en-US" sz="1000" b="0" spc="0" err="1">
                <a:solidFill>
                  <a:schemeClr val="tx1"/>
                </a:solidFill>
                <a:latin typeface="+mn-lt"/>
              </a:rPr>
              <a:t>facerro</a:t>
            </a:r>
            <a:r>
              <a:rPr lang="en-US" sz="1000" b="0" spc="0">
                <a:solidFill>
                  <a:schemeClr val="tx1"/>
                </a:solidFill>
                <a:latin typeface="+mn-lt"/>
              </a:rPr>
              <a:t> que </a:t>
            </a:r>
            <a:r>
              <a:rPr lang="en-US" sz="1000" b="0" spc="0" err="1">
                <a:solidFill>
                  <a:schemeClr val="tx1"/>
                </a:solidFill>
                <a:latin typeface="+mn-lt"/>
              </a:rPr>
              <a:t>vendam</a:t>
            </a:r>
            <a:r>
              <a:rPr lang="en-US" sz="1000" b="0" spc="0">
                <a:solidFill>
                  <a:schemeClr val="tx1"/>
                </a:solidFill>
                <a:latin typeface="+mn-lt"/>
              </a:rPr>
              <a:t>, qui </a:t>
            </a:r>
            <a:r>
              <a:rPr lang="en-US" sz="1000" b="0" spc="0" err="1">
                <a:solidFill>
                  <a:schemeClr val="tx1"/>
                </a:solidFill>
                <a:latin typeface="+mn-lt"/>
              </a:rPr>
              <a:t>ut</a:t>
            </a:r>
            <a:r>
              <a:rPr lang="en-US" sz="1000" b="0" spc="0">
                <a:solidFill>
                  <a:schemeClr val="tx1"/>
                </a:solidFill>
                <a:latin typeface="+mn-lt"/>
              </a:rPr>
              <a:t> </a:t>
            </a:r>
            <a:r>
              <a:rPr lang="en-US" sz="1000" b="0" spc="0" err="1">
                <a:solidFill>
                  <a:schemeClr val="tx1"/>
                </a:solidFill>
                <a:latin typeface="+mn-lt"/>
              </a:rPr>
              <a:t>alibus</a:t>
            </a:r>
            <a:r>
              <a:rPr lang="en-US" sz="1000" b="0" spc="0">
                <a:solidFill>
                  <a:schemeClr val="tx1"/>
                </a:solidFill>
                <a:latin typeface="+mn-lt"/>
              </a:rPr>
              <a:t> </a:t>
            </a:r>
            <a:r>
              <a:rPr lang="en-US" sz="1000" b="0" spc="0" err="1">
                <a:solidFill>
                  <a:schemeClr val="tx1"/>
                </a:solidFill>
                <a:latin typeface="+mn-lt"/>
              </a:rPr>
              <a:t>nos</a:t>
            </a:r>
            <a:r>
              <a:rPr lang="en-US" sz="1000" b="0" spc="0">
                <a:solidFill>
                  <a:schemeClr val="tx1"/>
                </a:solidFill>
                <a:latin typeface="+mn-lt"/>
              </a:rPr>
              <a:t> il </a:t>
            </a:r>
            <a:r>
              <a:rPr lang="en-US" sz="1000" b="0" spc="0" err="1">
                <a:solidFill>
                  <a:schemeClr val="tx1"/>
                </a:solidFill>
                <a:latin typeface="+mn-lt"/>
              </a:rPr>
              <a:t>sitium</a:t>
            </a:r>
            <a:r>
              <a:rPr lang="en-US" sz="1000" b="0" spc="0">
                <a:solidFill>
                  <a:schemeClr val="tx1"/>
                </a:solidFill>
                <a:latin typeface="+mn-lt"/>
              </a:rPr>
              <a:t> que</a:t>
            </a:r>
            <a:r>
              <a:rPr lang="en-US" sz="1000" b="0" spc="0">
                <a:solidFill>
                  <a:srgbClr val="09091C"/>
                </a:solidFill>
                <a:latin typeface="+mn-lt"/>
              </a:rPr>
              <a:t>”​</a:t>
            </a:r>
          </a:p>
          <a:p>
            <a:pPr marL="0" marR="0" lvl="0" indent="0" algn="l" defTabSz="914400" rtl="0" eaLnBrk="1" fontAlgn="base" latinLnBrk="0" hangingPunct="1">
              <a:lnSpc>
                <a:spcPct val="110000"/>
              </a:lnSpc>
              <a:spcBef>
                <a:spcPts val="0"/>
              </a:spcBef>
              <a:spcAft>
                <a:spcPts val="1000"/>
              </a:spcAft>
              <a:buClrTx/>
              <a:buSzTx/>
              <a:buFontTx/>
              <a:buNone/>
              <a:tabLst/>
              <a:defRPr/>
            </a:pPr>
            <a:r>
              <a:rPr kumimoji="0" lang="en-US" sz="1000" b="1" i="0" u="none" strike="noStrike" kern="1200" cap="none" spc="0" normalizeH="0" baseline="0" noProof="0" err="1">
                <a:ln>
                  <a:noFill/>
                </a:ln>
                <a:solidFill>
                  <a:schemeClr val="tx1"/>
                </a:solidFill>
                <a:effectLst/>
                <a:uLnTx/>
                <a:uFillTx/>
                <a:latin typeface="Avenir Next LT Pro"/>
                <a:ea typeface="+mn-ea"/>
                <a:cs typeface="+mn-cs"/>
              </a:rPr>
              <a:t>Firstname</a:t>
            </a:r>
            <a:r>
              <a:rPr kumimoji="0" lang="en-US" sz="1000" b="1" i="0" u="none" strike="noStrike" kern="1200" cap="none" spc="0" normalizeH="0" baseline="0" noProof="0">
                <a:ln>
                  <a:noFill/>
                </a:ln>
                <a:solidFill>
                  <a:schemeClr val="tx1"/>
                </a:solidFill>
                <a:effectLst/>
                <a:uLnTx/>
                <a:uFillTx/>
                <a:latin typeface="Avenir Next LT Pro"/>
                <a:ea typeface="+mn-ea"/>
                <a:cs typeface="+mn-cs"/>
              </a:rPr>
              <a:t> </a:t>
            </a:r>
            <a:r>
              <a:rPr kumimoji="0" lang="en-US" sz="1000" b="1" i="0" u="none" strike="noStrike" kern="1200" cap="none" spc="0" normalizeH="0" baseline="0" noProof="0" err="1">
                <a:ln>
                  <a:noFill/>
                </a:ln>
                <a:solidFill>
                  <a:schemeClr val="tx1"/>
                </a:solidFill>
                <a:effectLst/>
                <a:uLnTx/>
                <a:uFillTx/>
                <a:latin typeface="Avenir Next LT Pro"/>
                <a:ea typeface="+mn-ea"/>
                <a:cs typeface="+mn-cs"/>
              </a:rPr>
              <a:t>Lastname</a:t>
            </a:r>
            <a:r>
              <a:rPr kumimoji="0" lang="en-US" sz="1000" b="0" i="0" u="none" strike="noStrike" kern="1200" cap="none" spc="0" normalizeH="0" baseline="0" noProof="0">
                <a:ln>
                  <a:noFill/>
                </a:ln>
                <a:solidFill>
                  <a:schemeClr val="tx1"/>
                </a:solidFill>
                <a:effectLst/>
                <a:uLnTx/>
                <a:uFillTx/>
                <a:latin typeface="Avenir Next LT Pro"/>
                <a:ea typeface="+mn-ea"/>
                <a:cs typeface="+mn-cs"/>
              </a:rPr>
              <a:t>​  Title, Company</a:t>
            </a:r>
            <a:endParaRPr lang="en-US" sz="1000" b="0" spc="0">
              <a:solidFill>
                <a:schemeClr val="tx1"/>
              </a:solidFill>
              <a:latin typeface="+mn-lt"/>
            </a:endParaRPr>
          </a:p>
        </p:txBody>
      </p:sp>
      <p:sp>
        <p:nvSpPr>
          <p:cNvPr id="26" name="Text Placeholder 25">
            <a:extLst>
              <a:ext uri="{FF2B5EF4-FFF2-40B4-BE49-F238E27FC236}">
                <a16:creationId xmlns:a16="http://schemas.microsoft.com/office/drawing/2014/main" id="{C2347748-DF89-7A0A-1295-8F7F074C1071}"/>
              </a:ext>
            </a:extLst>
          </p:cNvPr>
          <p:cNvSpPr>
            <a:spLocks noGrp="1"/>
          </p:cNvSpPr>
          <p:nvPr>
            <p:ph type="body" sz="quarter" idx="30"/>
          </p:nvPr>
        </p:nvSpPr>
        <p:spPr/>
        <p:txBody>
          <a:bodyPr/>
          <a:lstStyle/>
          <a:p>
            <a:r>
              <a:rPr lang="en-US"/>
              <a:t>Customer</a:t>
            </a:r>
          </a:p>
        </p:txBody>
      </p:sp>
      <p:sp>
        <p:nvSpPr>
          <p:cNvPr id="29" name="Text Placeholder 28">
            <a:extLst>
              <a:ext uri="{FF2B5EF4-FFF2-40B4-BE49-F238E27FC236}">
                <a16:creationId xmlns:a16="http://schemas.microsoft.com/office/drawing/2014/main" id="{CFBA8760-C386-2A16-373F-33AB5A8B8182}"/>
              </a:ext>
            </a:extLst>
          </p:cNvPr>
          <p:cNvSpPr>
            <a:spLocks noGrp="1"/>
          </p:cNvSpPr>
          <p:nvPr>
            <p:ph type="body" sz="quarter" idx="33"/>
          </p:nvPr>
        </p:nvSpPr>
        <p:spPr/>
        <p:txBody>
          <a:bodyPr/>
          <a:lstStyle/>
          <a:p>
            <a:pPr marL="0" indent="0">
              <a:buNone/>
            </a:pPr>
            <a:r>
              <a:rPr lang="en-US"/>
              <a:t>Who is the customer?</a:t>
            </a:r>
          </a:p>
          <a:p>
            <a:pPr marL="0" indent="0">
              <a:buNone/>
            </a:pPr>
            <a:r>
              <a:rPr lang="en-US"/>
              <a:t>What will resonate most </a:t>
            </a:r>
            <a:br>
              <a:rPr lang="en-US"/>
            </a:br>
            <a:r>
              <a:rPr lang="en-US"/>
              <a:t>with people who are in the same industry, facing the </a:t>
            </a:r>
            <a:br>
              <a:rPr lang="en-US"/>
            </a:br>
            <a:r>
              <a:rPr lang="en-US"/>
              <a:t>same customer  challenges, </a:t>
            </a:r>
            <a:br>
              <a:rPr lang="en-US"/>
            </a:br>
            <a:r>
              <a:rPr lang="en-US"/>
              <a:t>or struggling to develop</a:t>
            </a:r>
            <a:br>
              <a:rPr lang="en-US"/>
            </a:br>
            <a:r>
              <a:rPr lang="en-US"/>
              <a:t>similar solutions?</a:t>
            </a:r>
          </a:p>
        </p:txBody>
      </p:sp>
      <p:sp>
        <p:nvSpPr>
          <p:cNvPr id="27" name="Text Placeholder 26">
            <a:extLst>
              <a:ext uri="{FF2B5EF4-FFF2-40B4-BE49-F238E27FC236}">
                <a16:creationId xmlns:a16="http://schemas.microsoft.com/office/drawing/2014/main" id="{4DB9739F-C42E-0459-5361-4BF8BDB0B1EE}"/>
              </a:ext>
            </a:extLst>
          </p:cNvPr>
          <p:cNvSpPr>
            <a:spLocks noGrp="1"/>
          </p:cNvSpPr>
          <p:nvPr>
            <p:ph type="body" sz="quarter" idx="31"/>
          </p:nvPr>
        </p:nvSpPr>
        <p:spPr/>
        <p:txBody>
          <a:bodyPr/>
          <a:lstStyle/>
          <a:p>
            <a:r>
              <a:rPr lang="en-US"/>
              <a:t>Solutions</a:t>
            </a:r>
          </a:p>
        </p:txBody>
      </p:sp>
      <p:sp>
        <p:nvSpPr>
          <p:cNvPr id="30" name="Text Placeholder 29">
            <a:extLst>
              <a:ext uri="{FF2B5EF4-FFF2-40B4-BE49-F238E27FC236}">
                <a16:creationId xmlns:a16="http://schemas.microsoft.com/office/drawing/2014/main" id="{BBFFA8C4-CE22-988E-33CA-EB020E8A5519}"/>
              </a:ext>
            </a:extLst>
          </p:cNvPr>
          <p:cNvSpPr>
            <a:spLocks noGrp="1"/>
          </p:cNvSpPr>
          <p:nvPr>
            <p:ph type="body" sz="quarter" idx="34"/>
          </p:nvPr>
        </p:nvSpPr>
        <p:spPr/>
        <p:txBody>
          <a:bodyPr/>
          <a:lstStyle/>
          <a:p>
            <a:pPr marL="0" indent="0">
              <a:buNone/>
            </a:pPr>
            <a:r>
              <a:rPr lang="en-US"/>
              <a:t>Customer experience improvements</a:t>
            </a:r>
          </a:p>
        </p:txBody>
      </p:sp>
      <p:sp>
        <p:nvSpPr>
          <p:cNvPr id="28" name="Text Placeholder 27">
            <a:extLst>
              <a:ext uri="{FF2B5EF4-FFF2-40B4-BE49-F238E27FC236}">
                <a16:creationId xmlns:a16="http://schemas.microsoft.com/office/drawing/2014/main" id="{CCC5A3E1-BD9B-B0F4-0B52-2FD7335D35E0}"/>
              </a:ext>
            </a:extLst>
          </p:cNvPr>
          <p:cNvSpPr>
            <a:spLocks noGrp="1"/>
          </p:cNvSpPr>
          <p:nvPr>
            <p:ph type="body" sz="quarter" idx="32"/>
          </p:nvPr>
        </p:nvSpPr>
        <p:spPr/>
        <p:txBody>
          <a:bodyPr/>
          <a:lstStyle/>
          <a:p>
            <a:r>
              <a:rPr lang="en-US"/>
              <a:t>Platforms</a:t>
            </a:r>
          </a:p>
        </p:txBody>
      </p:sp>
      <p:sp>
        <p:nvSpPr>
          <p:cNvPr id="31" name="Text Placeholder 30">
            <a:extLst>
              <a:ext uri="{FF2B5EF4-FFF2-40B4-BE49-F238E27FC236}">
                <a16:creationId xmlns:a16="http://schemas.microsoft.com/office/drawing/2014/main" id="{2BF0673E-41D6-F902-5AE1-7D1E81982FF2}"/>
              </a:ext>
            </a:extLst>
          </p:cNvPr>
          <p:cNvSpPr>
            <a:spLocks noGrp="1"/>
          </p:cNvSpPr>
          <p:nvPr>
            <p:ph type="body" sz="quarter" idx="35"/>
          </p:nvPr>
        </p:nvSpPr>
        <p:spPr/>
        <p:txBody>
          <a:bodyPr/>
          <a:lstStyle/>
          <a:p>
            <a:pPr marL="0" indent="0">
              <a:buNone/>
            </a:pPr>
            <a:r>
              <a:rPr lang="en-US"/>
              <a:t>Microsoft Azure</a:t>
            </a:r>
          </a:p>
          <a:p>
            <a:pPr marL="0" indent="0">
              <a:buNone/>
            </a:pPr>
            <a:r>
              <a:rPr lang="en-US"/>
              <a:t>Redis</a:t>
            </a:r>
          </a:p>
          <a:p>
            <a:pPr marL="0" indent="0">
              <a:buNone/>
            </a:pPr>
            <a:r>
              <a:rPr lang="en-US"/>
              <a:t>React</a:t>
            </a:r>
          </a:p>
        </p:txBody>
      </p:sp>
      <p:pic>
        <p:nvPicPr>
          <p:cNvPr id="43" name="Picture Placeholder 42" descr="A farm vehicle working in a field">
            <a:extLst>
              <a:ext uri="{FF2B5EF4-FFF2-40B4-BE49-F238E27FC236}">
                <a16:creationId xmlns:a16="http://schemas.microsoft.com/office/drawing/2014/main" id="{23D68B1B-476E-4C03-34F3-CDA12A6345E8}"/>
              </a:ext>
            </a:extLst>
          </p:cNvPr>
          <p:cNvPicPr>
            <a:picLocks noGrp="1" noChangeAspect="1" noChangeArrowheads="1"/>
          </p:cNvPicPr>
          <p:nvPr>
            <p:ph type="pic" sz="quarter" idx="24"/>
          </p:nvPr>
        </p:nvPicPr>
        <p:blipFill rotWithShape="1">
          <a:blip r:embed="rId3" cstate="email">
            <a:extLst>
              <a:ext uri="{28A0092B-C50C-407E-A947-70E740481C1C}">
                <a14:useLocalDpi xmlns:a14="http://schemas.microsoft.com/office/drawing/2010/main"/>
              </a:ext>
            </a:extLst>
          </a:blip>
          <a:srcRect/>
          <a:stretch/>
        </p:blipFill>
        <p:spPr/>
      </p:pic>
      <p:sp>
        <p:nvSpPr>
          <p:cNvPr id="3" name="Footer Placeholder 2">
            <a:extLst>
              <a:ext uri="{FF2B5EF4-FFF2-40B4-BE49-F238E27FC236}">
                <a16:creationId xmlns:a16="http://schemas.microsoft.com/office/drawing/2014/main" id="{AF1BF6B3-3BAD-25EA-B97C-3916C13F5E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2" name="Date Placeholder 1">
            <a:extLst>
              <a:ext uri="{FF2B5EF4-FFF2-40B4-BE49-F238E27FC236}">
                <a16:creationId xmlns:a16="http://schemas.microsoft.com/office/drawing/2014/main" id="{5825FDE7-02A9-92F1-D884-C14FD9433F57}"/>
              </a:ext>
              <a:ext uri="{C183D7F6-B498-43B3-948B-1728B52AA6E4}">
                <adec:decorative xmlns:adec="http://schemas.microsoft.com/office/drawing/2017/decorative" val="1"/>
              </a:ext>
            </a:extLst>
          </p:cNvPr>
          <p:cNvSpPr>
            <a:spLocks noGrp="1"/>
          </p:cNvSpPr>
          <p:nvPr>
            <p:ph type="dt" sz="half" idx="11"/>
          </p:nvPr>
        </p:nvSpPr>
        <p:spPr/>
        <p:txBody>
          <a:bodyPr/>
          <a:lstStyle/>
          <a:p>
            <a:fld id="{3DB636BF-45D5-4DBD-A0A3-79072AB9CC7C}" type="datetimeyyyy">
              <a:rPr lang="en-US" smtClean="0"/>
              <a:t>2025</a:t>
            </a:fld>
            <a:endParaRPr lang="en-US"/>
          </a:p>
        </p:txBody>
      </p:sp>
      <p:sp>
        <p:nvSpPr>
          <p:cNvPr id="4" name="Slide Number Placeholder 3">
            <a:extLst>
              <a:ext uri="{FF2B5EF4-FFF2-40B4-BE49-F238E27FC236}">
                <a16:creationId xmlns:a16="http://schemas.microsoft.com/office/drawing/2014/main" id="{40EDAB08-A0D3-97A5-8FA1-93FD16657A8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136</a:t>
            </a:fld>
            <a:endParaRPr lang="en-US"/>
          </a:p>
        </p:txBody>
      </p:sp>
      <p:sp>
        <p:nvSpPr>
          <p:cNvPr id="33" name="Rectangle 32">
            <a:extLst>
              <a:ext uri="{FF2B5EF4-FFF2-40B4-BE49-F238E27FC236}">
                <a16:creationId xmlns:a16="http://schemas.microsoft.com/office/drawing/2014/main" id="{050CFAFA-702E-4ABF-71A6-F05ED63048E1}"/>
              </a:ext>
              <a:ext uri="{C183D7F6-B498-43B3-948B-1728B52AA6E4}">
                <adec:decorative xmlns:adec="http://schemas.microsoft.com/office/drawing/2017/decorative" val="1"/>
              </a:ext>
            </a:extLst>
          </p:cNvPr>
          <p:cNvSpPr/>
          <p:nvPr/>
        </p:nvSpPr>
        <p:spPr>
          <a:xfrm>
            <a:off x="3225123" y="2933700"/>
            <a:ext cx="168318" cy="195538"/>
          </a:xfrm>
          <a:prstGeom prst="rect">
            <a:avLst/>
          </a:prstGeom>
        </p:spPr>
        <p:txBody>
          <a:bodyPr wrap="none" lIns="0" tIns="0" rIns="45720" bIns="0">
            <a:noAutofit/>
          </a:bodyPr>
          <a:lstStyle/>
          <a:p>
            <a:pPr algn="r" defTabSz="1219170">
              <a:defRPr/>
            </a:pPr>
            <a:r>
              <a:rPr lang="en-US" sz="1200" b="1" spc="-200">
                <a:solidFill>
                  <a:schemeClr val="accent1"/>
                </a:solidFill>
                <a:cs typeface="Avenir Next LT Pro" panose="020B0504020202020204" pitchFamily="34" charset="0"/>
              </a:rPr>
              <a:t>“</a:t>
            </a:r>
            <a:endParaRPr lang="en-US" sz="1200" b="1">
              <a:solidFill>
                <a:schemeClr val="accent1"/>
              </a:solidFill>
            </a:endParaRPr>
          </a:p>
        </p:txBody>
      </p:sp>
      <p:cxnSp>
        <p:nvCxnSpPr>
          <p:cNvPr id="5" name="Straight Connector 4">
            <a:extLst>
              <a:ext uri="{FF2B5EF4-FFF2-40B4-BE49-F238E27FC236}">
                <a16:creationId xmlns:a16="http://schemas.microsoft.com/office/drawing/2014/main" id="{43BA96C0-F026-6BB7-FE1D-F2197D87457A}"/>
              </a:ext>
              <a:ext uri="{C183D7F6-B498-43B3-948B-1728B52AA6E4}">
                <adec:decorative xmlns:adec="http://schemas.microsoft.com/office/drawing/2017/decorative" val="1"/>
              </a:ext>
            </a:extLst>
          </p:cNvPr>
          <p:cNvCxnSpPr>
            <a:cxnSpLocks/>
          </p:cNvCxnSpPr>
          <p:nvPr/>
        </p:nvCxnSpPr>
        <p:spPr>
          <a:xfrm flipH="1">
            <a:off x="3390900" y="4399681"/>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BA1484D-197C-CD2C-CCB1-23BBEE0A4A57}"/>
              </a:ext>
              <a:ext uri="{C183D7F6-B498-43B3-948B-1728B52AA6E4}">
                <adec:decorative xmlns:adec="http://schemas.microsoft.com/office/drawing/2017/decorative" val="1"/>
              </a:ext>
            </a:extLst>
          </p:cNvPr>
          <p:cNvCxnSpPr>
            <a:cxnSpLocks/>
          </p:cNvCxnSpPr>
          <p:nvPr/>
        </p:nvCxnSpPr>
        <p:spPr>
          <a:xfrm flipH="1">
            <a:off x="5270498" y="4399681"/>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C50FD24A-C525-AF0E-A56F-959862222134}"/>
              </a:ext>
              <a:ext uri="{C183D7F6-B498-43B3-948B-1728B52AA6E4}">
                <adec:decorative xmlns:adec="http://schemas.microsoft.com/office/drawing/2017/decorative" val="1"/>
              </a:ext>
            </a:extLst>
          </p:cNvPr>
          <p:cNvCxnSpPr>
            <a:cxnSpLocks/>
          </p:cNvCxnSpPr>
          <p:nvPr/>
        </p:nvCxnSpPr>
        <p:spPr>
          <a:xfrm flipH="1">
            <a:off x="7113195" y="4399681"/>
            <a:ext cx="99180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395361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7B378205-6EF2-6466-FEA9-32395C281D90}"/>
              </a:ext>
            </a:extLst>
          </p:cNvPr>
          <p:cNvSpPr>
            <a:spLocks noGrp="1"/>
          </p:cNvSpPr>
          <p:nvPr>
            <p:ph type="pic" sz="quarter" idx="13"/>
          </p:nvPr>
        </p:nvSpPr>
        <p:spPr/>
        <p:txBody>
          <a:bodyPr/>
          <a:lstStyle/>
          <a:p>
            <a:endParaRPr lang="en-US"/>
          </a:p>
        </p:txBody>
      </p:sp>
      <p:sp>
        <p:nvSpPr>
          <p:cNvPr id="8" name="Title 7">
            <a:extLst>
              <a:ext uri="{FF2B5EF4-FFF2-40B4-BE49-F238E27FC236}">
                <a16:creationId xmlns:a16="http://schemas.microsoft.com/office/drawing/2014/main" id="{052D09F1-99FA-A4F7-2F88-B9AEC22FED13}"/>
              </a:ext>
            </a:extLst>
          </p:cNvPr>
          <p:cNvSpPr>
            <a:spLocks noGrp="1"/>
          </p:cNvSpPr>
          <p:nvPr>
            <p:ph type="title"/>
          </p:nvPr>
        </p:nvSpPr>
        <p:spPr/>
        <p:txBody>
          <a:bodyPr/>
          <a:lstStyle/>
          <a:p>
            <a:r>
              <a:rPr lang="en-US"/>
              <a:t>Compelling headline should highlight the </a:t>
            </a:r>
            <a:r>
              <a:rPr lang="en-US">
                <a:solidFill>
                  <a:schemeClr val="accent1"/>
                </a:solidFill>
              </a:rPr>
              <a:t>customer outcome</a:t>
            </a:r>
          </a:p>
        </p:txBody>
      </p:sp>
      <p:sp>
        <p:nvSpPr>
          <p:cNvPr id="9" name="Text Placeholder 8">
            <a:extLst>
              <a:ext uri="{FF2B5EF4-FFF2-40B4-BE49-F238E27FC236}">
                <a16:creationId xmlns:a16="http://schemas.microsoft.com/office/drawing/2014/main" id="{0277E419-E149-363A-91DF-02F8F3561B22}"/>
              </a:ext>
            </a:extLst>
          </p:cNvPr>
          <p:cNvSpPr>
            <a:spLocks noGrp="1"/>
          </p:cNvSpPr>
          <p:nvPr>
            <p:ph type="body" sz="quarter" idx="23"/>
          </p:nvPr>
        </p:nvSpPr>
        <p:spPr/>
        <p:txBody>
          <a:bodyPr/>
          <a:lstStyle/>
          <a:p>
            <a:pPr marL="0" indent="0">
              <a:buNone/>
            </a:pPr>
            <a:r>
              <a:rPr lang="en-US"/>
              <a:t>Use this space to provide a concise overview of the project. Summarize what we did &amp; why it was so impactful. </a:t>
            </a:r>
          </a:p>
          <a:p>
            <a:pPr marL="0" indent="0">
              <a:buNone/>
            </a:pPr>
            <a:r>
              <a:rPr lang="en-US"/>
              <a:t>Remember to make customer the hero, with Slalom as the trusted advisor that helped them realize their vision.</a:t>
            </a:r>
          </a:p>
          <a:p>
            <a:pPr marL="0" indent="0">
              <a:buNone/>
            </a:pPr>
            <a:r>
              <a:rPr lang="en-US"/>
              <a:t>Vel </a:t>
            </a:r>
            <a:r>
              <a:rPr lang="en-US" err="1"/>
              <a:t>estionseque</a:t>
            </a:r>
            <a:r>
              <a:rPr lang="en-US"/>
              <a:t> is </a:t>
            </a:r>
            <a:r>
              <a:rPr lang="en-US" err="1"/>
              <a:t>ni</a:t>
            </a:r>
            <a:r>
              <a:rPr lang="en-US"/>
              <a:t> </a:t>
            </a:r>
            <a:r>
              <a:rPr lang="en-US" err="1"/>
              <a:t>doloreptatae</a:t>
            </a:r>
            <a:r>
              <a:rPr lang="en-US"/>
              <a:t> </a:t>
            </a:r>
            <a:r>
              <a:rPr lang="en-US" err="1"/>
              <a:t>coreped</a:t>
            </a:r>
            <a:r>
              <a:rPr lang="en-US"/>
              <a:t> es as </a:t>
            </a:r>
            <a:r>
              <a:rPr lang="en-US" err="1"/>
              <a:t>nem</a:t>
            </a:r>
            <a:r>
              <a:rPr lang="en-US"/>
              <a:t> </a:t>
            </a:r>
            <a:r>
              <a:rPr lang="en-US" err="1"/>
              <a:t>ea</a:t>
            </a:r>
            <a:r>
              <a:rPr lang="en-US"/>
              <a:t>  </a:t>
            </a:r>
            <a:r>
              <a:rPr lang="en-US" err="1"/>
              <a:t>coris</a:t>
            </a:r>
            <a:r>
              <a:rPr lang="en-US"/>
              <a:t> quate sim </a:t>
            </a:r>
            <a:r>
              <a:rPr lang="en-US" err="1"/>
              <a:t>entem</a:t>
            </a:r>
            <a:r>
              <a:rPr lang="en-US"/>
              <a:t>. </a:t>
            </a:r>
            <a:r>
              <a:rPr lang="en-US" err="1"/>
              <a:t>Enis</a:t>
            </a:r>
            <a:r>
              <a:rPr lang="en-US"/>
              <a:t> </a:t>
            </a:r>
            <a:r>
              <a:rPr lang="en-US" err="1"/>
              <a:t>quae</a:t>
            </a:r>
            <a:r>
              <a:rPr lang="en-US"/>
              <a:t> con </a:t>
            </a:r>
            <a:r>
              <a:rPr lang="en-US" err="1"/>
              <a:t>conestis</a:t>
            </a:r>
            <a:r>
              <a:rPr lang="en-US"/>
              <a:t> </a:t>
            </a:r>
            <a:r>
              <a:rPr lang="en-US" err="1"/>
              <a:t>dolorep</a:t>
            </a:r>
            <a:r>
              <a:rPr lang="en-US"/>
              <a:t>  </a:t>
            </a:r>
            <a:r>
              <a:rPr lang="en-US" err="1"/>
              <a:t>udanist</a:t>
            </a:r>
            <a:r>
              <a:rPr lang="en-US"/>
              <a:t> </a:t>
            </a:r>
            <a:r>
              <a:rPr lang="en-US" err="1"/>
              <a:t>rument</a:t>
            </a:r>
            <a:r>
              <a:rPr lang="en-US"/>
              <a:t>. </a:t>
            </a:r>
          </a:p>
          <a:p>
            <a:pPr mar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a:t>
            </a:r>
            <a:br>
              <a:rPr lang="en-US"/>
            </a:br>
            <a:r>
              <a:rPr lang="en-US"/>
              <a:t>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br>
              <a:rPr lang="en-US"/>
            </a:b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a:t>
            </a:r>
          </a:p>
        </p:txBody>
      </p:sp>
      <p:sp>
        <p:nvSpPr>
          <p:cNvPr id="2" name="Text Placeholder 1">
            <a:extLst>
              <a:ext uri="{FF2B5EF4-FFF2-40B4-BE49-F238E27FC236}">
                <a16:creationId xmlns:a16="http://schemas.microsoft.com/office/drawing/2014/main" id="{CFEFE1AA-9E96-6D91-292F-3A78913F02AB}"/>
              </a:ext>
            </a:extLst>
          </p:cNvPr>
          <p:cNvSpPr>
            <a:spLocks noGrp="1"/>
          </p:cNvSpPr>
          <p:nvPr>
            <p:ph type="body" sz="quarter" idx="17"/>
          </p:nvPr>
        </p:nvSpPr>
        <p:spPr/>
        <p:txBody>
          <a:bodyPr/>
          <a:lstStyle/>
          <a:p>
            <a:r>
              <a:rPr lang="en-US"/>
              <a:t>CUSTOMER STORY: INDUSTRY</a:t>
            </a:r>
            <a:br>
              <a:rPr lang="en-US"/>
            </a:br>
            <a:r>
              <a:rPr lang="en-US"/>
              <a:t>CONTACT: FIRSTNAME LASTNAME</a:t>
            </a:r>
          </a:p>
        </p:txBody>
      </p:sp>
      <p:sp>
        <p:nvSpPr>
          <p:cNvPr id="19" name="Text Placeholder 102">
            <a:extLst>
              <a:ext uri="{FF2B5EF4-FFF2-40B4-BE49-F238E27FC236}">
                <a16:creationId xmlns:a16="http://schemas.microsoft.com/office/drawing/2014/main" id="{4A1E697E-E494-214D-E15B-3C7DBC4147A5}"/>
              </a:ext>
            </a:extLst>
          </p:cNvPr>
          <p:cNvSpPr txBox="1">
            <a:spLocks/>
          </p:cNvSpPr>
          <p:nvPr/>
        </p:nvSpPr>
        <p:spPr>
          <a:xfrm>
            <a:off x="3390900" y="3425353"/>
            <a:ext cx="1651000" cy="498947"/>
          </a:xfrm>
          <a:prstGeom prst="rect">
            <a:avLst/>
          </a:prstGeom>
        </p:spPr>
        <p:txBody>
          <a:bodyPr vert="horz" wrap="square" lIns="0" tIns="45720" rIns="0" bIns="45720" rtlCol="0">
            <a:noAutofit/>
          </a:bodyPr>
          <a:lstStyle>
            <a:lvl1pPr marL="0" indent="0" algn="l" defTabSz="914400" rtl="0" eaLnBrk="1" latinLnBrk="0" hangingPunct="1">
              <a:lnSpc>
                <a:spcPct val="100000"/>
              </a:lnSpc>
              <a:spcBef>
                <a:spcPts val="750"/>
              </a:spcBef>
              <a:buClr>
                <a:schemeClr val="accent2"/>
              </a:buClr>
              <a:buSzPct val="110000"/>
              <a:buFont typeface="Avenir Next LT Pro" panose="020B0504020202020204" pitchFamily="34" charset="0"/>
              <a:buNone/>
              <a:defRPr lang="en-US" sz="1400" kern="1200" spc="0" baseline="30000" dirty="0">
                <a:solidFill>
                  <a:schemeClr val="accent4"/>
                </a:solidFill>
                <a:latin typeface="+mn-lt"/>
                <a:ea typeface="+mn-ea"/>
                <a:cs typeface="+mn-cs"/>
              </a:defRPr>
            </a:lvl1pPr>
            <a:lvl2pPr marL="323850" indent="-150813"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1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2pPr>
            <a:lvl3pPr marL="457200" indent="-133350"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5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3pPr>
            <a:lvl4pPr marL="590550" indent="-133350"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4pPr>
            <a:lvl5pPr marL="704850" indent="-111125"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00" kern="1200" spc="0" baseline="0" dirty="0">
                <a:solidFill>
                  <a:schemeClr val="accent4"/>
                </a:solidFill>
                <a:latin typeface="Avenir Next LT Pro" panose="020B0504020202020204" pitchFamily="34" charset="0"/>
                <a:ea typeface="+mn-ea"/>
                <a:cs typeface="Avenir Next LT Pro" panose="020B0504020202020204" pitchFamily="34" charset="0"/>
              </a:defRPr>
            </a:lvl5pPr>
            <a:lvl6pPr marL="25146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9pPr>
          </a:lstStyle>
          <a:p>
            <a:pPr>
              <a:lnSpc>
                <a:spcPct val="110000"/>
              </a:lnSpc>
              <a:spcBef>
                <a:spcPts val="0"/>
              </a:spcBef>
              <a:spcAft>
                <a:spcPts val="1000"/>
              </a:spcAft>
              <a:buClr>
                <a:srgbClr val="0C62FB"/>
              </a:buClr>
              <a:defRPr/>
            </a:pPr>
            <a:r>
              <a:rPr lang="en-US" sz="1000" baseline="0">
                <a:solidFill>
                  <a:schemeClr val="tx1"/>
                </a:solidFill>
              </a:rPr>
              <a:t>Connecting with and </a:t>
            </a:r>
            <a:br>
              <a:rPr lang="en-US" sz="1000" baseline="0">
                <a:solidFill>
                  <a:schemeClr val="tx1"/>
                </a:solidFill>
              </a:rPr>
            </a:br>
            <a:r>
              <a:rPr lang="en-US" sz="1000" baseline="0">
                <a:solidFill>
                  <a:schemeClr val="tx1"/>
                </a:solidFill>
              </a:rPr>
              <a:t>enabling dealers</a:t>
            </a:r>
          </a:p>
        </p:txBody>
      </p:sp>
      <p:sp>
        <p:nvSpPr>
          <p:cNvPr id="20" name="Text Placeholder 102">
            <a:extLst>
              <a:ext uri="{FF2B5EF4-FFF2-40B4-BE49-F238E27FC236}">
                <a16:creationId xmlns:a16="http://schemas.microsoft.com/office/drawing/2014/main" id="{AD8BE7C9-CE3D-759D-8611-F4870A46B972}"/>
              </a:ext>
            </a:extLst>
          </p:cNvPr>
          <p:cNvSpPr txBox="1">
            <a:spLocks/>
          </p:cNvSpPr>
          <p:nvPr/>
        </p:nvSpPr>
        <p:spPr>
          <a:xfrm>
            <a:off x="5280833" y="3425353"/>
            <a:ext cx="1640667" cy="498947"/>
          </a:xfrm>
          <a:prstGeom prst="rect">
            <a:avLst/>
          </a:prstGeom>
        </p:spPr>
        <p:txBody>
          <a:bodyPr vert="horz" wrap="square" lIns="0" tIns="45720" rIns="0" bIns="45720" rtlCol="0">
            <a:noAutofit/>
          </a:bodyPr>
          <a:lstStyle>
            <a:lvl1pPr marL="0" indent="0" algn="l" defTabSz="914400" rtl="0" eaLnBrk="1" latinLnBrk="0" hangingPunct="1">
              <a:lnSpc>
                <a:spcPct val="100000"/>
              </a:lnSpc>
              <a:spcBef>
                <a:spcPts val="750"/>
              </a:spcBef>
              <a:buClr>
                <a:schemeClr val="accent2"/>
              </a:buClr>
              <a:buSzPct val="110000"/>
              <a:buFont typeface="Avenir Next LT Pro" panose="020B0504020202020204" pitchFamily="34" charset="0"/>
              <a:buNone/>
              <a:defRPr lang="en-US" sz="1400" kern="1200" spc="0" baseline="30000" dirty="0">
                <a:solidFill>
                  <a:schemeClr val="accent4"/>
                </a:solidFill>
                <a:latin typeface="+mn-lt"/>
                <a:ea typeface="+mn-ea"/>
                <a:cs typeface="+mn-cs"/>
              </a:defRPr>
            </a:lvl1pPr>
            <a:lvl2pPr marL="323850" indent="-150813"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1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2pPr>
            <a:lvl3pPr marL="457200" indent="-133350"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5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3pPr>
            <a:lvl4pPr marL="590550" indent="-133350"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4pPr>
            <a:lvl5pPr marL="704850" indent="-111125"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00" kern="1200" spc="0" baseline="0" dirty="0">
                <a:solidFill>
                  <a:schemeClr val="accent4"/>
                </a:solidFill>
                <a:latin typeface="Avenir Next LT Pro" panose="020B0504020202020204" pitchFamily="34" charset="0"/>
                <a:ea typeface="+mn-ea"/>
                <a:cs typeface="Avenir Next LT Pro" panose="020B0504020202020204" pitchFamily="34" charset="0"/>
              </a:defRPr>
            </a:lvl5pPr>
            <a:lvl6pPr marL="25146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9pPr>
          </a:lstStyle>
          <a:p>
            <a:pPr>
              <a:lnSpc>
                <a:spcPct val="110000"/>
              </a:lnSpc>
              <a:spcBef>
                <a:spcPts val="0"/>
              </a:spcBef>
              <a:spcAft>
                <a:spcPts val="1000"/>
              </a:spcAft>
              <a:buClr>
                <a:srgbClr val="0C62FB"/>
              </a:buClr>
              <a:defRPr/>
            </a:pPr>
            <a:r>
              <a:rPr lang="en-US" sz="1000" baseline="0">
                <a:solidFill>
                  <a:schemeClr val="tx1"/>
                </a:solidFill>
              </a:rPr>
              <a:t>Seamless connectivity with </a:t>
            </a:r>
            <a:br>
              <a:rPr lang="en-US" sz="1000" baseline="0">
                <a:solidFill>
                  <a:schemeClr val="tx1"/>
                </a:solidFill>
              </a:rPr>
            </a:br>
            <a:r>
              <a:rPr lang="en-US" sz="1000" baseline="0">
                <a:solidFill>
                  <a:schemeClr val="tx1"/>
                </a:solidFill>
              </a:rPr>
              <a:t>a common user experience</a:t>
            </a:r>
          </a:p>
        </p:txBody>
      </p:sp>
      <p:sp>
        <p:nvSpPr>
          <p:cNvPr id="21" name="Text Placeholder 102">
            <a:extLst>
              <a:ext uri="{FF2B5EF4-FFF2-40B4-BE49-F238E27FC236}">
                <a16:creationId xmlns:a16="http://schemas.microsoft.com/office/drawing/2014/main" id="{DBA7E1FC-DB4F-B8AA-A957-C75F74FBABCD}"/>
              </a:ext>
            </a:extLst>
          </p:cNvPr>
          <p:cNvSpPr txBox="1">
            <a:spLocks/>
          </p:cNvSpPr>
          <p:nvPr/>
        </p:nvSpPr>
        <p:spPr>
          <a:xfrm>
            <a:off x="7160431" y="3425353"/>
            <a:ext cx="929469" cy="498947"/>
          </a:xfrm>
          <a:prstGeom prst="rect">
            <a:avLst/>
          </a:prstGeom>
        </p:spPr>
        <p:txBody>
          <a:bodyPr vert="horz" wrap="square" lIns="0" tIns="45720" rIns="0" bIns="45720" rtlCol="0">
            <a:noAutofit/>
          </a:bodyPr>
          <a:lstStyle>
            <a:lvl1pPr marL="0" indent="0" algn="l" defTabSz="914400" rtl="0" eaLnBrk="1" latinLnBrk="0" hangingPunct="1">
              <a:lnSpc>
                <a:spcPct val="100000"/>
              </a:lnSpc>
              <a:spcBef>
                <a:spcPts val="750"/>
              </a:spcBef>
              <a:buClr>
                <a:schemeClr val="accent2"/>
              </a:buClr>
              <a:buSzPct val="110000"/>
              <a:buFont typeface="Avenir Next LT Pro" panose="020B0504020202020204" pitchFamily="34" charset="0"/>
              <a:buNone/>
              <a:defRPr lang="en-US" sz="1400" kern="1200" spc="0" baseline="30000" dirty="0">
                <a:solidFill>
                  <a:schemeClr val="accent4"/>
                </a:solidFill>
                <a:latin typeface="+mn-lt"/>
                <a:ea typeface="+mn-ea"/>
                <a:cs typeface="+mn-cs"/>
              </a:defRPr>
            </a:lvl1pPr>
            <a:lvl2pPr marL="323850" indent="-150813"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1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2pPr>
            <a:lvl3pPr marL="457200" indent="-133350"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5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3pPr>
            <a:lvl4pPr marL="590550" indent="-133350"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4pPr>
            <a:lvl5pPr marL="704850" indent="-111125" algn="l" defTabSz="914400" rtl="0" eaLnBrk="1" latinLnBrk="0" hangingPunct="1">
              <a:lnSpc>
                <a:spcPct val="100000"/>
              </a:lnSpc>
              <a:spcBef>
                <a:spcPts val="750"/>
              </a:spcBef>
              <a:buClr>
                <a:schemeClr val="accent2"/>
              </a:buClr>
              <a:buSzPct val="110000"/>
              <a:buFont typeface="Avenir Next LT Pro" panose="020B0504020202020204" pitchFamily="34" charset="0"/>
              <a:buChar char="•"/>
              <a:defRPr lang="en-US" sz="1000" kern="1200" spc="0" baseline="0" dirty="0">
                <a:solidFill>
                  <a:schemeClr val="accent4"/>
                </a:solidFill>
                <a:latin typeface="Avenir Next LT Pro" panose="020B0504020202020204" pitchFamily="34" charset="0"/>
                <a:ea typeface="+mn-ea"/>
                <a:cs typeface="Avenir Next LT Pro" panose="020B0504020202020204" pitchFamily="34" charset="0"/>
              </a:defRPr>
            </a:lvl5pPr>
            <a:lvl6pPr marL="25146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venir Next LT Pro" panose="020B0504020202020204" pitchFamily="34" charset="0"/>
              <a:buChar char="•"/>
              <a:defRPr sz="2000" kern="1200">
                <a:solidFill>
                  <a:schemeClr val="tx1"/>
                </a:solidFill>
                <a:latin typeface="+mn-lt"/>
                <a:ea typeface="+mn-ea"/>
                <a:cs typeface="+mn-cs"/>
              </a:defRPr>
            </a:lvl9pPr>
          </a:lstStyle>
          <a:p>
            <a:pPr>
              <a:lnSpc>
                <a:spcPct val="110000"/>
              </a:lnSpc>
              <a:spcBef>
                <a:spcPts val="0"/>
              </a:spcBef>
              <a:spcAft>
                <a:spcPts val="1000"/>
              </a:spcAft>
              <a:buClr>
                <a:srgbClr val="0C62FB"/>
              </a:buClr>
              <a:defRPr/>
            </a:pPr>
            <a:r>
              <a:rPr lang="en-US" sz="1000" baseline="0">
                <a:solidFill>
                  <a:schemeClr val="tx1"/>
                </a:solidFill>
              </a:rPr>
              <a:t>Leading </a:t>
            </a:r>
            <a:br>
              <a:rPr lang="en-US" sz="1000" baseline="0">
                <a:solidFill>
                  <a:schemeClr val="tx1"/>
                </a:solidFill>
              </a:rPr>
            </a:br>
            <a:r>
              <a:rPr lang="en-US" sz="1000" baseline="0">
                <a:solidFill>
                  <a:schemeClr val="tx1"/>
                </a:solidFill>
              </a:rPr>
              <a:t>technologies</a:t>
            </a:r>
          </a:p>
        </p:txBody>
      </p:sp>
      <p:sp>
        <p:nvSpPr>
          <p:cNvPr id="10" name="Text Placeholder 9">
            <a:extLst>
              <a:ext uri="{FF2B5EF4-FFF2-40B4-BE49-F238E27FC236}">
                <a16:creationId xmlns:a16="http://schemas.microsoft.com/office/drawing/2014/main" id="{61C73BF8-A4D8-0F39-8295-B7F993F941AD}"/>
              </a:ext>
            </a:extLst>
          </p:cNvPr>
          <p:cNvSpPr>
            <a:spLocks noGrp="1"/>
          </p:cNvSpPr>
          <p:nvPr>
            <p:ph type="body" sz="quarter" idx="30"/>
          </p:nvPr>
        </p:nvSpPr>
        <p:spPr/>
        <p:txBody>
          <a:bodyPr/>
          <a:lstStyle/>
          <a:p>
            <a:r>
              <a:rPr lang="en-US"/>
              <a:t>Customer</a:t>
            </a:r>
          </a:p>
        </p:txBody>
      </p:sp>
      <p:sp>
        <p:nvSpPr>
          <p:cNvPr id="13" name="Text Placeholder 12">
            <a:extLst>
              <a:ext uri="{FF2B5EF4-FFF2-40B4-BE49-F238E27FC236}">
                <a16:creationId xmlns:a16="http://schemas.microsoft.com/office/drawing/2014/main" id="{273EA39B-3BC9-DF27-799E-0F71B3903CE6}"/>
              </a:ext>
            </a:extLst>
          </p:cNvPr>
          <p:cNvSpPr>
            <a:spLocks noGrp="1"/>
          </p:cNvSpPr>
          <p:nvPr>
            <p:ph type="body" sz="quarter" idx="33"/>
          </p:nvPr>
        </p:nvSpPr>
        <p:spPr>
          <a:xfrm>
            <a:off x="3390900" y="4475720"/>
            <a:ext cx="1651000" cy="1810780"/>
          </a:xfrm>
        </p:spPr>
        <p:txBody>
          <a:bodyPr/>
          <a:lstStyle/>
          <a:p>
            <a:pPr marL="0" indent="0">
              <a:buNone/>
            </a:pPr>
            <a:r>
              <a:rPr lang="en-US"/>
              <a:t>The world’s leading manufacturer of window coverings. Their strength is their ability to develop innovative, high quality, proprietary products that can be found in millions of homes and buildings around the globe.</a:t>
            </a:r>
          </a:p>
        </p:txBody>
      </p:sp>
      <p:sp>
        <p:nvSpPr>
          <p:cNvPr id="11" name="Text Placeholder 10">
            <a:extLst>
              <a:ext uri="{FF2B5EF4-FFF2-40B4-BE49-F238E27FC236}">
                <a16:creationId xmlns:a16="http://schemas.microsoft.com/office/drawing/2014/main" id="{67D9266D-D81E-A3D7-18FA-774F4BB98B41}"/>
              </a:ext>
            </a:extLst>
          </p:cNvPr>
          <p:cNvSpPr>
            <a:spLocks noGrp="1"/>
          </p:cNvSpPr>
          <p:nvPr>
            <p:ph type="body" sz="quarter" idx="31"/>
          </p:nvPr>
        </p:nvSpPr>
        <p:spPr/>
        <p:txBody>
          <a:bodyPr/>
          <a:lstStyle/>
          <a:p>
            <a:r>
              <a:rPr lang="en-US"/>
              <a:t>Solutions</a:t>
            </a:r>
          </a:p>
        </p:txBody>
      </p:sp>
      <p:sp>
        <p:nvSpPr>
          <p:cNvPr id="14" name="Text Placeholder 13">
            <a:extLst>
              <a:ext uri="{FF2B5EF4-FFF2-40B4-BE49-F238E27FC236}">
                <a16:creationId xmlns:a16="http://schemas.microsoft.com/office/drawing/2014/main" id="{5F7F9548-7749-1EFA-7290-BB8E36B7B359}"/>
              </a:ext>
            </a:extLst>
          </p:cNvPr>
          <p:cNvSpPr>
            <a:spLocks noGrp="1"/>
          </p:cNvSpPr>
          <p:nvPr>
            <p:ph type="body" sz="quarter" idx="34"/>
          </p:nvPr>
        </p:nvSpPr>
        <p:spPr>
          <a:xfrm>
            <a:off x="5280833" y="4475720"/>
            <a:ext cx="1640665" cy="1810780"/>
          </a:xfrm>
        </p:spPr>
        <p:txBody>
          <a:bodyPr/>
          <a:lstStyle/>
          <a:p>
            <a:pPr marL="0" indent="0">
              <a:buNone/>
            </a:pPr>
            <a:r>
              <a:rPr lang="en-US"/>
              <a:t>User research</a:t>
            </a:r>
          </a:p>
          <a:p>
            <a:pPr marL="0" indent="0">
              <a:buNone/>
            </a:pPr>
            <a:r>
              <a:rPr lang="en-US"/>
              <a:t>Customer experience</a:t>
            </a:r>
          </a:p>
          <a:p>
            <a:pPr marL="0" indent="0">
              <a:buNone/>
            </a:pPr>
            <a:r>
              <a:rPr lang="en-US"/>
              <a:t>Salesforce Community Cloud</a:t>
            </a:r>
          </a:p>
          <a:p>
            <a:pPr marL="0" indent="0">
              <a:buNone/>
            </a:pPr>
            <a:r>
              <a:rPr lang="en-US"/>
              <a:t>iOS app development</a:t>
            </a:r>
          </a:p>
          <a:p>
            <a:pPr marL="0" indent="0">
              <a:buNone/>
            </a:pPr>
            <a:r>
              <a:rPr lang="en-US"/>
              <a:t>Data and analytics</a:t>
            </a:r>
          </a:p>
          <a:p>
            <a:pPr marL="0" indent="0">
              <a:buNone/>
            </a:pPr>
            <a:r>
              <a:rPr lang="en-US"/>
              <a:t>Agile methodology (PEM)</a:t>
            </a:r>
          </a:p>
        </p:txBody>
      </p:sp>
      <p:sp>
        <p:nvSpPr>
          <p:cNvPr id="12" name="Text Placeholder 11">
            <a:extLst>
              <a:ext uri="{FF2B5EF4-FFF2-40B4-BE49-F238E27FC236}">
                <a16:creationId xmlns:a16="http://schemas.microsoft.com/office/drawing/2014/main" id="{1511D2B9-D502-B790-B984-59DFE231B5F9}"/>
              </a:ext>
            </a:extLst>
          </p:cNvPr>
          <p:cNvSpPr>
            <a:spLocks noGrp="1"/>
          </p:cNvSpPr>
          <p:nvPr>
            <p:ph type="body" sz="quarter" idx="32"/>
          </p:nvPr>
        </p:nvSpPr>
        <p:spPr>
          <a:xfrm>
            <a:off x="7160431" y="4120154"/>
            <a:ext cx="929469" cy="195539"/>
          </a:xfrm>
        </p:spPr>
        <p:txBody>
          <a:bodyPr/>
          <a:lstStyle/>
          <a:p>
            <a:r>
              <a:rPr lang="en-US"/>
              <a:t>Platforms</a:t>
            </a:r>
          </a:p>
        </p:txBody>
      </p:sp>
      <p:sp>
        <p:nvSpPr>
          <p:cNvPr id="15" name="Text Placeholder 14">
            <a:extLst>
              <a:ext uri="{FF2B5EF4-FFF2-40B4-BE49-F238E27FC236}">
                <a16:creationId xmlns:a16="http://schemas.microsoft.com/office/drawing/2014/main" id="{F7505385-E7FF-5A01-35CE-110FCA7DC8AB}"/>
              </a:ext>
            </a:extLst>
          </p:cNvPr>
          <p:cNvSpPr>
            <a:spLocks noGrp="1"/>
          </p:cNvSpPr>
          <p:nvPr>
            <p:ph type="body" sz="quarter" idx="35"/>
          </p:nvPr>
        </p:nvSpPr>
        <p:spPr/>
        <p:txBody>
          <a:bodyPr/>
          <a:lstStyle/>
          <a:p>
            <a:pPr marL="0" indent="0">
              <a:buNone/>
            </a:pPr>
            <a:r>
              <a:rPr lang="en-US"/>
              <a:t>Salesforce</a:t>
            </a:r>
          </a:p>
          <a:p>
            <a:pPr marL="0" indent="0">
              <a:buNone/>
            </a:pPr>
            <a:r>
              <a:rPr lang="en-US"/>
              <a:t>iOS</a:t>
            </a:r>
          </a:p>
          <a:p>
            <a:pPr marL="0" indent="0">
              <a:buNone/>
            </a:pPr>
            <a:r>
              <a:rPr lang="en-US"/>
              <a:t>SAP</a:t>
            </a:r>
          </a:p>
        </p:txBody>
      </p:sp>
      <p:pic>
        <p:nvPicPr>
          <p:cNvPr id="17" name="Picture Placeholder 16" descr="A bridge over water">
            <a:extLst>
              <a:ext uri="{FF2B5EF4-FFF2-40B4-BE49-F238E27FC236}">
                <a16:creationId xmlns:a16="http://schemas.microsoft.com/office/drawing/2014/main" id="{89201A60-4CE0-1B74-8F56-BE9A4FFE3ED4}"/>
              </a:ext>
            </a:extLst>
          </p:cNvPr>
          <p:cNvPicPr>
            <a:picLocks noGrp="1" noChangeAspect="1" noChangeArrowheads="1"/>
          </p:cNvPicPr>
          <p:nvPr>
            <p:ph type="pic" sz="quarter" idx="24"/>
          </p:nvPr>
        </p:nvPicPr>
        <p:blipFill rotWithShape="1">
          <a:blip r:embed="rId2" cstate="email">
            <a:extLst>
              <a:ext uri="{28A0092B-C50C-407E-A947-70E740481C1C}">
                <a14:useLocalDpi xmlns:a14="http://schemas.microsoft.com/office/drawing/2010/main"/>
              </a:ext>
            </a:extLst>
          </a:blip>
          <a:srcRect r="-2"/>
          <a:stretch/>
        </p:blipFill>
        <p:spPr/>
      </p:pic>
      <p:sp>
        <p:nvSpPr>
          <p:cNvPr id="4" name="Footer Placeholder 3">
            <a:extLst>
              <a:ext uri="{FF2B5EF4-FFF2-40B4-BE49-F238E27FC236}">
                <a16:creationId xmlns:a16="http://schemas.microsoft.com/office/drawing/2014/main" id="{DBAF25D4-3756-6361-AA81-BE0BBEA3CE5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Date Placeholder 4">
            <a:extLst>
              <a:ext uri="{FF2B5EF4-FFF2-40B4-BE49-F238E27FC236}">
                <a16:creationId xmlns:a16="http://schemas.microsoft.com/office/drawing/2014/main" id="{DE088151-6534-F881-B226-1ADFAB4B5DA6}"/>
              </a:ext>
              <a:ext uri="{C183D7F6-B498-43B3-948B-1728B52AA6E4}">
                <adec:decorative xmlns:adec="http://schemas.microsoft.com/office/drawing/2017/decorative" val="1"/>
              </a:ext>
            </a:extLst>
          </p:cNvPr>
          <p:cNvSpPr>
            <a:spLocks noGrp="1"/>
          </p:cNvSpPr>
          <p:nvPr>
            <p:ph type="dt" sz="half" idx="11"/>
          </p:nvPr>
        </p:nvSpPr>
        <p:spPr/>
        <p:txBody>
          <a:bodyPr/>
          <a:lstStyle/>
          <a:p>
            <a:fld id="{9660E97F-91A6-4266-949B-EEB2E6C07B4C}" type="datetimeyyyy">
              <a:rPr lang="en-US" smtClean="0"/>
              <a:t>2025</a:t>
            </a:fld>
            <a:endParaRPr lang="en-US"/>
          </a:p>
        </p:txBody>
      </p:sp>
      <p:sp>
        <p:nvSpPr>
          <p:cNvPr id="6" name="Slide Number Placeholder 5">
            <a:extLst>
              <a:ext uri="{FF2B5EF4-FFF2-40B4-BE49-F238E27FC236}">
                <a16:creationId xmlns:a16="http://schemas.microsoft.com/office/drawing/2014/main" id="{7669522B-EB63-1C74-0DCC-99BCDAE369C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137</a:t>
            </a:fld>
            <a:endParaRPr lang="en-US"/>
          </a:p>
        </p:txBody>
      </p:sp>
      <p:pic>
        <p:nvPicPr>
          <p:cNvPr id="26" name="Graphic 25">
            <a:extLst>
              <a:ext uri="{FF2B5EF4-FFF2-40B4-BE49-F238E27FC236}">
                <a16:creationId xmlns:a16="http://schemas.microsoft.com/office/drawing/2014/main" id="{0F675BCB-E701-9CCF-9F98-6A881676D256}"/>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80833" y="2944413"/>
            <a:ext cx="457200" cy="457200"/>
          </a:xfrm>
          <a:prstGeom prst="rect">
            <a:avLst/>
          </a:prstGeom>
        </p:spPr>
      </p:pic>
      <p:pic>
        <p:nvPicPr>
          <p:cNvPr id="27" name="Graphic 26">
            <a:extLst>
              <a:ext uri="{FF2B5EF4-FFF2-40B4-BE49-F238E27FC236}">
                <a16:creationId xmlns:a16="http://schemas.microsoft.com/office/drawing/2014/main" id="{3088968A-3D40-425C-CD51-9A62FB185E39}"/>
              </a:ext>
              <a:ext uri="{C183D7F6-B498-43B3-948B-1728B52AA6E4}">
                <adec:decorative xmlns:adec="http://schemas.microsoft.com/office/drawing/2017/decorative" val="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90900" y="2944413"/>
            <a:ext cx="457200" cy="457200"/>
          </a:xfrm>
          <a:prstGeom prst="rect">
            <a:avLst/>
          </a:prstGeom>
        </p:spPr>
      </p:pic>
      <p:pic>
        <p:nvPicPr>
          <p:cNvPr id="25" name="Graphic 24">
            <a:extLst>
              <a:ext uri="{FF2B5EF4-FFF2-40B4-BE49-F238E27FC236}">
                <a16:creationId xmlns:a16="http://schemas.microsoft.com/office/drawing/2014/main" id="{A40D61A2-FBE9-DDEA-F9C3-64D130CC3265}"/>
              </a:ext>
              <a:ext uri="{C183D7F6-B498-43B3-948B-1728B52AA6E4}">
                <adec:decorative xmlns:adec="http://schemas.microsoft.com/office/drawing/2017/decorative" val="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074120" y="2944413"/>
            <a:ext cx="457200" cy="457200"/>
          </a:xfrm>
          <a:prstGeom prst="rect">
            <a:avLst/>
          </a:prstGeom>
        </p:spPr>
      </p:pic>
      <p:cxnSp>
        <p:nvCxnSpPr>
          <p:cNvPr id="3" name="Straight Connector 2">
            <a:extLst>
              <a:ext uri="{FF2B5EF4-FFF2-40B4-BE49-F238E27FC236}">
                <a16:creationId xmlns:a16="http://schemas.microsoft.com/office/drawing/2014/main" id="{766458F6-5785-A3CE-49AE-C6F18F07CD33}"/>
              </a:ext>
              <a:ext uri="{C183D7F6-B498-43B3-948B-1728B52AA6E4}">
                <adec:decorative xmlns:adec="http://schemas.microsoft.com/office/drawing/2017/decorative" val="1"/>
              </a:ext>
            </a:extLst>
          </p:cNvPr>
          <p:cNvCxnSpPr>
            <a:cxnSpLocks/>
          </p:cNvCxnSpPr>
          <p:nvPr/>
        </p:nvCxnSpPr>
        <p:spPr>
          <a:xfrm flipH="1">
            <a:off x="3390900" y="4399681"/>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1B0A31F-B60C-B281-09F7-52E37DD8B41C}"/>
              </a:ext>
              <a:ext uri="{C183D7F6-B498-43B3-948B-1728B52AA6E4}">
                <adec:decorative xmlns:adec="http://schemas.microsoft.com/office/drawing/2017/decorative" val="1"/>
              </a:ext>
            </a:extLst>
          </p:cNvPr>
          <p:cNvCxnSpPr>
            <a:cxnSpLocks/>
          </p:cNvCxnSpPr>
          <p:nvPr/>
        </p:nvCxnSpPr>
        <p:spPr>
          <a:xfrm flipH="1">
            <a:off x="5270498" y="4399681"/>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F91DFB9-74F2-64E8-1A23-B6E0E42B1C9C}"/>
              </a:ext>
              <a:ext uri="{C183D7F6-B498-43B3-948B-1728B52AA6E4}">
                <adec:decorative xmlns:adec="http://schemas.microsoft.com/office/drawing/2017/decorative" val="1"/>
              </a:ext>
            </a:extLst>
          </p:cNvPr>
          <p:cNvCxnSpPr>
            <a:cxnSpLocks/>
          </p:cNvCxnSpPr>
          <p:nvPr/>
        </p:nvCxnSpPr>
        <p:spPr>
          <a:xfrm flipH="1">
            <a:off x="7113195" y="4399681"/>
            <a:ext cx="99180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708527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7B378205-6EF2-6466-FEA9-32395C281D90}"/>
              </a:ext>
            </a:extLst>
          </p:cNvPr>
          <p:cNvSpPr>
            <a:spLocks noGrp="1"/>
          </p:cNvSpPr>
          <p:nvPr>
            <p:ph type="pic" sz="quarter" idx="13"/>
          </p:nvPr>
        </p:nvSpPr>
        <p:spPr>
          <a:xfrm>
            <a:off x="561162" y="209550"/>
            <a:ext cx="2590801" cy="361950"/>
          </a:xfrm>
        </p:spPr>
        <p:txBody>
          <a:bodyPr/>
          <a:lstStyle/>
          <a:p>
            <a:endParaRPr lang="en-US"/>
          </a:p>
        </p:txBody>
      </p:sp>
      <p:sp>
        <p:nvSpPr>
          <p:cNvPr id="10" name="Text Placeholder 9">
            <a:extLst>
              <a:ext uri="{FF2B5EF4-FFF2-40B4-BE49-F238E27FC236}">
                <a16:creationId xmlns:a16="http://schemas.microsoft.com/office/drawing/2014/main" id="{61C73BF8-A4D8-0F39-8295-B7F993F941AD}"/>
              </a:ext>
            </a:extLst>
          </p:cNvPr>
          <p:cNvSpPr>
            <a:spLocks noGrp="1"/>
          </p:cNvSpPr>
          <p:nvPr>
            <p:ph type="body" sz="quarter" idx="30"/>
          </p:nvPr>
        </p:nvSpPr>
        <p:spPr>
          <a:xfrm>
            <a:off x="4330698" y="2310677"/>
            <a:ext cx="1651002" cy="195539"/>
          </a:xfrm>
        </p:spPr>
        <p:txBody>
          <a:bodyPr/>
          <a:lstStyle/>
          <a:p>
            <a:r>
              <a:rPr lang="en-US" sz="1100"/>
              <a:t>People</a:t>
            </a:r>
          </a:p>
        </p:txBody>
      </p:sp>
      <p:sp>
        <p:nvSpPr>
          <p:cNvPr id="9" name="Text Placeholder 8">
            <a:extLst>
              <a:ext uri="{FF2B5EF4-FFF2-40B4-BE49-F238E27FC236}">
                <a16:creationId xmlns:a16="http://schemas.microsoft.com/office/drawing/2014/main" id="{0277E419-E149-363A-91DF-02F8F3561B22}"/>
              </a:ext>
            </a:extLst>
          </p:cNvPr>
          <p:cNvSpPr>
            <a:spLocks noGrp="1"/>
          </p:cNvSpPr>
          <p:nvPr>
            <p:ph type="body" sz="quarter" idx="23"/>
          </p:nvPr>
        </p:nvSpPr>
        <p:spPr>
          <a:xfrm>
            <a:off x="585195" y="2304660"/>
            <a:ext cx="2815989" cy="3072066"/>
          </a:xfrm>
        </p:spPr>
        <p:txBody>
          <a:bodyPr/>
          <a:lstStyle/>
          <a:p>
            <a:pPr marL="0" indent="0">
              <a:buNone/>
            </a:pPr>
            <a:r>
              <a:rPr lang="en-US"/>
              <a:t>Use this space to provide a concise overview of the project. Summarize what we did &amp; why it was so impactful. </a:t>
            </a:r>
          </a:p>
          <a:p>
            <a:pPr marL="0" indent="0">
              <a:buNone/>
            </a:pPr>
            <a:r>
              <a:rPr lang="en-US"/>
              <a:t>Remember to make customer the hero, with Slalom as the trusted advisor that helped them realize their vision.</a:t>
            </a:r>
          </a:p>
          <a:p>
            <a:pPr marL="0" indent="0">
              <a:buNone/>
            </a:pPr>
            <a:r>
              <a:rPr lang="en-US"/>
              <a:t>Vel </a:t>
            </a:r>
            <a:r>
              <a:rPr lang="en-US" err="1"/>
              <a:t>estionseque</a:t>
            </a:r>
            <a:r>
              <a:rPr lang="en-US"/>
              <a:t> is </a:t>
            </a:r>
            <a:r>
              <a:rPr lang="en-US" err="1"/>
              <a:t>ni</a:t>
            </a:r>
            <a:r>
              <a:rPr lang="en-US"/>
              <a:t> </a:t>
            </a:r>
            <a:r>
              <a:rPr lang="en-US" err="1"/>
              <a:t>doloreptatae</a:t>
            </a:r>
            <a:r>
              <a:rPr lang="en-US"/>
              <a:t> </a:t>
            </a:r>
            <a:r>
              <a:rPr lang="en-US" err="1"/>
              <a:t>coreped</a:t>
            </a:r>
            <a:r>
              <a:rPr lang="en-US"/>
              <a:t> es as </a:t>
            </a:r>
            <a:r>
              <a:rPr lang="en-US" err="1"/>
              <a:t>nem</a:t>
            </a:r>
            <a:r>
              <a:rPr lang="en-US"/>
              <a:t> </a:t>
            </a:r>
            <a:r>
              <a:rPr lang="en-US" err="1"/>
              <a:t>ea</a:t>
            </a:r>
            <a:r>
              <a:rPr lang="en-US"/>
              <a:t>  </a:t>
            </a:r>
            <a:r>
              <a:rPr lang="en-US" err="1"/>
              <a:t>coris</a:t>
            </a:r>
            <a:r>
              <a:rPr lang="en-US"/>
              <a:t> quate sim </a:t>
            </a:r>
            <a:r>
              <a:rPr lang="en-US" err="1"/>
              <a:t>entem</a:t>
            </a:r>
            <a:r>
              <a:rPr lang="en-US"/>
              <a:t>. </a:t>
            </a:r>
            <a:r>
              <a:rPr lang="en-US" err="1"/>
              <a:t>Enis</a:t>
            </a:r>
            <a:r>
              <a:rPr lang="en-US"/>
              <a:t> </a:t>
            </a:r>
            <a:r>
              <a:rPr lang="en-US" err="1"/>
              <a:t>quae</a:t>
            </a:r>
            <a:r>
              <a:rPr lang="en-US"/>
              <a:t> con </a:t>
            </a:r>
            <a:r>
              <a:rPr lang="en-US" err="1"/>
              <a:t>conestis</a:t>
            </a:r>
            <a:r>
              <a:rPr lang="en-US"/>
              <a:t> </a:t>
            </a:r>
            <a:r>
              <a:rPr lang="en-US" err="1"/>
              <a:t>dolorep</a:t>
            </a:r>
            <a:r>
              <a:rPr lang="en-US"/>
              <a:t>  </a:t>
            </a:r>
            <a:r>
              <a:rPr lang="en-US" err="1"/>
              <a:t>udanist</a:t>
            </a:r>
            <a:r>
              <a:rPr lang="en-US"/>
              <a:t> </a:t>
            </a:r>
            <a:r>
              <a:rPr lang="en-US" err="1"/>
              <a:t>rument</a:t>
            </a:r>
            <a:r>
              <a:rPr lang="en-US"/>
              <a:t>. </a:t>
            </a:r>
          </a:p>
          <a:p>
            <a:pPr mar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a:t>
            </a:r>
            <a:br>
              <a:rPr lang="en-US"/>
            </a:br>
            <a:r>
              <a:rPr lang="en-US"/>
              <a:t>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br>
              <a:rPr lang="en-US"/>
            </a:b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a:t>
            </a:r>
          </a:p>
          <a:p>
            <a:pPr marL="0" lvl="0" indent="0" defTabSz="1219170">
              <a:lnSpc>
                <a:spcPct val="100000"/>
              </a:lnSpc>
              <a:spcAft>
                <a:spcPts val="0"/>
              </a:spcAft>
              <a:buNone/>
              <a:defRPr/>
            </a:pPr>
            <a:endParaRPr lang="en-US" sz="1100" spc="9">
              <a:solidFill>
                <a:srgbClr val="151527"/>
              </a:solidFill>
              <a:latin typeface="Slalom Sans Light" pitchFamily="2" charset="77"/>
              <a:ea typeface="Slalom Sans Light" pitchFamily="2" charset="77"/>
            </a:endParaRPr>
          </a:p>
        </p:txBody>
      </p:sp>
      <p:sp>
        <p:nvSpPr>
          <p:cNvPr id="2" name="Text Placeholder 1">
            <a:extLst>
              <a:ext uri="{FF2B5EF4-FFF2-40B4-BE49-F238E27FC236}">
                <a16:creationId xmlns:a16="http://schemas.microsoft.com/office/drawing/2014/main" id="{CFEFE1AA-9E96-6D91-292F-3A78913F02AB}"/>
              </a:ext>
            </a:extLst>
          </p:cNvPr>
          <p:cNvSpPr>
            <a:spLocks noGrp="1"/>
          </p:cNvSpPr>
          <p:nvPr>
            <p:ph type="body" sz="quarter" idx="17"/>
          </p:nvPr>
        </p:nvSpPr>
        <p:spPr>
          <a:xfrm>
            <a:off x="571496" y="5931660"/>
            <a:ext cx="2580467" cy="406900"/>
          </a:xfrm>
        </p:spPr>
        <p:txBody>
          <a:bodyPr/>
          <a:lstStyle/>
          <a:p>
            <a:r>
              <a:rPr lang="en-US"/>
              <a:t>CUSTOMER STORY: INDUSTRY</a:t>
            </a:r>
            <a:br>
              <a:rPr lang="en-US"/>
            </a:br>
            <a:r>
              <a:rPr lang="en-US"/>
              <a:t>CONTACT: FIRSTNAME LASTNAME</a:t>
            </a:r>
          </a:p>
        </p:txBody>
      </p:sp>
      <p:sp>
        <p:nvSpPr>
          <p:cNvPr id="4" name="Footer Placeholder 3">
            <a:extLst>
              <a:ext uri="{FF2B5EF4-FFF2-40B4-BE49-F238E27FC236}">
                <a16:creationId xmlns:a16="http://schemas.microsoft.com/office/drawing/2014/main" id="{DBAF25D4-3756-6361-AA81-BE0BBEA3CE5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13" name="Text Placeholder 12">
            <a:extLst>
              <a:ext uri="{FF2B5EF4-FFF2-40B4-BE49-F238E27FC236}">
                <a16:creationId xmlns:a16="http://schemas.microsoft.com/office/drawing/2014/main" id="{273EA39B-3BC9-DF27-799E-0F71B3903CE6}"/>
              </a:ext>
            </a:extLst>
          </p:cNvPr>
          <p:cNvSpPr>
            <a:spLocks noGrp="1"/>
          </p:cNvSpPr>
          <p:nvPr>
            <p:ph type="body" sz="quarter" idx="33"/>
          </p:nvPr>
        </p:nvSpPr>
        <p:spPr>
          <a:xfrm>
            <a:off x="4330700" y="2666243"/>
            <a:ext cx="1879600" cy="1258057"/>
          </a:xfrm>
        </p:spPr>
        <p:txBody>
          <a:bodyPr/>
          <a:lstStyle/>
          <a:p>
            <a:pPr marL="0" indent="0">
              <a:buNone/>
            </a:pPr>
            <a:r>
              <a:rPr lang="en-US" sz="1100"/>
              <a:t>33k households served</a:t>
            </a:r>
          </a:p>
          <a:p>
            <a:pPr marL="0" indent="0">
              <a:buNone/>
            </a:pPr>
            <a:r>
              <a:rPr lang="en-US" sz="1100"/>
              <a:t>174k people served</a:t>
            </a:r>
          </a:p>
          <a:p>
            <a:pPr marL="0" indent="0">
              <a:buNone/>
            </a:pPr>
            <a:r>
              <a:rPr lang="en-US" sz="1100"/>
              <a:t>765k meals provided</a:t>
            </a:r>
          </a:p>
        </p:txBody>
      </p:sp>
      <p:sp>
        <p:nvSpPr>
          <p:cNvPr id="11" name="Text Placeholder 10">
            <a:extLst>
              <a:ext uri="{FF2B5EF4-FFF2-40B4-BE49-F238E27FC236}">
                <a16:creationId xmlns:a16="http://schemas.microsoft.com/office/drawing/2014/main" id="{67D9266D-D81E-A3D7-18FA-774F4BB98B41}"/>
              </a:ext>
            </a:extLst>
          </p:cNvPr>
          <p:cNvSpPr>
            <a:spLocks noGrp="1"/>
          </p:cNvSpPr>
          <p:nvPr>
            <p:ph type="body" sz="quarter" idx="31"/>
          </p:nvPr>
        </p:nvSpPr>
        <p:spPr>
          <a:xfrm>
            <a:off x="4339483" y="4454059"/>
            <a:ext cx="1640665" cy="195539"/>
          </a:xfrm>
        </p:spPr>
        <p:txBody>
          <a:bodyPr/>
          <a:lstStyle/>
          <a:p>
            <a:r>
              <a:rPr lang="en-US" sz="1100"/>
              <a:t>Performance</a:t>
            </a:r>
          </a:p>
        </p:txBody>
      </p:sp>
      <p:sp>
        <p:nvSpPr>
          <p:cNvPr id="14" name="Text Placeholder 13">
            <a:extLst>
              <a:ext uri="{FF2B5EF4-FFF2-40B4-BE49-F238E27FC236}">
                <a16:creationId xmlns:a16="http://schemas.microsoft.com/office/drawing/2014/main" id="{5F7F9548-7749-1EFA-7290-BB8E36B7B359}"/>
              </a:ext>
            </a:extLst>
          </p:cNvPr>
          <p:cNvSpPr>
            <a:spLocks noGrp="1"/>
          </p:cNvSpPr>
          <p:nvPr>
            <p:ph type="body" sz="quarter" idx="34"/>
          </p:nvPr>
        </p:nvSpPr>
        <p:spPr>
          <a:xfrm>
            <a:off x="4339483" y="4809625"/>
            <a:ext cx="1640665" cy="1810780"/>
          </a:xfrm>
        </p:spPr>
        <p:txBody>
          <a:bodyPr/>
          <a:lstStyle/>
          <a:p>
            <a:pPr marL="0" indent="0">
              <a:buNone/>
            </a:pPr>
            <a:r>
              <a:rPr lang="en-US" sz="1100"/>
              <a:t>136 food pantries across 16 states</a:t>
            </a:r>
          </a:p>
          <a:p>
            <a:pPr marL="0" indent="0">
              <a:buNone/>
            </a:pPr>
            <a:r>
              <a:rPr lang="en-US" sz="1100"/>
              <a:t>Significantly faster than paper forms</a:t>
            </a:r>
          </a:p>
          <a:p>
            <a:pPr marL="0" indent="0">
              <a:buNone/>
            </a:pPr>
            <a:r>
              <a:rPr lang="en-US" sz="1100"/>
              <a:t>Dynamic TEFAP eligibility determination </a:t>
            </a:r>
          </a:p>
          <a:p>
            <a:pPr marL="0" indent="0">
              <a:buNone/>
            </a:pPr>
            <a:endParaRPr lang="en-US" sz="900"/>
          </a:p>
        </p:txBody>
      </p:sp>
      <p:sp>
        <p:nvSpPr>
          <p:cNvPr id="12" name="Text Placeholder 11">
            <a:extLst>
              <a:ext uri="{FF2B5EF4-FFF2-40B4-BE49-F238E27FC236}">
                <a16:creationId xmlns:a16="http://schemas.microsoft.com/office/drawing/2014/main" id="{1511D2B9-D502-B790-B984-59DFE231B5F9}"/>
              </a:ext>
            </a:extLst>
          </p:cNvPr>
          <p:cNvSpPr>
            <a:spLocks noGrp="1"/>
          </p:cNvSpPr>
          <p:nvPr>
            <p:ph type="body" sz="quarter" idx="32"/>
          </p:nvPr>
        </p:nvSpPr>
        <p:spPr>
          <a:xfrm>
            <a:off x="6923361" y="2333514"/>
            <a:ext cx="929469" cy="195539"/>
          </a:xfrm>
        </p:spPr>
        <p:txBody>
          <a:bodyPr/>
          <a:lstStyle/>
          <a:p>
            <a:r>
              <a:rPr lang="en-US" sz="1100"/>
              <a:t>Planet</a:t>
            </a:r>
          </a:p>
        </p:txBody>
      </p:sp>
      <p:sp>
        <p:nvSpPr>
          <p:cNvPr id="15" name="Text Placeholder 14">
            <a:extLst>
              <a:ext uri="{FF2B5EF4-FFF2-40B4-BE49-F238E27FC236}">
                <a16:creationId xmlns:a16="http://schemas.microsoft.com/office/drawing/2014/main" id="{F7505385-E7FF-5A01-35CE-110FCA7DC8AB}"/>
              </a:ext>
            </a:extLst>
          </p:cNvPr>
          <p:cNvSpPr>
            <a:spLocks noGrp="1"/>
          </p:cNvSpPr>
          <p:nvPr>
            <p:ph type="body" sz="quarter" idx="35"/>
          </p:nvPr>
        </p:nvSpPr>
        <p:spPr>
          <a:xfrm>
            <a:off x="6905734" y="2660864"/>
            <a:ext cx="1844936" cy="1271532"/>
          </a:xfrm>
        </p:spPr>
        <p:txBody>
          <a:bodyPr/>
          <a:lstStyle/>
          <a:p>
            <a:pPr marL="0" indent="0">
              <a:buNone/>
            </a:pPr>
            <a:r>
              <a:rPr lang="en-US" sz="1100"/>
              <a:t>CO2 emissions saved</a:t>
            </a:r>
          </a:p>
          <a:p>
            <a:pPr marL="0" indent="0">
              <a:buNone/>
            </a:pPr>
            <a:r>
              <a:rPr lang="en-US" sz="1100"/>
              <a:t>Paper waste reduced</a:t>
            </a:r>
          </a:p>
        </p:txBody>
      </p:sp>
      <p:sp>
        <p:nvSpPr>
          <p:cNvPr id="8" name="Title 7">
            <a:extLst>
              <a:ext uri="{FF2B5EF4-FFF2-40B4-BE49-F238E27FC236}">
                <a16:creationId xmlns:a16="http://schemas.microsoft.com/office/drawing/2014/main" id="{052D09F1-99FA-A4F7-2F88-B9AEC22FED13}"/>
              </a:ext>
            </a:extLst>
          </p:cNvPr>
          <p:cNvSpPr>
            <a:spLocks noGrp="1"/>
          </p:cNvSpPr>
          <p:nvPr>
            <p:ph type="title"/>
          </p:nvPr>
        </p:nvSpPr>
        <p:spPr>
          <a:xfrm>
            <a:off x="561162" y="705255"/>
            <a:ext cx="7602329" cy="837180"/>
          </a:xfrm>
        </p:spPr>
        <p:txBody>
          <a:bodyPr/>
          <a:lstStyle/>
          <a:p>
            <a:pPr marL="7620" marR="2540" indent="3810">
              <a:lnSpc>
                <a:spcPct val="100200"/>
              </a:lnSpc>
              <a:spcBef>
                <a:spcPts val="58"/>
              </a:spcBef>
              <a:defRPr/>
            </a:pPr>
            <a:r>
              <a:rPr lang="en-US"/>
              <a:t>Compelling headline should highlight the </a:t>
            </a:r>
            <a:r>
              <a:rPr lang="en-US">
                <a:solidFill>
                  <a:schemeClr val="accent1"/>
                </a:solidFill>
              </a:rPr>
              <a:t>customer outcome</a:t>
            </a:r>
            <a:endParaRPr lang="en-US" kern="0" spc="-39">
              <a:latin typeface="+mn-lt"/>
              <a:cs typeface="Slalom Sans Bold"/>
            </a:endParaRPr>
          </a:p>
        </p:txBody>
      </p:sp>
      <p:sp>
        <p:nvSpPr>
          <p:cNvPr id="5" name="Date Placeholder 4">
            <a:extLst>
              <a:ext uri="{FF2B5EF4-FFF2-40B4-BE49-F238E27FC236}">
                <a16:creationId xmlns:a16="http://schemas.microsoft.com/office/drawing/2014/main" id="{DE088151-6534-F881-B226-1ADFAB4B5DA6}"/>
              </a:ext>
              <a:ext uri="{C183D7F6-B498-43B3-948B-1728B52AA6E4}">
                <adec:decorative xmlns:adec="http://schemas.microsoft.com/office/drawing/2017/decorative" val="1"/>
              </a:ext>
            </a:extLst>
          </p:cNvPr>
          <p:cNvSpPr>
            <a:spLocks noGrp="1"/>
          </p:cNvSpPr>
          <p:nvPr>
            <p:ph type="dt" sz="half" idx="11"/>
          </p:nvPr>
        </p:nvSpPr>
        <p:spPr/>
        <p:txBody>
          <a:bodyPr/>
          <a:lstStyle/>
          <a:p>
            <a:fld id="{9660E97F-91A6-4266-949B-EEB2E6C07B4C}" type="datetimeyyyy">
              <a:rPr lang="en-US" smtClean="0"/>
              <a:t>2025</a:t>
            </a:fld>
            <a:endParaRPr lang="en-US"/>
          </a:p>
        </p:txBody>
      </p:sp>
      <p:sp>
        <p:nvSpPr>
          <p:cNvPr id="6" name="Slide Number Placeholder 5">
            <a:extLst>
              <a:ext uri="{FF2B5EF4-FFF2-40B4-BE49-F238E27FC236}">
                <a16:creationId xmlns:a16="http://schemas.microsoft.com/office/drawing/2014/main" id="{7669522B-EB63-1C74-0DCC-99BCDAE369C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138</a:t>
            </a:fld>
            <a:endParaRPr lang="en-US"/>
          </a:p>
        </p:txBody>
      </p:sp>
      <p:pic>
        <p:nvPicPr>
          <p:cNvPr id="7" name="Graphic 6" descr="People icon">
            <a:extLst>
              <a:ext uri="{FF2B5EF4-FFF2-40B4-BE49-F238E27FC236}">
                <a16:creationId xmlns:a16="http://schemas.microsoft.com/office/drawing/2014/main" id="{699C84AD-DBA3-DC9C-D48E-5FF5321E10B9}"/>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30698" y="1784433"/>
            <a:ext cx="457200" cy="457200"/>
          </a:xfrm>
          <a:prstGeom prst="rect">
            <a:avLst/>
          </a:prstGeom>
        </p:spPr>
      </p:pic>
      <p:pic>
        <p:nvPicPr>
          <p:cNvPr id="16" name="Graphic 15" descr="Data lake icon">
            <a:extLst>
              <a:ext uri="{FF2B5EF4-FFF2-40B4-BE49-F238E27FC236}">
                <a16:creationId xmlns:a16="http://schemas.microsoft.com/office/drawing/2014/main" id="{7C516D45-9513-B8F3-F106-B8F573FE476A}"/>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898751" y="1784433"/>
            <a:ext cx="457200" cy="457200"/>
          </a:xfrm>
          <a:prstGeom prst="rect">
            <a:avLst/>
          </a:prstGeom>
        </p:spPr>
      </p:pic>
      <p:pic>
        <p:nvPicPr>
          <p:cNvPr id="18" name="Graphic 17" descr="Growth icon">
            <a:extLst>
              <a:ext uri="{FF2B5EF4-FFF2-40B4-BE49-F238E27FC236}">
                <a16:creationId xmlns:a16="http://schemas.microsoft.com/office/drawing/2014/main" id="{973DB4E3-D806-6CF8-B613-1977CFD2E75F}"/>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30698" y="3924300"/>
            <a:ext cx="457200" cy="457200"/>
          </a:xfrm>
          <a:prstGeom prst="rect">
            <a:avLst/>
          </a:prstGeom>
        </p:spPr>
      </p:pic>
      <p:pic>
        <p:nvPicPr>
          <p:cNvPr id="25" name="Picture Placeholder 24" descr="Two people looking at a computer&#10;&#10;Description automatically generated with medium confidence">
            <a:extLst>
              <a:ext uri="{FF2B5EF4-FFF2-40B4-BE49-F238E27FC236}">
                <a16:creationId xmlns:a16="http://schemas.microsoft.com/office/drawing/2014/main" id="{4BDBF93E-B33A-BFD2-151E-1D25CDB0A2E6}"/>
              </a:ext>
            </a:extLst>
          </p:cNvPr>
          <p:cNvPicPr>
            <a:picLocks noGrp="1" noChangeAspect="1"/>
          </p:cNvPicPr>
          <p:nvPr>
            <p:ph type="pic" sz="quarter" idx="24"/>
          </p:nvPr>
        </p:nvPicPr>
        <p:blipFill>
          <a:blip r:embed="rId8" cstate="email">
            <a:extLst>
              <a:ext uri="{28A0092B-C50C-407E-A947-70E740481C1C}">
                <a14:useLocalDpi xmlns:a14="http://schemas.microsoft.com/office/drawing/2010/main"/>
              </a:ext>
            </a:extLst>
          </a:blip>
          <a:srcRect/>
          <a:stretch>
            <a:fillRect/>
          </a:stretch>
        </p:blipFill>
        <p:spPr/>
      </p:pic>
      <p:sp>
        <p:nvSpPr>
          <p:cNvPr id="32" name="Text Placeholder 10">
            <a:extLst>
              <a:ext uri="{FF2B5EF4-FFF2-40B4-BE49-F238E27FC236}">
                <a16:creationId xmlns:a16="http://schemas.microsoft.com/office/drawing/2014/main" id="{1556DF55-F6B1-5166-91C5-138738C81F78}"/>
              </a:ext>
            </a:extLst>
          </p:cNvPr>
          <p:cNvSpPr txBox="1">
            <a:spLocks/>
          </p:cNvSpPr>
          <p:nvPr/>
        </p:nvSpPr>
        <p:spPr>
          <a:xfrm>
            <a:off x="6932146" y="4454059"/>
            <a:ext cx="1640665" cy="195539"/>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spcAft>
                <a:spcPts val="1000"/>
              </a:spcAft>
              <a:buFont typeface="Avenir Next LT Pro" panose="020B0504020202020204" pitchFamily="34" charset="0"/>
              <a:buNone/>
              <a:defRPr sz="1000" b="1" kern="1200">
                <a:solidFill>
                  <a:schemeClr val="tx1"/>
                </a:solidFill>
                <a:latin typeface="+mn-lt"/>
                <a:ea typeface="+mn-ea"/>
                <a:cs typeface="+mn-cs"/>
              </a:defRPr>
            </a:lvl1pPr>
            <a:lvl2pPr marL="227012" indent="0" algn="l" defTabSz="914400" rtl="0" eaLnBrk="1" latinLnBrk="0" hangingPunct="1">
              <a:lnSpc>
                <a:spcPct val="110000"/>
              </a:lnSpc>
              <a:spcBef>
                <a:spcPts val="0"/>
              </a:spcBef>
              <a:spcAft>
                <a:spcPts val="600"/>
              </a:spcAft>
              <a:buFont typeface="Avenir Next LT Pro" panose="020B0504020202020204" pitchFamily="34" charset="0"/>
              <a:buNone/>
              <a:defRPr sz="900" kern="1200">
                <a:solidFill>
                  <a:schemeClr val="tx1"/>
                </a:solidFill>
                <a:latin typeface="+mn-lt"/>
                <a:ea typeface="+mn-ea"/>
                <a:cs typeface="+mn-cs"/>
              </a:defRPr>
            </a:lvl2pPr>
            <a:lvl3pPr marL="460375" indent="0" algn="l" defTabSz="914400" rtl="0" eaLnBrk="1" latinLnBrk="0" hangingPunct="1">
              <a:lnSpc>
                <a:spcPct val="110000"/>
              </a:lnSpc>
              <a:spcBef>
                <a:spcPts val="0"/>
              </a:spcBef>
              <a:spcAft>
                <a:spcPts val="600"/>
              </a:spcAft>
              <a:buFont typeface="Avenir Next LT Pro" panose="020B0504020202020204" pitchFamily="34" charset="0"/>
              <a:buNone/>
              <a:defRPr sz="900" kern="1200">
                <a:solidFill>
                  <a:schemeClr val="tx1"/>
                </a:solidFill>
                <a:latin typeface="+mn-lt"/>
                <a:ea typeface="+mn-ea"/>
                <a:cs typeface="+mn-cs"/>
              </a:defRPr>
            </a:lvl3pPr>
            <a:lvl4pPr marL="625475" indent="0" algn="l" defTabSz="914400" rtl="0" eaLnBrk="1" latinLnBrk="0" hangingPunct="1">
              <a:lnSpc>
                <a:spcPct val="110000"/>
              </a:lnSpc>
              <a:spcBef>
                <a:spcPts val="0"/>
              </a:spcBef>
              <a:spcAft>
                <a:spcPts val="600"/>
              </a:spcAft>
              <a:buFont typeface="Avenir Next LT Pro" panose="020B0504020202020204" pitchFamily="34" charset="0"/>
              <a:buNone/>
              <a:defRPr sz="900" kern="1200">
                <a:solidFill>
                  <a:schemeClr val="tx1"/>
                </a:solidFill>
                <a:latin typeface="+mn-lt"/>
                <a:ea typeface="+mn-ea"/>
                <a:cs typeface="+mn-cs"/>
              </a:defRPr>
            </a:lvl4pPr>
            <a:lvl5pPr marL="798513" indent="0" algn="l" defTabSz="914400" rtl="0" eaLnBrk="1" latinLnBrk="0" hangingPunct="1">
              <a:lnSpc>
                <a:spcPct val="110000"/>
              </a:lnSpc>
              <a:spcBef>
                <a:spcPts val="0"/>
              </a:spcBef>
              <a:spcAft>
                <a:spcPts val="600"/>
              </a:spcAft>
              <a:buFont typeface="Avenir Next LT Pro" panose="020B0504020202020204" pitchFamily="34" charset="0"/>
              <a:buNone/>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r>
              <a:rPr lang="en-US" sz="1100"/>
              <a:t>Solutions</a:t>
            </a:r>
          </a:p>
        </p:txBody>
      </p:sp>
      <p:sp>
        <p:nvSpPr>
          <p:cNvPr id="33" name="Text Placeholder 13">
            <a:extLst>
              <a:ext uri="{FF2B5EF4-FFF2-40B4-BE49-F238E27FC236}">
                <a16:creationId xmlns:a16="http://schemas.microsoft.com/office/drawing/2014/main" id="{7A891AF9-A096-9999-05B8-FBC30057ADC5}"/>
              </a:ext>
            </a:extLst>
          </p:cNvPr>
          <p:cNvSpPr txBox="1">
            <a:spLocks/>
          </p:cNvSpPr>
          <p:nvPr/>
        </p:nvSpPr>
        <p:spPr>
          <a:xfrm>
            <a:off x="6932146" y="4804032"/>
            <a:ext cx="1640665" cy="1810780"/>
          </a:xfrm>
          <a:prstGeom prst="rect">
            <a:avLst/>
          </a:prstGeom>
        </p:spPr>
        <p:txBody>
          <a:bodyPr vert="horz" lIns="0" tIns="0" rIns="0" bIns="0" rtlCol="0">
            <a:noAutofit/>
          </a:bodyPr>
          <a:lstStyle>
            <a:lvl1pPr marL="114300" indent="-114300" algn="l" defTabSz="914400" rtl="0" eaLnBrk="1" latinLnBrk="0" hangingPunct="1">
              <a:lnSpc>
                <a:spcPct val="110000"/>
              </a:lnSpc>
              <a:spcBef>
                <a:spcPts val="0"/>
              </a:spcBef>
              <a:spcAft>
                <a:spcPts val="1000"/>
              </a:spcAft>
              <a:buFont typeface="Avenir Next LT Pro" panose="020B0504020202020204" pitchFamily="34" charset="0"/>
              <a:buChar char="•"/>
              <a:defRPr sz="1000" kern="1200">
                <a:solidFill>
                  <a:schemeClr val="tx1"/>
                </a:solidFill>
                <a:latin typeface="+mn-lt"/>
                <a:ea typeface="+mn-ea"/>
                <a:cs typeface="+mn-cs"/>
              </a:defRPr>
            </a:lvl1pPr>
            <a:lvl2pPr marL="342900" indent="-11588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2pPr>
            <a:lvl3pPr marL="571500" indent="-111125"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47713" indent="-1222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14400" indent="-11588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lvl="0" indent="0">
              <a:buNone/>
              <a:defRPr/>
            </a:pPr>
            <a:r>
              <a:rPr lang="en-US" sz="1100"/>
              <a:t>Cloud Provider: Azure</a:t>
            </a:r>
          </a:p>
          <a:p>
            <a:pPr marL="0" lvl="0" indent="0">
              <a:buNone/>
              <a:defRPr/>
            </a:pPr>
            <a:r>
              <a:rPr lang="en-US" sz="1100"/>
              <a:t>Front-end: Angular 13</a:t>
            </a:r>
          </a:p>
          <a:p>
            <a:pPr marL="0" lvl="0" indent="0">
              <a:buNone/>
              <a:defRPr/>
            </a:pPr>
            <a:r>
              <a:rPr lang="en-US" sz="1100"/>
              <a:t>Back-end: Azure Function API (.NET Core 3.1 - C#)</a:t>
            </a:r>
          </a:p>
          <a:p>
            <a:pPr marL="0" lvl="0" indent="0">
              <a:buNone/>
              <a:defRPr/>
            </a:pPr>
            <a:r>
              <a:rPr lang="en-US" sz="1100"/>
              <a:t>Database: Azure SQL</a:t>
            </a:r>
          </a:p>
          <a:p>
            <a:endParaRPr lang="en-US" sz="900"/>
          </a:p>
        </p:txBody>
      </p:sp>
      <p:cxnSp>
        <p:nvCxnSpPr>
          <p:cNvPr id="45" name="Straight Connector 44">
            <a:extLst>
              <a:ext uri="{FF2B5EF4-FFF2-40B4-BE49-F238E27FC236}">
                <a16:creationId xmlns:a16="http://schemas.microsoft.com/office/drawing/2014/main" id="{D4DA727F-FC57-EB96-9DAC-3D048C8A376E}"/>
              </a:ext>
              <a:ext uri="{C183D7F6-B498-43B3-948B-1728B52AA6E4}">
                <adec:decorative xmlns:adec="http://schemas.microsoft.com/office/drawing/2017/decorative" val="1"/>
              </a:ext>
            </a:extLst>
          </p:cNvPr>
          <p:cNvCxnSpPr>
            <a:cxnSpLocks/>
          </p:cNvCxnSpPr>
          <p:nvPr/>
        </p:nvCxnSpPr>
        <p:spPr>
          <a:xfrm flipH="1">
            <a:off x="4330698" y="2535569"/>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8EBCBF8-43CA-6DEB-2B2E-D4D5E5B8C5B9}"/>
              </a:ext>
              <a:ext uri="{C183D7F6-B498-43B3-948B-1728B52AA6E4}">
                <adec:decorative xmlns:adec="http://schemas.microsoft.com/office/drawing/2017/decorative" val="1"/>
              </a:ext>
            </a:extLst>
          </p:cNvPr>
          <p:cNvCxnSpPr>
            <a:cxnSpLocks/>
          </p:cNvCxnSpPr>
          <p:nvPr/>
        </p:nvCxnSpPr>
        <p:spPr>
          <a:xfrm flipH="1">
            <a:off x="6905734" y="2549486"/>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3F1A00B8-2F85-5B61-5102-B2FB0BFE6244}"/>
              </a:ext>
              <a:ext uri="{C183D7F6-B498-43B3-948B-1728B52AA6E4}">
                <adec:decorative xmlns:adec="http://schemas.microsoft.com/office/drawing/2017/decorative" val="1"/>
              </a:ext>
            </a:extLst>
          </p:cNvPr>
          <p:cNvCxnSpPr>
            <a:cxnSpLocks/>
          </p:cNvCxnSpPr>
          <p:nvPr/>
        </p:nvCxnSpPr>
        <p:spPr>
          <a:xfrm flipH="1">
            <a:off x="4323715" y="4666159"/>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BDCB093F-5535-91C3-10F0-25DDE857F732}"/>
              </a:ext>
              <a:ext uri="{C183D7F6-B498-43B3-948B-1728B52AA6E4}">
                <adec:decorative xmlns:adec="http://schemas.microsoft.com/office/drawing/2017/decorative" val="1"/>
              </a:ext>
            </a:extLst>
          </p:cNvPr>
          <p:cNvCxnSpPr>
            <a:cxnSpLocks/>
          </p:cNvCxnSpPr>
          <p:nvPr/>
        </p:nvCxnSpPr>
        <p:spPr>
          <a:xfrm flipH="1">
            <a:off x="6916378" y="4666159"/>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50" name="Graphic 49" descr="Technology">
            <a:extLst>
              <a:ext uri="{FF2B5EF4-FFF2-40B4-BE49-F238E27FC236}">
                <a16:creationId xmlns:a16="http://schemas.microsoft.com/office/drawing/2014/main" id="{B0583ECC-2952-6494-D9EB-CBB2B4188B37}"/>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923777" y="3918508"/>
            <a:ext cx="457200" cy="457200"/>
          </a:xfrm>
          <a:prstGeom prst="rect">
            <a:avLst/>
          </a:prstGeom>
        </p:spPr>
      </p:pic>
    </p:spTree>
    <p:extLst>
      <p:ext uri="{BB962C8B-B14F-4D97-AF65-F5344CB8AC3E}">
        <p14:creationId xmlns:p14="http://schemas.microsoft.com/office/powerpoint/2010/main" val="69548707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 Placeholder 88">
            <a:extLst>
              <a:ext uri="{FF2B5EF4-FFF2-40B4-BE49-F238E27FC236}">
                <a16:creationId xmlns:a16="http://schemas.microsoft.com/office/drawing/2014/main" id="{A6B662C0-ABC4-3E80-4169-CF3D10A2CFD7}"/>
              </a:ext>
              <a:ext uri="{C183D7F6-B498-43B3-948B-1728B52AA6E4}">
                <adec:decorative xmlns:adec="http://schemas.microsoft.com/office/drawing/2017/decorative" val="1"/>
              </a:ext>
            </a:extLst>
          </p:cNvPr>
          <p:cNvSpPr>
            <a:spLocks noGrp="1"/>
          </p:cNvSpPr>
          <p:nvPr>
            <p:ph type="body" sz="quarter" idx="31"/>
          </p:nvPr>
        </p:nvSpPr>
        <p:spPr>
          <a:solidFill>
            <a:srgbClr val="EEE9FF"/>
          </a:solidFill>
        </p:spPr>
        <p:txBody>
          <a:bodyPr/>
          <a:lstStyle/>
          <a:p>
            <a:endParaRPr lang="en-US"/>
          </a:p>
        </p:txBody>
      </p:sp>
      <p:sp>
        <p:nvSpPr>
          <p:cNvPr id="87" name="Picture Placeholder 86">
            <a:extLst>
              <a:ext uri="{FF2B5EF4-FFF2-40B4-BE49-F238E27FC236}">
                <a16:creationId xmlns:a16="http://schemas.microsoft.com/office/drawing/2014/main" id="{FB278688-B94D-8154-ACD5-D0637D8A8BB7}"/>
              </a:ext>
            </a:extLst>
          </p:cNvPr>
          <p:cNvSpPr>
            <a:spLocks noGrp="1"/>
          </p:cNvSpPr>
          <p:nvPr>
            <p:ph type="pic" sz="quarter" idx="13"/>
          </p:nvPr>
        </p:nvSpPr>
        <p:spPr/>
        <p:txBody>
          <a:bodyPr/>
          <a:lstStyle/>
          <a:p>
            <a:endParaRPr lang="en-US"/>
          </a:p>
        </p:txBody>
      </p:sp>
      <p:sp>
        <p:nvSpPr>
          <p:cNvPr id="4" name="Title 3">
            <a:extLst>
              <a:ext uri="{FF2B5EF4-FFF2-40B4-BE49-F238E27FC236}">
                <a16:creationId xmlns:a16="http://schemas.microsoft.com/office/drawing/2014/main" id="{0D9939FC-2290-0E91-2FEC-2CF14F0A89E6}"/>
              </a:ext>
            </a:extLst>
          </p:cNvPr>
          <p:cNvSpPr>
            <a:spLocks noGrp="1"/>
          </p:cNvSpPr>
          <p:nvPr>
            <p:ph type="title"/>
          </p:nvPr>
        </p:nvSpPr>
        <p:spPr/>
        <p:txBody>
          <a:bodyPr/>
          <a:lstStyle/>
          <a:p>
            <a:r>
              <a:rPr lang="en-US"/>
              <a:t>At a glance</a:t>
            </a:r>
          </a:p>
        </p:txBody>
      </p:sp>
      <p:sp>
        <p:nvSpPr>
          <p:cNvPr id="8" name="Text Placeholder 7">
            <a:extLst>
              <a:ext uri="{FF2B5EF4-FFF2-40B4-BE49-F238E27FC236}">
                <a16:creationId xmlns:a16="http://schemas.microsoft.com/office/drawing/2014/main" id="{B9D02050-B0A9-AC1D-AB9F-8C91FC01DE57}"/>
              </a:ext>
            </a:extLst>
          </p:cNvPr>
          <p:cNvSpPr>
            <a:spLocks noGrp="1"/>
          </p:cNvSpPr>
          <p:nvPr>
            <p:ph type="body" sz="quarter" idx="15"/>
          </p:nvPr>
        </p:nvSpPr>
        <p:spPr>
          <a:xfrm>
            <a:off x="571500" y="2346904"/>
            <a:ext cx="4699000" cy="396296"/>
          </a:xfrm>
        </p:spPr>
        <p:txBody>
          <a:bodyPr/>
          <a:lstStyle/>
          <a:p>
            <a:r>
              <a:rPr lang="en-US"/>
              <a:t>About the customer</a:t>
            </a:r>
          </a:p>
        </p:txBody>
      </p:sp>
      <p:sp>
        <p:nvSpPr>
          <p:cNvPr id="9" name="Text Placeholder 8">
            <a:extLst>
              <a:ext uri="{FF2B5EF4-FFF2-40B4-BE49-F238E27FC236}">
                <a16:creationId xmlns:a16="http://schemas.microsoft.com/office/drawing/2014/main" id="{A665B763-FCAB-85D4-2A99-7F2593BB9741}"/>
              </a:ext>
            </a:extLst>
          </p:cNvPr>
          <p:cNvSpPr>
            <a:spLocks noGrp="1"/>
          </p:cNvSpPr>
          <p:nvPr>
            <p:ph type="body" sz="quarter" idx="16"/>
          </p:nvPr>
        </p:nvSpPr>
        <p:spPr>
          <a:xfrm>
            <a:off x="571500" y="2960703"/>
            <a:ext cx="4680246" cy="2043450"/>
          </a:xfrm>
        </p:spPr>
        <p:txBody>
          <a:bodyPr/>
          <a:lstStyle/>
          <a:p>
            <a:pPr marL="0" indent="0">
              <a:buNone/>
            </a:pPr>
            <a:r>
              <a:rPr lang="en-US"/>
              <a:t>Use this space to provide a concise overview of the  project. Summarize what we did and why it was so  impactful. Remember to make the customer the hero, with Slalom as the trusted advisor that helped them realize their vision. </a:t>
            </a:r>
          </a:p>
          <a:p>
            <a:pPr marL="0" indent="0">
              <a:buNone/>
            </a:pPr>
            <a:r>
              <a:rPr lang="en-US"/>
              <a:t>Vel </a:t>
            </a:r>
            <a:r>
              <a:rPr lang="en-US" err="1"/>
              <a:t>estionseque</a:t>
            </a:r>
            <a:r>
              <a:rPr lang="en-US"/>
              <a:t> is </a:t>
            </a:r>
            <a:r>
              <a:rPr lang="en-US" err="1"/>
              <a:t>ni</a:t>
            </a:r>
            <a:r>
              <a:rPr lang="en-US"/>
              <a:t> </a:t>
            </a:r>
            <a:r>
              <a:rPr lang="en-US" err="1"/>
              <a:t>doloreptatae</a:t>
            </a:r>
            <a:r>
              <a:rPr lang="en-US"/>
              <a:t> </a:t>
            </a:r>
            <a:r>
              <a:rPr lang="en-US" err="1"/>
              <a:t>coreped</a:t>
            </a:r>
            <a:r>
              <a:rPr lang="en-US"/>
              <a:t> es as </a:t>
            </a:r>
            <a:br>
              <a:rPr lang="en-US"/>
            </a:br>
            <a:r>
              <a:rPr lang="en-US" err="1"/>
              <a:t>nem</a:t>
            </a:r>
            <a:r>
              <a:rPr lang="en-US"/>
              <a:t> </a:t>
            </a:r>
            <a:r>
              <a:rPr lang="en-US" err="1"/>
              <a:t>ea</a:t>
            </a:r>
            <a:r>
              <a:rPr lang="en-US"/>
              <a:t>  </a:t>
            </a:r>
            <a:r>
              <a:rPr lang="en-US" err="1"/>
              <a:t>coris</a:t>
            </a:r>
            <a:r>
              <a:rPr lang="en-US"/>
              <a:t> quate sim </a:t>
            </a:r>
            <a:r>
              <a:rPr lang="en-US" err="1"/>
              <a:t>entem</a:t>
            </a:r>
            <a:r>
              <a:rPr lang="en-US"/>
              <a:t>. </a:t>
            </a:r>
            <a:r>
              <a:rPr lang="en-US" err="1"/>
              <a:t>Enis</a:t>
            </a:r>
            <a:r>
              <a:rPr lang="en-US"/>
              <a:t> </a:t>
            </a:r>
            <a:r>
              <a:rPr lang="en-US" err="1"/>
              <a:t>quae</a:t>
            </a:r>
            <a:r>
              <a:rPr lang="en-US"/>
              <a:t> con </a:t>
            </a:r>
            <a:r>
              <a:rPr lang="en-US" err="1"/>
              <a:t>conestis</a:t>
            </a:r>
            <a:r>
              <a:rPr lang="en-US"/>
              <a:t> </a:t>
            </a:r>
            <a:r>
              <a:rPr lang="en-US" err="1"/>
              <a:t>dolorep</a:t>
            </a:r>
            <a:r>
              <a:rPr lang="en-US"/>
              <a:t>  </a:t>
            </a:r>
            <a:r>
              <a:rPr lang="en-US" err="1"/>
              <a:t>udanist</a:t>
            </a:r>
            <a:r>
              <a:rPr lang="en-US"/>
              <a:t> </a:t>
            </a:r>
            <a:r>
              <a:rPr lang="en-US" err="1"/>
              <a:t>rument</a:t>
            </a:r>
            <a:r>
              <a:rPr lang="en-US"/>
              <a:t>. </a:t>
            </a:r>
            <a:r>
              <a:rPr lang="en-US" err="1"/>
              <a:t>Sustemp</a:t>
            </a:r>
            <a:r>
              <a:rPr lang="en-US"/>
              <a:t>.</a:t>
            </a:r>
          </a:p>
          <a:p>
            <a:pPr marL="0" indent="0">
              <a:buNone/>
            </a:pPr>
            <a:r>
              <a:rPr lang="en-US"/>
              <a:t>Vel </a:t>
            </a:r>
            <a:r>
              <a:rPr lang="en-US" err="1"/>
              <a:t>estionseque</a:t>
            </a:r>
            <a:r>
              <a:rPr lang="en-US"/>
              <a:t> is </a:t>
            </a:r>
            <a:r>
              <a:rPr lang="en-US" err="1"/>
              <a:t>ni</a:t>
            </a:r>
            <a:r>
              <a:rPr lang="en-US"/>
              <a:t> </a:t>
            </a:r>
            <a:r>
              <a:rPr lang="en-US" err="1"/>
              <a:t>doloreptatae</a:t>
            </a:r>
            <a:r>
              <a:rPr lang="en-US"/>
              <a:t> </a:t>
            </a:r>
            <a:r>
              <a:rPr lang="en-US" err="1"/>
              <a:t>coreped</a:t>
            </a:r>
            <a:r>
              <a:rPr lang="en-US"/>
              <a:t> es as </a:t>
            </a:r>
            <a:br>
              <a:rPr lang="en-US"/>
            </a:br>
            <a:r>
              <a:rPr lang="en-US" err="1"/>
              <a:t>nem</a:t>
            </a:r>
            <a:r>
              <a:rPr lang="en-US"/>
              <a:t> </a:t>
            </a:r>
            <a:r>
              <a:rPr lang="en-US" err="1"/>
              <a:t>ea</a:t>
            </a:r>
            <a:r>
              <a:rPr lang="en-US"/>
              <a:t>  </a:t>
            </a:r>
            <a:r>
              <a:rPr lang="en-US" err="1"/>
              <a:t>coris</a:t>
            </a:r>
            <a:r>
              <a:rPr lang="en-US"/>
              <a:t> quate sim </a:t>
            </a:r>
            <a:r>
              <a:rPr lang="en-US" err="1"/>
              <a:t>entem</a:t>
            </a:r>
            <a:r>
              <a:rPr lang="en-US"/>
              <a:t>. </a:t>
            </a:r>
          </a:p>
          <a:p>
            <a:endParaRPr lang="en-US"/>
          </a:p>
        </p:txBody>
      </p:sp>
      <p:sp>
        <p:nvSpPr>
          <p:cNvPr id="88" name="Picture Placeholder 87">
            <a:extLst>
              <a:ext uri="{FF2B5EF4-FFF2-40B4-BE49-F238E27FC236}">
                <a16:creationId xmlns:a16="http://schemas.microsoft.com/office/drawing/2014/main" id="{19E41E5D-0303-AA52-5B98-AF9C390367BE}"/>
              </a:ext>
            </a:extLst>
          </p:cNvPr>
          <p:cNvSpPr>
            <a:spLocks noGrp="1"/>
          </p:cNvSpPr>
          <p:nvPr>
            <p:ph type="pic" sz="quarter" idx="14"/>
          </p:nvPr>
        </p:nvSpPr>
        <p:spPr/>
        <p:txBody>
          <a:bodyPr/>
          <a:lstStyle/>
          <a:p>
            <a:endParaRPr lang="en-US"/>
          </a:p>
        </p:txBody>
      </p:sp>
      <p:sp>
        <p:nvSpPr>
          <p:cNvPr id="11" name="Text Placeholder 10">
            <a:extLst>
              <a:ext uri="{FF2B5EF4-FFF2-40B4-BE49-F238E27FC236}">
                <a16:creationId xmlns:a16="http://schemas.microsoft.com/office/drawing/2014/main" id="{CA729EEB-227B-5808-CA5D-ABF3766E8910}"/>
              </a:ext>
            </a:extLst>
          </p:cNvPr>
          <p:cNvSpPr>
            <a:spLocks noGrp="1"/>
          </p:cNvSpPr>
          <p:nvPr>
            <p:ph type="body" sz="quarter" idx="18"/>
          </p:nvPr>
        </p:nvSpPr>
        <p:spPr>
          <a:xfrm>
            <a:off x="6216816" y="2346904"/>
            <a:ext cx="5403684" cy="396296"/>
          </a:xfrm>
        </p:spPr>
        <p:txBody>
          <a:bodyPr/>
          <a:lstStyle/>
          <a:p>
            <a:r>
              <a:rPr lang="en-US"/>
              <a:t>What we did</a:t>
            </a:r>
          </a:p>
        </p:txBody>
      </p:sp>
      <p:sp>
        <p:nvSpPr>
          <p:cNvPr id="20" name="Text Placeholder 19">
            <a:extLst>
              <a:ext uri="{FF2B5EF4-FFF2-40B4-BE49-F238E27FC236}">
                <a16:creationId xmlns:a16="http://schemas.microsoft.com/office/drawing/2014/main" id="{BA045BF8-34E7-64FE-EA25-7D5967294A86}"/>
              </a:ext>
            </a:extLst>
          </p:cNvPr>
          <p:cNvSpPr>
            <a:spLocks noGrp="1"/>
          </p:cNvSpPr>
          <p:nvPr>
            <p:ph type="body" sz="quarter" idx="27"/>
          </p:nvPr>
        </p:nvSpPr>
        <p:spPr>
          <a:xfrm>
            <a:off x="6222626" y="2933700"/>
            <a:ext cx="1556124" cy="506337"/>
          </a:xfrm>
        </p:spPr>
        <p:txBody>
          <a:bodyPr/>
          <a:lstStyle/>
          <a:p>
            <a:r>
              <a:rPr lang="en-US"/>
              <a:t>123+</a:t>
            </a:r>
          </a:p>
        </p:txBody>
      </p:sp>
      <p:sp>
        <p:nvSpPr>
          <p:cNvPr id="17" name="Text Placeholder 16">
            <a:extLst>
              <a:ext uri="{FF2B5EF4-FFF2-40B4-BE49-F238E27FC236}">
                <a16:creationId xmlns:a16="http://schemas.microsoft.com/office/drawing/2014/main" id="{71D9776D-DC1A-71C1-303D-ECB382975CD7}"/>
              </a:ext>
            </a:extLst>
          </p:cNvPr>
          <p:cNvSpPr>
            <a:spLocks noGrp="1"/>
          </p:cNvSpPr>
          <p:nvPr>
            <p:ph type="body" sz="quarter" idx="24"/>
          </p:nvPr>
        </p:nvSpPr>
        <p:spPr>
          <a:xfrm>
            <a:off x="6210300" y="3415245"/>
            <a:ext cx="1568450" cy="409438"/>
          </a:xfrm>
        </p:spPr>
        <p:txBody>
          <a:bodyPr/>
          <a:lstStyle/>
          <a:p>
            <a:r>
              <a:rPr lang="en-US"/>
              <a:t>Metric with short  description.</a:t>
            </a:r>
          </a:p>
        </p:txBody>
      </p:sp>
      <p:sp>
        <p:nvSpPr>
          <p:cNvPr id="21" name="Text Placeholder 20">
            <a:extLst>
              <a:ext uri="{FF2B5EF4-FFF2-40B4-BE49-F238E27FC236}">
                <a16:creationId xmlns:a16="http://schemas.microsoft.com/office/drawing/2014/main" id="{7055CAA2-B60D-E729-C223-F536656C0D58}"/>
              </a:ext>
            </a:extLst>
          </p:cNvPr>
          <p:cNvSpPr>
            <a:spLocks noGrp="1"/>
          </p:cNvSpPr>
          <p:nvPr>
            <p:ph type="body" sz="quarter" idx="28"/>
          </p:nvPr>
        </p:nvSpPr>
        <p:spPr>
          <a:xfrm>
            <a:off x="8109542" y="2933700"/>
            <a:ext cx="1556124" cy="506337"/>
          </a:xfrm>
        </p:spPr>
        <p:txBody>
          <a:bodyPr/>
          <a:lstStyle/>
          <a:p>
            <a:r>
              <a:rPr lang="en-US"/>
              <a:t>85%</a:t>
            </a:r>
          </a:p>
        </p:txBody>
      </p:sp>
      <p:sp>
        <p:nvSpPr>
          <p:cNvPr id="18" name="Text Placeholder 17">
            <a:extLst>
              <a:ext uri="{FF2B5EF4-FFF2-40B4-BE49-F238E27FC236}">
                <a16:creationId xmlns:a16="http://schemas.microsoft.com/office/drawing/2014/main" id="{52EF5211-C31E-3355-F2D5-07F1BA1717A1}"/>
              </a:ext>
            </a:extLst>
          </p:cNvPr>
          <p:cNvSpPr>
            <a:spLocks noGrp="1"/>
          </p:cNvSpPr>
          <p:nvPr>
            <p:ph type="body" sz="quarter" idx="25"/>
          </p:nvPr>
        </p:nvSpPr>
        <p:spPr>
          <a:xfrm>
            <a:off x="8109542" y="3415245"/>
            <a:ext cx="1568450" cy="409438"/>
          </a:xfrm>
        </p:spPr>
        <p:txBody>
          <a:bodyPr/>
          <a:lstStyle/>
          <a:p>
            <a:r>
              <a:rPr lang="en-US"/>
              <a:t>Metric with short  description.</a:t>
            </a:r>
          </a:p>
        </p:txBody>
      </p:sp>
      <p:sp>
        <p:nvSpPr>
          <p:cNvPr id="22" name="Text Placeholder 21">
            <a:extLst>
              <a:ext uri="{FF2B5EF4-FFF2-40B4-BE49-F238E27FC236}">
                <a16:creationId xmlns:a16="http://schemas.microsoft.com/office/drawing/2014/main" id="{90C567FC-6788-78AF-64AB-88259B6E6CDC}"/>
              </a:ext>
            </a:extLst>
          </p:cNvPr>
          <p:cNvSpPr>
            <a:spLocks noGrp="1"/>
          </p:cNvSpPr>
          <p:nvPr>
            <p:ph type="body" sz="quarter" idx="29"/>
          </p:nvPr>
        </p:nvSpPr>
        <p:spPr>
          <a:xfrm>
            <a:off x="10008784" y="2933700"/>
            <a:ext cx="1556124" cy="506337"/>
          </a:xfrm>
        </p:spPr>
        <p:txBody>
          <a:bodyPr/>
          <a:lstStyle/>
          <a:p>
            <a:r>
              <a:rPr lang="en-US"/>
              <a:t>2M</a:t>
            </a:r>
          </a:p>
        </p:txBody>
      </p:sp>
      <p:sp>
        <p:nvSpPr>
          <p:cNvPr id="19" name="Text Placeholder 18">
            <a:extLst>
              <a:ext uri="{FF2B5EF4-FFF2-40B4-BE49-F238E27FC236}">
                <a16:creationId xmlns:a16="http://schemas.microsoft.com/office/drawing/2014/main" id="{83756CE0-FF68-FBB8-C6C5-255F5E8361D1}"/>
              </a:ext>
            </a:extLst>
          </p:cNvPr>
          <p:cNvSpPr>
            <a:spLocks noGrp="1"/>
          </p:cNvSpPr>
          <p:nvPr>
            <p:ph type="body" sz="quarter" idx="26"/>
          </p:nvPr>
        </p:nvSpPr>
        <p:spPr>
          <a:xfrm>
            <a:off x="10008784" y="3415245"/>
            <a:ext cx="1568450" cy="409438"/>
          </a:xfrm>
        </p:spPr>
        <p:txBody>
          <a:bodyPr/>
          <a:lstStyle/>
          <a:p>
            <a:r>
              <a:rPr lang="en-US"/>
              <a:t>Metric with short  description.</a:t>
            </a:r>
          </a:p>
        </p:txBody>
      </p:sp>
      <p:sp>
        <p:nvSpPr>
          <p:cNvPr id="12" name="Text Placeholder 11">
            <a:extLst>
              <a:ext uri="{FF2B5EF4-FFF2-40B4-BE49-F238E27FC236}">
                <a16:creationId xmlns:a16="http://schemas.microsoft.com/office/drawing/2014/main" id="{35D38607-BF05-8DD6-AFE1-F3A89E3BDA3D}"/>
              </a:ext>
            </a:extLst>
          </p:cNvPr>
          <p:cNvSpPr>
            <a:spLocks noGrp="1"/>
          </p:cNvSpPr>
          <p:nvPr>
            <p:ph type="body" sz="quarter" idx="19"/>
          </p:nvPr>
        </p:nvSpPr>
        <p:spPr>
          <a:xfrm>
            <a:off x="6210300" y="4114800"/>
            <a:ext cx="3530600" cy="291317"/>
          </a:xfrm>
        </p:spPr>
        <p:txBody>
          <a:bodyPr/>
          <a:lstStyle/>
          <a:p>
            <a:r>
              <a:rPr lang="en-US"/>
              <a:t>Solutions</a:t>
            </a:r>
          </a:p>
        </p:txBody>
      </p:sp>
      <p:sp>
        <p:nvSpPr>
          <p:cNvPr id="14" name="Text Placeholder 13">
            <a:extLst>
              <a:ext uri="{FF2B5EF4-FFF2-40B4-BE49-F238E27FC236}">
                <a16:creationId xmlns:a16="http://schemas.microsoft.com/office/drawing/2014/main" id="{A71693C8-B7D7-B05A-DBDD-659506A2E89C}"/>
              </a:ext>
            </a:extLst>
          </p:cNvPr>
          <p:cNvSpPr>
            <a:spLocks noGrp="1"/>
          </p:cNvSpPr>
          <p:nvPr>
            <p:ph type="body" sz="quarter" idx="21"/>
          </p:nvPr>
        </p:nvSpPr>
        <p:spPr>
          <a:xfrm>
            <a:off x="6233979" y="4737906"/>
            <a:ext cx="1622425" cy="849657"/>
          </a:xfrm>
        </p:spPr>
        <p:txBody>
          <a:bodyPr/>
          <a:lstStyle/>
          <a:p>
            <a:pPr marL="0" indent="0">
              <a:buNone/>
            </a:pPr>
            <a:r>
              <a:rPr lang="en-US"/>
              <a:t>Cloud platform  architecture</a:t>
            </a:r>
          </a:p>
          <a:p>
            <a:pPr marL="0" indent="0">
              <a:buNone/>
            </a:pPr>
            <a:r>
              <a:rPr lang="en-US"/>
              <a:t>Machine learning</a:t>
            </a:r>
          </a:p>
        </p:txBody>
      </p:sp>
      <p:sp>
        <p:nvSpPr>
          <p:cNvPr id="15" name="Text Placeholder 14">
            <a:extLst>
              <a:ext uri="{FF2B5EF4-FFF2-40B4-BE49-F238E27FC236}">
                <a16:creationId xmlns:a16="http://schemas.microsoft.com/office/drawing/2014/main" id="{F060B994-1426-458F-473A-EBBC4663F6D9}"/>
              </a:ext>
            </a:extLst>
          </p:cNvPr>
          <p:cNvSpPr>
            <a:spLocks noGrp="1"/>
          </p:cNvSpPr>
          <p:nvPr>
            <p:ph type="body" sz="quarter" idx="22"/>
          </p:nvPr>
        </p:nvSpPr>
        <p:spPr>
          <a:xfrm>
            <a:off x="8113439" y="4737906"/>
            <a:ext cx="1622425" cy="849657"/>
          </a:xfrm>
        </p:spPr>
        <p:txBody>
          <a:bodyPr/>
          <a:lstStyle/>
          <a:p>
            <a:pPr marL="0" indent="0">
              <a:buNone/>
            </a:pPr>
            <a:r>
              <a:rPr lang="en-US"/>
              <a:t>List item here</a:t>
            </a:r>
          </a:p>
          <a:p>
            <a:pPr marL="0" indent="0">
              <a:buNone/>
            </a:pPr>
            <a:r>
              <a:rPr lang="en-US"/>
              <a:t>List item here</a:t>
            </a:r>
          </a:p>
          <a:p>
            <a:pPr marL="0" indent="0">
              <a:buNone/>
            </a:pPr>
            <a:r>
              <a:rPr lang="en-US"/>
              <a:t>List item here</a:t>
            </a:r>
          </a:p>
        </p:txBody>
      </p:sp>
      <p:sp>
        <p:nvSpPr>
          <p:cNvPr id="13" name="Text Placeholder 12">
            <a:extLst>
              <a:ext uri="{FF2B5EF4-FFF2-40B4-BE49-F238E27FC236}">
                <a16:creationId xmlns:a16="http://schemas.microsoft.com/office/drawing/2014/main" id="{5E5ECC81-6D30-0D6A-18AF-33342660F0B0}"/>
              </a:ext>
            </a:extLst>
          </p:cNvPr>
          <p:cNvSpPr>
            <a:spLocks noGrp="1"/>
          </p:cNvSpPr>
          <p:nvPr>
            <p:ph type="body" sz="quarter" idx="20"/>
          </p:nvPr>
        </p:nvSpPr>
        <p:spPr>
          <a:xfrm>
            <a:off x="9996458" y="4114800"/>
            <a:ext cx="1632246" cy="291317"/>
          </a:xfrm>
        </p:spPr>
        <p:txBody>
          <a:bodyPr/>
          <a:lstStyle/>
          <a:p>
            <a:r>
              <a:rPr lang="en-US"/>
              <a:t>Platforms</a:t>
            </a:r>
          </a:p>
        </p:txBody>
      </p:sp>
      <p:sp>
        <p:nvSpPr>
          <p:cNvPr id="16" name="Text Placeholder 15">
            <a:extLst>
              <a:ext uri="{FF2B5EF4-FFF2-40B4-BE49-F238E27FC236}">
                <a16:creationId xmlns:a16="http://schemas.microsoft.com/office/drawing/2014/main" id="{E43ED7F8-369F-3D71-44E1-2E225DE756B4}"/>
              </a:ext>
            </a:extLst>
          </p:cNvPr>
          <p:cNvSpPr>
            <a:spLocks noGrp="1"/>
          </p:cNvSpPr>
          <p:nvPr>
            <p:ph type="body" sz="quarter" idx="23"/>
          </p:nvPr>
        </p:nvSpPr>
        <p:spPr>
          <a:xfrm>
            <a:off x="9996458" y="4737560"/>
            <a:ext cx="1622425" cy="849657"/>
          </a:xfrm>
        </p:spPr>
        <p:txBody>
          <a:bodyPr/>
          <a:lstStyle/>
          <a:p>
            <a:pPr marL="0" indent="0">
              <a:buNone/>
            </a:pPr>
            <a:r>
              <a:rPr lang="en-US"/>
              <a:t>AWS </a:t>
            </a:r>
            <a:r>
              <a:rPr lang="en-US" err="1"/>
              <a:t>SageMaker</a:t>
            </a:r>
            <a:endParaRPr lang="en-US"/>
          </a:p>
          <a:p>
            <a:pPr marL="0" indent="0">
              <a:buNone/>
            </a:pPr>
            <a:r>
              <a:rPr lang="en-US"/>
              <a:t>AWS Kinesis </a:t>
            </a:r>
            <a:br>
              <a:rPr lang="en-US"/>
            </a:br>
            <a:r>
              <a:rPr lang="en-US"/>
              <a:t>Data Analytics</a:t>
            </a:r>
          </a:p>
        </p:txBody>
      </p:sp>
      <p:sp>
        <p:nvSpPr>
          <p:cNvPr id="5" name="Footer Placeholder 4">
            <a:extLst>
              <a:ext uri="{FF2B5EF4-FFF2-40B4-BE49-F238E27FC236}">
                <a16:creationId xmlns:a16="http://schemas.microsoft.com/office/drawing/2014/main" id="{BF03829E-990E-7EC3-4C80-FFAE54439A32}"/>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6" name="Date Placeholder 5">
            <a:extLst>
              <a:ext uri="{FF2B5EF4-FFF2-40B4-BE49-F238E27FC236}">
                <a16:creationId xmlns:a16="http://schemas.microsoft.com/office/drawing/2014/main" id="{849F5CD0-13CC-442A-F4F7-0C768B6C5E1A}"/>
              </a:ext>
              <a:ext uri="{C183D7F6-B498-43B3-948B-1728B52AA6E4}">
                <adec:decorative xmlns:adec="http://schemas.microsoft.com/office/drawing/2017/decorative" val="1"/>
              </a:ext>
            </a:extLst>
          </p:cNvPr>
          <p:cNvSpPr>
            <a:spLocks noGrp="1"/>
          </p:cNvSpPr>
          <p:nvPr>
            <p:ph type="dt" sz="half" idx="11"/>
          </p:nvPr>
        </p:nvSpPr>
        <p:spPr/>
        <p:txBody>
          <a:bodyPr/>
          <a:lstStyle/>
          <a:p>
            <a:fld id="{4B16AE08-2FC8-4A00-8212-C5773B560717}" type="datetimeyyyy">
              <a:rPr lang="en-US" smtClean="0"/>
              <a:t>2025</a:t>
            </a:fld>
            <a:endParaRPr lang="en-US"/>
          </a:p>
        </p:txBody>
      </p:sp>
      <p:sp>
        <p:nvSpPr>
          <p:cNvPr id="7" name="Slide Number Placeholder 6">
            <a:extLst>
              <a:ext uri="{FF2B5EF4-FFF2-40B4-BE49-F238E27FC236}">
                <a16:creationId xmlns:a16="http://schemas.microsoft.com/office/drawing/2014/main" id="{91A5506C-F0CF-1A87-64EE-12521382603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139</a:t>
            </a:fld>
            <a:endParaRPr lang="en-US"/>
          </a:p>
        </p:txBody>
      </p:sp>
      <p:sp>
        <p:nvSpPr>
          <p:cNvPr id="3" name="Text Placeholder 2">
            <a:extLst>
              <a:ext uri="{FF2B5EF4-FFF2-40B4-BE49-F238E27FC236}">
                <a16:creationId xmlns:a16="http://schemas.microsoft.com/office/drawing/2014/main" id="{297B3C25-DC76-B164-341C-6E6F27F8B5C3}"/>
              </a:ext>
            </a:extLst>
          </p:cNvPr>
          <p:cNvSpPr>
            <a:spLocks noGrp="1"/>
          </p:cNvSpPr>
          <p:nvPr>
            <p:ph type="body" sz="quarter" idx="17"/>
          </p:nvPr>
        </p:nvSpPr>
        <p:spPr/>
        <p:txBody>
          <a:bodyPr/>
          <a:lstStyle/>
          <a:p>
            <a:r>
              <a:rPr lang="en-US"/>
              <a:t>CUSTOMER STORY: INDUSTRY</a:t>
            </a:r>
            <a:br>
              <a:rPr lang="en-US"/>
            </a:br>
            <a:r>
              <a:rPr lang="en-US"/>
              <a:t>CONTACT: FIRSTNAME LASTNAME</a:t>
            </a:r>
          </a:p>
          <a:p>
            <a:endParaRPr lang="en-US"/>
          </a:p>
        </p:txBody>
      </p:sp>
      <p:sp>
        <p:nvSpPr>
          <p:cNvPr id="25" name="TextBox 24">
            <a:extLst>
              <a:ext uri="{FF2B5EF4-FFF2-40B4-BE49-F238E27FC236}">
                <a16:creationId xmlns:a16="http://schemas.microsoft.com/office/drawing/2014/main" id="{63E53ADE-F741-C056-2077-B46A40073C7C}"/>
              </a:ext>
            </a:extLst>
          </p:cNvPr>
          <p:cNvSpPr txBox="1"/>
          <p:nvPr/>
        </p:nvSpPr>
        <p:spPr>
          <a:xfrm>
            <a:off x="932155" y="3506680"/>
            <a:ext cx="0" cy="0"/>
          </a:xfrm>
          <a:prstGeom prst="rect">
            <a:avLst/>
          </a:prstGeom>
          <a:noFill/>
        </p:spPr>
        <p:txBody>
          <a:bodyPr wrap="none" lIns="0" tIns="0" rIns="0" bIns="0" rtlCol="0">
            <a:noAutofit/>
          </a:bodyPr>
          <a:lstStyle/>
          <a:p>
            <a:pPr algn="l">
              <a:lnSpc>
                <a:spcPct val="110000"/>
              </a:lnSpc>
              <a:spcBef>
                <a:spcPts val="1000"/>
              </a:spcBef>
            </a:pPr>
            <a:endParaRPr lang="en-US"/>
          </a:p>
        </p:txBody>
      </p:sp>
      <p:sp>
        <p:nvSpPr>
          <p:cNvPr id="26" name="TextBox 25">
            <a:extLst>
              <a:ext uri="{FF2B5EF4-FFF2-40B4-BE49-F238E27FC236}">
                <a16:creationId xmlns:a16="http://schemas.microsoft.com/office/drawing/2014/main" id="{BFAC37F5-BD00-74B4-4459-72EB99980D2B}"/>
              </a:ext>
            </a:extLst>
          </p:cNvPr>
          <p:cNvSpPr txBox="1"/>
          <p:nvPr/>
        </p:nvSpPr>
        <p:spPr>
          <a:xfrm>
            <a:off x="861134" y="3488924"/>
            <a:ext cx="0" cy="0"/>
          </a:xfrm>
          <a:prstGeom prst="rect">
            <a:avLst/>
          </a:prstGeom>
          <a:noFill/>
        </p:spPr>
        <p:txBody>
          <a:bodyPr wrap="none" lIns="0" tIns="0" rIns="0" bIns="0" rtlCol="0">
            <a:noAutofit/>
          </a:bodyPr>
          <a:lstStyle/>
          <a:p>
            <a:pPr algn="l">
              <a:lnSpc>
                <a:spcPct val="110000"/>
              </a:lnSpc>
              <a:spcBef>
                <a:spcPts val="1000"/>
              </a:spcBef>
            </a:pPr>
            <a:endParaRPr lang="en-US"/>
          </a:p>
        </p:txBody>
      </p:sp>
      <p:cxnSp>
        <p:nvCxnSpPr>
          <p:cNvPr id="27" name="Straight Connector 26">
            <a:extLst>
              <a:ext uri="{FF2B5EF4-FFF2-40B4-BE49-F238E27FC236}">
                <a16:creationId xmlns:a16="http://schemas.microsoft.com/office/drawing/2014/main" id="{DBA400F3-8308-665D-2CC7-2E64081EC8E3}"/>
              </a:ext>
              <a:ext uri="{C183D7F6-B498-43B3-948B-1728B52AA6E4}">
                <adec:decorative xmlns:adec="http://schemas.microsoft.com/office/drawing/2017/decorative" val="1"/>
              </a:ext>
            </a:extLst>
          </p:cNvPr>
          <p:cNvCxnSpPr>
            <a:cxnSpLocks/>
          </p:cNvCxnSpPr>
          <p:nvPr/>
        </p:nvCxnSpPr>
        <p:spPr>
          <a:xfrm flipH="1">
            <a:off x="553745" y="2773351"/>
            <a:ext cx="4699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060755D-6F47-8725-EC52-EA4CCA3907FD}"/>
              </a:ext>
              <a:ext uri="{C183D7F6-B498-43B3-948B-1728B52AA6E4}">
                <adec:decorative xmlns:adec="http://schemas.microsoft.com/office/drawing/2017/decorative" val="1"/>
              </a:ext>
            </a:extLst>
          </p:cNvPr>
          <p:cNvCxnSpPr>
            <a:cxnSpLocks/>
          </p:cNvCxnSpPr>
          <p:nvPr/>
        </p:nvCxnSpPr>
        <p:spPr>
          <a:xfrm flipH="1">
            <a:off x="6201423" y="2774831"/>
            <a:ext cx="4869032"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D5725A6-D044-58E3-2444-9CAFE11B97CD}"/>
              </a:ext>
              <a:ext uri="{C183D7F6-B498-43B3-948B-1728B52AA6E4}">
                <adec:decorative xmlns:adec="http://schemas.microsoft.com/office/drawing/2017/decorative" val="1"/>
              </a:ext>
            </a:extLst>
          </p:cNvPr>
          <p:cNvCxnSpPr>
            <a:cxnSpLocks/>
          </p:cNvCxnSpPr>
          <p:nvPr/>
        </p:nvCxnSpPr>
        <p:spPr>
          <a:xfrm flipH="1">
            <a:off x="6192544" y="4443833"/>
            <a:ext cx="2853802"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8738C01-263B-EACD-1736-404250ACB657}"/>
              </a:ext>
              <a:ext uri="{C183D7F6-B498-43B3-948B-1728B52AA6E4}">
                <adec:decorative xmlns:adec="http://schemas.microsoft.com/office/drawing/2017/decorative" val="1"/>
              </a:ext>
            </a:extLst>
          </p:cNvPr>
          <p:cNvCxnSpPr>
            <a:cxnSpLocks/>
          </p:cNvCxnSpPr>
          <p:nvPr/>
        </p:nvCxnSpPr>
        <p:spPr>
          <a:xfrm flipH="1">
            <a:off x="9969500" y="4454191"/>
            <a:ext cx="1174442"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81C0A817-4424-6698-6520-2A09768E9764}"/>
              </a:ext>
              <a:ext uri="{C183D7F6-B498-43B3-948B-1728B52AA6E4}">
                <adec:decorative xmlns:adec="http://schemas.microsoft.com/office/drawing/2017/decorative" val="1"/>
              </a:ext>
            </a:extLst>
          </p:cNvPr>
          <p:cNvGrpSpPr/>
          <p:nvPr/>
        </p:nvGrpSpPr>
        <p:grpSpPr>
          <a:xfrm>
            <a:off x="12443985" y="0"/>
            <a:ext cx="3077430" cy="6857996"/>
            <a:chOff x="12443985" y="0"/>
            <a:chExt cx="3077430" cy="6857996"/>
          </a:xfrm>
        </p:grpSpPr>
        <p:sp>
          <p:nvSpPr>
            <p:cNvPr id="10" name="Rectangle 9">
              <a:extLst>
                <a:ext uri="{FF2B5EF4-FFF2-40B4-BE49-F238E27FC236}">
                  <a16:creationId xmlns:a16="http://schemas.microsoft.com/office/drawing/2014/main" id="{9B88B52F-EB4B-B0A9-D2ED-4F71D66CCCAE}"/>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23" name="Group 22">
              <a:extLst>
                <a:ext uri="{FF2B5EF4-FFF2-40B4-BE49-F238E27FC236}">
                  <a16:creationId xmlns:a16="http://schemas.microsoft.com/office/drawing/2014/main" id="{0B9703F9-ED0D-EBEB-A439-B5769C8DD4F4}"/>
                </a:ext>
              </a:extLst>
            </p:cNvPr>
            <p:cNvGrpSpPr/>
            <p:nvPr/>
          </p:nvGrpSpPr>
          <p:grpSpPr>
            <a:xfrm>
              <a:off x="13142686" y="1954129"/>
              <a:ext cx="1455058" cy="864391"/>
              <a:chOff x="12700000" y="2008563"/>
              <a:chExt cx="2565400" cy="1524000"/>
            </a:xfrm>
          </p:grpSpPr>
          <p:pic>
            <p:nvPicPr>
              <p:cNvPr id="24" name="Picture 23" descr="A picture containing table&#10;&#10;Description automatically generated">
                <a:extLst>
                  <a:ext uri="{FF2B5EF4-FFF2-40B4-BE49-F238E27FC236}">
                    <a16:creationId xmlns:a16="http://schemas.microsoft.com/office/drawing/2014/main" id="{624CDA8B-7B3D-9B62-BADE-5C48479315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700000" y="2008563"/>
                <a:ext cx="2565400" cy="1524000"/>
              </a:xfrm>
              <a:prstGeom prst="rect">
                <a:avLst/>
              </a:prstGeom>
            </p:spPr>
          </p:pic>
          <p:sp>
            <p:nvSpPr>
              <p:cNvPr id="30" name="Rectangle 29">
                <a:extLst>
                  <a:ext uri="{FF2B5EF4-FFF2-40B4-BE49-F238E27FC236}">
                    <a16:creationId xmlns:a16="http://schemas.microsoft.com/office/drawing/2014/main" id="{D5F965C9-A0DD-8886-EB0F-36987B3DAE6F}"/>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21517436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icture Placeholder 97">
            <a:extLst>
              <a:ext uri="{FF2B5EF4-FFF2-40B4-BE49-F238E27FC236}">
                <a16:creationId xmlns:a16="http://schemas.microsoft.com/office/drawing/2014/main" id="{4FCB3FC9-3A92-DEEC-3564-34F8FCA84861}"/>
              </a:ext>
            </a:extLst>
          </p:cNvPr>
          <p:cNvSpPr>
            <a:spLocks noGrp="1"/>
          </p:cNvSpPr>
          <p:nvPr>
            <p:ph type="pic" sz="quarter" idx="13"/>
          </p:nvPr>
        </p:nvSpPr>
        <p:spPr/>
        <p:txBody>
          <a:bodyPr/>
          <a:lstStyle/>
          <a:p>
            <a:endParaRPr lang="en-US"/>
          </a:p>
        </p:txBody>
      </p:sp>
      <p:sp>
        <p:nvSpPr>
          <p:cNvPr id="11" name="Title 10">
            <a:extLst>
              <a:ext uri="{FF2B5EF4-FFF2-40B4-BE49-F238E27FC236}">
                <a16:creationId xmlns:a16="http://schemas.microsoft.com/office/drawing/2014/main" id="{DF8C7C1C-33E4-0CD3-4934-F5950CC23060}"/>
              </a:ext>
            </a:extLst>
          </p:cNvPr>
          <p:cNvSpPr>
            <a:spLocks noGrp="1"/>
          </p:cNvSpPr>
          <p:nvPr>
            <p:ph type="title"/>
          </p:nvPr>
        </p:nvSpPr>
        <p:spPr/>
        <p:txBody>
          <a:bodyPr/>
          <a:lstStyle/>
          <a:p>
            <a:r>
              <a:rPr lang="en-US"/>
              <a:t>Short headline. </a:t>
            </a:r>
            <a:br>
              <a:rPr lang="en-US">
                <a:solidFill>
                  <a:schemeClr val="accent1"/>
                </a:solidFill>
              </a:rPr>
            </a:br>
            <a:r>
              <a:rPr lang="en-US">
                <a:solidFill>
                  <a:schemeClr val="accent1"/>
                </a:solidFill>
              </a:rPr>
              <a:t>Two lines only.</a:t>
            </a:r>
          </a:p>
        </p:txBody>
      </p:sp>
      <p:sp>
        <p:nvSpPr>
          <p:cNvPr id="2" name="Text Placeholder 1">
            <a:extLst>
              <a:ext uri="{FF2B5EF4-FFF2-40B4-BE49-F238E27FC236}">
                <a16:creationId xmlns:a16="http://schemas.microsoft.com/office/drawing/2014/main" id="{B2A44DDE-3EF8-09DD-6C70-7844AA50DBA8}"/>
              </a:ext>
            </a:extLst>
          </p:cNvPr>
          <p:cNvSpPr>
            <a:spLocks noGrp="1"/>
          </p:cNvSpPr>
          <p:nvPr>
            <p:ph type="body" sz="quarter" idx="35"/>
          </p:nvPr>
        </p:nvSpPr>
        <p:spPr/>
        <p:txBody>
          <a:bodyPr/>
          <a:lstStyle/>
          <a:p>
            <a:r>
              <a:rPr lang="en-US"/>
              <a:t>Key partners | Technologies | And/or capabilities | Go here</a:t>
            </a:r>
          </a:p>
        </p:txBody>
      </p:sp>
      <p:sp>
        <p:nvSpPr>
          <p:cNvPr id="99" name="Picture Placeholder 98">
            <a:extLst>
              <a:ext uri="{FF2B5EF4-FFF2-40B4-BE49-F238E27FC236}">
                <a16:creationId xmlns:a16="http://schemas.microsoft.com/office/drawing/2014/main" id="{16D8E31E-F0D5-B509-53A1-B2EDF04FCF07}"/>
              </a:ext>
            </a:extLst>
          </p:cNvPr>
          <p:cNvSpPr>
            <a:spLocks noGrp="1"/>
          </p:cNvSpPr>
          <p:nvPr>
            <p:ph type="pic" sz="quarter" idx="14"/>
          </p:nvPr>
        </p:nvSpPr>
        <p:spPr/>
        <p:txBody>
          <a:bodyPr/>
          <a:lstStyle/>
          <a:p>
            <a:endParaRPr lang="en-US"/>
          </a:p>
        </p:txBody>
      </p:sp>
      <p:sp>
        <p:nvSpPr>
          <p:cNvPr id="4" name="Text Placeholder 3">
            <a:extLst>
              <a:ext uri="{FF2B5EF4-FFF2-40B4-BE49-F238E27FC236}">
                <a16:creationId xmlns:a16="http://schemas.microsoft.com/office/drawing/2014/main" id="{32C5F1BD-00F9-DCB0-92F9-FDDE41E65F34}"/>
              </a:ext>
            </a:extLst>
          </p:cNvPr>
          <p:cNvSpPr>
            <a:spLocks noGrp="1"/>
          </p:cNvSpPr>
          <p:nvPr>
            <p:ph type="body" sz="quarter" idx="30"/>
          </p:nvPr>
        </p:nvSpPr>
        <p:spPr/>
        <p:txBody>
          <a:bodyPr/>
          <a:lstStyle/>
          <a:p>
            <a:r>
              <a:rPr lang="en-US"/>
              <a:t>Why</a:t>
            </a:r>
          </a:p>
        </p:txBody>
      </p:sp>
      <p:sp>
        <p:nvSpPr>
          <p:cNvPr id="3" name="Text Placeholder 2">
            <a:extLst>
              <a:ext uri="{FF2B5EF4-FFF2-40B4-BE49-F238E27FC236}">
                <a16:creationId xmlns:a16="http://schemas.microsoft.com/office/drawing/2014/main" id="{75E1731D-966E-498E-2445-0EDCEA847667}"/>
              </a:ext>
            </a:extLst>
          </p:cNvPr>
          <p:cNvSpPr>
            <a:spLocks noGrp="1"/>
          </p:cNvSpPr>
          <p:nvPr>
            <p:ph type="body" sz="quarter" idx="23"/>
          </p:nvPr>
        </p:nvSpPr>
        <p:spPr/>
        <p:txBody>
          <a:bodyPr/>
          <a:lstStyle/>
          <a:p>
            <a:pPr marL="0" indent="0">
              <a:buNone/>
            </a:pPr>
            <a:r>
              <a:rPr lang="en-US"/>
              <a:t>Include any relevant context from previous work  </a:t>
            </a:r>
            <a:br>
              <a:rPr lang="en-US"/>
            </a:br>
            <a:r>
              <a:rPr lang="en-US"/>
              <a:t>on the account. Or, if your story covers a multi-phase project, key findings from the discovery  phase often make sense in the “Why” section.</a:t>
            </a:r>
          </a:p>
          <a:p>
            <a:pPr marL="0" indent="0">
              <a:buNone/>
            </a:pPr>
            <a:r>
              <a:rPr lang="en-US"/>
              <a:t>Take the time to consider likely audiences for the story as you write it. What aspects of the  project will resonate most with people who are in the same industry, facing the same customer challenges, or struggling to develop similar solutions?</a:t>
            </a:r>
          </a:p>
        </p:txBody>
      </p:sp>
      <p:sp>
        <p:nvSpPr>
          <p:cNvPr id="5" name="Text Placeholder 4">
            <a:extLst>
              <a:ext uri="{FF2B5EF4-FFF2-40B4-BE49-F238E27FC236}">
                <a16:creationId xmlns:a16="http://schemas.microsoft.com/office/drawing/2014/main" id="{6316564F-0C7A-F612-9672-CA05FBB7864F}"/>
              </a:ext>
            </a:extLst>
          </p:cNvPr>
          <p:cNvSpPr>
            <a:spLocks noGrp="1"/>
          </p:cNvSpPr>
          <p:nvPr>
            <p:ph type="body" sz="quarter" idx="31"/>
          </p:nvPr>
        </p:nvSpPr>
        <p:spPr/>
        <p:txBody>
          <a:bodyPr/>
          <a:lstStyle/>
          <a:p>
            <a:r>
              <a:rPr lang="en-US"/>
              <a:t>What</a:t>
            </a:r>
          </a:p>
        </p:txBody>
      </p:sp>
      <p:sp>
        <p:nvSpPr>
          <p:cNvPr id="13" name="Text Placeholder 12">
            <a:extLst>
              <a:ext uri="{FF2B5EF4-FFF2-40B4-BE49-F238E27FC236}">
                <a16:creationId xmlns:a16="http://schemas.microsoft.com/office/drawing/2014/main" id="{E9CE9284-E4EA-2CEC-6EC4-A2B806C4A6B6}"/>
              </a:ext>
            </a:extLst>
          </p:cNvPr>
          <p:cNvSpPr>
            <a:spLocks noGrp="1"/>
          </p:cNvSpPr>
          <p:nvPr>
            <p:ph type="body" sz="quarter" idx="33"/>
          </p:nvPr>
        </p:nvSpPr>
        <p:spPr/>
        <p:txBody>
          <a:bodyPr/>
          <a:lstStyle/>
          <a:p>
            <a:pPr marL="0" indent="0">
              <a:buNone/>
            </a:pPr>
            <a:r>
              <a:rPr lang="en-US"/>
              <a:t>Provide enough detail that other people </a:t>
            </a:r>
            <a:br>
              <a:rPr lang="en-US"/>
            </a:br>
            <a:r>
              <a:rPr lang="en-US"/>
              <a:t>at  Slalom can read this and feel comfortable talking about the work, at least at a </a:t>
            </a:r>
            <a:br>
              <a:rPr lang="en-US"/>
            </a:br>
            <a:r>
              <a:rPr lang="en-US"/>
              <a:t>high level. Get specific about the </a:t>
            </a:r>
            <a:br>
              <a:rPr lang="en-US"/>
            </a:br>
            <a:r>
              <a:rPr lang="en-US"/>
              <a:t>technologies or processes  involved, but </a:t>
            </a:r>
            <a:br>
              <a:rPr lang="en-US"/>
            </a:br>
            <a:r>
              <a:rPr lang="en-US"/>
              <a:t>avoid unnecessary jargon.</a:t>
            </a:r>
          </a:p>
          <a:p>
            <a:pPr marL="0" indent="0">
              <a:buNone/>
            </a:pPr>
            <a:r>
              <a:rPr lang="en-US"/>
              <a:t>Bullets are great for details, such as:</a:t>
            </a:r>
          </a:p>
          <a:p>
            <a:pPr>
              <a:spcBef>
                <a:spcPts val="300"/>
              </a:spcBef>
            </a:pPr>
            <a:r>
              <a:rPr lang="en-US"/>
              <a:t>Technical components</a:t>
            </a:r>
          </a:p>
          <a:p>
            <a:pPr>
              <a:spcBef>
                <a:spcPts val="300"/>
              </a:spcBef>
            </a:pPr>
            <a:r>
              <a:rPr lang="en-US"/>
              <a:t>Workstreams</a:t>
            </a:r>
          </a:p>
          <a:p>
            <a:pPr>
              <a:spcBef>
                <a:spcPts val="300"/>
              </a:spcBef>
            </a:pPr>
            <a:r>
              <a:rPr lang="en-US"/>
              <a:t>Project phases</a:t>
            </a:r>
          </a:p>
          <a:p>
            <a:pPr>
              <a:spcBef>
                <a:spcPts val="300"/>
              </a:spcBef>
            </a:pPr>
            <a:r>
              <a:rPr lang="en-US"/>
              <a:t>Or insights</a:t>
            </a:r>
          </a:p>
        </p:txBody>
      </p:sp>
      <p:sp>
        <p:nvSpPr>
          <p:cNvPr id="6" name="Text Placeholder 5">
            <a:extLst>
              <a:ext uri="{FF2B5EF4-FFF2-40B4-BE49-F238E27FC236}">
                <a16:creationId xmlns:a16="http://schemas.microsoft.com/office/drawing/2014/main" id="{AC490655-2DBA-08F1-9E0F-340B23C544E6}"/>
              </a:ext>
            </a:extLst>
          </p:cNvPr>
          <p:cNvSpPr>
            <a:spLocks noGrp="1"/>
          </p:cNvSpPr>
          <p:nvPr>
            <p:ph type="body" sz="quarter" idx="32"/>
          </p:nvPr>
        </p:nvSpPr>
        <p:spPr/>
        <p:txBody>
          <a:bodyPr/>
          <a:lstStyle/>
          <a:p>
            <a:r>
              <a:rPr lang="en-US"/>
              <a:t>Wow</a:t>
            </a:r>
          </a:p>
        </p:txBody>
      </p:sp>
      <p:sp>
        <p:nvSpPr>
          <p:cNvPr id="14" name="Text Placeholder 13">
            <a:extLst>
              <a:ext uri="{FF2B5EF4-FFF2-40B4-BE49-F238E27FC236}">
                <a16:creationId xmlns:a16="http://schemas.microsoft.com/office/drawing/2014/main" id="{996B3159-4070-2E0B-917A-D20215F2764E}"/>
              </a:ext>
            </a:extLst>
          </p:cNvPr>
          <p:cNvSpPr>
            <a:spLocks noGrp="1"/>
          </p:cNvSpPr>
          <p:nvPr>
            <p:ph type="body" sz="quarter" idx="34"/>
          </p:nvPr>
        </p:nvSpPr>
        <p:spPr/>
        <p:txBody>
          <a:bodyPr/>
          <a:lstStyle/>
          <a:p>
            <a:pPr marL="0" indent="0">
              <a:buNone/>
            </a:pPr>
            <a:r>
              <a:rPr lang="en-US"/>
              <a:t>Also, consider: Is there a bigger picture in terms  of the change we enabled for the client, why  this story would be interesting to other clients/  prospects, or how it specifically showcases our  brand/strengths?</a:t>
            </a:r>
          </a:p>
          <a:p>
            <a:pPr marL="0" indent="0">
              <a:buNone/>
            </a:pPr>
            <a:r>
              <a:rPr lang="en-US"/>
              <a:t>Consider using bullets to highlight:</a:t>
            </a:r>
          </a:p>
          <a:p>
            <a:pPr>
              <a:spcBef>
                <a:spcPts val="300"/>
              </a:spcBef>
            </a:pPr>
            <a:r>
              <a:rPr lang="en-US"/>
              <a:t>Key metrics</a:t>
            </a:r>
          </a:p>
          <a:p>
            <a:pPr>
              <a:spcBef>
                <a:spcPts val="300"/>
              </a:spcBef>
            </a:pPr>
            <a:r>
              <a:rPr lang="en-US"/>
              <a:t>Qualitative outcomes</a:t>
            </a:r>
          </a:p>
          <a:p>
            <a:pPr>
              <a:spcBef>
                <a:spcPts val="300"/>
              </a:spcBef>
            </a:pPr>
            <a:r>
              <a:rPr lang="en-US"/>
              <a:t>Or deliverables</a:t>
            </a:r>
          </a:p>
        </p:txBody>
      </p:sp>
      <p:sp>
        <p:nvSpPr>
          <p:cNvPr id="15" name="Text Placeholder 14">
            <a:extLst>
              <a:ext uri="{FF2B5EF4-FFF2-40B4-BE49-F238E27FC236}">
                <a16:creationId xmlns:a16="http://schemas.microsoft.com/office/drawing/2014/main" id="{E8AD2B5F-E628-BA43-E510-576086139F9C}"/>
              </a:ext>
            </a:extLst>
          </p:cNvPr>
          <p:cNvSpPr>
            <a:spLocks noGrp="1"/>
          </p:cNvSpPr>
          <p:nvPr>
            <p:ph type="body" sz="quarter" idx="17"/>
          </p:nvPr>
        </p:nvSpPr>
        <p:spPr/>
        <p:txBody>
          <a:bodyPr/>
          <a:lstStyle/>
          <a:p>
            <a:r>
              <a:rPr lang="en-US"/>
              <a:t>CUSTOMER STORY: INDUSTRY</a:t>
            </a:r>
            <a:br>
              <a:rPr lang="en-US"/>
            </a:br>
            <a:r>
              <a:rPr lang="en-US"/>
              <a:t>CONTACT: FIRSTNAME LASTNAME</a:t>
            </a:r>
          </a:p>
        </p:txBody>
      </p:sp>
      <p:sp>
        <p:nvSpPr>
          <p:cNvPr id="7" name="Footer Placeholder 6">
            <a:extLst>
              <a:ext uri="{FF2B5EF4-FFF2-40B4-BE49-F238E27FC236}">
                <a16:creationId xmlns:a16="http://schemas.microsoft.com/office/drawing/2014/main" id="{B3785948-084B-F82B-EDDC-BBDABA7EE92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8" name="Date Placeholder 7">
            <a:extLst>
              <a:ext uri="{FF2B5EF4-FFF2-40B4-BE49-F238E27FC236}">
                <a16:creationId xmlns:a16="http://schemas.microsoft.com/office/drawing/2014/main" id="{C4DEB680-6B17-1B63-4E90-6E4381DBFF3B}"/>
              </a:ext>
              <a:ext uri="{C183D7F6-B498-43B3-948B-1728B52AA6E4}">
                <adec:decorative xmlns:adec="http://schemas.microsoft.com/office/drawing/2017/decorative" val="1"/>
              </a:ext>
            </a:extLst>
          </p:cNvPr>
          <p:cNvSpPr>
            <a:spLocks noGrp="1"/>
          </p:cNvSpPr>
          <p:nvPr>
            <p:ph type="dt" sz="half" idx="11"/>
          </p:nvPr>
        </p:nvSpPr>
        <p:spPr/>
        <p:txBody>
          <a:bodyPr/>
          <a:lstStyle/>
          <a:p>
            <a:fld id="{6DF1DE35-69CC-4163-A82C-CE2B13AD7CDC}" type="datetimeyyyy">
              <a:rPr lang="en-US" smtClean="0"/>
              <a:t>2025</a:t>
            </a:fld>
            <a:endParaRPr lang="en-US"/>
          </a:p>
        </p:txBody>
      </p:sp>
      <p:sp>
        <p:nvSpPr>
          <p:cNvPr id="9" name="Slide Number Placeholder 8">
            <a:extLst>
              <a:ext uri="{FF2B5EF4-FFF2-40B4-BE49-F238E27FC236}">
                <a16:creationId xmlns:a16="http://schemas.microsoft.com/office/drawing/2014/main" id="{135C0B01-E76B-D40C-D247-E88DF398A903}"/>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140</a:t>
            </a:fld>
            <a:endParaRPr lang="en-US"/>
          </a:p>
        </p:txBody>
      </p:sp>
    </p:spTree>
    <p:extLst>
      <p:ext uri="{BB962C8B-B14F-4D97-AF65-F5344CB8AC3E}">
        <p14:creationId xmlns:p14="http://schemas.microsoft.com/office/powerpoint/2010/main" val="286375493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7B42A30-6580-9892-5FC7-C39C98859A42}"/>
              </a:ext>
              <a:ext uri="{C183D7F6-B498-43B3-948B-1728B52AA6E4}">
                <adec:decorative xmlns:adec="http://schemas.microsoft.com/office/drawing/2017/decorative" val="1"/>
              </a:ext>
            </a:extLst>
          </p:cNvPr>
          <p:cNvSpPr/>
          <p:nvPr/>
        </p:nvSpPr>
        <p:spPr>
          <a:xfrm>
            <a:off x="6921500" y="241"/>
            <a:ext cx="5270073" cy="6857759"/>
          </a:xfrm>
          <a:prstGeom prst="rect">
            <a:avLst/>
          </a:prstGeom>
          <a:solidFill>
            <a:schemeClr val="tx2">
              <a:lumMod val="20000"/>
              <a:lumOff val="80000"/>
            </a:schemeClr>
          </a:solidFill>
          <a:ln w="12700" cap="flat" cmpd="sng" algn="ctr">
            <a:noFill/>
            <a:prstDash val="solid"/>
            <a:miter lim="800000"/>
          </a:ln>
          <a:effectLst/>
        </p:spPr>
        <p:txBody>
          <a:bodyPr lIns="182867" tIns="182867" rIns="91434" rtlCol="0" anchor="t"/>
          <a:lstStyle/>
          <a:p>
            <a:pPr marL="0" marR="0" lvl="0" indent="0" algn="ctr" defTabSz="91435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rgbClr val="09091C"/>
              </a:solidFill>
              <a:effectLst/>
              <a:uLnTx/>
              <a:uFillTx/>
              <a:ea typeface="+mn-ea"/>
              <a:cs typeface="+mn-cs"/>
            </a:endParaRPr>
          </a:p>
        </p:txBody>
      </p:sp>
      <p:sp>
        <p:nvSpPr>
          <p:cNvPr id="6" name="object 5">
            <a:extLst>
              <a:ext uri="{FF2B5EF4-FFF2-40B4-BE49-F238E27FC236}">
                <a16:creationId xmlns:a16="http://schemas.microsoft.com/office/drawing/2014/main" id="{C2F3B2EC-AF63-F1BE-37CD-B2DA241C1594}"/>
              </a:ext>
            </a:extLst>
          </p:cNvPr>
          <p:cNvSpPr txBox="1"/>
          <p:nvPr/>
        </p:nvSpPr>
        <p:spPr>
          <a:xfrm>
            <a:off x="588434" y="1126748"/>
            <a:ext cx="3829895" cy="164385"/>
          </a:xfrm>
          <a:prstGeom prst="rect">
            <a:avLst/>
          </a:prstGeom>
        </p:spPr>
        <p:txBody>
          <a:bodyPr vert="horz" wrap="square" lIns="0" tIns="10395" rIns="0" bIns="0" rtlCol="0">
            <a:noAutofit/>
          </a:bodyPr>
          <a:lstStyle/>
          <a:p>
            <a:pPr marL="7700">
              <a:spcBef>
                <a:spcPts val="82"/>
              </a:spcBef>
            </a:pPr>
            <a:r>
              <a:rPr lang="en-US" sz="1200" b="1" cap="all" spc="150">
                <a:solidFill>
                  <a:schemeClr val="accent1"/>
                </a:solidFill>
                <a:ea typeface="+mj-ea"/>
                <a:cs typeface="+mj-cs"/>
              </a:rPr>
              <a:t>SPRO TEMPLATE</a:t>
            </a:r>
            <a:endParaRPr sz="1200" b="1" cap="all" spc="150">
              <a:solidFill>
                <a:schemeClr val="accent1"/>
              </a:solidFill>
              <a:ea typeface="+mj-ea"/>
              <a:cs typeface="+mj-cs"/>
            </a:endParaRPr>
          </a:p>
        </p:txBody>
      </p:sp>
      <p:sp>
        <p:nvSpPr>
          <p:cNvPr id="5" name="Title 4">
            <a:extLst>
              <a:ext uri="{FF2B5EF4-FFF2-40B4-BE49-F238E27FC236}">
                <a16:creationId xmlns:a16="http://schemas.microsoft.com/office/drawing/2014/main" id="{7CC14BB3-94E6-C226-A211-CCBABF1EA0C7}"/>
              </a:ext>
            </a:extLst>
          </p:cNvPr>
          <p:cNvSpPr>
            <a:spLocks noGrp="1"/>
          </p:cNvSpPr>
          <p:nvPr>
            <p:ph type="title"/>
          </p:nvPr>
        </p:nvSpPr>
        <p:spPr>
          <a:xfrm>
            <a:off x="571500" y="1444508"/>
            <a:ext cx="4470400" cy="2272998"/>
          </a:xfrm>
        </p:spPr>
        <p:txBody>
          <a:bodyPr/>
          <a:lstStyle/>
          <a:p>
            <a:r>
              <a:rPr lang="en-US" sz="5400"/>
              <a:t>Single Page Response Overview</a:t>
            </a:r>
          </a:p>
        </p:txBody>
      </p:sp>
      <p:sp>
        <p:nvSpPr>
          <p:cNvPr id="7" name="object 2">
            <a:extLst>
              <a:ext uri="{FF2B5EF4-FFF2-40B4-BE49-F238E27FC236}">
                <a16:creationId xmlns:a16="http://schemas.microsoft.com/office/drawing/2014/main" id="{A5888EF4-6B4A-8323-CE53-6374E309D337}"/>
              </a:ext>
            </a:extLst>
          </p:cNvPr>
          <p:cNvSpPr txBox="1"/>
          <p:nvPr/>
        </p:nvSpPr>
        <p:spPr>
          <a:xfrm>
            <a:off x="576980" y="4114800"/>
            <a:ext cx="4464920" cy="990600"/>
          </a:xfrm>
          <a:prstGeom prst="rect">
            <a:avLst/>
          </a:prstGeom>
        </p:spPr>
        <p:txBody>
          <a:bodyPr vert="horz" wrap="square" lIns="0" tIns="7315" rIns="0" bIns="0" rtlCol="0">
            <a:noAutofit/>
          </a:bodyPr>
          <a:lstStyle/>
          <a:p>
            <a:pPr marR="3080">
              <a:lnSpc>
                <a:spcPct val="110000"/>
              </a:lnSpc>
              <a:spcAft>
                <a:spcPts val="1000"/>
              </a:spcAft>
            </a:pPr>
            <a:r>
              <a:rPr lang="en-US" sz="1400" b="1">
                <a:ea typeface="+mj-ea"/>
                <a:cs typeface="+mj-cs"/>
              </a:rPr>
              <a:t>Looking for more SPRO templates?</a:t>
            </a:r>
          </a:p>
          <a:p>
            <a:pPr>
              <a:lnSpc>
                <a:spcPct val="110000"/>
              </a:lnSpc>
              <a:spcAft>
                <a:spcPts val="1000"/>
              </a:spcAft>
            </a:pPr>
            <a:r>
              <a:rPr lang="en-US" sz="1400"/>
              <a:t>Download our full SPRO deck with client examples from our </a:t>
            </a:r>
            <a:r>
              <a:rPr lang="en-US" sz="1400">
                <a:hlinkClick r:id="rId2"/>
              </a:rPr>
              <a:t>templates site</a:t>
            </a:r>
            <a:r>
              <a:rPr lang="en-US" sz="1400"/>
              <a:t>.</a:t>
            </a:r>
          </a:p>
        </p:txBody>
      </p:sp>
      <p:sp>
        <p:nvSpPr>
          <p:cNvPr id="10" name="object 2">
            <a:extLst>
              <a:ext uri="{FF2B5EF4-FFF2-40B4-BE49-F238E27FC236}">
                <a16:creationId xmlns:a16="http://schemas.microsoft.com/office/drawing/2014/main" id="{FBA0929C-2A6E-FACF-9056-A0173DC463B9}"/>
              </a:ext>
            </a:extLst>
          </p:cNvPr>
          <p:cNvSpPr txBox="1"/>
          <p:nvPr/>
        </p:nvSpPr>
        <p:spPr>
          <a:xfrm>
            <a:off x="8089900" y="571501"/>
            <a:ext cx="3530600" cy="1181100"/>
          </a:xfrm>
          <a:prstGeom prst="rect">
            <a:avLst/>
          </a:prstGeom>
        </p:spPr>
        <p:txBody>
          <a:bodyPr vert="horz" wrap="square" lIns="0" tIns="7315" rIns="0" bIns="0" rtlCol="0">
            <a:noAutofit/>
          </a:bodyPr>
          <a:lstStyle/>
          <a:p>
            <a:pPr marR="3080">
              <a:lnSpc>
                <a:spcPct val="110000"/>
              </a:lnSpc>
              <a:spcAft>
                <a:spcPts val="1000"/>
              </a:spcAft>
            </a:pPr>
            <a:r>
              <a:rPr lang="en-US" sz="1400" b="1">
                <a:ea typeface="+mj-ea"/>
                <a:cs typeface="+mj-cs"/>
              </a:rPr>
              <a:t>What is it</a:t>
            </a:r>
          </a:p>
          <a:p>
            <a:pPr marR="3080">
              <a:lnSpc>
                <a:spcPct val="110000"/>
              </a:lnSpc>
              <a:spcAft>
                <a:spcPts val="1000"/>
              </a:spcAft>
            </a:pPr>
            <a:r>
              <a:rPr lang="en-US" sz="1400">
                <a:ea typeface="+mj-ea"/>
                <a:cs typeface="+mj-cs"/>
              </a:rPr>
              <a:t>A consolidated and straight-forward </a:t>
            </a:r>
            <a:br>
              <a:rPr lang="en-US" sz="1400">
                <a:ea typeface="+mj-ea"/>
                <a:cs typeface="+mj-cs"/>
              </a:rPr>
            </a:br>
            <a:r>
              <a:rPr lang="en-US" sz="1400">
                <a:ea typeface="+mj-ea"/>
                <a:cs typeface="+mj-cs"/>
              </a:rPr>
              <a:t>view for a client summarizing their need and our approach to help.</a:t>
            </a:r>
          </a:p>
        </p:txBody>
      </p:sp>
      <p:sp>
        <p:nvSpPr>
          <p:cNvPr id="12" name="object 2">
            <a:extLst>
              <a:ext uri="{FF2B5EF4-FFF2-40B4-BE49-F238E27FC236}">
                <a16:creationId xmlns:a16="http://schemas.microsoft.com/office/drawing/2014/main" id="{23AEDC7F-6862-2918-FCAF-1C18AC4E6594}"/>
              </a:ext>
            </a:extLst>
          </p:cNvPr>
          <p:cNvSpPr txBox="1">
            <a:spLocks/>
          </p:cNvSpPr>
          <p:nvPr/>
        </p:nvSpPr>
        <p:spPr>
          <a:xfrm>
            <a:off x="8089899" y="2343150"/>
            <a:ext cx="3530600" cy="1181100"/>
          </a:xfrm>
          <a:prstGeom prst="rect">
            <a:avLst/>
          </a:prstGeom>
        </p:spPr>
        <p:txBody>
          <a:bodyPr vert="horz" wrap="square" lIns="0" tIns="7315" rIns="0" bIns="0" rtlCol="0">
            <a:noAutofit/>
          </a:bodyPr>
          <a:lstStyle/>
          <a:p>
            <a:pPr marR="3080">
              <a:lnSpc>
                <a:spcPct val="110000"/>
              </a:lnSpc>
              <a:spcAft>
                <a:spcPts val="1000"/>
              </a:spcAft>
            </a:pPr>
            <a:r>
              <a:rPr lang="en-US" sz="1400" b="1">
                <a:ea typeface="+mj-ea"/>
                <a:cs typeface="+mj-cs"/>
              </a:rPr>
              <a:t>When to use it</a:t>
            </a:r>
          </a:p>
          <a:p>
            <a:pPr marR="3080">
              <a:lnSpc>
                <a:spcPct val="110000"/>
              </a:lnSpc>
              <a:spcAft>
                <a:spcPts val="1000"/>
              </a:spcAft>
            </a:pPr>
            <a:r>
              <a:rPr lang="en-US" sz="1400">
                <a:ea typeface="+mj-ea"/>
                <a:cs typeface="+mj-cs"/>
              </a:rPr>
              <a:t>For opportunities of easy to </a:t>
            </a:r>
            <a:br>
              <a:rPr lang="en-US" sz="1400">
                <a:ea typeface="+mj-ea"/>
                <a:cs typeface="+mj-cs"/>
              </a:rPr>
            </a:br>
            <a:r>
              <a:rPr lang="en-US" sz="1400">
                <a:ea typeface="+mj-ea"/>
                <a:cs typeface="+mj-cs"/>
              </a:rPr>
              <a:t>medium size/complexity and/or for unsolicited proposals.</a:t>
            </a:r>
          </a:p>
        </p:txBody>
      </p:sp>
      <p:sp>
        <p:nvSpPr>
          <p:cNvPr id="13" name="object 2">
            <a:extLst>
              <a:ext uri="{FF2B5EF4-FFF2-40B4-BE49-F238E27FC236}">
                <a16:creationId xmlns:a16="http://schemas.microsoft.com/office/drawing/2014/main" id="{36B0F015-CE5C-A8DA-A0FD-D3712522D337}"/>
              </a:ext>
            </a:extLst>
          </p:cNvPr>
          <p:cNvSpPr txBox="1"/>
          <p:nvPr/>
        </p:nvSpPr>
        <p:spPr>
          <a:xfrm>
            <a:off x="8089950" y="4114800"/>
            <a:ext cx="3530550" cy="2171700"/>
          </a:xfrm>
          <a:prstGeom prst="rect">
            <a:avLst/>
          </a:prstGeom>
        </p:spPr>
        <p:txBody>
          <a:bodyPr vert="horz" wrap="square" lIns="0" tIns="7315" rIns="0" bIns="0" rtlCol="0">
            <a:noAutofit/>
          </a:bodyPr>
          <a:lstStyle/>
          <a:p>
            <a:pPr marR="3080">
              <a:lnSpc>
                <a:spcPct val="110000"/>
              </a:lnSpc>
              <a:spcAft>
                <a:spcPts val="1000"/>
              </a:spcAft>
            </a:pPr>
            <a:r>
              <a:rPr lang="en-US" sz="1400" b="1">
                <a:ea typeface="+mj-ea"/>
                <a:cs typeface="+mj-cs"/>
              </a:rPr>
              <a:t>When not to use it</a:t>
            </a:r>
          </a:p>
          <a:p>
            <a:pPr marR="3080">
              <a:lnSpc>
                <a:spcPct val="110000"/>
              </a:lnSpc>
              <a:spcAft>
                <a:spcPts val="1000"/>
              </a:spcAft>
            </a:pPr>
            <a:r>
              <a:rPr lang="en-US" sz="1400">
                <a:ea typeface="+mj-ea"/>
                <a:cs typeface="+mj-cs"/>
              </a:rPr>
              <a:t>For RFPs, complex high dollar opportunities, and for new clients where </a:t>
            </a:r>
            <a:br>
              <a:rPr lang="en-US" sz="1400">
                <a:ea typeface="+mj-ea"/>
                <a:cs typeface="+mj-cs"/>
              </a:rPr>
            </a:br>
            <a:r>
              <a:rPr lang="en-US" sz="1400">
                <a:ea typeface="+mj-ea"/>
                <a:cs typeface="+mj-cs"/>
              </a:rPr>
              <a:t>we have limited context and who </a:t>
            </a:r>
            <a:br>
              <a:rPr lang="en-US" sz="1400">
                <a:ea typeface="+mj-ea"/>
                <a:cs typeface="+mj-cs"/>
              </a:rPr>
            </a:br>
            <a:r>
              <a:rPr lang="en-US" sz="1400">
                <a:ea typeface="+mj-ea"/>
                <a:cs typeface="+mj-cs"/>
              </a:rPr>
              <a:t>require more detail on Slalom’s breadth and depth of capabilities.</a:t>
            </a:r>
          </a:p>
        </p:txBody>
      </p:sp>
      <p:sp>
        <p:nvSpPr>
          <p:cNvPr id="2" name="Date Placeholder 1">
            <a:extLst>
              <a:ext uri="{FF2B5EF4-FFF2-40B4-BE49-F238E27FC236}">
                <a16:creationId xmlns:a16="http://schemas.microsoft.com/office/drawing/2014/main" id="{4F3FB283-DF81-406C-FDB5-26974625F496}"/>
              </a:ext>
              <a:ext uri="{C183D7F6-B498-43B3-948B-1728B52AA6E4}">
                <adec:decorative xmlns:adec="http://schemas.microsoft.com/office/drawing/2017/decorative" val="1"/>
              </a:ext>
            </a:extLst>
          </p:cNvPr>
          <p:cNvSpPr>
            <a:spLocks noGrp="1"/>
          </p:cNvSpPr>
          <p:nvPr>
            <p:ph type="dt" sz="half" idx="10"/>
          </p:nvPr>
        </p:nvSpPr>
        <p:spPr/>
        <p:txBody>
          <a:bodyPr/>
          <a:lstStyle/>
          <a:p>
            <a:fld id="{48B4AC34-78EC-46B2-A336-911852A098BD}" type="datetimeyyyy">
              <a:rPr lang="en-US" smtClean="0"/>
              <a:t>2025</a:t>
            </a:fld>
            <a:endParaRPr lang="en-US"/>
          </a:p>
        </p:txBody>
      </p:sp>
      <p:sp>
        <p:nvSpPr>
          <p:cNvPr id="3" name="Footer Placeholder 2">
            <a:extLst>
              <a:ext uri="{FF2B5EF4-FFF2-40B4-BE49-F238E27FC236}">
                <a16:creationId xmlns:a16="http://schemas.microsoft.com/office/drawing/2014/main" id="{D7099478-05E8-2294-69E8-1AEDB77799F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E45C7B9D-B08E-4032-6F00-6B8439387BF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141</a:t>
            </a:fld>
            <a:endParaRPr lang="en-US"/>
          </a:p>
        </p:txBody>
      </p:sp>
    </p:spTree>
    <p:extLst>
      <p:ext uri="{BB962C8B-B14F-4D97-AF65-F5344CB8AC3E}">
        <p14:creationId xmlns:p14="http://schemas.microsoft.com/office/powerpoint/2010/main" val="113907797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CE23-AD4F-7C92-A9DF-E5E7AC021B6A}"/>
              </a:ext>
            </a:extLst>
          </p:cNvPr>
          <p:cNvSpPr>
            <a:spLocks noGrp="1"/>
          </p:cNvSpPr>
          <p:nvPr>
            <p:ph type="title"/>
          </p:nvPr>
        </p:nvSpPr>
        <p:spPr/>
        <p:txBody>
          <a:bodyPr/>
          <a:lstStyle/>
          <a:p>
            <a:r>
              <a:rPr lang="en-US"/>
              <a:t>SPRO template title.</a:t>
            </a:r>
            <a:br>
              <a:rPr lang="en-US"/>
            </a:br>
            <a:r>
              <a:rPr lang="en-US">
                <a:solidFill>
                  <a:schemeClr val="accent1"/>
                </a:solidFill>
              </a:rPr>
              <a:t>Should not exceed two lines.</a:t>
            </a:r>
            <a:endParaRPr lang="en-US"/>
          </a:p>
        </p:txBody>
      </p:sp>
      <p:sp>
        <p:nvSpPr>
          <p:cNvPr id="30" name="Text Placeholder 3">
            <a:extLst>
              <a:ext uri="{FF2B5EF4-FFF2-40B4-BE49-F238E27FC236}">
                <a16:creationId xmlns:a16="http://schemas.microsoft.com/office/drawing/2014/main" id="{85FCAC24-4F06-8BAC-BD7E-80C29E70C16E}"/>
              </a:ext>
            </a:extLst>
          </p:cNvPr>
          <p:cNvSpPr txBox="1">
            <a:spLocks/>
          </p:cNvSpPr>
          <p:nvPr/>
        </p:nvSpPr>
        <p:spPr>
          <a:xfrm>
            <a:off x="571500" y="1548106"/>
            <a:ext cx="1651000" cy="166536"/>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buNone/>
            </a:pPr>
            <a:r>
              <a:rPr lang="en-US" sz="900"/>
              <a:t>Date  |  Client Name</a:t>
            </a:r>
          </a:p>
        </p:txBody>
      </p:sp>
      <p:sp>
        <p:nvSpPr>
          <p:cNvPr id="4" name="Date Placeholder 3">
            <a:extLst>
              <a:ext uri="{FF2B5EF4-FFF2-40B4-BE49-F238E27FC236}">
                <a16:creationId xmlns:a16="http://schemas.microsoft.com/office/drawing/2014/main" id="{58065722-14F6-DE32-BB42-38CB57998F8C}"/>
              </a:ext>
              <a:ext uri="{C183D7F6-B498-43B3-948B-1728B52AA6E4}">
                <adec:decorative xmlns:adec="http://schemas.microsoft.com/office/drawing/2017/decorative" val="1"/>
              </a:ext>
            </a:extLst>
          </p:cNvPr>
          <p:cNvSpPr>
            <a:spLocks noGrp="1"/>
          </p:cNvSpPr>
          <p:nvPr>
            <p:ph type="dt" sz="half" idx="10"/>
          </p:nvPr>
        </p:nvSpPr>
        <p:spPr/>
        <p:txBody>
          <a:bodyPr/>
          <a:lstStyle/>
          <a:p>
            <a:fld id="{F762B2FB-AD76-482A-BEE1-EDEA46166E02}" type="datetimeyyyy">
              <a:rPr lang="en-US" smtClean="0"/>
              <a:t>2025</a:t>
            </a:fld>
            <a:endParaRPr lang="en-US"/>
          </a:p>
        </p:txBody>
      </p:sp>
      <p:sp>
        <p:nvSpPr>
          <p:cNvPr id="5" name="Footer Placeholder 4">
            <a:extLst>
              <a:ext uri="{FF2B5EF4-FFF2-40B4-BE49-F238E27FC236}">
                <a16:creationId xmlns:a16="http://schemas.microsoft.com/office/drawing/2014/main" id="{6712BFDC-5966-E480-0634-0F38F3EB3C3F}"/>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F7B132D2-07E9-3944-7CAC-BB2489FDEBD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142</a:t>
            </a:fld>
            <a:endParaRPr lang="en-US"/>
          </a:p>
        </p:txBody>
      </p:sp>
      <p:cxnSp>
        <p:nvCxnSpPr>
          <p:cNvPr id="10" name="Straight Connector 9">
            <a:extLst>
              <a:ext uri="{FF2B5EF4-FFF2-40B4-BE49-F238E27FC236}">
                <a16:creationId xmlns:a16="http://schemas.microsoft.com/office/drawing/2014/main" id="{0439FFAC-10D9-7309-9328-88AC56D01A5C}"/>
              </a:ext>
              <a:ext uri="{C183D7F6-B498-43B3-948B-1728B52AA6E4}">
                <adec:decorative xmlns:adec="http://schemas.microsoft.com/office/drawing/2017/decorative" val="1"/>
              </a:ext>
            </a:extLst>
          </p:cNvPr>
          <p:cNvCxnSpPr>
            <a:cxnSpLocks/>
          </p:cNvCxnSpPr>
          <p:nvPr/>
        </p:nvCxnSpPr>
        <p:spPr>
          <a:xfrm flipH="1">
            <a:off x="571500" y="3209970"/>
            <a:ext cx="1533933"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532C347-09A8-D19C-749A-D59BE506D67F}"/>
              </a:ext>
              <a:ext uri="{C183D7F6-B498-43B3-948B-1728B52AA6E4}">
                <adec:decorative xmlns:adec="http://schemas.microsoft.com/office/drawing/2017/decorative" val="1"/>
              </a:ext>
            </a:extLst>
          </p:cNvPr>
          <p:cNvCxnSpPr>
            <a:cxnSpLocks/>
          </p:cNvCxnSpPr>
          <p:nvPr/>
        </p:nvCxnSpPr>
        <p:spPr>
          <a:xfrm flipH="1">
            <a:off x="2438400" y="3209970"/>
            <a:ext cx="1533933"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59F97-E79B-27AE-A77C-136047CA4EBE}"/>
              </a:ext>
              <a:ext uri="{C183D7F6-B498-43B3-948B-1728B52AA6E4}">
                <adec:decorative xmlns:adec="http://schemas.microsoft.com/office/drawing/2017/decorative" val="1"/>
              </a:ext>
            </a:extLst>
          </p:cNvPr>
          <p:cNvCxnSpPr>
            <a:cxnSpLocks/>
          </p:cNvCxnSpPr>
          <p:nvPr/>
        </p:nvCxnSpPr>
        <p:spPr>
          <a:xfrm flipH="1">
            <a:off x="4333460" y="3209970"/>
            <a:ext cx="1533933"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3ECE46-8B57-C349-3ED5-1AB7D1C8AE32}"/>
              </a:ext>
              <a:ext uri="{C183D7F6-B498-43B3-948B-1728B52AA6E4}">
                <adec:decorative xmlns:adec="http://schemas.microsoft.com/office/drawing/2017/decorative" val="1"/>
              </a:ext>
            </a:extLst>
          </p:cNvPr>
          <p:cNvCxnSpPr>
            <a:cxnSpLocks/>
          </p:cNvCxnSpPr>
          <p:nvPr/>
        </p:nvCxnSpPr>
        <p:spPr>
          <a:xfrm flipH="1">
            <a:off x="569190" y="5298217"/>
            <a:ext cx="1105131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A92CAF-A2F6-A118-72B8-A3EAE008C7DD}"/>
              </a:ext>
              <a:ext uri="{C183D7F6-B498-43B3-948B-1728B52AA6E4}">
                <adec:decorative xmlns:adec="http://schemas.microsoft.com/office/drawing/2017/decorative" val="1"/>
              </a:ext>
            </a:extLst>
          </p:cNvPr>
          <p:cNvCxnSpPr/>
          <p:nvPr/>
        </p:nvCxnSpPr>
        <p:spPr>
          <a:xfrm>
            <a:off x="552925" y="6288865"/>
            <a:ext cx="11032065"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3C587B0-A2E2-4314-8A85-9FE454F40B80}"/>
              </a:ext>
              <a:ext uri="{C183D7F6-B498-43B3-948B-1728B52AA6E4}">
                <adec:decorative xmlns:adec="http://schemas.microsoft.com/office/drawing/2017/decorative" val="1"/>
              </a:ext>
            </a:extLst>
          </p:cNvPr>
          <p:cNvCxnSpPr/>
          <p:nvPr/>
        </p:nvCxnSpPr>
        <p:spPr>
          <a:xfrm>
            <a:off x="6096000" y="1828800"/>
            <a:ext cx="0" cy="3283294"/>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4055D3D-0113-A68E-BD8F-AAE491353CAC}"/>
              </a:ext>
              <a:ext uri="{C183D7F6-B498-43B3-948B-1728B52AA6E4}">
                <adec:decorative xmlns:adec="http://schemas.microsoft.com/office/drawing/2017/decorative" val="1"/>
              </a:ext>
            </a:extLst>
          </p:cNvPr>
          <p:cNvCxnSpPr>
            <a:cxnSpLocks/>
          </p:cNvCxnSpPr>
          <p:nvPr/>
        </p:nvCxnSpPr>
        <p:spPr>
          <a:xfrm flipH="1">
            <a:off x="569190" y="1747744"/>
            <a:ext cx="1105131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CE0B0FC8-6314-0668-BD37-1BCD794B9AD8}"/>
              </a:ext>
            </a:extLst>
          </p:cNvPr>
          <p:cNvSpPr txBox="1">
            <a:spLocks/>
          </p:cNvSpPr>
          <p:nvPr/>
        </p:nvSpPr>
        <p:spPr>
          <a:xfrm>
            <a:off x="571500" y="1836841"/>
            <a:ext cx="5295893" cy="1198244"/>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Business Need</a:t>
            </a:r>
          </a:p>
          <a:p>
            <a:pPr marL="0" indent="0">
              <a:lnSpc>
                <a:spcPct val="110000"/>
              </a:lnSpc>
              <a:spcBef>
                <a:spcPts val="0"/>
              </a:spcBef>
              <a:spcAft>
                <a:spcPts val="300"/>
              </a:spcAft>
              <a:buNone/>
            </a:pPr>
            <a:r>
              <a:rPr lang="en-US" sz="800"/>
              <a:t>This section should focus on the business problem, outlining where the client is struggling and what we are being hired to do.  Make sure this is SIMPLE (will a 1st grader get it?), in PLAIN ENGLISH (no consulting or technical speak!) and can STAND ALONE (can someone understand it if they read this on their own?).</a:t>
            </a:r>
            <a:br>
              <a:rPr lang="en-US" sz="800"/>
            </a:br>
            <a:r>
              <a:rPr lang="en-US" sz="800"/>
              <a:t>Make sure you cover:</a:t>
            </a:r>
          </a:p>
          <a:p>
            <a:pPr marL="0" indent="0">
              <a:lnSpc>
                <a:spcPct val="110000"/>
              </a:lnSpc>
              <a:spcBef>
                <a:spcPts val="0"/>
              </a:spcBef>
              <a:spcAft>
                <a:spcPts val="300"/>
              </a:spcAft>
              <a:buNone/>
            </a:pPr>
            <a:r>
              <a:rPr lang="en-US" sz="800"/>
              <a:t>1. Aspirational goal (what is the client’s vision or goal driving the need?  Is there a new strategy or change?)</a:t>
            </a:r>
            <a:br>
              <a:rPr lang="en-US" sz="800"/>
            </a:br>
            <a:r>
              <a:rPr lang="en-US" sz="800"/>
              <a:t>2. Current state problem (what issue is the client facing? Is it impacting business, ops, time-to-market, etc.?)</a:t>
            </a:r>
            <a:br>
              <a:rPr lang="en-US" sz="800"/>
            </a:br>
            <a:r>
              <a:rPr lang="en-US" sz="800"/>
              <a:t>3. Evidence (what has happened to show the problem is an issue?  The more specific you can get the better)</a:t>
            </a:r>
            <a:br>
              <a:rPr lang="en-US" sz="800"/>
            </a:br>
            <a:r>
              <a:rPr lang="en-US" sz="800"/>
              <a:t>4. Action to resolve (what has Slalom been asked to do to address the problem?)</a:t>
            </a:r>
          </a:p>
        </p:txBody>
      </p:sp>
      <p:sp>
        <p:nvSpPr>
          <p:cNvPr id="18" name="Text Placeholder 3">
            <a:extLst>
              <a:ext uri="{FF2B5EF4-FFF2-40B4-BE49-F238E27FC236}">
                <a16:creationId xmlns:a16="http://schemas.microsoft.com/office/drawing/2014/main" id="{373621A6-E275-09D5-73DB-907D6C0A0D81}"/>
              </a:ext>
            </a:extLst>
          </p:cNvPr>
          <p:cNvSpPr txBox="1">
            <a:spLocks/>
          </p:cNvSpPr>
          <p:nvPr/>
        </p:nvSpPr>
        <p:spPr>
          <a:xfrm>
            <a:off x="571501" y="3317056"/>
            <a:ext cx="1651000" cy="1829286"/>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How</a:t>
            </a:r>
          </a:p>
          <a:p>
            <a:pPr marL="0" indent="0">
              <a:lnSpc>
                <a:spcPct val="110000"/>
              </a:lnSpc>
              <a:spcBef>
                <a:spcPts val="0"/>
              </a:spcBef>
              <a:spcAft>
                <a:spcPts val="300"/>
              </a:spcAft>
              <a:buNone/>
            </a:pPr>
            <a:r>
              <a:rPr lang="en-US" sz="800"/>
              <a:t>This section should focus on the how. Keep it short and sweet and use pull out statistics or quotes to create a more compelling case. </a:t>
            </a:r>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en-US" sz="800"/>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en-US" sz="800"/>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en-US" sz="800"/>
          </a:p>
          <a:p>
            <a:pPr marL="58738" indent="-58738" defTabSz="926101">
              <a:lnSpc>
                <a:spcPct val="110000"/>
              </a:lnSpc>
              <a:spcBef>
                <a:spcPts val="0"/>
              </a:spcBef>
              <a:spcAft>
                <a:spcPts val="300"/>
              </a:spcAft>
              <a:buSzPct val="100000"/>
              <a:defRPr/>
            </a:pPr>
            <a:endParaRPr lang="en-US" sz="800"/>
          </a:p>
        </p:txBody>
      </p:sp>
      <p:sp>
        <p:nvSpPr>
          <p:cNvPr id="19" name="Text Placeholder 3">
            <a:extLst>
              <a:ext uri="{FF2B5EF4-FFF2-40B4-BE49-F238E27FC236}">
                <a16:creationId xmlns:a16="http://schemas.microsoft.com/office/drawing/2014/main" id="{0A525B5E-3615-0A75-EA6D-CC28453CBD6D}"/>
              </a:ext>
            </a:extLst>
          </p:cNvPr>
          <p:cNvSpPr txBox="1">
            <a:spLocks/>
          </p:cNvSpPr>
          <p:nvPr/>
        </p:nvSpPr>
        <p:spPr>
          <a:xfrm>
            <a:off x="2459616" y="3317057"/>
            <a:ext cx="1651000" cy="1829286"/>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What</a:t>
            </a:r>
          </a:p>
          <a:p>
            <a:pPr marL="0" indent="0">
              <a:lnSpc>
                <a:spcPct val="110000"/>
              </a:lnSpc>
              <a:spcBef>
                <a:spcPts val="0"/>
              </a:spcBef>
              <a:spcAft>
                <a:spcPts val="300"/>
              </a:spcAft>
              <a:buNone/>
            </a:pPr>
            <a:r>
              <a:rPr lang="en-US" sz="800"/>
              <a:t>This section should focus on the what. Keep it short and sweet and use pull out statistics or quotes to create a more compelling case. </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fr-FR" sz="800"/>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fr-FR" sz="800"/>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en-US" sz="800"/>
          </a:p>
          <a:p>
            <a:pPr marL="0" indent="0" defTabSz="926101">
              <a:lnSpc>
                <a:spcPct val="110000"/>
              </a:lnSpc>
              <a:spcBef>
                <a:spcPts val="0"/>
              </a:spcBef>
              <a:spcAft>
                <a:spcPts val="300"/>
              </a:spcAft>
              <a:buSzPct val="100000"/>
              <a:buNone/>
              <a:defRPr/>
            </a:pPr>
            <a:endParaRPr lang="en-US" sz="800"/>
          </a:p>
        </p:txBody>
      </p:sp>
      <p:sp>
        <p:nvSpPr>
          <p:cNvPr id="20" name="Text Placeholder 3">
            <a:extLst>
              <a:ext uri="{FF2B5EF4-FFF2-40B4-BE49-F238E27FC236}">
                <a16:creationId xmlns:a16="http://schemas.microsoft.com/office/drawing/2014/main" id="{B4991611-FD7E-E812-B9F0-030BFDA4A2CA}"/>
              </a:ext>
            </a:extLst>
          </p:cNvPr>
          <p:cNvSpPr txBox="1">
            <a:spLocks/>
          </p:cNvSpPr>
          <p:nvPr/>
        </p:nvSpPr>
        <p:spPr>
          <a:xfrm>
            <a:off x="4347730" y="3317057"/>
            <a:ext cx="1633968" cy="1829286"/>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Outcome</a:t>
            </a:r>
          </a:p>
          <a:p>
            <a:pPr marL="0" indent="0">
              <a:lnSpc>
                <a:spcPct val="110000"/>
              </a:lnSpc>
              <a:spcBef>
                <a:spcPts val="0"/>
              </a:spcBef>
              <a:spcAft>
                <a:spcPts val="300"/>
              </a:spcAft>
              <a:buNone/>
            </a:pPr>
            <a:r>
              <a:rPr lang="en-US" sz="800"/>
              <a:t>This section should focus on the outcome. Keep it short and sweet and use pull out statistics or quotes to </a:t>
            </a:r>
            <a:br>
              <a:rPr lang="en-US" sz="800"/>
            </a:br>
            <a:r>
              <a:rPr lang="en-US" sz="800"/>
              <a:t>create a more compelling case. </a:t>
            </a:r>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en-US" sz="800"/>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en-US" sz="800"/>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br>
              <a:rPr lang="fr-FR" sz="800"/>
            </a:br>
            <a:r>
              <a:rPr lang="fr-FR" sz="800" err="1"/>
              <a:t>invere</a:t>
            </a:r>
            <a:r>
              <a:rPr lang="fr-FR" sz="800"/>
              <a:t> </a:t>
            </a:r>
            <a:r>
              <a:rPr lang="fr-FR" sz="800" err="1"/>
              <a:t>nullit</a:t>
            </a:r>
            <a:r>
              <a:rPr lang="fr-FR" sz="800"/>
              <a:t> et, </a:t>
            </a:r>
            <a:r>
              <a:rPr lang="fr-FR" sz="800" err="1"/>
              <a:t>simporiatium</a:t>
            </a:r>
            <a:endParaRPr lang="en-US" sz="800"/>
          </a:p>
          <a:p>
            <a:pPr marL="58738" indent="-58738" defTabSz="926101">
              <a:lnSpc>
                <a:spcPct val="110000"/>
              </a:lnSpc>
              <a:spcBef>
                <a:spcPts val="0"/>
              </a:spcBef>
              <a:spcAft>
                <a:spcPts val="300"/>
              </a:spcAft>
              <a:buSzPct val="100000"/>
              <a:defRPr/>
            </a:pPr>
            <a:endParaRPr lang="en-US" sz="800"/>
          </a:p>
        </p:txBody>
      </p:sp>
      <p:sp>
        <p:nvSpPr>
          <p:cNvPr id="21" name="Text Placeholder 3">
            <a:extLst>
              <a:ext uri="{FF2B5EF4-FFF2-40B4-BE49-F238E27FC236}">
                <a16:creationId xmlns:a16="http://schemas.microsoft.com/office/drawing/2014/main" id="{E06975BA-069C-DA5C-05D6-05FC9B92CCD6}"/>
              </a:ext>
            </a:extLst>
          </p:cNvPr>
          <p:cNvSpPr txBox="1">
            <a:spLocks/>
          </p:cNvSpPr>
          <p:nvPr/>
        </p:nvSpPr>
        <p:spPr>
          <a:xfrm>
            <a:off x="6210300" y="1836841"/>
            <a:ext cx="1651000" cy="202452"/>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buNone/>
            </a:pPr>
            <a:r>
              <a:rPr lang="en-US" sz="900" b="1"/>
              <a:t>Approach</a:t>
            </a:r>
          </a:p>
        </p:txBody>
      </p:sp>
      <p:graphicFrame>
        <p:nvGraphicFramePr>
          <p:cNvPr id="22" name="Table 21">
            <a:extLst>
              <a:ext uri="{FF2B5EF4-FFF2-40B4-BE49-F238E27FC236}">
                <a16:creationId xmlns:a16="http://schemas.microsoft.com/office/drawing/2014/main" id="{2DE97A6A-1B77-48D1-13A4-1EAD99474DEA}"/>
              </a:ext>
            </a:extLst>
          </p:cNvPr>
          <p:cNvGraphicFramePr>
            <a:graphicFrameLocks noGrp="1"/>
          </p:cNvGraphicFramePr>
          <p:nvPr>
            <p:extLst>
              <p:ext uri="{D42A27DB-BD31-4B8C-83A1-F6EECF244321}">
                <p14:modId xmlns:p14="http://schemas.microsoft.com/office/powerpoint/2010/main" val="2751943464"/>
              </p:ext>
            </p:extLst>
          </p:nvPr>
        </p:nvGraphicFramePr>
        <p:xfrm>
          <a:off x="6207539" y="2001099"/>
          <a:ext cx="5398394" cy="1033986"/>
        </p:xfrm>
        <a:graphic>
          <a:graphicData uri="http://schemas.openxmlformats.org/drawingml/2006/table">
            <a:tbl>
              <a:tblPr firstRow="1" bandRow="1">
                <a:tableStyleId>{5940675A-B579-460E-94D1-54222C63F5DA}</a:tableStyleId>
              </a:tblPr>
              <a:tblGrid>
                <a:gridCol w="448442">
                  <a:extLst>
                    <a:ext uri="{9D8B030D-6E8A-4147-A177-3AD203B41FA5}">
                      <a16:colId xmlns:a16="http://schemas.microsoft.com/office/drawing/2014/main" val="328512846"/>
                    </a:ext>
                  </a:extLst>
                </a:gridCol>
                <a:gridCol w="117856">
                  <a:extLst>
                    <a:ext uri="{9D8B030D-6E8A-4147-A177-3AD203B41FA5}">
                      <a16:colId xmlns:a16="http://schemas.microsoft.com/office/drawing/2014/main" val="1786238817"/>
                    </a:ext>
                  </a:extLst>
                </a:gridCol>
                <a:gridCol w="117856">
                  <a:extLst>
                    <a:ext uri="{9D8B030D-6E8A-4147-A177-3AD203B41FA5}">
                      <a16:colId xmlns:a16="http://schemas.microsoft.com/office/drawing/2014/main" val="2226525391"/>
                    </a:ext>
                  </a:extLst>
                </a:gridCol>
                <a:gridCol w="117856">
                  <a:extLst>
                    <a:ext uri="{9D8B030D-6E8A-4147-A177-3AD203B41FA5}">
                      <a16:colId xmlns:a16="http://schemas.microsoft.com/office/drawing/2014/main" val="645086115"/>
                    </a:ext>
                  </a:extLst>
                </a:gridCol>
                <a:gridCol w="117856">
                  <a:extLst>
                    <a:ext uri="{9D8B030D-6E8A-4147-A177-3AD203B41FA5}">
                      <a16:colId xmlns:a16="http://schemas.microsoft.com/office/drawing/2014/main" val="2993494968"/>
                    </a:ext>
                  </a:extLst>
                </a:gridCol>
                <a:gridCol w="117856">
                  <a:extLst>
                    <a:ext uri="{9D8B030D-6E8A-4147-A177-3AD203B41FA5}">
                      <a16:colId xmlns:a16="http://schemas.microsoft.com/office/drawing/2014/main" val="1093444380"/>
                    </a:ext>
                  </a:extLst>
                </a:gridCol>
                <a:gridCol w="117856">
                  <a:extLst>
                    <a:ext uri="{9D8B030D-6E8A-4147-A177-3AD203B41FA5}">
                      <a16:colId xmlns:a16="http://schemas.microsoft.com/office/drawing/2014/main" val="936946899"/>
                    </a:ext>
                  </a:extLst>
                </a:gridCol>
                <a:gridCol w="117856">
                  <a:extLst>
                    <a:ext uri="{9D8B030D-6E8A-4147-A177-3AD203B41FA5}">
                      <a16:colId xmlns:a16="http://schemas.microsoft.com/office/drawing/2014/main" val="201366011"/>
                    </a:ext>
                  </a:extLst>
                </a:gridCol>
                <a:gridCol w="117856">
                  <a:extLst>
                    <a:ext uri="{9D8B030D-6E8A-4147-A177-3AD203B41FA5}">
                      <a16:colId xmlns:a16="http://schemas.microsoft.com/office/drawing/2014/main" val="691241394"/>
                    </a:ext>
                  </a:extLst>
                </a:gridCol>
                <a:gridCol w="117856">
                  <a:extLst>
                    <a:ext uri="{9D8B030D-6E8A-4147-A177-3AD203B41FA5}">
                      <a16:colId xmlns:a16="http://schemas.microsoft.com/office/drawing/2014/main" val="571032201"/>
                    </a:ext>
                  </a:extLst>
                </a:gridCol>
                <a:gridCol w="117856">
                  <a:extLst>
                    <a:ext uri="{9D8B030D-6E8A-4147-A177-3AD203B41FA5}">
                      <a16:colId xmlns:a16="http://schemas.microsoft.com/office/drawing/2014/main" val="1315458348"/>
                    </a:ext>
                  </a:extLst>
                </a:gridCol>
                <a:gridCol w="117856">
                  <a:extLst>
                    <a:ext uri="{9D8B030D-6E8A-4147-A177-3AD203B41FA5}">
                      <a16:colId xmlns:a16="http://schemas.microsoft.com/office/drawing/2014/main" val="858479389"/>
                    </a:ext>
                  </a:extLst>
                </a:gridCol>
                <a:gridCol w="117856">
                  <a:extLst>
                    <a:ext uri="{9D8B030D-6E8A-4147-A177-3AD203B41FA5}">
                      <a16:colId xmlns:a16="http://schemas.microsoft.com/office/drawing/2014/main" val="2849954496"/>
                    </a:ext>
                  </a:extLst>
                </a:gridCol>
                <a:gridCol w="117856">
                  <a:extLst>
                    <a:ext uri="{9D8B030D-6E8A-4147-A177-3AD203B41FA5}">
                      <a16:colId xmlns:a16="http://schemas.microsoft.com/office/drawing/2014/main" val="2846195402"/>
                    </a:ext>
                  </a:extLst>
                </a:gridCol>
                <a:gridCol w="117856">
                  <a:extLst>
                    <a:ext uri="{9D8B030D-6E8A-4147-A177-3AD203B41FA5}">
                      <a16:colId xmlns:a16="http://schemas.microsoft.com/office/drawing/2014/main" val="1080056003"/>
                    </a:ext>
                  </a:extLst>
                </a:gridCol>
                <a:gridCol w="117856">
                  <a:extLst>
                    <a:ext uri="{9D8B030D-6E8A-4147-A177-3AD203B41FA5}">
                      <a16:colId xmlns:a16="http://schemas.microsoft.com/office/drawing/2014/main" val="4139424836"/>
                    </a:ext>
                  </a:extLst>
                </a:gridCol>
                <a:gridCol w="117856">
                  <a:extLst>
                    <a:ext uri="{9D8B030D-6E8A-4147-A177-3AD203B41FA5}">
                      <a16:colId xmlns:a16="http://schemas.microsoft.com/office/drawing/2014/main" val="2122091258"/>
                    </a:ext>
                  </a:extLst>
                </a:gridCol>
                <a:gridCol w="117856">
                  <a:extLst>
                    <a:ext uri="{9D8B030D-6E8A-4147-A177-3AD203B41FA5}">
                      <a16:colId xmlns:a16="http://schemas.microsoft.com/office/drawing/2014/main" val="1669391906"/>
                    </a:ext>
                  </a:extLst>
                </a:gridCol>
                <a:gridCol w="117856">
                  <a:extLst>
                    <a:ext uri="{9D8B030D-6E8A-4147-A177-3AD203B41FA5}">
                      <a16:colId xmlns:a16="http://schemas.microsoft.com/office/drawing/2014/main" val="3829099846"/>
                    </a:ext>
                  </a:extLst>
                </a:gridCol>
                <a:gridCol w="117856">
                  <a:extLst>
                    <a:ext uri="{9D8B030D-6E8A-4147-A177-3AD203B41FA5}">
                      <a16:colId xmlns:a16="http://schemas.microsoft.com/office/drawing/2014/main" val="428094097"/>
                    </a:ext>
                  </a:extLst>
                </a:gridCol>
                <a:gridCol w="117856">
                  <a:extLst>
                    <a:ext uri="{9D8B030D-6E8A-4147-A177-3AD203B41FA5}">
                      <a16:colId xmlns:a16="http://schemas.microsoft.com/office/drawing/2014/main" val="3177753260"/>
                    </a:ext>
                  </a:extLst>
                </a:gridCol>
                <a:gridCol w="117856">
                  <a:extLst>
                    <a:ext uri="{9D8B030D-6E8A-4147-A177-3AD203B41FA5}">
                      <a16:colId xmlns:a16="http://schemas.microsoft.com/office/drawing/2014/main" val="137254515"/>
                    </a:ext>
                  </a:extLst>
                </a:gridCol>
                <a:gridCol w="117856">
                  <a:extLst>
                    <a:ext uri="{9D8B030D-6E8A-4147-A177-3AD203B41FA5}">
                      <a16:colId xmlns:a16="http://schemas.microsoft.com/office/drawing/2014/main" val="2143042502"/>
                    </a:ext>
                  </a:extLst>
                </a:gridCol>
                <a:gridCol w="117856">
                  <a:extLst>
                    <a:ext uri="{9D8B030D-6E8A-4147-A177-3AD203B41FA5}">
                      <a16:colId xmlns:a16="http://schemas.microsoft.com/office/drawing/2014/main" val="796322878"/>
                    </a:ext>
                  </a:extLst>
                </a:gridCol>
                <a:gridCol w="117856">
                  <a:extLst>
                    <a:ext uri="{9D8B030D-6E8A-4147-A177-3AD203B41FA5}">
                      <a16:colId xmlns:a16="http://schemas.microsoft.com/office/drawing/2014/main" val="2707415093"/>
                    </a:ext>
                  </a:extLst>
                </a:gridCol>
                <a:gridCol w="117856">
                  <a:extLst>
                    <a:ext uri="{9D8B030D-6E8A-4147-A177-3AD203B41FA5}">
                      <a16:colId xmlns:a16="http://schemas.microsoft.com/office/drawing/2014/main" val="3675939549"/>
                    </a:ext>
                  </a:extLst>
                </a:gridCol>
                <a:gridCol w="117856">
                  <a:extLst>
                    <a:ext uri="{9D8B030D-6E8A-4147-A177-3AD203B41FA5}">
                      <a16:colId xmlns:a16="http://schemas.microsoft.com/office/drawing/2014/main" val="1535111254"/>
                    </a:ext>
                  </a:extLst>
                </a:gridCol>
                <a:gridCol w="117856">
                  <a:extLst>
                    <a:ext uri="{9D8B030D-6E8A-4147-A177-3AD203B41FA5}">
                      <a16:colId xmlns:a16="http://schemas.microsoft.com/office/drawing/2014/main" val="263896095"/>
                    </a:ext>
                  </a:extLst>
                </a:gridCol>
                <a:gridCol w="117856">
                  <a:extLst>
                    <a:ext uri="{9D8B030D-6E8A-4147-A177-3AD203B41FA5}">
                      <a16:colId xmlns:a16="http://schemas.microsoft.com/office/drawing/2014/main" val="1923422929"/>
                    </a:ext>
                  </a:extLst>
                </a:gridCol>
                <a:gridCol w="117856">
                  <a:extLst>
                    <a:ext uri="{9D8B030D-6E8A-4147-A177-3AD203B41FA5}">
                      <a16:colId xmlns:a16="http://schemas.microsoft.com/office/drawing/2014/main" val="996423702"/>
                    </a:ext>
                  </a:extLst>
                </a:gridCol>
                <a:gridCol w="117856">
                  <a:extLst>
                    <a:ext uri="{9D8B030D-6E8A-4147-A177-3AD203B41FA5}">
                      <a16:colId xmlns:a16="http://schemas.microsoft.com/office/drawing/2014/main" val="3209866585"/>
                    </a:ext>
                  </a:extLst>
                </a:gridCol>
                <a:gridCol w="117856">
                  <a:extLst>
                    <a:ext uri="{9D8B030D-6E8A-4147-A177-3AD203B41FA5}">
                      <a16:colId xmlns:a16="http://schemas.microsoft.com/office/drawing/2014/main" val="3678168555"/>
                    </a:ext>
                  </a:extLst>
                </a:gridCol>
                <a:gridCol w="117856">
                  <a:extLst>
                    <a:ext uri="{9D8B030D-6E8A-4147-A177-3AD203B41FA5}">
                      <a16:colId xmlns:a16="http://schemas.microsoft.com/office/drawing/2014/main" val="2071023204"/>
                    </a:ext>
                  </a:extLst>
                </a:gridCol>
                <a:gridCol w="117856">
                  <a:extLst>
                    <a:ext uri="{9D8B030D-6E8A-4147-A177-3AD203B41FA5}">
                      <a16:colId xmlns:a16="http://schemas.microsoft.com/office/drawing/2014/main" val="1648491189"/>
                    </a:ext>
                  </a:extLst>
                </a:gridCol>
                <a:gridCol w="117856">
                  <a:extLst>
                    <a:ext uri="{9D8B030D-6E8A-4147-A177-3AD203B41FA5}">
                      <a16:colId xmlns:a16="http://schemas.microsoft.com/office/drawing/2014/main" val="340512175"/>
                    </a:ext>
                  </a:extLst>
                </a:gridCol>
                <a:gridCol w="117856">
                  <a:extLst>
                    <a:ext uri="{9D8B030D-6E8A-4147-A177-3AD203B41FA5}">
                      <a16:colId xmlns:a16="http://schemas.microsoft.com/office/drawing/2014/main" val="2690871766"/>
                    </a:ext>
                  </a:extLst>
                </a:gridCol>
                <a:gridCol w="117856">
                  <a:extLst>
                    <a:ext uri="{9D8B030D-6E8A-4147-A177-3AD203B41FA5}">
                      <a16:colId xmlns:a16="http://schemas.microsoft.com/office/drawing/2014/main" val="2734823289"/>
                    </a:ext>
                  </a:extLst>
                </a:gridCol>
                <a:gridCol w="117856">
                  <a:extLst>
                    <a:ext uri="{9D8B030D-6E8A-4147-A177-3AD203B41FA5}">
                      <a16:colId xmlns:a16="http://schemas.microsoft.com/office/drawing/2014/main" val="4194120534"/>
                    </a:ext>
                  </a:extLst>
                </a:gridCol>
                <a:gridCol w="117856">
                  <a:extLst>
                    <a:ext uri="{9D8B030D-6E8A-4147-A177-3AD203B41FA5}">
                      <a16:colId xmlns:a16="http://schemas.microsoft.com/office/drawing/2014/main" val="2785394274"/>
                    </a:ext>
                  </a:extLst>
                </a:gridCol>
                <a:gridCol w="117856">
                  <a:extLst>
                    <a:ext uri="{9D8B030D-6E8A-4147-A177-3AD203B41FA5}">
                      <a16:colId xmlns:a16="http://schemas.microsoft.com/office/drawing/2014/main" val="3503756369"/>
                    </a:ext>
                  </a:extLst>
                </a:gridCol>
                <a:gridCol w="117856">
                  <a:extLst>
                    <a:ext uri="{9D8B030D-6E8A-4147-A177-3AD203B41FA5}">
                      <a16:colId xmlns:a16="http://schemas.microsoft.com/office/drawing/2014/main" val="2835190246"/>
                    </a:ext>
                  </a:extLst>
                </a:gridCol>
                <a:gridCol w="117856">
                  <a:extLst>
                    <a:ext uri="{9D8B030D-6E8A-4147-A177-3AD203B41FA5}">
                      <a16:colId xmlns:a16="http://schemas.microsoft.com/office/drawing/2014/main" val="2388917081"/>
                    </a:ext>
                  </a:extLst>
                </a:gridCol>
                <a:gridCol w="117856">
                  <a:extLst>
                    <a:ext uri="{9D8B030D-6E8A-4147-A177-3AD203B41FA5}">
                      <a16:colId xmlns:a16="http://schemas.microsoft.com/office/drawing/2014/main" val="2516939941"/>
                    </a:ext>
                  </a:extLst>
                </a:gridCol>
              </a:tblGrid>
              <a:tr h="114727">
                <a:tc>
                  <a:txBody>
                    <a:bodyPr/>
                    <a:lstStyle/>
                    <a:p>
                      <a:pPr algn="ctr">
                        <a:lnSpc>
                          <a:spcPct val="100000"/>
                        </a:lnSpc>
                      </a:pPr>
                      <a:endParaRPr lang="en-US" sz="700" b="1" kern="1200" cap="all" spc="150">
                        <a:solidFill>
                          <a:schemeClr val="accent2"/>
                        </a:solidFill>
                        <a:latin typeface="+mn-lt"/>
                        <a:ea typeface="+mj-ea"/>
                        <a:cs typeface="+mj-cs"/>
                      </a:endParaRPr>
                    </a:p>
                  </a:txBody>
                  <a:tcPr marL="43963" marR="87927"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lnSpc>
                          <a:spcPct val="100000"/>
                        </a:lnSpc>
                      </a:pPr>
                      <a:r>
                        <a:rPr lang="en-US" sz="700" b="1" kern="1200" cap="all" spc="150">
                          <a:solidFill>
                            <a:schemeClr val="accent1"/>
                          </a:solidFill>
                          <a:latin typeface="+mn-lt"/>
                          <a:ea typeface="+mj-ea"/>
                          <a:cs typeface="+mj-cs"/>
                        </a:rPr>
                        <a:t>WEEK 1</a:t>
                      </a:r>
                    </a:p>
                  </a:txBody>
                  <a:tcPr marL="0" marR="0" marT="36933" marB="36933"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700" b="1" kern="1200" cap="all" spc="150">
                          <a:solidFill>
                            <a:schemeClr val="accent1"/>
                          </a:solidFill>
                          <a:latin typeface="+mn-lt"/>
                          <a:ea typeface="+mj-ea"/>
                          <a:cs typeface="+mj-cs"/>
                        </a:rPr>
                        <a:t>WEEK 4</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700" b="1" kern="1200" cap="all" spc="150">
                          <a:solidFill>
                            <a:schemeClr val="accent1"/>
                          </a:solidFill>
                          <a:latin typeface="+mn-lt"/>
                          <a:ea typeface="+mj-ea"/>
                          <a:cs typeface="+mj-cs"/>
                        </a:rPr>
                        <a:t>WEEK 6</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700" b="1" kern="1200" cap="all" spc="150">
                          <a:solidFill>
                            <a:schemeClr val="accent1"/>
                          </a:solidFill>
                          <a:latin typeface="+mn-lt"/>
                          <a:ea typeface="+mj-ea"/>
                          <a:cs typeface="+mj-cs"/>
                        </a:rPr>
                        <a:t>WEEK 8</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cap="all" spc="150">
                          <a:solidFill>
                            <a:schemeClr val="accent1"/>
                          </a:solidFill>
                          <a:latin typeface="+mn-lt"/>
                          <a:ea typeface="+mn-ea"/>
                          <a:cs typeface="+mn-cs"/>
                        </a:rPr>
                        <a:t>WEEK 10</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cap="all" spc="150">
                          <a:solidFill>
                            <a:schemeClr val="accent1"/>
                          </a:solidFill>
                          <a:latin typeface="+mn-lt"/>
                          <a:ea typeface="+mn-ea"/>
                          <a:cs typeface="+mn-cs"/>
                        </a:rPr>
                        <a:t>WEEK 12</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9135875"/>
                  </a:ext>
                </a:extLst>
              </a:tr>
              <a:tr h="67789">
                <a:tc>
                  <a:txBody>
                    <a:bodyPr/>
                    <a:lstStyle/>
                    <a:p>
                      <a:pPr algn="r">
                        <a:lnSpc>
                          <a:spcPct val="100000"/>
                        </a:lnSpc>
                      </a:pPr>
                      <a:endParaRPr lang="en-US" sz="700" b="0" i="0" spc="0" baseline="0">
                        <a:solidFill>
                          <a:schemeClr val="tx1"/>
                        </a:solidFill>
                        <a:latin typeface="+mn-lt"/>
                      </a:endParaRPr>
                    </a:p>
                  </a:txBody>
                  <a:tcPr marL="43963" marR="87927"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068373"/>
                  </a:ext>
                </a:extLst>
              </a:tr>
              <a:tr h="67789">
                <a:tc>
                  <a:txBody>
                    <a:bodyPr/>
                    <a:lstStyle/>
                    <a:p>
                      <a:pPr algn="r">
                        <a:lnSpc>
                          <a:spcPct val="100000"/>
                        </a:lnSpc>
                      </a:pPr>
                      <a:r>
                        <a:rPr lang="en-US" sz="700" b="0" i="0" spc="0" baseline="0">
                          <a:solidFill>
                            <a:schemeClr val="tx1"/>
                          </a:solidFill>
                          <a:latin typeface="+mn-lt"/>
                        </a:rPr>
                        <a:t>Category</a:t>
                      </a: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05369975"/>
                  </a:ext>
                </a:extLst>
              </a:tr>
              <a:tr h="67789">
                <a:tc>
                  <a:txBody>
                    <a:bodyPr/>
                    <a:lstStyle/>
                    <a:p>
                      <a:pPr algn="r">
                        <a:lnSpc>
                          <a:spcPct val="100000"/>
                        </a:lnSpc>
                      </a:pPr>
                      <a:endParaRPr lang="en-US" sz="700" b="0" i="0" spc="0" baseline="0">
                        <a:solidFill>
                          <a:schemeClr val="tx1"/>
                        </a:solidFill>
                        <a:latin typeface="+mn-lt"/>
                      </a:endParaRP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7824114"/>
                  </a:ext>
                </a:extLst>
              </a:tr>
              <a:tr h="6778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b="0" i="0" spc="0" baseline="0">
                          <a:solidFill>
                            <a:schemeClr val="tx1"/>
                          </a:solidFill>
                          <a:latin typeface="+mn-lt"/>
                        </a:rPr>
                        <a:t>Category</a:t>
                      </a: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67849940"/>
                  </a:ext>
                </a:extLst>
              </a:tr>
              <a:tr h="67789">
                <a:tc>
                  <a:txBody>
                    <a:bodyPr/>
                    <a:lstStyle/>
                    <a:p>
                      <a:pPr algn="r">
                        <a:lnSpc>
                          <a:spcPct val="100000"/>
                        </a:lnSpc>
                      </a:pPr>
                      <a:endParaRPr lang="en-US" sz="700" b="0" i="0" spc="0" baseline="0">
                        <a:solidFill>
                          <a:schemeClr val="tx1"/>
                        </a:solidFill>
                        <a:latin typeface="+mn-lt"/>
                      </a:endParaRP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889279"/>
                  </a:ext>
                </a:extLst>
              </a:tr>
              <a:tr h="67789">
                <a:tc>
                  <a:txBody>
                    <a:bodyPr/>
                    <a:lstStyle/>
                    <a:p>
                      <a:pPr algn="r">
                        <a:lnSpc>
                          <a:spcPct val="100000"/>
                        </a:lnSpc>
                      </a:pPr>
                      <a:r>
                        <a:rPr lang="en-US" sz="700" b="0" i="0" spc="0" baseline="0">
                          <a:solidFill>
                            <a:schemeClr val="tx1"/>
                          </a:solidFill>
                          <a:latin typeface="+mn-lt"/>
                        </a:rPr>
                        <a:t>Category</a:t>
                      </a: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0495840"/>
                  </a:ext>
                </a:extLst>
              </a:tr>
              <a:tr h="67789">
                <a:tc>
                  <a:txBody>
                    <a:bodyPr/>
                    <a:lstStyle/>
                    <a:p>
                      <a:pPr algn="r">
                        <a:lnSpc>
                          <a:spcPct val="100000"/>
                        </a:lnSpc>
                      </a:pPr>
                      <a:endParaRPr lang="en-US" sz="700" b="0" i="0" spc="0" baseline="0">
                        <a:solidFill>
                          <a:schemeClr val="tx1"/>
                        </a:solidFill>
                        <a:latin typeface="+mn-lt"/>
                      </a:endParaRPr>
                    </a:p>
                  </a:txBody>
                  <a:tcPr marL="0" marR="43963"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000251"/>
                  </a:ext>
                </a:extLst>
              </a:tr>
              <a:tr h="67789">
                <a:tc>
                  <a:txBody>
                    <a:bodyPr/>
                    <a:lstStyle/>
                    <a:p>
                      <a:pPr algn="r">
                        <a:lnSpc>
                          <a:spcPct val="100000"/>
                        </a:lnSpc>
                      </a:pPr>
                      <a:r>
                        <a:rPr lang="en-US" sz="700" b="0" i="0" spc="0" baseline="0">
                          <a:solidFill>
                            <a:schemeClr val="tx1"/>
                          </a:solidFill>
                          <a:latin typeface="+mn-lt"/>
                        </a:rPr>
                        <a:t>Category</a:t>
                      </a: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67362246"/>
                  </a:ext>
                </a:extLst>
              </a:tr>
            </a:tbl>
          </a:graphicData>
        </a:graphic>
      </p:graphicFrame>
      <p:graphicFrame>
        <p:nvGraphicFramePr>
          <p:cNvPr id="23" name="Table 5">
            <a:extLst>
              <a:ext uri="{FF2B5EF4-FFF2-40B4-BE49-F238E27FC236}">
                <a16:creationId xmlns:a16="http://schemas.microsoft.com/office/drawing/2014/main" id="{9AC4CF04-6949-EDB0-845A-CD5EEE40D9A3}"/>
              </a:ext>
            </a:extLst>
          </p:cNvPr>
          <p:cNvGraphicFramePr>
            <a:graphicFrameLocks noGrp="1"/>
          </p:cNvGraphicFramePr>
          <p:nvPr>
            <p:extLst>
              <p:ext uri="{D42A27DB-BD31-4B8C-83A1-F6EECF244321}">
                <p14:modId xmlns:p14="http://schemas.microsoft.com/office/powerpoint/2010/main" val="605835485"/>
              </p:ext>
            </p:extLst>
          </p:nvPr>
        </p:nvGraphicFramePr>
        <p:xfrm>
          <a:off x="6210300" y="3188704"/>
          <a:ext cx="5398416" cy="2030785"/>
        </p:xfrm>
        <a:graphic>
          <a:graphicData uri="http://schemas.openxmlformats.org/drawingml/2006/table">
            <a:tbl>
              <a:tblPr firstRow="1" bandRow="1">
                <a:tableStyleId>{5940675A-B579-460E-94D1-54222C63F5DA}</a:tableStyleId>
              </a:tblPr>
              <a:tblGrid>
                <a:gridCol w="1349604">
                  <a:extLst>
                    <a:ext uri="{9D8B030D-6E8A-4147-A177-3AD203B41FA5}">
                      <a16:colId xmlns:a16="http://schemas.microsoft.com/office/drawing/2014/main" val="1952939643"/>
                    </a:ext>
                  </a:extLst>
                </a:gridCol>
                <a:gridCol w="1349604">
                  <a:extLst>
                    <a:ext uri="{9D8B030D-6E8A-4147-A177-3AD203B41FA5}">
                      <a16:colId xmlns:a16="http://schemas.microsoft.com/office/drawing/2014/main" val="3095661136"/>
                    </a:ext>
                  </a:extLst>
                </a:gridCol>
                <a:gridCol w="1349604">
                  <a:extLst>
                    <a:ext uri="{9D8B030D-6E8A-4147-A177-3AD203B41FA5}">
                      <a16:colId xmlns:a16="http://schemas.microsoft.com/office/drawing/2014/main" val="933636952"/>
                    </a:ext>
                  </a:extLst>
                </a:gridCol>
                <a:gridCol w="1349604">
                  <a:extLst>
                    <a:ext uri="{9D8B030D-6E8A-4147-A177-3AD203B41FA5}">
                      <a16:colId xmlns:a16="http://schemas.microsoft.com/office/drawing/2014/main" val="1560609191"/>
                    </a:ext>
                  </a:extLst>
                </a:gridCol>
              </a:tblGrid>
              <a:tr h="134531">
                <a:tc>
                  <a:txBody>
                    <a:bodyPr/>
                    <a:lstStyle/>
                    <a:p>
                      <a:pPr marL="0" algn="l" defTabSz="914400" rtl="0" eaLnBrk="1" latinLnBrk="0" hangingPunct="1">
                        <a:lnSpc>
                          <a:spcPct val="100000"/>
                        </a:lnSpc>
                        <a:spcBef>
                          <a:spcPts val="0"/>
                        </a:spcBef>
                        <a:spcAft>
                          <a:spcPts val="300"/>
                        </a:spcAft>
                      </a:pPr>
                      <a:r>
                        <a:rPr lang="en-US" sz="700" b="1" i="0" kern="1200" cap="all" spc="100" baseline="0">
                          <a:solidFill>
                            <a:schemeClr val="bg1"/>
                          </a:solidFill>
                          <a:latin typeface="+mn-lt"/>
                          <a:ea typeface="+mn-ea"/>
                          <a:cs typeface="+mn-cs"/>
                        </a:rPr>
                        <a:t>Category</a:t>
                      </a:r>
                    </a:p>
                  </a:txBody>
                  <a:tcPr marL="67091" marR="67091" marT="33545" marB="3354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latinLnBrk="0" hangingPunct="1">
                        <a:lnSpc>
                          <a:spcPct val="100000"/>
                        </a:lnSpc>
                        <a:spcBef>
                          <a:spcPts val="0"/>
                        </a:spcBef>
                        <a:spcAft>
                          <a:spcPts val="300"/>
                        </a:spcAft>
                      </a:pPr>
                      <a:r>
                        <a:rPr lang="en-US" sz="700" b="1" i="0" kern="1200" cap="all" spc="100" baseline="0">
                          <a:solidFill>
                            <a:schemeClr val="bg1"/>
                          </a:solidFill>
                          <a:latin typeface="+mn-lt"/>
                          <a:ea typeface="+mn-ea"/>
                          <a:cs typeface="+mn-cs"/>
                        </a:rPr>
                        <a:t>Category</a:t>
                      </a:r>
                    </a:p>
                  </a:txBody>
                  <a:tcPr marL="67091" marR="67091" marT="33545" marB="3354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latinLnBrk="0" hangingPunct="1">
                        <a:lnSpc>
                          <a:spcPct val="100000"/>
                        </a:lnSpc>
                        <a:spcBef>
                          <a:spcPts val="0"/>
                        </a:spcBef>
                        <a:spcAft>
                          <a:spcPts val="300"/>
                        </a:spcAft>
                      </a:pPr>
                      <a:r>
                        <a:rPr lang="en-US" sz="700" b="1" i="0" kern="1200" cap="all" spc="100" baseline="0">
                          <a:solidFill>
                            <a:schemeClr val="bg1"/>
                          </a:solidFill>
                          <a:latin typeface="+mn-lt"/>
                          <a:ea typeface="+mn-ea"/>
                          <a:cs typeface="+mn-cs"/>
                        </a:rPr>
                        <a:t>Category</a:t>
                      </a:r>
                    </a:p>
                  </a:txBody>
                  <a:tcPr marL="67091" marR="67091" marT="33545" marB="3354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latinLnBrk="0" hangingPunct="1">
                        <a:lnSpc>
                          <a:spcPct val="100000"/>
                        </a:lnSpc>
                        <a:spcBef>
                          <a:spcPts val="0"/>
                        </a:spcBef>
                        <a:spcAft>
                          <a:spcPts val="300"/>
                        </a:spcAft>
                      </a:pPr>
                      <a:r>
                        <a:rPr lang="en-US" sz="700" b="1" i="0" kern="1200" cap="all" spc="100" baseline="0">
                          <a:solidFill>
                            <a:schemeClr val="bg1"/>
                          </a:solidFill>
                          <a:latin typeface="+mn-lt"/>
                          <a:ea typeface="+mn-ea"/>
                          <a:cs typeface="+mn-cs"/>
                        </a:rPr>
                        <a:t>Category</a:t>
                      </a:r>
                    </a:p>
                  </a:txBody>
                  <a:tcPr marL="67091" marR="67091" marT="33545" marB="3354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37380619"/>
                  </a:ext>
                </a:extLst>
              </a:tr>
              <a:tr h="1020622">
                <a:tc>
                  <a:txBody>
                    <a:bodyPr/>
                    <a:lstStyle/>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900" err="1"/>
                        <a:t>Beremod</a:t>
                      </a:r>
                      <a:r>
                        <a:rPr lang="fr-FR" sz="900"/>
                        <a:t> </a:t>
                      </a:r>
                      <a:r>
                        <a:rPr lang="fr-FR" sz="900" err="1"/>
                        <a:t>dunt</a:t>
                      </a:r>
                      <a:r>
                        <a:rPr lang="fr-FR" sz="900"/>
                        <a:t> labo. </a:t>
                      </a:r>
                      <a:br>
                        <a:rPr lang="fr-FR" sz="900"/>
                      </a:br>
                      <a:r>
                        <a:rPr lang="fr-FR" sz="900"/>
                        <a:t>Et que </a:t>
                      </a:r>
                      <a:r>
                        <a:rPr lang="fr-FR" sz="900" err="1"/>
                        <a:t>parit</a:t>
                      </a:r>
                      <a:r>
                        <a:rPr lang="fr-FR" sz="900"/>
                        <a:t> </a:t>
                      </a:r>
                      <a:r>
                        <a:rPr lang="fr-FR" sz="900" err="1"/>
                        <a:t>invere</a:t>
                      </a:r>
                      <a:r>
                        <a:rPr lang="fr-FR" sz="900"/>
                        <a:t> </a:t>
                      </a:r>
                      <a:br>
                        <a:rPr lang="fr-FR" sz="900"/>
                      </a:br>
                      <a:r>
                        <a:rPr lang="fr-FR" sz="900" err="1"/>
                        <a:t>nullit</a:t>
                      </a:r>
                      <a:r>
                        <a:rPr lang="fr-FR" sz="900"/>
                        <a:t> et, </a:t>
                      </a:r>
                      <a:r>
                        <a:rPr lang="fr-FR" sz="900" err="1"/>
                        <a:t>simporiatium</a:t>
                      </a:r>
                      <a:r>
                        <a:rPr lang="fr-FR" sz="900"/>
                        <a:t>.</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900" err="1"/>
                        <a:t>Beremod</a:t>
                      </a:r>
                      <a:r>
                        <a:rPr lang="fr-FR" sz="900"/>
                        <a:t> </a:t>
                      </a:r>
                      <a:r>
                        <a:rPr lang="fr-FR" sz="900" err="1"/>
                        <a:t>dunt</a:t>
                      </a:r>
                      <a:r>
                        <a:rPr lang="fr-FR" sz="900"/>
                        <a:t> labo. </a:t>
                      </a:r>
                      <a:br>
                        <a:rPr lang="fr-FR" sz="900"/>
                      </a:br>
                      <a:r>
                        <a:rPr lang="fr-FR" sz="900"/>
                        <a:t>Et que </a:t>
                      </a:r>
                      <a:r>
                        <a:rPr lang="fr-FR" sz="900" err="1"/>
                        <a:t>parit</a:t>
                      </a:r>
                      <a:r>
                        <a:rPr lang="fr-FR" sz="900"/>
                        <a:t> </a:t>
                      </a:r>
                      <a:r>
                        <a:rPr lang="fr-FR" sz="900" err="1"/>
                        <a:t>invere</a:t>
                      </a:r>
                      <a:r>
                        <a:rPr lang="fr-FR" sz="900"/>
                        <a:t> </a:t>
                      </a:r>
                      <a:br>
                        <a:rPr lang="fr-FR" sz="900"/>
                      </a:br>
                      <a:r>
                        <a:rPr lang="fr-FR" sz="900" err="1"/>
                        <a:t>nullit</a:t>
                      </a:r>
                      <a:r>
                        <a:rPr lang="fr-FR" sz="900"/>
                        <a:t> et, </a:t>
                      </a:r>
                      <a:r>
                        <a:rPr lang="fr-FR" sz="900" err="1"/>
                        <a:t>simporiatium</a:t>
                      </a:r>
                      <a:r>
                        <a:rPr lang="fr-FR" sz="900"/>
                        <a:t>.</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900"/>
                        <a:t>Beremod dunt labo. </a:t>
                      </a:r>
                      <a:br>
                        <a:rPr lang="fr-FR" sz="900"/>
                      </a:br>
                      <a:r>
                        <a:rPr lang="fr-FR" sz="900"/>
                        <a:t>Et que parit invere </a:t>
                      </a:r>
                      <a:br>
                        <a:rPr lang="fr-FR" sz="900"/>
                      </a:br>
                      <a:r>
                        <a:rPr lang="fr-FR" sz="900"/>
                        <a:t>nullit et, simporiatium.</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900"/>
                        <a:t>Beremod dunt labo. </a:t>
                      </a:r>
                      <a:br>
                        <a:rPr lang="fr-FR" sz="900"/>
                      </a:br>
                      <a:r>
                        <a:rPr lang="fr-FR" sz="900"/>
                        <a:t>Et que parit invere </a:t>
                      </a:r>
                      <a:br>
                        <a:rPr lang="fr-FR" sz="900"/>
                      </a:br>
                      <a:r>
                        <a:rPr lang="fr-FR" sz="900"/>
                        <a:t>nullit et, simporiatium.</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0426055"/>
                  </a:ext>
                </a:extLst>
              </a:tr>
              <a:tr h="468629">
                <a:tc>
                  <a:txBody>
                    <a:bodyPr/>
                    <a:lstStyle/>
                    <a:p>
                      <a:pPr>
                        <a:lnSpc>
                          <a:spcPct val="100000"/>
                        </a:lnSpc>
                        <a:spcBef>
                          <a:spcPts val="0"/>
                        </a:spcBef>
                        <a:spcAft>
                          <a:spcPts val="300"/>
                        </a:spcAft>
                      </a:pPr>
                      <a:r>
                        <a:rPr lang="en-US" sz="900" b="1" i="0" spc="0">
                          <a:solidFill>
                            <a:schemeClr val="tx1"/>
                          </a:solidFill>
                          <a:latin typeface="+mn-lt"/>
                        </a:rPr>
                        <a:t>Subheadline </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900"/>
                        <a:t>Beremod dunt labo. </a:t>
                      </a:r>
                      <a:br>
                        <a:rPr lang="fr-FR" sz="900"/>
                      </a:br>
                      <a:r>
                        <a:rPr lang="fr-FR" sz="900"/>
                        <a:t>Et que parit invere </a:t>
                      </a:r>
                      <a:br>
                        <a:rPr lang="fr-FR" sz="900"/>
                      </a:br>
                      <a:r>
                        <a:rPr lang="fr-FR" sz="900"/>
                        <a:t>nullit et, simporiatium.</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300"/>
                        </a:spcAft>
                      </a:pPr>
                      <a:r>
                        <a:rPr lang="en-US" sz="900" b="1" i="0" spc="0">
                          <a:solidFill>
                            <a:schemeClr val="tx1"/>
                          </a:solidFill>
                          <a:latin typeface="+mn-lt"/>
                        </a:rPr>
                        <a:t>Subheadline</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900"/>
                        <a:t>Beremod dunt labo. </a:t>
                      </a:r>
                      <a:br>
                        <a:rPr lang="fr-FR" sz="900"/>
                      </a:br>
                      <a:r>
                        <a:rPr lang="fr-FR" sz="900"/>
                        <a:t>Et que parit invere </a:t>
                      </a:r>
                      <a:br>
                        <a:rPr lang="fr-FR" sz="900"/>
                      </a:br>
                      <a:r>
                        <a:rPr lang="fr-FR" sz="900"/>
                        <a:t>nullit et, simporiatium.</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lnSpc>
                          <a:spcPct val="100000"/>
                        </a:lnSpc>
                        <a:spcBef>
                          <a:spcPts val="0"/>
                        </a:spcBef>
                        <a:spcAft>
                          <a:spcPts val="300"/>
                        </a:spcAft>
                      </a:pPr>
                      <a:r>
                        <a:rPr lang="en-US" sz="900" b="1" i="0" kern="1200" spc="0">
                          <a:solidFill>
                            <a:schemeClr val="tx1"/>
                          </a:solidFill>
                          <a:latin typeface="+mn-lt"/>
                          <a:ea typeface="+mn-ea"/>
                          <a:cs typeface="+mn-cs"/>
                        </a:rPr>
                        <a:t>Subheadline</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900"/>
                        <a:t>Beremod dunt labo. </a:t>
                      </a:r>
                      <a:br>
                        <a:rPr lang="fr-FR" sz="900"/>
                      </a:br>
                      <a:r>
                        <a:rPr lang="fr-FR" sz="900"/>
                        <a:t>Et que parit invere </a:t>
                      </a:r>
                      <a:br>
                        <a:rPr lang="fr-FR" sz="900"/>
                      </a:br>
                      <a:r>
                        <a:rPr lang="fr-FR" sz="900"/>
                        <a:t>nullit et, simporiatium.</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lnSpc>
                          <a:spcPct val="100000"/>
                        </a:lnSpc>
                        <a:spcBef>
                          <a:spcPts val="0"/>
                        </a:spcBef>
                        <a:spcAft>
                          <a:spcPts val="300"/>
                        </a:spcAft>
                      </a:pPr>
                      <a:r>
                        <a:rPr lang="en-US" sz="900" b="1" i="0" kern="1200" spc="0" err="1">
                          <a:solidFill>
                            <a:schemeClr val="tx1"/>
                          </a:solidFill>
                          <a:latin typeface="+mn-lt"/>
                          <a:ea typeface="+mn-ea"/>
                          <a:cs typeface="+mn-cs"/>
                        </a:rPr>
                        <a:t>Subheadline</a:t>
                      </a:r>
                      <a:endParaRPr lang="en-US" sz="900" b="1" i="0" kern="1200" spc="0">
                        <a:solidFill>
                          <a:schemeClr val="tx1"/>
                        </a:solidFill>
                        <a:latin typeface="+mn-lt"/>
                        <a:ea typeface="+mn-ea"/>
                        <a:cs typeface="+mn-cs"/>
                      </a:endParaRP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fr-FR" sz="900" err="1"/>
                        <a:t>Beremod</a:t>
                      </a:r>
                      <a:r>
                        <a:rPr lang="fr-FR" sz="900"/>
                        <a:t> </a:t>
                      </a:r>
                      <a:r>
                        <a:rPr lang="fr-FR" sz="900" err="1"/>
                        <a:t>dunt</a:t>
                      </a:r>
                      <a:r>
                        <a:rPr lang="fr-FR" sz="900"/>
                        <a:t> labo. </a:t>
                      </a:r>
                      <a:br>
                        <a:rPr lang="fr-FR" sz="900"/>
                      </a:br>
                      <a:r>
                        <a:rPr lang="fr-FR" sz="900"/>
                        <a:t>Et que </a:t>
                      </a:r>
                      <a:r>
                        <a:rPr lang="fr-FR" sz="900" err="1"/>
                        <a:t>parit</a:t>
                      </a:r>
                      <a:r>
                        <a:rPr lang="fr-FR" sz="900"/>
                        <a:t> </a:t>
                      </a:r>
                      <a:r>
                        <a:rPr lang="fr-FR" sz="900" err="1"/>
                        <a:t>invere</a:t>
                      </a:r>
                      <a:r>
                        <a:rPr lang="fr-FR" sz="900"/>
                        <a:t> </a:t>
                      </a:r>
                      <a:br>
                        <a:rPr lang="fr-FR" sz="900"/>
                      </a:br>
                      <a:r>
                        <a:rPr lang="fr-FR" sz="900" err="1"/>
                        <a:t>nullit</a:t>
                      </a:r>
                      <a:r>
                        <a:rPr lang="fr-FR" sz="900"/>
                        <a:t> et, </a:t>
                      </a:r>
                      <a:r>
                        <a:rPr lang="fr-FR" sz="900" err="1"/>
                        <a:t>simporiatium</a:t>
                      </a:r>
                      <a:r>
                        <a:rPr lang="fr-FR" sz="900"/>
                        <a:t>.</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278070"/>
                  </a:ext>
                </a:extLst>
              </a:tr>
            </a:tbl>
          </a:graphicData>
        </a:graphic>
      </p:graphicFrame>
      <p:sp>
        <p:nvSpPr>
          <p:cNvPr id="24" name="Text Placeholder 3">
            <a:extLst>
              <a:ext uri="{FF2B5EF4-FFF2-40B4-BE49-F238E27FC236}">
                <a16:creationId xmlns:a16="http://schemas.microsoft.com/office/drawing/2014/main" id="{1598D51F-188F-4762-DE75-31135A773294}"/>
              </a:ext>
            </a:extLst>
          </p:cNvPr>
          <p:cNvSpPr txBox="1">
            <a:spLocks/>
          </p:cNvSpPr>
          <p:nvPr/>
        </p:nvSpPr>
        <p:spPr>
          <a:xfrm>
            <a:off x="578814" y="5410029"/>
            <a:ext cx="5402885" cy="709305"/>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Assumptions</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800"/>
              <a:t>List out any assumptions in this section, pertaining to the estimate, the project, resource availability, system availability, etc.</a:t>
            </a:r>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r>
              <a:rPr lang="fr-FR" sz="800" err="1"/>
              <a:t>invere</a:t>
            </a:r>
            <a:r>
              <a:rPr lang="fr-FR" sz="800"/>
              <a:t> </a:t>
            </a:r>
            <a:r>
              <a:rPr lang="fr-FR" sz="800" err="1"/>
              <a:t>nullit</a:t>
            </a:r>
            <a:r>
              <a:rPr lang="fr-FR" sz="800"/>
              <a:t> et, </a:t>
            </a:r>
            <a:r>
              <a:rPr lang="fr-FR" sz="800" err="1"/>
              <a:t>simporiatium</a:t>
            </a:r>
            <a:r>
              <a:rPr lang="fr-FR" sz="800"/>
              <a:t>.</a:t>
            </a:r>
          </a:p>
          <a:p>
            <a:pPr marL="58738" indent="-58738" defTabSz="926101">
              <a:lnSpc>
                <a:spcPct val="110000"/>
              </a:lnSpc>
              <a:spcBef>
                <a:spcPts val="0"/>
              </a:spcBef>
              <a:spcAft>
                <a:spcPts val="300"/>
              </a:spcAft>
              <a:buSzPct val="100000"/>
              <a:defRPr/>
            </a:pPr>
            <a:r>
              <a:rPr lang="fr-FR" sz="800" err="1"/>
              <a:t>Beremod</a:t>
            </a:r>
            <a:r>
              <a:rPr lang="fr-FR" sz="800"/>
              <a:t> </a:t>
            </a:r>
            <a:r>
              <a:rPr lang="fr-FR" sz="800" err="1"/>
              <a:t>dunt</a:t>
            </a:r>
            <a:r>
              <a:rPr lang="fr-FR" sz="800"/>
              <a:t> labo. Et que </a:t>
            </a:r>
            <a:r>
              <a:rPr lang="fr-FR" sz="800" err="1"/>
              <a:t>parit</a:t>
            </a:r>
            <a:r>
              <a:rPr lang="fr-FR" sz="800"/>
              <a:t> </a:t>
            </a:r>
            <a:r>
              <a:rPr lang="fr-FR" sz="800" err="1"/>
              <a:t>invere</a:t>
            </a:r>
            <a:r>
              <a:rPr lang="fr-FR" sz="800"/>
              <a:t> </a:t>
            </a:r>
            <a:r>
              <a:rPr lang="fr-FR" sz="800" err="1"/>
              <a:t>nullit</a:t>
            </a:r>
            <a:r>
              <a:rPr lang="fr-FR" sz="800"/>
              <a:t> et, </a:t>
            </a:r>
            <a:r>
              <a:rPr lang="fr-FR" sz="800" err="1"/>
              <a:t>simporiatium</a:t>
            </a:r>
            <a:r>
              <a:rPr lang="fr-FR" sz="800"/>
              <a:t>.</a:t>
            </a:r>
          </a:p>
          <a:p>
            <a:pPr marL="58738" indent="-58738" defTabSz="926101">
              <a:lnSpc>
                <a:spcPct val="110000"/>
              </a:lnSpc>
              <a:spcBef>
                <a:spcPts val="0"/>
              </a:spcBef>
              <a:spcAft>
                <a:spcPts val="300"/>
              </a:spcAft>
              <a:buSzPct val="100000"/>
              <a:buFont typeface="Avenir Next LT Pro" panose="020B0504020202020204" pitchFamily="34" charset="0"/>
              <a:buChar char="•"/>
              <a:defRPr/>
            </a:pPr>
            <a:endParaRPr lang="en-US" sz="700"/>
          </a:p>
        </p:txBody>
      </p:sp>
      <p:sp>
        <p:nvSpPr>
          <p:cNvPr id="25" name="Text Placeholder 3">
            <a:extLst>
              <a:ext uri="{FF2B5EF4-FFF2-40B4-BE49-F238E27FC236}">
                <a16:creationId xmlns:a16="http://schemas.microsoft.com/office/drawing/2014/main" id="{9A6993AB-5788-F82C-1080-54771C893157}"/>
              </a:ext>
            </a:extLst>
          </p:cNvPr>
          <p:cNvSpPr txBox="1">
            <a:spLocks/>
          </p:cNvSpPr>
          <p:nvPr/>
        </p:nvSpPr>
        <p:spPr>
          <a:xfrm>
            <a:off x="6210300" y="5410029"/>
            <a:ext cx="2525328" cy="709304"/>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Slalom Team</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800"/>
              <a:t>List out the Slalom team</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800"/>
              <a:t>Title 2</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800"/>
              <a:t>Title 3</a:t>
            </a:r>
            <a:endParaRPr lang="en-US" sz="900"/>
          </a:p>
        </p:txBody>
      </p:sp>
      <p:sp>
        <p:nvSpPr>
          <p:cNvPr id="26" name="Text Placeholder 3">
            <a:extLst>
              <a:ext uri="{FF2B5EF4-FFF2-40B4-BE49-F238E27FC236}">
                <a16:creationId xmlns:a16="http://schemas.microsoft.com/office/drawing/2014/main" id="{CCB9E03E-12A1-5A92-230E-3330937739C6}"/>
              </a:ext>
            </a:extLst>
          </p:cNvPr>
          <p:cNvSpPr txBox="1">
            <a:spLocks/>
          </p:cNvSpPr>
          <p:nvPr/>
        </p:nvSpPr>
        <p:spPr>
          <a:xfrm>
            <a:off x="9969500" y="5410028"/>
            <a:ext cx="1639215" cy="709297"/>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Investment</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800"/>
              <a:t>Provide details on time </a:t>
            </a:r>
            <a:br>
              <a:rPr lang="en-US" sz="800"/>
            </a:br>
            <a:r>
              <a:rPr lang="en-US" sz="800"/>
              <a:t>estimates &amp; pricing</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800"/>
              <a:t>Optional text </a:t>
            </a:r>
          </a:p>
        </p:txBody>
      </p:sp>
      <p:sp>
        <p:nvSpPr>
          <p:cNvPr id="27" name="object 2">
            <a:extLst>
              <a:ext uri="{FF2B5EF4-FFF2-40B4-BE49-F238E27FC236}">
                <a16:creationId xmlns:a16="http://schemas.microsoft.com/office/drawing/2014/main" id="{C5528513-443E-9FD2-ACCD-E81E73467052}"/>
              </a:ext>
            </a:extLst>
          </p:cNvPr>
          <p:cNvSpPr txBox="1"/>
          <p:nvPr/>
        </p:nvSpPr>
        <p:spPr>
          <a:xfrm>
            <a:off x="6219176" y="6429665"/>
            <a:ext cx="1651000" cy="217915"/>
          </a:xfrm>
          <a:prstGeom prst="rect">
            <a:avLst/>
          </a:prstGeom>
        </p:spPr>
        <p:txBody>
          <a:bodyPr vert="horz" wrap="square" lIns="0" tIns="7315" rIns="0" bIns="0" rtlCol="0" anchor="b">
            <a:noAutofit/>
          </a:bodyPr>
          <a:lstStyle/>
          <a:p>
            <a:pPr marR="3080">
              <a:lnSpc>
                <a:spcPct val="120000"/>
              </a:lnSpc>
              <a:spcBef>
                <a:spcPct val="0"/>
              </a:spcBef>
            </a:pPr>
            <a:r>
              <a:rPr lang="en-US" sz="800" err="1">
                <a:ea typeface="+mj-ea"/>
                <a:cs typeface="+mj-cs"/>
              </a:rPr>
              <a:t>Firstname</a:t>
            </a:r>
            <a:r>
              <a:rPr lang="en-US" sz="800">
                <a:ea typeface="+mj-ea"/>
                <a:cs typeface="+mj-cs"/>
              </a:rPr>
              <a:t> </a:t>
            </a:r>
            <a:r>
              <a:rPr lang="en-US" sz="800" err="1">
                <a:ea typeface="+mj-ea"/>
                <a:cs typeface="+mj-cs"/>
              </a:rPr>
              <a:t>Lastname</a:t>
            </a:r>
            <a:endParaRPr lang="en-US" sz="800">
              <a:ea typeface="+mj-ea"/>
              <a:cs typeface="+mj-cs"/>
            </a:endParaRPr>
          </a:p>
          <a:p>
            <a:pPr marR="3080">
              <a:lnSpc>
                <a:spcPct val="120000"/>
              </a:lnSpc>
              <a:spcBef>
                <a:spcPct val="0"/>
              </a:spcBef>
            </a:pPr>
            <a:r>
              <a:rPr lang="en-US" sz="800">
                <a:ea typeface="+mj-ea"/>
                <a:cs typeface="+mj-cs"/>
              </a:rPr>
              <a:t>Title</a:t>
            </a:r>
          </a:p>
        </p:txBody>
      </p:sp>
      <p:sp>
        <p:nvSpPr>
          <p:cNvPr id="28" name="object 2">
            <a:extLst>
              <a:ext uri="{FF2B5EF4-FFF2-40B4-BE49-F238E27FC236}">
                <a16:creationId xmlns:a16="http://schemas.microsoft.com/office/drawing/2014/main" id="{8099C053-8122-39F0-4B24-0391A2269F2A}"/>
              </a:ext>
            </a:extLst>
          </p:cNvPr>
          <p:cNvSpPr txBox="1"/>
          <p:nvPr/>
        </p:nvSpPr>
        <p:spPr>
          <a:xfrm>
            <a:off x="8088174" y="6429665"/>
            <a:ext cx="1651000" cy="217915"/>
          </a:xfrm>
          <a:prstGeom prst="rect">
            <a:avLst/>
          </a:prstGeom>
        </p:spPr>
        <p:txBody>
          <a:bodyPr vert="horz" wrap="square" lIns="0" tIns="7315" rIns="0" bIns="0" rtlCol="0" anchor="b">
            <a:noAutofit/>
          </a:bodyPr>
          <a:lstStyle/>
          <a:p>
            <a:pPr marR="3080">
              <a:lnSpc>
                <a:spcPct val="120000"/>
              </a:lnSpc>
              <a:spcBef>
                <a:spcPct val="0"/>
              </a:spcBef>
            </a:pPr>
            <a:r>
              <a:rPr lang="en-US" sz="800" err="1">
                <a:ea typeface="+mj-ea"/>
                <a:cs typeface="+mj-cs"/>
              </a:rPr>
              <a:t>Firstname</a:t>
            </a:r>
            <a:r>
              <a:rPr lang="en-US" sz="800">
                <a:ea typeface="+mj-ea"/>
                <a:cs typeface="+mj-cs"/>
              </a:rPr>
              <a:t> </a:t>
            </a:r>
            <a:r>
              <a:rPr lang="en-US" sz="800" err="1">
                <a:ea typeface="+mj-ea"/>
                <a:cs typeface="+mj-cs"/>
              </a:rPr>
              <a:t>Lastname</a:t>
            </a:r>
            <a:endParaRPr lang="en-US" sz="800">
              <a:ea typeface="+mj-ea"/>
              <a:cs typeface="+mj-cs"/>
            </a:endParaRPr>
          </a:p>
          <a:p>
            <a:pPr marR="3080">
              <a:lnSpc>
                <a:spcPct val="120000"/>
              </a:lnSpc>
              <a:spcBef>
                <a:spcPct val="0"/>
              </a:spcBef>
            </a:pPr>
            <a:r>
              <a:rPr lang="en-US" sz="800">
                <a:ea typeface="+mj-ea"/>
                <a:cs typeface="+mj-cs"/>
              </a:rPr>
              <a:t>Title</a:t>
            </a:r>
          </a:p>
        </p:txBody>
      </p:sp>
      <p:sp>
        <p:nvSpPr>
          <p:cNvPr id="29" name="object 2">
            <a:extLst>
              <a:ext uri="{FF2B5EF4-FFF2-40B4-BE49-F238E27FC236}">
                <a16:creationId xmlns:a16="http://schemas.microsoft.com/office/drawing/2014/main" id="{8CA4AD15-B6BA-C43C-1FF3-BD03A41F99BB}"/>
              </a:ext>
            </a:extLst>
          </p:cNvPr>
          <p:cNvSpPr txBox="1"/>
          <p:nvPr/>
        </p:nvSpPr>
        <p:spPr>
          <a:xfrm>
            <a:off x="9978377" y="6429665"/>
            <a:ext cx="1651000" cy="217915"/>
          </a:xfrm>
          <a:prstGeom prst="rect">
            <a:avLst/>
          </a:prstGeom>
        </p:spPr>
        <p:txBody>
          <a:bodyPr vert="horz" wrap="square" lIns="0" tIns="7315" rIns="0" bIns="0" rtlCol="0" anchor="b">
            <a:noAutofit/>
          </a:bodyPr>
          <a:lstStyle/>
          <a:p>
            <a:pPr marR="3080">
              <a:lnSpc>
                <a:spcPct val="120000"/>
              </a:lnSpc>
              <a:spcBef>
                <a:spcPct val="0"/>
              </a:spcBef>
            </a:pPr>
            <a:r>
              <a:rPr lang="en-US" sz="800" err="1">
                <a:ea typeface="+mj-ea"/>
                <a:cs typeface="+mj-cs"/>
              </a:rPr>
              <a:t>Firstname</a:t>
            </a:r>
            <a:r>
              <a:rPr lang="en-US" sz="800">
                <a:ea typeface="+mj-ea"/>
                <a:cs typeface="+mj-cs"/>
              </a:rPr>
              <a:t> </a:t>
            </a:r>
            <a:r>
              <a:rPr lang="en-US" sz="800" err="1">
                <a:ea typeface="+mj-ea"/>
                <a:cs typeface="+mj-cs"/>
              </a:rPr>
              <a:t>Lastname</a:t>
            </a:r>
            <a:endParaRPr lang="en-US" sz="800">
              <a:ea typeface="+mj-ea"/>
              <a:cs typeface="+mj-cs"/>
            </a:endParaRPr>
          </a:p>
          <a:p>
            <a:pPr marR="3080">
              <a:lnSpc>
                <a:spcPct val="120000"/>
              </a:lnSpc>
              <a:spcBef>
                <a:spcPct val="0"/>
              </a:spcBef>
            </a:pPr>
            <a:r>
              <a:rPr lang="en-US" sz="800">
                <a:ea typeface="+mj-ea"/>
                <a:cs typeface="+mj-cs"/>
              </a:rPr>
              <a:t>Title</a:t>
            </a:r>
          </a:p>
        </p:txBody>
      </p:sp>
      <p:pic>
        <p:nvPicPr>
          <p:cNvPr id="35" name="Picture 34">
            <a:extLst>
              <a:ext uri="{FF2B5EF4-FFF2-40B4-BE49-F238E27FC236}">
                <a16:creationId xmlns:a16="http://schemas.microsoft.com/office/drawing/2014/main" id="{BEACB491-F0BA-0874-199F-1A46139D174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474522" y="573714"/>
            <a:ext cx="2145978" cy="506012"/>
          </a:xfrm>
          <a:prstGeom prst="rect">
            <a:avLst/>
          </a:prstGeom>
        </p:spPr>
      </p:pic>
    </p:spTree>
    <p:extLst>
      <p:ext uri="{BB962C8B-B14F-4D97-AF65-F5344CB8AC3E}">
        <p14:creationId xmlns:p14="http://schemas.microsoft.com/office/powerpoint/2010/main" val="111583105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0589E1C-8822-5C78-31B5-73B8101732E1}"/>
              </a:ext>
            </a:extLst>
          </p:cNvPr>
          <p:cNvSpPr>
            <a:spLocks noGrp="1"/>
          </p:cNvSpPr>
          <p:nvPr>
            <p:ph type="title"/>
          </p:nvPr>
        </p:nvSpPr>
        <p:spPr/>
        <p:txBody>
          <a:bodyPr/>
          <a:lstStyle/>
          <a:p>
            <a:r>
              <a:rPr lang="en-US"/>
              <a:t>Re-Envisioning Retail </a:t>
            </a:r>
            <a:br>
              <a:rPr lang="en-US"/>
            </a:br>
            <a:r>
              <a:rPr lang="en-US">
                <a:solidFill>
                  <a:schemeClr val="accent1"/>
                </a:solidFill>
              </a:rPr>
              <a:t>Recycling Program for Differentiation</a:t>
            </a:r>
          </a:p>
        </p:txBody>
      </p:sp>
      <p:sp>
        <p:nvSpPr>
          <p:cNvPr id="2" name="Date Placeholder 1">
            <a:extLst>
              <a:ext uri="{FF2B5EF4-FFF2-40B4-BE49-F238E27FC236}">
                <a16:creationId xmlns:a16="http://schemas.microsoft.com/office/drawing/2014/main" id="{6EFCDB0B-9AA0-0D2A-3540-41CF121825CE}"/>
              </a:ext>
              <a:ext uri="{C183D7F6-B498-43B3-948B-1728B52AA6E4}">
                <adec:decorative xmlns:adec="http://schemas.microsoft.com/office/drawing/2017/decorative" val="1"/>
              </a:ext>
            </a:extLst>
          </p:cNvPr>
          <p:cNvSpPr>
            <a:spLocks noGrp="1"/>
          </p:cNvSpPr>
          <p:nvPr>
            <p:ph type="dt" sz="half" idx="10"/>
          </p:nvPr>
        </p:nvSpPr>
        <p:spPr/>
        <p:txBody>
          <a:bodyPr/>
          <a:lstStyle/>
          <a:p>
            <a:fld id="{01689C57-63F5-4A11-9120-ADA22D85347C}" type="datetimeyyyy">
              <a:rPr lang="en-US" smtClean="0"/>
              <a:t>2025</a:t>
            </a:fld>
            <a:endParaRPr lang="en-US"/>
          </a:p>
        </p:txBody>
      </p:sp>
      <p:sp>
        <p:nvSpPr>
          <p:cNvPr id="3" name="Footer Placeholder 2">
            <a:extLst>
              <a:ext uri="{FF2B5EF4-FFF2-40B4-BE49-F238E27FC236}">
                <a16:creationId xmlns:a16="http://schemas.microsoft.com/office/drawing/2014/main" id="{D4119692-C951-FC8D-2139-81CA980BA34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DD2A9A4E-BD89-6DC5-8EA0-65B079B256AA}"/>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143</a:t>
            </a:fld>
            <a:endParaRPr lang="en-US"/>
          </a:p>
        </p:txBody>
      </p:sp>
      <p:sp>
        <p:nvSpPr>
          <p:cNvPr id="64" name="Text Placeholder 3">
            <a:extLst>
              <a:ext uri="{FF2B5EF4-FFF2-40B4-BE49-F238E27FC236}">
                <a16:creationId xmlns:a16="http://schemas.microsoft.com/office/drawing/2014/main" id="{43DE3E54-DBA9-E223-8942-BE63ADF1FB32}"/>
              </a:ext>
            </a:extLst>
          </p:cNvPr>
          <p:cNvSpPr txBox="1">
            <a:spLocks/>
          </p:cNvSpPr>
          <p:nvPr/>
        </p:nvSpPr>
        <p:spPr>
          <a:xfrm>
            <a:off x="571500" y="1548106"/>
            <a:ext cx="1651000" cy="166536"/>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buNone/>
            </a:pPr>
            <a:r>
              <a:rPr lang="en-US" sz="900"/>
              <a:t>Date  |  Client Name</a:t>
            </a:r>
          </a:p>
        </p:txBody>
      </p:sp>
      <p:cxnSp>
        <p:nvCxnSpPr>
          <p:cNvPr id="123" name="Straight Connector 122">
            <a:extLst>
              <a:ext uri="{FF2B5EF4-FFF2-40B4-BE49-F238E27FC236}">
                <a16:creationId xmlns:a16="http://schemas.microsoft.com/office/drawing/2014/main" id="{D62BC5FD-D71C-1AC0-F1BA-F0A87D00DDFA}"/>
              </a:ext>
              <a:ext uri="{C183D7F6-B498-43B3-948B-1728B52AA6E4}">
                <adec:decorative xmlns:adec="http://schemas.microsoft.com/office/drawing/2017/decorative" val="1"/>
              </a:ext>
            </a:extLst>
          </p:cNvPr>
          <p:cNvCxnSpPr>
            <a:cxnSpLocks/>
          </p:cNvCxnSpPr>
          <p:nvPr/>
        </p:nvCxnSpPr>
        <p:spPr>
          <a:xfrm flipH="1">
            <a:off x="571500" y="3209970"/>
            <a:ext cx="1533933"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150B112-7BCE-48A3-D2EF-328D65E24751}"/>
              </a:ext>
              <a:ext uri="{C183D7F6-B498-43B3-948B-1728B52AA6E4}">
                <adec:decorative xmlns:adec="http://schemas.microsoft.com/office/drawing/2017/decorative" val="1"/>
              </a:ext>
            </a:extLst>
          </p:cNvPr>
          <p:cNvCxnSpPr>
            <a:cxnSpLocks/>
          </p:cNvCxnSpPr>
          <p:nvPr/>
        </p:nvCxnSpPr>
        <p:spPr>
          <a:xfrm flipH="1">
            <a:off x="2438400" y="3209970"/>
            <a:ext cx="1533933"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D2B4DDF9-A6B2-8BAA-62F8-CDE2615B8793}"/>
              </a:ext>
              <a:ext uri="{C183D7F6-B498-43B3-948B-1728B52AA6E4}">
                <adec:decorative xmlns:adec="http://schemas.microsoft.com/office/drawing/2017/decorative" val="1"/>
              </a:ext>
            </a:extLst>
          </p:cNvPr>
          <p:cNvCxnSpPr>
            <a:cxnSpLocks/>
          </p:cNvCxnSpPr>
          <p:nvPr/>
        </p:nvCxnSpPr>
        <p:spPr>
          <a:xfrm flipH="1">
            <a:off x="4333460" y="3209970"/>
            <a:ext cx="1533933"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EA568E7-4C1F-B258-089B-71EC7BD98C43}"/>
              </a:ext>
              <a:ext uri="{C183D7F6-B498-43B3-948B-1728B52AA6E4}">
                <adec:decorative xmlns:adec="http://schemas.microsoft.com/office/drawing/2017/decorative" val="1"/>
              </a:ext>
            </a:extLst>
          </p:cNvPr>
          <p:cNvCxnSpPr>
            <a:cxnSpLocks/>
          </p:cNvCxnSpPr>
          <p:nvPr/>
        </p:nvCxnSpPr>
        <p:spPr>
          <a:xfrm flipH="1">
            <a:off x="551434" y="5546791"/>
            <a:ext cx="1105131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1EBF2E6-3C47-550C-829A-2ECDA93175DB}"/>
              </a:ext>
              <a:ext uri="{C183D7F6-B498-43B3-948B-1728B52AA6E4}">
                <adec:decorative xmlns:adec="http://schemas.microsoft.com/office/drawing/2017/decorative" val="1"/>
              </a:ext>
            </a:extLst>
          </p:cNvPr>
          <p:cNvCxnSpPr/>
          <p:nvPr/>
        </p:nvCxnSpPr>
        <p:spPr>
          <a:xfrm>
            <a:off x="508537" y="6306621"/>
            <a:ext cx="11032065"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3E5F1E8-93D0-FE8A-4C4B-04419916C21D}"/>
              </a:ext>
              <a:ext uri="{C183D7F6-B498-43B3-948B-1728B52AA6E4}">
                <adec:decorative xmlns:adec="http://schemas.microsoft.com/office/drawing/2017/decorative" val="1"/>
              </a:ext>
            </a:extLst>
          </p:cNvPr>
          <p:cNvCxnSpPr/>
          <p:nvPr/>
        </p:nvCxnSpPr>
        <p:spPr>
          <a:xfrm>
            <a:off x="6096000" y="1828800"/>
            <a:ext cx="0" cy="3283294"/>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9C5B0DB9-07DF-701B-FFFF-4C2FED786E2A}"/>
              </a:ext>
              <a:ext uri="{C183D7F6-B498-43B3-948B-1728B52AA6E4}">
                <adec:decorative xmlns:adec="http://schemas.microsoft.com/office/drawing/2017/decorative" val="1"/>
              </a:ext>
            </a:extLst>
          </p:cNvPr>
          <p:cNvCxnSpPr>
            <a:cxnSpLocks/>
          </p:cNvCxnSpPr>
          <p:nvPr/>
        </p:nvCxnSpPr>
        <p:spPr>
          <a:xfrm flipH="1">
            <a:off x="569190" y="1747744"/>
            <a:ext cx="1105131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27" name="Text Placeholder 3">
            <a:extLst>
              <a:ext uri="{FF2B5EF4-FFF2-40B4-BE49-F238E27FC236}">
                <a16:creationId xmlns:a16="http://schemas.microsoft.com/office/drawing/2014/main" id="{2F5C2E3F-E519-8FD3-1F13-B8594D1B4EFC}"/>
              </a:ext>
            </a:extLst>
          </p:cNvPr>
          <p:cNvSpPr txBox="1">
            <a:spLocks/>
          </p:cNvSpPr>
          <p:nvPr/>
        </p:nvSpPr>
        <p:spPr>
          <a:xfrm>
            <a:off x="571500" y="1836841"/>
            <a:ext cx="5295893" cy="1252588"/>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Business Need</a:t>
            </a:r>
          </a:p>
          <a:p>
            <a:pPr marL="0" indent="0">
              <a:lnSpc>
                <a:spcPct val="110000"/>
              </a:lnSpc>
              <a:spcBef>
                <a:spcPts val="0"/>
              </a:spcBef>
              <a:spcAft>
                <a:spcPts val="300"/>
              </a:spcAft>
              <a:buNone/>
            </a:pPr>
            <a:r>
              <a:rPr lang="en-US" sz="800"/>
              <a:t>This client </a:t>
            </a:r>
            <a:r>
              <a:rPr lang="en-GB" sz="800"/>
              <a:t>has identified the opportunity to re-establish its recycling program—a program that was once a cornerstone of their in-store services. The objective is to continue to expand their services to attract and retain target customer segments, primarily small business owners. Defining a competitive recycling program can increase in-store traffic and purchases amongst key customer groups, while building awareness of other services including printing, shipping, etc. Slalom will help this client assess the current state and competitive landscape, define the potential business case, and design the future program including a differentiated customer offering and in-store experience and internal operations and processes. We’ll create a prioritized strategic roadmap and recommend a deployment plan to to re-launch and establish a foundation on which to scale and expand.</a:t>
            </a:r>
            <a:endParaRPr lang="en-US" sz="800"/>
          </a:p>
        </p:txBody>
      </p:sp>
      <p:sp>
        <p:nvSpPr>
          <p:cNvPr id="129" name="Text Placeholder 3">
            <a:extLst>
              <a:ext uri="{FF2B5EF4-FFF2-40B4-BE49-F238E27FC236}">
                <a16:creationId xmlns:a16="http://schemas.microsoft.com/office/drawing/2014/main" id="{638E2C85-BA08-1D89-B938-40B193F9F4FB}"/>
              </a:ext>
            </a:extLst>
          </p:cNvPr>
          <p:cNvSpPr txBox="1">
            <a:spLocks/>
          </p:cNvSpPr>
          <p:nvPr/>
        </p:nvSpPr>
        <p:spPr>
          <a:xfrm>
            <a:off x="571501" y="3317056"/>
            <a:ext cx="1651000" cy="1829286"/>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How</a:t>
            </a:r>
          </a:p>
          <a:p>
            <a:pPr marL="0" indent="0">
              <a:lnSpc>
                <a:spcPct val="110000"/>
              </a:lnSpc>
              <a:spcBef>
                <a:spcPts val="0"/>
              </a:spcBef>
              <a:spcAft>
                <a:spcPts val="300"/>
              </a:spcAft>
              <a:buNone/>
            </a:pPr>
            <a:r>
              <a:rPr lang="en-GB" sz="800"/>
              <a:t>Slalom will conduct a market comparative, and observational assessment, build a business case, </a:t>
            </a:r>
            <a:br>
              <a:rPr lang="en-GB" sz="800"/>
            </a:br>
            <a:r>
              <a:rPr lang="en-GB" sz="800"/>
              <a:t>and develop current &amp; future state </a:t>
            </a:r>
            <a:br>
              <a:rPr lang="en-GB" sz="800"/>
            </a:br>
            <a:r>
              <a:rPr lang="en-GB" sz="800"/>
              <a:t>in-store experience for target </a:t>
            </a:r>
            <a:br>
              <a:rPr lang="en-GB" sz="800"/>
            </a:br>
            <a:r>
              <a:rPr lang="en-GB" sz="800"/>
              <a:t>customers and store associates. </a:t>
            </a:r>
            <a:br>
              <a:rPr lang="en-GB" sz="800"/>
            </a:br>
            <a:r>
              <a:rPr lang="en-GB" sz="800"/>
              <a:t>Slalom will leverage industry research and subject matter expertise to </a:t>
            </a:r>
            <a:br>
              <a:rPr lang="en-GB" sz="800"/>
            </a:br>
            <a:r>
              <a:rPr lang="en-GB" sz="800"/>
              <a:t>inform an actionable strategy.</a:t>
            </a:r>
            <a:endParaRPr lang="en-US" sz="800"/>
          </a:p>
        </p:txBody>
      </p:sp>
      <p:sp>
        <p:nvSpPr>
          <p:cNvPr id="130" name="Text Placeholder 3">
            <a:extLst>
              <a:ext uri="{FF2B5EF4-FFF2-40B4-BE49-F238E27FC236}">
                <a16:creationId xmlns:a16="http://schemas.microsoft.com/office/drawing/2014/main" id="{97DF39DF-2F7F-7529-AEB4-55539A35F2D0}"/>
              </a:ext>
            </a:extLst>
          </p:cNvPr>
          <p:cNvSpPr txBox="1">
            <a:spLocks/>
          </p:cNvSpPr>
          <p:nvPr/>
        </p:nvSpPr>
        <p:spPr>
          <a:xfrm>
            <a:off x="2459616" y="3317057"/>
            <a:ext cx="1651000" cy="1829286"/>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What</a:t>
            </a:r>
          </a:p>
          <a:p>
            <a:pPr marL="0" indent="0">
              <a:lnSpc>
                <a:spcPct val="110000"/>
              </a:lnSpc>
              <a:spcBef>
                <a:spcPts val="0"/>
              </a:spcBef>
              <a:spcAft>
                <a:spcPts val="300"/>
              </a:spcAft>
              <a:buNone/>
            </a:pPr>
            <a:r>
              <a:rPr lang="en-GB" sz="800"/>
              <a:t>Slalom will conduct a discovery &amp; strategic analysis around the most immediate opportunities.</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GB" sz="800"/>
              <a:t>Problem statement definition</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GB" sz="800"/>
              <a:t>Secondary and primary market research</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GB" sz="800"/>
              <a:t>Stakeholder interviews</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GB" sz="800"/>
              <a:t>Market and partner analysis</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GB" sz="800"/>
              <a:t>High-level business case /market sizing </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GB" sz="800"/>
              <a:t>Future state customer experience </a:t>
            </a:r>
            <a:br>
              <a:rPr lang="en-GB" sz="800"/>
            </a:br>
            <a:r>
              <a:rPr lang="en-GB" sz="800"/>
              <a:t>and enabling processes </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GB" sz="800"/>
              <a:t>Win themes and differentiation</a:t>
            </a:r>
            <a:endParaRPr lang="en-US" sz="800"/>
          </a:p>
        </p:txBody>
      </p:sp>
      <p:sp>
        <p:nvSpPr>
          <p:cNvPr id="131" name="Text Placeholder 3">
            <a:extLst>
              <a:ext uri="{FF2B5EF4-FFF2-40B4-BE49-F238E27FC236}">
                <a16:creationId xmlns:a16="http://schemas.microsoft.com/office/drawing/2014/main" id="{F73B535A-E608-6C71-90BF-526D8CDDAB27}"/>
              </a:ext>
            </a:extLst>
          </p:cNvPr>
          <p:cNvSpPr txBox="1">
            <a:spLocks/>
          </p:cNvSpPr>
          <p:nvPr/>
        </p:nvSpPr>
        <p:spPr>
          <a:xfrm>
            <a:off x="4347730" y="3317057"/>
            <a:ext cx="1519661" cy="1974034"/>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900" b="1"/>
              <a:t>Outcome</a:t>
            </a:r>
          </a:p>
          <a:p>
            <a:pPr marL="0" indent="0">
              <a:lnSpc>
                <a:spcPct val="110000"/>
              </a:lnSpc>
              <a:spcBef>
                <a:spcPts val="0"/>
              </a:spcBef>
              <a:spcAft>
                <a:spcPts val="300"/>
              </a:spcAft>
              <a:buNone/>
            </a:pPr>
            <a:r>
              <a:rPr lang="en-US" sz="800"/>
              <a:t>Slalom will prepare a go-to-market strategy to re-establish client’s recycling program, including a plan for pilot deployment, iteration, and measurement . </a:t>
            </a:r>
            <a:br>
              <a:rPr lang="en-US" sz="800"/>
            </a:br>
            <a:r>
              <a:rPr lang="en-US" sz="800"/>
              <a:t>This strategy will continue their journey to differentiate and </a:t>
            </a:r>
            <a:br>
              <a:rPr lang="en-US" sz="800"/>
            </a:br>
            <a:r>
              <a:rPr lang="en-US" sz="800"/>
              <a:t>drive growth through services; providing the hypothesis and </a:t>
            </a:r>
            <a:br>
              <a:rPr lang="en-US" sz="800"/>
            </a:br>
            <a:r>
              <a:rPr lang="en-US" sz="800"/>
              <a:t>high-level business case  and operational approach to expand </a:t>
            </a:r>
            <a:br>
              <a:rPr lang="en-US" sz="800"/>
            </a:br>
            <a:r>
              <a:rPr lang="en-US" sz="800"/>
              <a:t>key target customer segments.</a:t>
            </a:r>
          </a:p>
        </p:txBody>
      </p:sp>
      <p:sp>
        <p:nvSpPr>
          <p:cNvPr id="139" name="Text Placeholder 3">
            <a:extLst>
              <a:ext uri="{FF2B5EF4-FFF2-40B4-BE49-F238E27FC236}">
                <a16:creationId xmlns:a16="http://schemas.microsoft.com/office/drawing/2014/main" id="{4FD69914-645B-7DB2-63CF-3A972A885C9F}"/>
              </a:ext>
            </a:extLst>
          </p:cNvPr>
          <p:cNvSpPr txBox="1">
            <a:spLocks/>
          </p:cNvSpPr>
          <p:nvPr/>
        </p:nvSpPr>
        <p:spPr>
          <a:xfrm>
            <a:off x="6210300" y="1836841"/>
            <a:ext cx="1651000" cy="202452"/>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buNone/>
            </a:pPr>
            <a:r>
              <a:rPr lang="en-US" sz="900" b="1"/>
              <a:t>Approach</a:t>
            </a:r>
          </a:p>
        </p:txBody>
      </p:sp>
      <p:graphicFrame>
        <p:nvGraphicFramePr>
          <p:cNvPr id="138" name="Table 137">
            <a:extLst>
              <a:ext uri="{FF2B5EF4-FFF2-40B4-BE49-F238E27FC236}">
                <a16:creationId xmlns:a16="http://schemas.microsoft.com/office/drawing/2014/main" id="{C3B8A70F-AF52-9E25-5F1D-B6BB4C9473C8}"/>
              </a:ext>
            </a:extLst>
          </p:cNvPr>
          <p:cNvGraphicFramePr>
            <a:graphicFrameLocks noGrp="1"/>
          </p:cNvGraphicFramePr>
          <p:nvPr>
            <p:extLst>
              <p:ext uri="{D42A27DB-BD31-4B8C-83A1-F6EECF244321}">
                <p14:modId xmlns:p14="http://schemas.microsoft.com/office/powerpoint/2010/main" val="4269627900"/>
              </p:ext>
            </p:extLst>
          </p:nvPr>
        </p:nvGraphicFramePr>
        <p:xfrm>
          <a:off x="6207539" y="2001099"/>
          <a:ext cx="5398394" cy="1033986"/>
        </p:xfrm>
        <a:graphic>
          <a:graphicData uri="http://schemas.openxmlformats.org/drawingml/2006/table">
            <a:tbl>
              <a:tblPr firstRow="1" bandRow="1">
                <a:tableStyleId>{5940675A-B579-460E-94D1-54222C63F5DA}</a:tableStyleId>
              </a:tblPr>
              <a:tblGrid>
                <a:gridCol w="448442">
                  <a:extLst>
                    <a:ext uri="{9D8B030D-6E8A-4147-A177-3AD203B41FA5}">
                      <a16:colId xmlns:a16="http://schemas.microsoft.com/office/drawing/2014/main" val="328512846"/>
                    </a:ext>
                  </a:extLst>
                </a:gridCol>
                <a:gridCol w="117856">
                  <a:extLst>
                    <a:ext uri="{9D8B030D-6E8A-4147-A177-3AD203B41FA5}">
                      <a16:colId xmlns:a16="http://schemas.microsoft.com/office/drawing/2014/main" val="1786238817"/>
                    </a:ext>
                  </a:extLst>
                </a:gridCol>
                <a:gridCol w="117856">
                  <a:extLst>
                    <a:ext uri="{9D8B030D-6E8A-4147-A177-3AD203B41FA5}">
                      <a16:colId xmlns:a16="http://schemas.microsoft.com/office/drawing/2014/main" val="2226525391"/>
                    </a:ext>
                  </a:extLst>
                </a:gridCol>
                <a:gridCol w="117856">
                  <a:extLst>
                    <a:ext uri="{9D8B030D-6E8A-4147-A177-3AD203B41FA5}">
                      <a16:colId xmlns:a16="http://schemas.microsoft.com/office/drawing/2014/main" val="645086115"/>
                    </a:ext>
                  </a:extLst>
                </a:gridCol>
                <a:gridCol w="117856">
                  <a:extLst>
                    <a:ext uri="{9D8B030D-6E8A-4147-A177-3AD203B41FA5}">
                      <a16:colId xmlns:a16="http://schemas.microsoft.com/office/drawing/2014/main" val="2993494968"/>
                    </a:ext>
                  </a:extLst>
                </a:gridCol>
                <a:gridCol w="117856">
                  <a:extLst>
                    <a:ext uri="{9D8B030D-6E8A-4147-A177-3AD203B41FA5}">
                      <a16:colId xmlns:a16="http://schemas.microsoft.com/office/drawing/2014/main" val="1093444380"/>
                    </a:ext>
                  </a:extLst>
                </a:gridCol>
                <a:gridCol w="117856">
                  <a:extLst>
                    <a:ext uri="{9D8B030D-6E8A-4147-A177-3AD203B41FA5}">
                      <a16:colId xmlns:a16="http://schemas.microsoft.com/office/drawing/2014/main" val="936946899"/>
                    </a:ext>
                  </a:extLst>
                </a:gridCol>
                <a:gridCol w="117856">
                  <a:extLst>
                    <a:ext uri="{9D8B030D-6E8A-4147-A177-3AD203B41FA5}">
                      <a16:colId xmlns:a16="http://schemas.microsoft.com/office/drawing/2014/main" val="201366011"/>
                    </a:ext>
                  </a:extLst>
                </a:gridCol>
                <a:gridCol w="117856">
                  <a:extLst>
                    <a:ext uri="{9D8B030D-6E8A-4147-A177-3AD203B41FA5}">
                      <a16:colId xmlns:a16="http://schemas.microsoft.com/office/drawing/2014/main" val="691241394"/>
                    </a:ext>
                  </a:extLst>
                </a:gridCol>
                <a:gridCol w="117856">
                  <a:extLst>
                    <a:ext uri="{9D8B030D-6E8A-4147-A177-3AD203B41FA5}">
                      <a16:colId xmlns:a16="http://schemas.microsoft.com/office/drawing/2014/main" val="571032201"/>
                    </a:ext>
                  </a:extLst>
                </a:gridCol>
                <a:gridCol w="117856">
                  <a:extLst>
                    <a:ext uri="{9D8B030D-6E8A-4147-A177-3AD203B41FA5}">
                      <a16:colId xmlns:a16="http://schemas.microsoft.com/office/drawing/2014/main" val="1315458348"/>
                    </a:ext>
                  </a:extLst>
                </a:gridCol>
                <a:gridCol w="117856">
                  <a:extLst>
                    <a:ext uri="{9D8B030D-6E8A-4147-A177-3AD203B41FA5}">
                      <a16:colId xmlns:a16="http://schemas.microsoft.com/office/drawing/2014/main" val="858479389"/>
                    </a:ext>
                  </a:extLst>
                </a:gridCol>
                <a:gridCol w="117856">
                  <a:extLst>
                    <a:ext uri="{9D8B030D-6E8A-4147-A177-3AD203B41FA5}">
                      <a16:colId xmlns:a16="http://schemas.microsoft.com/office/drawing/2014/main" val="2849954496"/>
                    </a:ext>
                  </a:extLst>
                </a:gridCol>
                <a:gridCol w="117856">
                  <a:extLst>
                    <a:ext uri="{9D8B030D-6E8A-4147-A177-3AD203B41FA5}">
                      <a16:colId xmlns:a16="http://schemas.microsoft.com/office/drawing/2014/main" val="2846195402"/>
                    </a:ext>
                  </a:extLst>
                </a:gridCol>
                <a:gridCol w="117856">
                  <a:extLst>
                    <a:ext uri="{9D8B030D-6E8A-4147-A177-3AD203B41FA5}">
                      <a16:colId xmlns:a16="http://schemas.microsoft.com/office/drawing/2014/main" val="1080056003"/>
                    </a:ext>
                  </a:extLst>
                </a:gridCol>
                <a:gridCol w="117856">
                  <a:extLst>
                    <a:ext uri="{9D8B030D-6E8A-4147-A177-3AD203B41FA5}">
                      <a16:colId xmlns:a16="http://schemas.microsoft.com/office/drawing/2014/main" val="4139424836"/>
                    </a:ext>
                  </a:extLst>
                </a:gridCol>
                <a:gridCol w="117856">
                  <a:extLst>
                    <a:ext uri="{9D8B030D-6E8A-4147-A177-3AD203B41FA5}">
                      <a16:colId xmlns:a16="http://schemas.microsoft.com/office/drawing/2014/main" val="2122091258"/>
                    </a:ext>
                  </a:extLst>
                </a:gridCol>
                <a:gridCol w="117856">
                  <a:extLst>
                    <a:ext uri="{9D8B030D-6E8A-4147-A177-3AD203B41FA5}">
                      <a16:colId xmlns:a16="http://schemas.microsoft.com/office/drawing/2014/main" val="1669391906"/>
                    </a:ext>
                  </a:extLst>
                </a:gridCol>
                <a:gridCol w="117856">
                  <a:extLst>
                    <a:ext uri="{9D8B030D-6E8A-4147-A177-3AD203B41FA5}">
                      <a16:colId xmlns:a16="http://schemas.microsoft.com/office/drawing/2014/main" val="3829099846"/>
                    </a:ext>
                  </a:extLst>
                </a:gridCol>
                <a:gridCol w="117856">
                  <a:extLst>
                    <a:ext uri="{9D8B030D-6E8A-4147-A177-3AD203B41FA5}">
                      <a16:colId xmlns:a16="http://schemas.microsoft.com/office/drawing/2014/main" val="428094097"/>
                    </a:ext>
                  </a:extLst>
                </a:gridCol>
                <a:gridCol w="117856">
                  <a:extLst>
                    <a:ext uri="{9D8B030D-6E8A-4147-A177-3AD203B41FA5}">
                      <a16:colId xmlns:a16="http://schemas.microsoft.com/office/drawing/2014/main" val="3177753260"/>
                    </a:ext>
                  </a:extLst>
                </a:gridCol>
                <a:gridCol w="117856">
                  <a:extLst>
                    <a:ext uri="{9D8B030D-6E8A-4147-A177-3AD203B41FA5}">
                      <a16:colId xmlns:a16="http://schemas.microsoft.com/office/drawing/2014/main" val="137254515"/>
                    </a:ext>
                  </a:extLst>
                </a:gridCol>
                <a:gridCol w="117856">
                  <a:extLst>
                    <a:ext uri="{9D8B030D-6E8A-4147-A177-3AD203B41FA5}">
                      <a16:colId xmlns:a16="http://schemas.microsoft.com/office/drawing/2014/main" val="2143042502"/>
                    </a:ext>
                  </a:extLst>
                </a:gridCol>
                <a:gridCol w="117856">
                  <a:extLst>
                    <a:ext uri="{9D8B030D-6E8A-4147-A177-3AD203B41FA5}">
                      <a16:colId xmlns:a16="http://schemas.microsoft.com/office/drawing/2014/main" val="796322878"/>
                    </a:ext>
                  </a:extLst>
                </a:gridCol>
                <a:gridCol w="117856">
                  <a:extLst>
                    <a:ext uri="{9D8B030D-6E8A-4147-A177-3AD203B41FA5}">
                      <a16:colId xmlns:a16="http://schemas.microsoft.com/office/drawing/2014/main" val="2707415093"/>
                    </a:ext>
                  </a:extLst>
                </a:gridCol>
                <a:gridCol w="117856">
                  <a:extLst>
                    <a:ext uri="{9D8B030D-6E8A-4147-A177-3AD203B41FA5}">
                      <a16:colId xmlns:a16="http://schemas.microsoft.com/office/drawing/2014/main" val="3675939549"/>
                    </a:ext>
                  </a:extLst>
                </a:gridCol>
                <a:gridCol w="117856">
                  <a:extLst>
                    <a:ext uri="{9D8B030D-6E8A-4147-A177-3AD203B41FA5}">
                      <a16:colId xmlns:a16="http://schemas.microsoft.com/office/drawing/2014/main" val="1535111254"/>
                    </a:ext>
                  </a:extLst>
                </a:gridCol>
                <a:gridCol w="117856">
                  <a:extLst>
                    <a:ext uri="{9D8B030D-6E8A-4147-A177-3AD203B41FA5}">
                      <a16:colId xmlns:a16="http://schemas.microsoft.com/office/drawing/2014/main" val="263896095"/>
                    </a:ext>
                  </a:extLst>
                </a:gridCol>
                <a:gridCol w="117856">
                  <a:extLst>
                    <a:ext uri="{9D8B030D-6E8A-4147-A177-3AD203B41FA5}">
                      <a16:colId xmlns:a16="http://schemas.microsoft.com/office/drawing/2014/main" val="1923422929"/>
                    </a:ext>
                  </a:extLst>
                </a:gridCol>
                <a:gridCol w="117856">
                  <a:extLst>
                    <a:ext uri="{9D8B030D-6E8A-4147-A177-3AD203B41FA5}">
                      <a16:colId xmlns:a16="http://schemas.microsoft.com/office/drawing/2014/main" val="996423702"/>
                    </a:ext>
                  </a:extLst>
                </a:gridCol>
                <a:gridCol w="117856">
                  <a:extLst>
                    <a:ext uri="{9D8B030D-6E8A-4147-A177-3AD203B41FA5}">
                      <a16:colId xmlns:a16="http://schemas.microsoft.com/office/drawing/2014/main" val="3209866585"/>
                    </a:ext>
                  </a:extLst>
                </a:gridCol>
                <a:gridCol w="117856">
                  <a:extLst>
                    <a:ext uri="{9D8B030D-6E8A-4147-A177-3AD203B41FA5}">
                      <a16:colId xmlns:a16="http://schemas.microsoft.com/office/drawing/2014/main" val="3678168555"/>
                    </a:ext>
                  </a:extLst>
                </a:gridCol>
                <a:gridCol w="117856">
                  <a:extLst>
                    <a:ext uri="{9D8B030D-6E8A-4147-A177-3AD203B41FA5}">
                      <a16:colId xmlns:a16="http://schemas.microsoft.com/office/drawing/2014/main" val="2071023204"/>
                    </a:ext>
                  </a:extLst>
                </a:gridCol>
                <a:gridCol w="117856">
                  <a:extLst>
                    <a:ext uri="{9D8B030D-6E8A-4147-A177-3AD203B41FA5}">
                      <a16:colId xmlns:a16="http://schemas.microsoft.com/office/drawing/2014/main" val="1648491189"/>
                    </a:ext>
                  </a:extLst>
                </a:gridCol>
                <a:gridCol w="117856">
                  <a:extLst>
                    <a:ext uri="{9D8B030D-6E8A-4147-A177-3AD203B41FA5}">
                      <a16:colId xmlns:a16="http://schemas.microsoft.com/office/drawing/2014/main" val="340512175"/>
                    </a:ext>
                  </a:extLst>
                </a:gridCol>
                <a:gridCol w="117856">
                  <a:extLst>
                    <a:ext uri="{9D8B030D-6E8A-4147-A177-3AD203B41FA5}">
                      <a16:colId xmlns:a16="http://schemas.microsoft.com/office/drawing/2014/main" val="2690871766"/>
                    </a:ext>
                  </a:extLst>
                </a:gridCol>
                <a:gridCol w="117856">
                  <a:extLst>
                    <a:ext uri="{9D8B030D-6E8A-4147-A177-3AD203B41FA5}">
                      <a16:colId xmlns:a16="http://schemas.microsoft.com/office/drawing/2014/main" val="2734823289"/>
                    </a:ext>
                  </a:extLst>
                </a:gridCol>
                <a:gridCol w="117856">
                  <a:extLst>
                    <a:ext uri="{9D8B030D-6E8A-4147-A177-3AD203B41FA5}">
                      <a16:colId xmlns:a16="http://schemas.microsoft.com/office/drawing/2014/main" val="4194120534"/>
                    </a:ext>
                  </a:extLst>
                </a:gridCol>
                <a:gridCol w="117856">
                  <a:extLst>
                    <a:ext uri="{9D8B030D-6E8A-4147-A177-3AD203B41FA5}">
                      <a16:colId xmlns:a16="http://schemas.microsoft.com/office/drawing/2014/main" val="2785394274"/>
                    </a:ext>
                  </a:extLst>
                </a:gridCol>
                <a:gridCol w="117856">
                  <a:extLst>
                    <a:ext uri="{9D8B030D-6E8A-4147-A177-3AD203B41FA5}">
                      <a16:colId xmlns:a16="http://schemas.microsoft.com/office/drawing/2014/main" val="3503756369"/>
                    </a:ext>
                  </a:extLst>
                </a:gridCol>
                <a:gridCol w="117856">
                  <a:extLst>
                    <a:ext uri="{9D8B030D-6E8A-4147-A177-3AD203B41FA5}">
                      <a16:colId xmlns:a16="http://schemas.microsoft.com/office/drawing/2014/main" val="2835190246"/>
                    </a:ext>
                  </a:extLst>
                </a:gridCol>
                <a:gridCol w="117856">
                  <a:extLst>
                    <a:ext uri="{9D8B030D-6E8A-4147-A177-3AD203B41FA5}">
                      <a16:colId xmlns:a16="http://schemas.microsoft.com/office/drawing/2014/main" val="2388917081"/>
                    </a:ext>
                  </a:extLst>
                </a:gridCol>
                <a:gridCol w="117856">
                  <a:extLst>
                    <a:ext uri="{9D8B030D-6E8A-4147-A177-3AD203B41FA5}">
                      <a16:colId xmlns:a16="http://schemas.microsoft.com/office/drawing/2014/main" val="2516939941"/>
                    </a:ext>
                  </a:extLst>
                </a:gridCol>
              </a:tblGrid>
              <a:tr h="114727">
                <a:tc>
                  <a:txBody>
                    <a:bodyPr/>
                    <a:lstStyle/>
                    <a:p>
                      <a:pPr algn="ctr">
                        <a:lnSpc>
                          <a:spcPct val="100000"/>
                        </a:lnSpc>
                      </a:pPr>
                      <a:endParaRPr lang="en-US" sz="700" b="1" kern="1200" cap="all" spc="150">
                        <a:solidFill>
                          <a:schemeClr val="accent2"/>
                        </a:solidFill>
                        <a:latin typeface="+mn-lt"/>
                        <a:ea typeface="+mj-ea"/>
                        <a:cs typeface="+mj-cs"/>
                      </a:endParaRPr>
                    </a:p>
                  </a:txBody>
                  <a:tcPr marL="43963" marR="87927"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7">
                  <a:txBody>
                    <a:bodyPr/>
                    <a:lstStyle/>
                    <a:p>
                      <a:pPr algn="ctr">
                        <a:lnSpc>
                          <a:spcPct val="100000"/>
                        </a:lnSpc>
                      </a:pPr>
                      <a:r>
                        <a:rPr lang="en-US" sz="700" b="1" kern="1200" cap="all" spc="150">
                          <a:solidFill>
                            <a:schemeClr val="accent1"/>
                          </a:solidFill>
                          <a:latin typeface="+mn-lt"/>
                          <a:ea typeface="+mj-ea"/>
                          <a:cs typeface="+mj-cs"/>
                        </a:rPr>
                        <a:t>WEEK 1</a:t>
                      </a:r>
                    </a:p>
                  </a:txBody>
                  <a:tcPr marL="0" marR="0" marT="36933" marB="36933"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700" b="1" kern="1200" cap="all" spc="150">
                          <a:solidFill>
                            <a:schemeClr val="accent1"/>
                          </a:solidFill>
                          <a:latin typeface="+mn-lt"/>
                          <a:ea typeface="+mj-ea"/>
                          <a:cs typeface="+mj-cs"/>
                        </a:rPr>
                        <a:t>WEEK 4</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700" b="1" kern="1200" cap="all" spc="150">
                          <a:solidFill>
                            <a:schemeClr val="accent1"/>
                          </a:solidFill>
                          <a:latin typeface="+mn-lt"/>
                          <a:ea typeface="+mj-ea"/>
                          <a:cs typeface="+mj-cs"/>
                        </a:rPr>
                        <a:t>WEEK 6</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algn="ctr">
                        <a:lnSpc>
                          <a:spcPct val="100000"/>
                        </a:lnSpc>
                      </a:pPr>
                      <a:r>
                        <a:rPr lang="en-US" sz="700" b="1" kern="1200" cap="all" spc="150">
                          <a:solidFill>
                            <a:schemeClr val="accent1"/>
                          </a:solidFill>
                          <a:latin typeface="+mn-lt"/>
                          <a:ea typeface="+mj-ea"/>
                          <a:cs typeface="+mj-cs"/>
                        </a:rPr>
                        <a:t>WEEK 8</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cap="all" spc="150">
                          <a:solidFill>
                            <a:schemeClr val="accent1"/>
                          </a:solidFill>
                          <a:latin typeface="+mn-lt"/>
                          <a:ea typeface="+mn-ea"/>
                          <a:cs typeface="+mn-cs"/>
                        </a:rPr>
                        <a:t>WEEK 10</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cap="all" spc="150">
                          <a:solidFill>
                            <a:schemeClr val="accent1"/>
                          </a:solidFill>
                          <a:latin typeface="+mn-lt"/>
                          <a:ea typeface="+mn-ea"/>
                          <a:cs typeface="+mn-cs"/>
                        </a:rPr>
                        <a:t>WEEK 12</a:t>
                      </a:r>
                    </a:p>
                  </a:txBody>
                  <a:tcPr marL="0" marR="0" marT="36933" marB="36933"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9135875"/>
                  </a:ext>
                </a:extLst>
              </a:tr>
              <a:tr h="67789">
                <a:tc>
                  <a:txBody>
                    <a:bodyPr/>
                    <a:lstStyle/>
                    <a:p>
                      <a:pPr algn="r">
                        <a:lnSpc>
                          <a:spcPct val="100000"/>
                        </a:lnSpc>
                      </a:pPr>
                      <a:endParaRPr lang="en-US" sz="700" b="0" i="0" spc="0" baseline="0">
                        <a:solidFill>
                          <a:schemeClr val="tx1"/>
                        </a:solidFill>
                        <a:latin typeface="+mn-lt"/>
                      </a:endParaRPr>
                    </a:p>
                  </a:txBody>
                  <a:tcPr marL="43963" marR="87927"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068373"/>
                  </a:ext>
                </a:extLst>
              </a:tr>
              <a:tr h="67789">
                <a:tc>
                  <a:txBody>
                    <a:bodyPr/>
                    <a:lstStyle/>
                    <a:p>
                      <a:pPr algn="r">
                        <a:lnSpc>
                          <a:spcPct val="100000"/>
                        </a:lnSpc>
                      </a:pPr>
                      <a:r>
                        <a:rPr lang="en-US" sz="700" b="0" i="0" spc="0" baseline="0">
                          <a:solidFill>
                            <a:schemeClr val="tx1"/>
                          </a:solidFill>
                          <a:latin typeface="+mn-lt"/>
                        </a:rPr>
                        <a:t>Engage</a:t>
                      </a: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05369975"/>
                  </a:ext>
                </a:extLst>
              </a:tr>
              <a:tr h="67789">
                <a:tc>
                  <a:txBody>
                    <a:bodyPr/>
                    <a:lstStyle/>
                    <a:p>
                      <a:pPr algn="r">
                        <a:lnSpc>
                          <a:spcPct val="100000"/>
                        </a:lnSpc>
                      </a:pPr>
                      <a:endParaRPr lang="en-US" sz="700" b="0" i="0" spc="0" baseline="0">
                        <a:solidFill>
                          <a:schemeClr val="tx1"/>
                        </a:solidFill>
                        <a:latin typeface="+mn-lt"/>
                      </a:endParaRP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7824114"/>
                  </a:ext>
                </a:extLst>
              </a:tr>
              <a:tr h="67789">
                <a:tc>
                  <a:txBody>
                    <a:bodyPr/>
                    <a:lstStyle/>
                    <a:p>
                      <a:pPr algn="r">
                        <a:lnSpc>
                          <a:spcPct val="100000"/>
                        </a:lnSpc>
                      </a:pPr>
                      <a:r>
                        <a:rPr lang="en-US" sz="700" b="0" i="0" spc="0" baseline="0">
                          <a:solidFill>
                            <a:schemeClr val="tx1"/>
                          </a:solidFill>
                          <a:latin typeface="+mn-lt"/>
                        </a:rPr>
                        <a:t>Explore</a:t>
                      </a: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67849940"/>
                  </a:ext>
                </a:extLst>
              </a:tr>
              <a:tr h="67789">
                <a:tc>
                  <a:txBody>
                    <a:bodyPr/>
                    <a:lstStyle/>
                    <a:p>
                      <a:pPr algn="r">
                        <a:lnSpc>
                          <a:spcPct val="100000"/>
                        </a:lnSpc>
                      </a:pPr>
                      <a:endParaRPr lang="en-US" sz="700" b="0" i="0" spc="0" baseline="0">
                        <a:solidFill>
                          <a:schemeClr val="tx1"/>
                        </a:solidFill>
                        <a:latin typeface="+mn-lt"/>
                      </a:endParaRP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889279"/>
                  </a:ext>
                </a:extLst>
              </a:tr>
              <a:tr h="67789">
                <a:tc>
                  <a:txBody>
                    <a:bodyPr/>
                    <a:lstStyle/>
                    <a:p>
                      <a:pPr algn="r">
                        <a:lnSpc>
                          <a:spcPct val="100000"/>
                        </a:lnSpc>
                      </a:pPr>
                      <a:r>
                        <a:rPr lang="en-US" sz="700" b="0" i="0" spc="0" baseline="0">
                          <a:solidFill>
                            <a:schemeClr val="tx1"/>
                          </a:solidFill>
                          <a:latin typeface="+mn-lt"/>
                        </a:rPr>
                        <a:t>Establish</a:t>
                      </a: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0495840"/>
                  </a:ext>
                </a:extLst>
              </a:tr>
              <a:tr h="67789">
                <a:tc>
                  <a:txBody>
                    <a:bodyPr/>
                    <a:lstStyle/>
                    <a:p>
                      <a:pPr algn="r">
                        <a:lnSpc>
                          <a:spcPct val="100000"/>
                        </a:lnSpc>
                      </a:pPr>
                      <a:endParaRPr lang="en-US" sz="700" b="0" i="0" spc="0" baseline="0">
                        <a:solidFill>
                          <a:schemeClr val="tx1"/>
                        </a:solidFill>
                        <a:latin typeface="+mn-lt"/>
                      </a:endParaRPr>
                    </a:p>
                  </a:txBody>
                  <a:tcPr marL="0" marR="43963"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000251"/>
                  </a:ext>
                </a:extLst>
              </a:tr>
              <a:tr h="67789">
                <a:tc>
                  <a:txBody>
                    <a:bodyPr/>
                    <a:lstStyle/>
                    <a:p>
                      <a:pPr algn="r">
                        <a:lnSpc>
                          <a:spcPct val="100000"/>
                        </a:lnSpc>
                      </a:pPr>
                      <a:r>
                        <a:rPr lang="en-US" sz="700" b="0" i="0" spc="0" baseline="0">
                          <a:solidFill>
                            <a:schemeClr val="tx1"/>
                          </a:solidFill>
                          <a:latin typeface="+mn-lt"/>
                        </a:rPr>
                        <a:t>Enable</a:t>
                      </a:r>
                    </a:p>
                  </a:txBody>
                  <a:tcPr marL="0" marR="43963"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solidFill>
                        <a:schemeClr val="bg2"/>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00000"/>
                        </a:lnSpc>
                        <a:buFont typeface="Avenir Next LT Pro" panose="020B0504020202020204" pitchFamily="34" charset="0"/>
                        <a:buNone/>
                      </a:pPr>
                      <a:endParaRPr lang="en-US" sz="700" b="0" i="0" spc="0" baseline="0">
                        <a:solidFill>
                          <a:schemeClr val="tx1"/>
                        </a:solidFill>
                        <a:latin typeface="+mn-lt"/>
                      </a:endParaRPr>
                    </a:p>
                  </a:txBody>
                  <a:tcPr marL="0" marR="0" marT="0" marB="0"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67362246"/>
                  </a:ext>
                </a:extLst>
              </a:tr>
            </a:tbl>
          </a:graphicData>
        </a:graphic>
      </p:graphicFrame>
      <p:graphicFrame>
        <p:nvGraphicFramePr>
          <p:cNvPr id="141" name="Table 5">
            <a:extLst>
              <a:ext uri="{FF2B5EF4-FFF2-40B4-BE49-F238E27FC236}">
                <a16:creationId xmlns:a16="http://schemas.microsoft.com/office/drawing/2014/main" id="{C8536778-BAC4-E9FB-D51B-7AF4709FF55C}"/>
              </a:ext>
            </a:extLst>
          </p:cNvPr>
          <p:cNvGraphicFramePr>
            <a:graphicFrameLocks noGrp="1"/>
          </p:cNvGraphicFramePr>
          <p:nvPr>
            <p:extLst>
              <p:ext uri="{D42A27DB-BD31-4B8C-83A1-F6EECF244321}">
                <p14:modId xmlns:p14="http://schemas.microsoft.com/office/powerpoint/2010/main" val="3932634155"/>
              </p:ext>
            </p:extLst>
          </p:nvPr>
        </p:nvGraphicFramePr>
        <p:xfrm>
          <a:off x="6210300" y="3188704"/>
          <a:ext cx="5398416" cy="2337918"/>
        </p:xfrm>
        <a:graphic>
          <a:graphicData uri="http://schemas.openxmlformats.org/drawingml/2006/table">
            <a:tbl>
              <a:tblPr firstRow="1" bandRow="1">
                <a:tableStyleId>{5940675A-B579-460E-94D1-54222C63F5DA}</a:tableStyleId>
              </a:tblPr>
              <a:tblGrid>
                <a:gridCol w="1349604">
                  <a:extLst>
                    <a:ext uri="{9D8B030D-6E8A-4147-A177-3AD203B41FA5}">
                      <a16:colId xmlns:a16="http://schemas.microsoft.com/office/drawing/2014/main" val="1952939643"/>
                    </a:ext>
                  </a:extLst>
                </a:gridCol>
                <a:gridCol w="1349604">
                  <a:extLst>
                    <a:ext uri="{9D8B030D-6E8A-4147-A177-3AD203B41FA5}">
                      <a16:colId xmlns:a16="http://schemas.microsoft.com/office/drawing/2014/main" val="3095661136"/>
                    </a:ext>
                  </a:extLst>
                </a:gridCol>
                <a:gridCol w="1349604">
                  <a:extLst>
                    <a:ext uri="{9D8B030D-6E8A-4147-A177-3AD203B41FA5}">
                      <a16:colId xmlns:a16="http://schemas.microsoft.com/office/drawing/2014/main" val="933636952"/>
                    </a:ext>
                  </a:extLst>
                </a:gridCol>
                <a:gridCol w="1349604">
                  <a:extLst>
                    <a:ext uri="{9D8B030D-6E8A-4147-A177-3AD203B41FA5}">
                      <a16:colId xmlns:a16="http://schemas.microsoft.com/office/drawing/2014/main" val="1560609191"/>
                    </a:ext>
                  </a:extLst>
                </a:gridCol>
              </a:tblGrid>
              <a:tr h="134531">
                <a:tc>
                  <a:txBody>
                    <a:bodyPr/>
                    <a:lstStyle/>
                    <a:p>
                      <a:pPr marL="0" algn="l" defTabSz="914400" rtl="0" eaLnBrk="1" latinLnBrk="0" hangingPunct="1">
                        <a:lnSpc>
                          <a:spcPct val="100000"/>
                        </a:lnSpc>
                        <a:spcBef>
                          <a:spcPts val="0"/>
                        </a:spcBef>
                        <a:spcAft>
                          <a:spcPts val="300"/>
                        </a:spcAft>
                      </a:pPr>
                      <a:r>
                        <a:rPr lang="en-US" sz="800" b="1" i="0" kern="1200" cap="all" spc="100" baseline="0">
                          <a:solidFill>
                            <a:schemeClr val="bg1"/>
                          </a:solidFill>
                          <a:latin typeface="+mn-lt"/>
                          <a:ea typeface="+mn-ea"/>
                          <a:cs typeface="+mn-cs"/>
                        </a:rPr>
                        <a:t>Engage</a:t>
                      </a:r>
                    </a:p>
                  </a:txBody>
                  <a:tcPr marL="67091" marR="67091" marT="33545" marB="3354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latinLnBrk="0" hangingPunct="1">
                        <a:lnSpc>
                          <a:spcPct val="100000"/>
                        </a:lnSpc>
                        <a:spcBef>
                          <a:spcPts val="0"/>
                        </a:spcBef>
                        <a:spcAft>
                          <a:spcPts val="300"/>
                        </a:spcAft>
                      </a:pPr>
                      <a:r>
                        <a:rPr lang="en-US" sz="800" b="1" i="0" kern="1200" cap="all" spc="100" baseline="0">
                          <a:solidFill>
                            <a:schemeClr val="bg1"/>
                          </a:solidFill>
                          <a:latin typeface="+mn-lt"/>
                          <a:ea typeface="+mn-ea"/>
                          <a:cs typeface="+mn-cs"/>
                        </a:rPr>
                        <a:t>Explore</a:t>
                      </a:r>
                    </a:p>
                  </a:txBody>
                  <a:tcPr marL="67091" marR="67091" marT="33545" marB="3354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latinLnBrk="0" hangingPunct="1">
                        <a:lnSpc>
                          <a:spcPct val="100000"/>
                        </a:lnSpc>
                        <a:spcBef>
                          <a:spcPts val="0"/>
                        </a:spcBef>
                        <a:spcAft>
                          <a:spcPts val="300"/>
                        </a:spcAft>
                      </a:pPr>
                      <a:r>
                        <a:rPr lang="en-US" sz="800" b="1" i="0" kern="1200" cap="all" spc="100" baseline="0">
                          <a:solidFill>
                            <a:schemeClr val="bg1"/>
                          </a:solidFill>
                          <a:latin typeface="+mn-lt"/>
                          <a:ea typeface="+mn-ea"/>
                          <a:cs typeface="+mn-cs"/>
                        </a:rPr>
                        <a:t>Establish</a:t>
                      </a:r>
                    </a:p>
                  </a:txBody>
                  <a:tcPr marL="67091" marR="67091" marT="33545" marB="3354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algn="l" defTabSz="914400" rtl="0" eaLnBrk="1" latinLnBrk="0" hangingPunct="1">
                        <a:lnSpc>
                          <a:spcPct val="100000"/>
                        </a:lnSpc>
                        <a:spcBef>
                          <a:spcPts val="0"/>
                        </a:spcBef>
                        <a:spcAft>
                          <a:spcPts val="300"/>
                        </a:spcAft>
                      </a:pPr>
                      <a:r>
                        <a:rPr lang="en-US" sz="800" b="1" i="0" kern="1200" cap="all" spc="100" baseline="0">
                          <a:solidFill>
                            <a:schemeClr val="bg1"/>
                          </a:solidFill>
                          <a:latin typeface="+mn-lt"/>
                          <a:ea typeface="+mn-ea"/>
                          <a:cs typeface="+mn-cs"/>
                        </a:rPr>
                        <a:t>Enable</a:t>
                      </a:r>
                    </a:p>
                  </a:txBody>
                  <a:tcPr marL="67091" marR="67091" marT="33545" marB="33545"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37380619"/>
                  </a:ext>
                </a:extLst>
              </a:tr>
              <a:tr h="1020622">
                <a:tc>
                  <a:txBody>
                    <a:bodyPr/>
                    <a:lstStyle/>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Existing documentation </a:t>
                      </a:r>
                      <a:br>
                        <a:rPr lang="en-US" sz="780" b="0" kern="1200" spc="0" baseline="0">
                          <a:solidFill>
                            <a:schemeClr val="tx1"/>
                          </a:solidFill>
                          <a:latin typeface="+mn-lt"/>
                          <a:ea typeface="+mn-ea"/>
                        </a:rPr>
                      </a:br>
                      <a:r>
                        <a:rPr lang="en-US" sz="780" b="0" kern="1200" spc="0" baseline="0">
                          <a:solidFill>
                            <a:schemeClr val="tx1"/>
                          </a:solidFill>
                          <a:latin typeface="+mn-lt"/>
                          <a:ea typeface="+mn-ea"/>
                        </a:rPr>
                        <a:t>and data review</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Opportunity hypotheses</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Stakeholder engagement</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Market research</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Current state assessment  (people, process, technology/data)</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Customer interviews</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Competitor landscape analysis</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Partner analysis</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Opportunity identification</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Opportunity prioritization</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Business problem statement</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Opportunity prioritization </a:t>
                      </a:r>
                      <a:br>
                        <a:rPr lang="en-US" sz="780" b="0" kern="1200" spc="0" baseline="0">
                          <a:solidFill>
                            <a:schemeClr val="tx1"/>
                          </a:solidFill>
                          <a:latin typeface="+mn-lt"/>
                          <a:ea typeface="+mn-ea"/>
                        </a:rPr>
                      </a:br>
                      <a:r>
                        <a:rPr lang="en-US" sz="780" b="0" kern="1200" spc="0" baseline="0">
                          <a:solidFill>
                            <a:schemeClr val="tx1"/>
                          </a:solidFill>
                          <a:latin typeface="+mn-lt"/>
                          <a:ea typeface="+mn-ea"/>
                        </a:rPr>
                        <a:t>and sizing</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Client value proposition </a:t>
                      </a:r>
                      <a:br>
                        <a:rPr lang="en-US" sz="780" b="0" kern="1200" spc="0" baseline="0">
                          <a:solidFill>
                            <a:schemeClr val="tx1"/>
                          </a:solidFill>
                          <a:latin typeface="+mn-lt"/>
                          <a:ea typeface="+mn-ea"/>
                        </a:rPr>
                      </a:br>
                      <a:r>
                        <a:rPr lang="en-US" sz="780" b="0" kern="1200" spc="0" baseline="0">
                          <a:solidFill>
                            <a:schemeClr val="tx1"/>
                          </a:solidFill>
                          <a:latin typeface="+mn-lt"/>
                          <a:ea typeface="+mn-ea"/>
                        </a:rPr>
                        <a:t>and differentiation</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Customer personas </a:t>
                      </a:r>
                      <a:br>
                        <a:rPr lang="en-US" sz="780" b="0" kern="1200" spc="0" baseline="0">
                          <a:solidFill>
                            <a:schemeClr val="tx1"/>
                          </a:solidFill>
                          <a:latin typeface="+mn-lt"/>
                          <a:ea typeface="+mn-ea"/>
                        </a:rPr>
                      </a:br>
                      <a:r>
                        <a:rPr lang="en-US" sz="780" b="0" kern="1200" spc="0" baseline="0">
                          <a:solidFill>
                            <a:schemeClr val="tx1"/>
                          </a:solidFill>
                          <a:latin typeface="+mn-lt"/>
                          <a:ea typeface="+mn-ea"/>
                        </a:rPr>
                        <a:t>and future state journeys</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Future state process </a:t>
                      </a:r>
                      <a:br>
                        <a:rPr lang="en-US" sz="780" b="0" kern="1200" spc="0" baseline="0">
                          <a:solidFill>
                            <a:schemeClr val="tx1"/>
                          </a:solidFill>
                          <a:latin typeface="+mn-lt"/>
                          <a:ea typeface="+mn-ea"/>
                        </a:rPr>
                      </a:br>
                      <a:r>
                        <a:rPr lang="en-US" sz="780" b="0" kern="1200" spc="0" baseline="0">
                          <a:solidFill>
                            <a:schemeClr val="tx1"/>
                          </a:solidFill>
                          <a:latin typeface="+mn-lt"/>
                          <a:ea typeface="+mn-ea"/>
                        </a:rPr>
                        <a:t>and enablers </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Market positioning </a:t>
                      </a:r>
                      <a:br>
                        <a:rPr lang="en-US" sz="780" b="0" kern="1200" spc="0" baseline="0">
                          <a:solidFill>
                            <a:schemeClr val="tx1"/>
                          </a:solidFill>
                          <a:latin typeface="+mn-lt"/>
                          <a:ea typeface="+mn-ea"/>
                        </a:rPr>
                      </a:br>
                      <a:r>
                        <a:rPr lang="en-US" sz="780" b="0" kern="1200" spc="0" baseline="0">
                          <a:solidFill>
                            <a:schemeClr val="tx1"/>
                          </a:solidFill>
                          <a:latin typeface="+mn-lt"/>
                          <a:ea typeface="+mn-ea"/>
                        </a:rPr>
                        <a:t>and storytelling</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Strategic roadmap and </a:t>
                      </a:r>
                      <a:br>
                        <a:rPr lang="en-US" sz="780" b="0" kern="1200" spc="0" baseline="0">
                          <a:solidFill>
                            <a:schemeClr val="tx1"/>
                          </a:solidFill>
                          <a:latin typeface="+mn-lt"/>
                          <a:ea typeface="+mn-ea"/>
                        </a:rPr>
                      </a:br>
                      <a:r>
                        <a:rPr lang="en-US" sz="780" b="0" kern="1200" spc="0" baseline="0">
                          <a:solidFill>
                            <a:schemeClr val="tx1"/>
                          </a:solidFill>
                          <a:latin typeface="+mn-lt"/>
                          <a:ea typeface="+mn-ea"/>
                        </a:rPr>
                        <a:t>action plan definition</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Recommended deployment, adoption, and ROI </a:t>
                      </a:r>
                      <a:br>
                        <a:rPr lang="en-US" sz="780" b="0" kern="1200" spc="0" baseline="0">
                          <a:solidFill>
                            <a:schemeClr val="tx1"/>
                          </a:solidFill>
                          <a:latin typeface="+mn-lt"/>
                          <a:ea typeface="+mn-ea"/>
                        </a:rPr>
                      </a:br>
                      <a:r>
                        <a:rPr lang="en-US" sz="780" b="0" kern="1200" spc="0" baseline="0">
                          <a:solidFill>
                            <a:schemeClr val="tx1"/>
                          </a:solidFill>
                          <a:latin typeface="+mn-lt"/>
                          <a:ea typeface="+mn-ea"/>
                        </a:rPr>
                        <a:t>measurement plan</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0426055"/>
                  </a:ext>
                </a:extLst>
              </a:tr>
              <a:tr h="468629">
                <a:tc>
                  <a:txBody>
                    <a:bodyPr/>
                    <a:lstStyle/>
                    <a:p>
                      <a:pPr>
                        <a:lnSpc>
                          <a:spcPct val="100000"/>
                        </a:lnSpc>
                        <a:spcBef>
                          <a:spcPts val="0"/>
                        </a:spcBef>
                        <a:spcAft>
                          <a:spcPts val="300"/>
                        </a:spcAft>
                      </a:pPr>
                      <a:r>
                        <a:rPr lang="en-US" sz="800" b="1" i="0" spc="0">
                          <a:solidFill>
                            <a:schemeClr val="tx1"/>
                          </a:solidFill>
                          <a:latin typeface="+mn-lt"/>
                        </a:rPr>
                        <a:t>Deliverables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Current State Assessment</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300"/>
                        </a:spcAft>
                      </a:pPr>
                      <a:r>
                        <a:rPr lang="en-US" sz="800" b="1" i="0" spc="0">
                          <a:solidFill>
                            <a:schemeClr val="tx1"/>
                          </a:solidFill>
                          <a:latin typeface="+mn-lt"/>
                        </a:rPr>
                        <a:t>Deliverables </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rPr>
                        <a:t>Market Assessment</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lnSpc>
                          <a:spcPct val="100000"/>
                        </a:lnSpc>
                        <a:spcBef>
                          <a:spcPts val="0"/>
                        </a:spcBef>
                        <a:spcAft>
                          <a:spcPts val="300"/>
                        </a:spcAft>
                      </a:pPr>
                      <a:r>
                        <a:rPr lang="en-US" sz="800" b="1" i="0" kern="1200" spc="0">
                          <a:solidFill>
                            <a:schemeClr val="tx1"/>
                          </a:solidFill>
                          <a:latin typeface="+mn-lt"/>
                          <a:ea typeface="+mn-ea"/>
                          <a:cs typeface="+mn-cs"/>
                        </a:rPr>
                        <a:t>Deliverables </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cs typeface="+mn-cs"/>
                        </a:rPr>
                        <a:t>Business Case </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a:solidFill>
                            <a:schemeClr val="tx1"/>
                          </a:solidFill>
                          <a:latin typeface="+mn-lt"/>
                          <a:ea typeface="+mn-ea"/>
                          <a:cs typeface="+mn-cs"/>
                        </a:rPr>
                        <a:t>Future State Processes + Customer Experience</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lnSpc>
                          <a:spcPct val="100000"/>
                        </a:lnSpc>
                        <a:spcBef>
                          <a:spcPts val="0"/>
                        </a:spcBef>
                        <a:spcAft>
                          <a:spcPts val="300"/>
                        </a:spcAft>
                      </a:pPr>
                      <a:r>
                        <a:rPr lang="en-US" sz="800" b="1" i="0" kern="1200" spc="0">
                          <a:solidFill>
                            <a:schemeClr val="tx1"/>
                          </a:solidFill>
                          <a:latin typeface="+mn-lt"/>
                          <a:ea typeface="+mn-ea"/>
                          <a:cs typeface="+mn-cs"/>
                        </a:rPr>
                        <a:t>Deliverables </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noProof="0">
                          <a:solidFill>
                            <a:schemeClr val="tx1"/>
                          </a:solidFill>
                          <a:latin typeface="+mn-lt"/>
                          <a:ea typeface="+mn-ea"/>
                          <a:cs typeface="+mn-cs"/>
                        </a:rPr>
                        <a:t>Strategic Roadmap</a:t>
                      </a:r>
                    </a:p>
                    <a:p>
                      <a:pPr marL="58738" marR="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lang="en-US" sz="780" b="0" kern="1200" spc="0" baseline="0" noProof="0">
                          <a:solidFill>
                            <a:schemeClr val="tx1"/>
                          </a:solidFill>
                          <a:latin typeface="+mn-lt"/>
                          <a:ea typeface="+mn-ea"/>
                          <a:cs typeface="+mn-cs"/>
                        </a:rPr>
                        <a:t>Deployment Plan</a:t>
                      </a:r>
                    </a:p>
                  </a:txBody>
                  <a:tcPr marL="67091" marR="67091" marT="33545" marB="33545">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278070"/>
                  </a:ext>
                </a:extLst>
              </a:tr>
            </a:tbl>
          </a:graphicData>
        </a:graphic>
      </p:graphicFrame>
      <p:sp>
        <p:nvSpPr>
          <p:cNvPr id="134" name="Text Placeholder 3">
            <a:extLst>
              <a:ext uri="{FF2B5EF4-FFF2-40B4-BE49-F238E27FC236}">
                <a16:creationId xmlns:a16="http://schemas.microsoft.com/office/drawing/2014/main" id="{F923BAFC-9D30-ABDE-B9EB-176073CE1541}"/>
              </a:ext>
            </a:extLst>
          </p:cNvPr>
          <p:cNvSpPr txBox="1">
            <a:spLocks/>
          </p:cNvSpPr>
          <p:nvPr/>
        </p:nvSpPr>
        <p:spPr>
          <a:xfrm>
            <a:off x="578814" y="5605337"/>
            <a:ext cx="5511268" cy="709305"/>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800" b="1"/>
              <a:t>Assumptions</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780"/>
              <a:t>Client will provide access to key stakeholders involved in the recycling program, marketing, and other key functions </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780"/>
              <a:t>Client will recruit customer research participants (as needed)</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780"/>
              <a:t>Client will provide Slalom team with existing documents about recycling program, history, business case, financials, etc. </a:t>
            </a:r>
          </a:p>
        </p:txBody>
      </p:sp>
      <p:sp>
        <p:nvSpPr>
          <p:cNvPr id="135" name="Text Placeholder 3">
            <a:extLst>
              <a:ext uri="{FF2B5EF4-FFF2-40B4-BE49-F238E27FC236}">
                <a16:creationId xmlns:a16="http://schemas.microsoft.com/office/drawing/2014/main" id="{9E7CC156-A3AD-6B1A-7193-74E597D3DE8B}"/>
              </a:ext>
            </a:extLst>
          </p:cNvPr>
          <p:cNvSpPr txBox="1">
            <a:spLocks/>
          </p:cNvSpPr>
          <p:nvPr/>
        </p:nvSpPr>
        <p:spPr>
          <a:xfrm>
            <a:off x="6210299" y="5614214"/>
            <a:ext cx="3519997" cy="709304"/>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800" b="1"/>
              <a:t>Slalom Team</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780"/>
              <a:t>Business Analyst</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780"/>
              <a:t>Experience Designer</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780"/>
              <a:t>Engagement Lead &amp; Subject Matter Experts (part-time)</a:t>
            </a:r>
          </a:p>
        </p:txBody>
      </p:sp>
      <p:sp>
        <p:nvSpPr>
          <p:cNvPr id="136" name="Text Placeholder 3">
            <a:extLst>
              <a:ext uri="{FF2B5EF4-FFF2-40B4-BE49-F238E27FC236}">
                <a16:creationId xmlns:a16="http://schemas.microsoft.com/office/drawing/2014/main" id="{027947B2-1FE8-6052-D4DA-7DEE5E371D70}"/>
              </a:ext>
            </a:extLst>
          </p:cNvPr>
          <p:cNvSpPr txBox="1">
            <a:spLocks/>
          </p:cNvSpPr>
          <p:nvPr/>
        </p:nvSpPr>
        <p:spPr>
          <a:xfrm>
            <a:off x="9969500" y="5614213"/>
            <a:ext cx="1639215" cy="709297"/>
          </a:xfrm>
          <a:prstGeom prst="rect">
            <a:avLst/>
          </a:prstGeom>
        </p:spPr>
        <p:txBody>
          <a:bodyPr lIns="0" tIns="0" rIns="0" bIns="0"/>
          <a:lstStyle>
            <a:lvl1pPr marL="227013" indent="-227013" algn="l" defTabSz="914400" rtl="0" eaLnBrk="1" latinLnBrk="0" hangingPunct="1">
              <a:lnSpc>
                <a:spcPct val="120000"/>
              </a:lnSpc>
              <a:spcBef>
                <a:spcPts val="1200"/>
              </a:spcBef>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300"/>
              </a:spcAft>
              <a:buNone/>
            </a:pPr>
            <a:r>
              <a:rPr lang="en-US" sz="800" b="1"/>
              <a:t>Investment</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780"/>
              <a:t>2.5 -3 FTE</a:t>
            </a:r>
          </a:p>
          <a:p>
            <a:pPr marL="58738" indent="-58738" defTabSz="926101">
              <a:lnSpc>
                <a:spcPct val="110000"/>
              </a:lnSpc>
              <a:spcBef>
                <a:spcPts val="0"/>
              </a:spcBef>
              <a:spcAft>
                <a:spcPts val="300"/>
              </a:spcAft>
              <a:buSzPct val="100000"/>
              <a:buFont typeface="Avenir Next LT Pro" panose="020B0504020202020204" pitchFamily="34" charset="0"/>
              <a:buChar char="•"/>
              <a:defRPr/>
            </a:pPr>
            <a:r>
              <a:rPr lang="en-US" sz="780"/>
              <a:t>12 Weeks</a:t>
            </a:r>
          </a:p>
        </p:txBody>
      </p:sp>
      <p:pic>
        <p:nvPicPr>
          <p:cNvPr id="6" name="Picture 5">
            <a:extLst>
              <a:ext uri="{FF2B5EF4-FFF2-40B4-BE49-F238E27FC236}">
                <a16:creationId xmlns:a16="http://schemas.microsoft.com/office/drawing/2014/main" id="{700756CD-4493-011B-73D7-C38DDAAB8C3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474522" y="573714"/>
            <a:ext cx="2145978" cy="506012"/>
          </a:xfrm>
          <a:prstGeom prst="rect">
            <a:avLst/>
          </a:prstGeom>
        </p:spPr>
      </p:pic>
      <p:sp>
        <p:nvSpPr>
          <p:cNvPr id="7" name="object 2">
            <a:extLst>
              <a:ext uri="{FF2B5EF4-FFF2-40B4-BE49-F238E27FC236}">
                <a16:creationId xmlns:a16="http://schemas.microsoft.com/office/drawing/2014/main" id="{3F24FFC9-E94B-40AA-E2A4-D8BC4CA8996A}"/>
              </a:ext>
            </a:extLst>
          </p:cNvPr>
          <p:cNvSpPr txBox="1"/>
          <p:nvPr/>
        </p:nvSpPr>
        <p:spPr>
          <a:xfrm>
            <a:off x="6219176" y="6429665"/>
            <a:ext cx="1651000" cy="217915"/>
          </a:xfrm>
          <a:prstGeom prst="rect">
            <a:avLst/>
          </a:prstGeom>
        </p:spPr>
        <p:txBody>
          <a:bodyPr vert="horz" wrap="square" lIns="0" tIns="7315" rIns="0" bIns="0" rtlCol="0" anchor="b">
            <a:noAutofit/>
          </a:bodyPr>
          <a:lstStyle/>
          <a:p>
            <a:pPr marR="3080">
              <a:lnSpc>
                <a:spcPct val="120000"/>
              </a:lnSpc>
              <a:spcBef>
                <a:spcPct val="0"/>
              </a:spcBef>
            </a:pPr>
            <a:r>
              <a:rPr lang="en-US" sz="800" err="1">
                <a:ea typeface="+mj-ea"/>
                <a:cs typeface="+mj-cs"/>
              </a:rPr>
              <a:t>Firstname</a:t>
            </a:r>
            <a:r>
              <a:rPr lang="en-US" sz="800">
                <a:ea typeface="+mj-ea"/>
                <a:cs typeface="+mj-cs"/>
              </a:rPr>
              <a:t> </a:t>
            </a:r>
            <a:r>
              <a:rPr lang="en-US" sz="800" err="1">
                <a:ea typeface="+mj-ea"/>
                <a:cs typeface="+mj-cs"/>
              </a:rPr>
              <a:t>Lastname</a:t>
            </a:r>
            <a:endParaRPr lang="en-US" sz="800">
              <a:ea typeface="+mj-ea"/>
              <a:cs typeface="+mj-cs"/>
            </a:endParaRPr>
          </a:p>
          <a:p>
            <a:pPr marR="3080">
              <a:lnSpc>
                <a:spcPct val="120000"/>
              </a:lnSpc>
              <a:spcBef>
                <a:spcPct val="0"/>
              </a:spcBef>
            </a:pPr>
            <a:r>
              <a:rPr lang="en-US" sz="800">
                <a:ea typeface="+mj-ea"/>
                <a:cs typeface="+mj-cs"/>
              </a:rPr>
              <a:t>Title</a:t>
            </a:r>
          </a:p>
        </p:txBody>
      </p:sp>
      <p:sp>
        <p:nvSpPr>
          <p:cNvPr id="8" name="object 2">
            <a:extLst>
              <a:ext uri="{FF2B5EF4-FFF2-40B4-BE49-F238E27FC236}">
                <a16:creationId xmlns:a16="http://schemas.microsoft.com/office/drawing/2014/main" id="{36BC75DB-5C8F-6098-145C-860581EE84A3}"/>
              </a:ext>
            </a:extLst>
          </p:cNvPr>
          <p:cNvSpPr txBox="1"/>
          <p:nvPr/>
        </p:nvSpPr>
        <p:spPr>
          <a:xfrm>
            <a:off x="8088174" y="6429665"/>
            <a:ext cx="1651000" cy="217915"/>
          </a:xfrm>
          <a:prstGeom prst="rect">
            <a:avLst/>
          </a:prstGeom>
        </p:spPr>
        <p:txBody>
          <a:bodyPr vert="horz" wrap="square" lIns="0" tIns="7315" rIns="0" bIns="0" rtlCol="0" anchor="b">
            <a:noAutofit/>
          </a:bodyPr>
          <a:lstStyle/>
          <a:p>
            <a:pPr marR="3080">
              <a:lnSpc>
                <a:spcPct val="120000"/>
              </a:lnSpc>
              <a:spcBef>
                <a:spcPct val="0"/>
              </a:spcBef>
            </a:pPr>
            <a:r>
              <a:rPr lang="en-US" sz="800" err="1">
                <a:ea typeface="+mj-ea"/>
                <a:cs typeface="+mj-cs"/>
              </a:rPr>
              <a:t>Firstname</a:t>
            </a:r>
            <a:r>
              <a:rPr lang="en-US" sz="800">
                <a:ea typeface="+mj-ea"/>
                <a:cs typeface="+mj-cs"/>
              </a:rPr>
              <a:t> </a:t>
            </a:r>
            <a:r>
              <a:rPr lang="en-US" sz="800" err="1">
                <a:ea typeface="+mj-ea"/>
                <a:cs typeface="+mj-cs"/>
              </a:rPr>
              <a:t>Lastname</a:t>
            </a:r>
            <a:endParaRPr lang="en-US" sz="800">
              <a:ea typeface="+mj-ea"/>
              <a:cs typeface="+mj-cs"/>
            </a:endParaRPr>
          </a:p>
          <a:p>
            <a:pPr marR="3080">
              <a:lnSpc>
                <a:spcPct val="120000"/>
              </a:lnSpc>
              <a:spcBef>
                <a:spcPct val="0"/>
              </a:spcBef>
            </a:pPr>
            <a:r>
              <a:rPr lang="en-US" sz="800">
                <a:ea typeface="+mj-ea"/>
                <a:cs typeface="+mj-cs"/>
              </a:rPr>
              <a:t>Title</a:t>
            </a:r>
          </a:p>
        </p:txBody>
      </p:sp>
      <p:sp>
        <p:nvSpPr>
          <p:cNvPr id="9" name="object 2">
            <a:extLst>
              <a:ext uri="{FF2B5EF4-FFF2-40B4-BE49-F238E27FC236}">
                <a16:creationId xmlns:a16="http://schemas.microsoft.com/office/drawing/2014/main" id="{95870BE2-494D-6257-E156-46ECE429E6FC}"/>
              </a:ext>
            </a:extLst>
          </p:cNvPr>
          <p:cNvSpPr txBox="1"/>
          <p:nvPr/>
        </p:nvSpPr>
        <p:spPr>
          <a:xfrm>
            <a:off x="9978377" y="6429665"/>
            <a:ext cx="1651000" cy="217915"/>
          </a:xfrm>
          <a:prstGeom prst="rect">
            <a:avLst/>
          </a:prstGeom>
        </p:spPr>
        <p:txBody>
          <a:bodyPr vert="horz" wrap="square" lIns="0" tIns="7315" rIns="0" bIns="0" rtlCol="0" anchor="b">
            <a:noAutofit/>
          </a:bodyPr>
          <a:lstStyle/>
          <a:p>
            <a:pPr marR="3080">
              <a:lnSpc>
                <a:spcPct val="120000"/>
              </a:lnSpc>
              <a:spcBef>
                <a:spcPct val="0"/>
              </a:spcBef>
            </a:pPr>
            <a:r>
              <a:rPr lang="en-US" sz="800" err="1">
                <a:ea typeface="+mj-ea"/>
                <a:cs typeface="+mj-cs"/>
              </a:rPr>
              <a:t>Firstname</a:t>
            </a:r>
            <a:r>
              <a:rPr lang="en-US" sz="800">
                <a:ea typeface="+mj-ea"/>
                <a:cs typeface="+mj-cs"/>
              </a:rPr>
              <a:t> </a:t>
            </a:r>
            <a:r>
              <a:rPr lang="en-US" sz="800" err="1">
                <a:ea typeface="+mj-ea"/>
                <a:cs typeface="+mj-cs"/>
              </a:rPr>
              <a:t>Lastname</a:t>
            </a:r>
            <a:endParaRPr lang="en-US" sz="800">
              <a:ea typeface="+mj-ea"/>
              <a:cs typeface="+mj-cs"/>
            </a:endParaRPr>
          </a:p>
          <a:p>
            <a:pPr marR="3080">
              <a:lnSpc>
                <a:spcPct val="120000"/>
              </a:lnSpc>
              <a:spcBef>
                <a:spcPct val="0"/>
              </a:spcBef>
            </a:pPr>
            <a:r>
              <a:rPr lang="en-US" sz="800">
                <a:ea typeface="+mj-ea"/>
                <a:cs typeface="+mj-cs"/>
              </a:rPr>
              <a:t>Title</a:t>
            </a:r>
          </a:p>
        </p:txBody>
      </p:sp>
      <p:sp>
        <p:nvSpPr>
          <p:cNvPr id="10" name="object 7">
            <a:extLst>
              <a:ext uri="{FF2B5EF4-FFF2-40B4-BE49-F238E27FC236}">
                <a16:creationId xmlns:a16="http://schemas.microsoft.com/office/drawing/2014/main" id="{D7815BA7-8A8E-88C9-210E-3620ED0BE936}"/>
              </a:ext>
            </a:extLst>
          </p:cNvPr>
          <p:cNvSpPr txBox="1"/>
          <p:nvPr/>
        </p:nvSpPr>
        <p:spPr>
          <a:xfrm>
            <a:off x="5770057" y="461339"/>
            <a:ext cx="2027996" cy="390545"/>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79" spc="-3">
                <a:solidFill>
                  <a:srgbClr val="EB4536"/>
                </a:solidFill>
                <a:latin typeface="Slalom Sans"/>
                <a:cs typeface="Slalom Sans"/>
              </a:rPr>
              <a:t>Example SPRO, client name removed</a:t>
            </a:r>
            <a:endParaRPr sz="879">
              <a:solidFill>
                <a:srgbClr val="1E1E1E"/>
              </a:solidFill>
              <a:latin typeface="Slalom Sans"/>
              <a:cs typeface="Slalom Sans"/>
            </a:endParaRPr>
          </a:p>
        </p:txBody>
      </p:sp>
      <p:sp>
        <p:nvSpPr>
          <p:cNvPr id="11" name="object 9">
            <a:extLst>
              <a:ext uri="{FF2B5EF4-FFF2-40B4-BE49-F238E27FC236}">
                <a16:creationId xmlns:a16="http://schemas.microsoft.com/office/drawing/2014/main" id="{EB532375-5DAE-EF1A-D062-912860E681EF}"/>
              </a:ext>
            </a:extLst>
          </p:cNvPr>
          <p:cNvSpPr/>
          <p:nvPr/>
        </p:nvSpPr>
        <p:spPr>
          <a:xfrm>
            <a:off x="5757131" y="164455"/>
            <a:ext cx="2027996" cy="29688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a:solidFill>
                  <a:srgbClr val="FFFFFF"/>
                </a:solidFill>
                <a:latin typeface="Slalom Sans Bold" pitchFamily="2" charset="77"/>
              </a:rPr>
              <a:t>READ ME THEN DELETE ME</a:t>
            </a:r>
            <a:endParaRPr sz="1092" b="1">
              <a:solidFill>
                <a:srgbClr val="FFFFFF"/>
              </a:solidFill>
              <a:latin typeface="Slalom Sans Bold" pitchFamily="2" charset="77"/>
            </a:endParaRPr>
          </a:p>
        </p:txBody>
      </p:sp>
    </p:spTree>
    <p:extLst>
      <p:ext uri="{BB962C8B-B14F-4D97-AF65-F5344CB8AC3E}">
        <p14:creationId xmlns:p14="http://schemas.microsoft.com/office/powerpoint/2010/main" val="266976372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181966-40FA-1D69-AA3D-27DE5FA9E6FC}"/>
              </a:ext>
            </a:extLst>
          </p:cNvPr>
          <p:cNvSpPr>
            <a:spLocks noGrp="1"/>
          </p:cNvSpPr>
          <p:nvPr>
            <p:ph type="title"/>
          </p:nvPr>
        </p:nvSpPr>
        <p:spPr/>
        <p:txBody>
          <a:bodyPr/>
          <a:lstStyle/>
          <a:p>
            <a:r>
              <a:rPr lang="en-US">
                <a:solidFill>
                  <a:schemeClr val="accent1"/>
                </a:solidFill>
              </a:rPr>
              <a:t>Digital Transformation</a:t>
            </a:r>
          </a:p>
        </p:txBody>
      </p:sp>
      <p:sp>
        <p:nvSpPr>
          <p:cNvPr id="16" name="Text Placeholder 15">
            <a:extLst>
              <a:ext uri="{FF2B5EF4-FFF2-40B4-BE49-F238E27FC236}">
                <a16:creationId xmlns:a16="http://schemas.microsoft.com/office/drawing/2014/main" id="{CDE29001-DC35-7BAB-15E9-0E66F4D78CB1}"/>
              </a:ext>
            </a:extLst>
          </p:cNvPr>
          <p:cNvSpPr>
            <a:spLocks noGrp="1"/>
          </p:cNvSpPr>
          <p:nvPr>
            <p:ph type="body" sz="quarter" idx="13"/>
          </p:nvPr>
        </p:nvSpPr>
        <p:spPr/>
        <p:txBody>
          <a:bodyPr/>
          <a:lstStyle/>
          <a:p>
            <a:r>
              <a:rPr lang="en-US"/>
              <a:t>Experience &amp; Change Enablement </a:t>
            </a:r>
          </a:p>
        </p:txBody>
      </p:sp>
      <p:sp>
        <p:nvSpPr>
          <p:cNvPr id="23" name="Text Placeholder 61">
            <a:extLst>
              <a:ext uri="{FF2B5EF4-FFF2-40B4-BE49-F238E27FC236}">
                <a16:creationId xmlns:a16="http://schemas.microsoft.com/office/drawing/2014/main" id="{414F041D-515E-7E38-6E50-6CA67CCCC91D}"/>
              </a:ext>
            </a:extLst>
          </p:cNvPr>
          <p:cNvSpPr txBox="1">
            <a:spLocks/>
          </p:cNvSpPr>
          <p:nvPr/>
        </p:nvSpPr>
        <p:spPr>
          <a:xfrm>
            <a:off x="571502" y="1752600"/>
            <a:ext cx="2590798" cy="4533900"/>
          </a:xfrm>
          <a:prstGeom prst="rect">
            <a:avLst/>
          </a:prstGeom>
          <a:noFill/>
        </p:spPr>
        <p:txBody>
          <a:bodyPr vert="horz" wrap="square" lIns="0" tIns="45720" rIns="0" bIns="45720" rtlCol="0">
            <a:noAutofit/>
          </a:bodyPr>
          <a:lstStyle>
            <a:lvl1pPr marL="0" indent="0" algn="l" defTabSz="926104" rtl="0" eaLnBrk="1" latinLnBrk="0" hangingPunct="1">
              <a:lnSpc>
                <a:spcPts val="955"/>
              </a:lnSpc>
              <a:spcBef>
                <a:spcPts val="1000"/>
              </a:spcBef>
              <a:buClr>
                <a:schemeClr val="accent2"/>
              </a:buClr>
              <a:buSzPct val="110000"/>
              <a:buFont typeface="Avenir Next LT Pro" panose="020B0504020202020204" pitchFamily="34" charset="0"/>
              <a:buNone/>
              <a:defRPr lang="en-US" sz="955" b="0" kern="1200" spc="0" baseline="0" dirty="0" smtClean="0">
                <a:solidFill>
                  <a:schemeClr val="accent5"/>
                </a:solidFill>
                <a:latin typeface="Avenir Next LT Pro" panose="020B0504020202020204" pitchFamily="34" charset="0"/>
                <a:ea typeface="+mn-ea"/>
                <a:cs typeface="Avenir Next LT Pro" panose="020B0504020202020204" pitchFamily="34" charset="0"/>
              </a:defRPr>
            </a:lvl1pPr>
            <a:lvl2pPr marL="431798" indent="-201083"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467"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2pPr>
            <a:lvl3pPr marL="609597" indent="-177799"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4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3pPr>
            <a:lvl4pPr marL="787397" indent="-177799"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334"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4pPr>
            <a:lvl5pPr marL="939797" indent="-148166"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334" kern="1200" spc="0" baseline="0" dirty="0">
                <a:solidFill>
                  <a:schemeClr val="accent4"/>
                </a:solidFill>
                <a:latin typeface="Avenir Next LT Pro" panose="020B0504020202020204" pitchFamily="34" charset="0"/>
                <a:ea typeface="+mn-ea"/>
                <a:cs typeface="Avenir Next LT Pro" panose="020B0504020202020204" pitchFamily="34" charset="0"/>
              </a:defRPr>
            </a:lvl5pPr>
            <a:lvl6pPr marL="3352787"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6pPr>
            <a:lvl7pPr marL="3962384"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7pPr>
            <a:lvl8pPr marL="4571982"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8pPr>
            <a:lvl9pPr marL="5181580"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9pPr>
          </a:lstStyle>
          <a:p>
            <a:pPr marL="0" marR="0" lvl="0" indent="0" algn="l" defTabSz="926104" rtl="0" eaLnBrk="1" fontAlgn="auto" latinLnBrk="0" hangingPunct="1">
              <a:lnSpc>
                <a:spcPct val="110000"/>
              </a:lnSpc>
              <a:spcBef>
                <a:spcPts val="0"/>
              </a:spcBef>
              <a:spcAft>
                <a:spcPts val="300"/>
              </a:spcAft>
              <a:buClr>
                <a:srgbClr val="0C62FB"/>
              </a:buClr>
              <a:buSzPct val="110000"/>
              <a:buFont typeface="Avenir Next LT Pro" panose="020B0504020202020204" pitchFamily="34" charset="0"/>
              <a:buNone/>
              <a:tabLst/>
              <a:defRPr/>
            </a:pPr>
            <a:r>
              <a:rPr kumimoji="0" lang="en-US" sz="9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Our understanding </a:t>
            </a:r>
            <a:b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lang="en-US" sz="700">
                <a:solidFill>
                  <a:schemeClr val="tx1"/>
                </a:solidFill>
                <a:latin typeface="+mn-lt"/>
              </a:rPr>
              <a:t>This</a:t>
            </a: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 </a:t>
            </a:r>
            <a:r>
              <a:rPr lang="en-US" sz="700">
                <a:solidFill>
                  <a:schemeClr val="tx1"/>
                </a:solidFill>
                <a:latin typeface="+mn-lt"/>
              </a:rPr>
              <a:t>client </a:t>
            </a: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has embarked on a digital transformation and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re-branding effort to create a new b2b digital customer experience across their portfolio of 13 brands. </a:t>
            </a:r>
            <a:r>
              <a:rPr lang="en-US" sz="700">
                <a:solidFill>
                  <a:schemeClr val="tx1"/>
                </a:solidFill>
                <a:latin typeface="+mn-lt"/>
              </a:rPr>
              <a:t>They </a:t>
            </a: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must evolve not just their customer-facing sites, but also the way in which their business operates, to effectively transform the customer experience. </a:t>
            </a:r>
          </a:p>
          <a:p>
            <a:pPr marL="0" marR="0" lvl="0" indent="0" algn="l" defTabSz="926104" rtl="0" eaLnBrk="1" fontAlgn="auto" latinLnBrk="0" hangingPunct="1">
              <a:lnSpc>
                <a:spcPct val="110000"/>
              </a:lnSpc>
              <a:spcBef>
                <a:spcPts val="0"/>
              </a:spcBef>
              <a:spcAft>
                <a:spcPts val="300"/>
              </a:spcAft>
              <a:buClr>
                <a:srgbClr val="0C62FB"/>
              </a:buClr>
              <a:buSzPct val="110000"/>
              <a:buFont typeface="Avenir Next LT Pro" panose="020B0504020202020204" pitchFamily="34" charset="0"/>
              <a:buNone/>
              <a:tabLst/>
              <a:defRPr/>
            </a:pP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Many internal teams  - digital, marketing, sales, sales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operations, management, and support staff – must change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processes, technology, and overall ways of working. </a:t>
            </a:r>
          </a:p>
          <a:p>
            <a:pPr marL="0" marR="0" lvl="0" indent="0" algn="l" defTabSz="926104" rtl="0" eaLnBrk="1" fontAlgn="auto" latinLnBrk="0" hangingPunct="1">
              <a:lnSpc>
                <a:spcPct val="110000"/>
              </a:lnSpc>
              <a:spcBef>
                <a:spcPts val="0"/>
              </a:spcBef>
              <a:spcAft>
                <a:spcPts val="300"/>
              </a:spcAft>
              <a:buClr>
                <a:srgbClr val="0C62FB"/>
              </a:buClr>
              <a:buSzPct val="110000"/>
              <a:buFont typeface="Avenir Next LT Pro" panose="020B0504020202020204" pitchFamily="34" charset="0"/>
              <a:buNone/>
              <a:tabLst/>
              <a:defRPr/>
            </a:pP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To maximize the value of the digital transformation,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client must crystallize their customer value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proposition, design the appropriate service &amp; business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models to enable the value prop, and effectively lead change within the many impacted teams &amp; stakeholder groups. </a:t>
            </a:r>
          </a:p>
          <a:p>
            <a:pPr marL="0" marR="0" lvl="0" indent="0" algn="l" defTabSz="926104" rtl="0" eaLnBrk="1" fontAlgn="auto" latinLnBrk="0" hangingPunct="1">
              <a:lnSpc>
                <a:spcPct val="110000"/>
              </a:lnSpc>
              <a:spcBef>
                <a:spcPts val="0"/>
              </a:spcBef>
              <a:spcAft>
                <a:spcPts val="300"/>
              </a:spcAft>
              <a:buClr>
                <a:srgbClr val="0C62FB"/>
              </a:buClr>
              <a:buSzPct val="110000"/>
              <a:buFont typeface="Avenir Next LT Pro" panose="020B0504020202020204" pitchFamily="34" charset="0"/>
              <a:buNone/>
              <a:tabLst/>
              <a:defRPr/>
            </a:pPr>
            <a:r>
              <a:rPr kumimoji="0" lang="en-US" sz="9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Our approach </a:t>
            </a:r>
            <a:b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Slalom’s approach is to create a </a:t>
            </a:r>
            <a: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repeatable strategy </a:t>
            </a: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by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gathering insights across multiple brands, while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prioritizing one brand (as prioritized by client) as a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proof of concept (POC</a:t>
            </a: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 for service design &amp; business model. </a:t>
            </a:r>
          </a:p>
          <a:p>
            <a:pPr marL="0" marR="0" lvl="0" indent="0" algn="l" defTabSz="926104" rtl="0" eaLnBrk="1" fontAlgn="auto" latinLnBrk="0" hangingPunct="1">
              <a:lnSpc>
                <a:spcPct val="110000"/>
              </a:lnSpc>
              <a:spcBef>
                <a:spcPts val="0"/>
              </a:spcBef>
              <a:spcAft>
                <a:spcPts val="300"/>
              </a:spcAft>
              <a:buClr>
                <a:srgbClr val="0C62FB"/>
              </a:buClr>
              <a:buSzPct val="110000"/>
              <a:buFont typeface="Avenir Next LT Pro" panose="020B0504020202020204" pitchFamily="34" charset="0"/>
              <a:buNone/>
              <a:tabLst/>
              <a:defRPr/>
            </a:pP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Deliverables will enable a new business model for the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prioritized brand, while also creating a playbook for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client to execute the changes across the portfolio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as the digital transformation rolls out in 2022. </a:t>
            </a:r>
          </a:p>
          <a:p>
            <a:pPr marL="0" marR="0" lvl="0" indent="0" algn="l" defTabSz="926104" rtl="0" eaLnBrk="1" fontAlgn="auto" latinLnBrk="0" hangingPunct="1">
              <a:lnSpc>
                <a:spcPct val="110000"/>
              </a:lnSpc>
              <a:spcBef>
                <a:spcPts val="0"/>
              </a:spcBef>
              <a:spcAft>
                <a:spcPts val="300"/>
              </a:spcAft>
              <a:buClr>
                <a:srgbClr val="0C62FB"/>
              </a:buClr>
              <a:buSzPct val="110000"/>
              <a:buFont typeface="Avenir Next LT Pro" panose="020B0504020202020204" pitchFamily="34" charset="0"/>
              <a:buNone/>
              <a:tabLst/>
              <a:defRPr/>
            </a:pPr>
            <a: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Impact &amp; outcomes </a:t>
            </a:r>
          </a:p>
          <a:p>
            <a:pPr marL="58738" marR="0" lvl="0" indent="-58738" algn="l" defTabSz="926101" rtl="0" eaLnBrk="1" fontAlgn="auto" latinLnBrk="0" hangingPunct="1">
              <a:lnSpc>
                <a:spcPct val="11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Client </a:t>
            </a:r>
            <a: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customer value proposition</a:t>
            </a: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 to serve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as north star for prioritization of future efforts </a:t>
            </a:r>
          </a:p>
          <a:p>
            <a:pPr marL="58738" marR="0" lvl="0" indent="-58738" algn="l" defTabSz="926101" rtl="0" eaLnBrk="1" fontAlgn="auto" latinLnBrk="0" hangingPunct="1">
              <a:lnSpc>
                <a:spcPct val="11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 </a:t>
            </a:r>
            <a: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service design framework </a:t>
            </a: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to inform customer, team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member, technology, and process needs and changes</a:t>
            </a:r>
          </a:p>
          <a:p>
            <a:pPr marL="58738" marR="0" lvl="0" indent="-58738" algn="l" defTabSz="926101" rtl="0" eaLnBrk="1" fontAlgn="auto" latinLnBrk="0" hangingPunct="1">
              <a:lnSpc>
                <a:spcPct val="11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 </a:t>
            </a:r>
            <a: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business operating model (POC and vision) </a:t>
            </a:r>
            <a:b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which enables the customer value proposition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and the future state service design</a:t>
            </a:r>
          </a:p>
          <a:p>
            <a:pPr marL="58738" marR="0" lvl="0" indent="-58738" algn="l" defTabSz="926101" rtl="0" eaLnBrk="1" fontAlgn="auto" latinLnBrk="0" hangingPunct="1">
              <a:lnSpc>
                <a:spcPct val="11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 </a:t>
            </a:r>
            <a:r>
              <a:rPr kumimoji="0" lang="en-US" sz="7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change strategy &amp; playbook </a:t>
            </a: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to accelerate adoption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&amp; maximize the impact of the digital transformation </a:t>
            </a:r>
            <a:b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br>
            <a:r>
              <a:rPr kumimoji="0" lang="en-US" sz="700" b="0"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across brands</a:t>
            </a:r>
          </a:p>
        </p:txBody>
      </p:sp>
      <p:graphicFrame>
        <p:nvGraphicFramePr>
          <p:cNvPr id="11" name="Table 5">
            <a:extLst>
              <a:ext uri="{FF2B5EF4-FFF2-40B4-BE49-F238E27FC236}">
                <a16:creationId xmlns:a16="http://schemas.microsoft.com/office/drawing/2014/main" id="{2F98F3FC-6C2C-AF83-89F9-77B4F6E9625C}"/>
              </a:ext>
            </a:extLst>
          </p:cNvPr>
          <p:cNvGraphicFramePr>
            <a:graphicFrameLocks noGrp="1"/>
          </p:cNvGraphicFramePr>
          <p:nvPr>
            <p:extLst>
              <p:ext uri="{D42A27DB-BD31-4B8C-83A1-F6EECF244321}">
                <p14:modId xmlns:p14="http://schemas.microsoft.com/office/powerpoint/2010/main" val="3302154117"/>
              </p:ext>
            </p:extLst>
          </p:nvPr>
        </p:nvGraphicFramePr>
        <p:xfrm>
          <a:off x="3390900" y="1752600"/>
          <a:ext cx="8229600" cy="3487974"/>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1952939643"/>
                    </a:ext>
                  </a:extLst>
                </a:gridCol>
                <a:gridCol w="2057400">
                  <a:extLst>
                    <a:ext uri="{9D8B030D-6E8A-4147-A177-3AD203B41FA5}">
                      <a16:colId xmlns:a16="http://schemas.microsoft.com/office/drawing/2014/main" val="3095661136"/>
                    </a:ext>
                  </a:extLst>
                </a:gridCol>
                <a:gridCol w="2057400">
                  <a:extLst>
                    <a:ext uri="{9D8B030D-6E8A-4147-A177-3AD203B41FA5}">
                      <a16:colId xmlns:a16="http://schemas.microsoft.com/office/drawing/2014/main" val="933636952"/>
                    </a:ext>
                  </a:extLst>
                </a:gridCol>
                <a:gridCol w="2057400">
                  <a:extLst>
                    <a:ext uri="{9D8B030D-6E8A-4147-A177-3AD203B41FA5}">
                      <a16:colId xmlns:a16="http://schemas.microsoft.com/office/drawing/2014/main" val="1560609191"/>
                    </a:ext>
                  </a:extLst>
                </a:gridCol>
              </a:tblGrid>
              <a:tr h="200106">
                <a:tc>
                  <a:txBody>
                    <a:bodyPr/>
                    <a:lstStyle/>
                    <a:p>
                      <a:pPr algn="l">
                        <a:lnSpc>
                          <a:spcPct val="100000"/>
                        </a:lnSpc>
                        <a:spcBef>
                          <a:spcPts val="0"/>
                        </a:spcBef>
                        <a:spcAft>
                          <a:spcPts val="300"/>
                        </a:spcAft>
                      </a:pPr>
                      <a:r>
                        <a:rPr lang="en-US" sz="800" b="1" i="0" cap="all" spc="100" baseline="0">
                          <a:solidFill>
                            <a:schemeClr val="bg1"/>
                          </a:solidFill>
                          <a:latin typeface="+mn-lt"/>
                        </a:rPr>
                        <a:t>Customer Value Proposition</a:t>
                      </a:r>
                    </a:p>
                  </a:txBody>
                  <a:tcPr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00000"/>
                        </a:lnSpc>
                        <a:spcBef>
                          <a:spcPts val="0"/>
                        </a:spcBef>
                        <a:spcAft>
                          <a:spcPts val="300"/>
                        </a:spcAft>
                      </a:pPr>
                      <a:r>
                        <a:rPr lang="en-US" sz="800" b="1" i="0" cap="all" spc="100" baseline="0">
                          <a:solidFill>
                            <a:schemeClr val="bg1"/>
                          </a:solidFill>
                          <a:latin typeface="+mn-lt"/>
                        </a:rPr>
                        <a:t>Service Design Framework</a:t>
                      </a:r>
                    </a:p>
                  </a:txBody>
                  <a:tcPr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00000"/>
                        </a:lnSpc>
                        <a:spcBef>
                          <a:spcPts val="0"/>
                        </a:spcBef>
                        <a:spcAft>
                          <a:spcPts val="300"/>
                        </a:spcAft>
                      </a:pPr>
                      <a:r>
                        <a:rPr lang="en-US" sz="800" b="1" i="0" cap="all" spc="100" baseline="0">
                          <a:solidFill>
                            <a:schemeClr val="bg1"/>
                          </a:solidFill>
                          <a:latin typeface="+mn-lt"/>
                        </a:rPr>
                        <a:t>Business Model</a:t>
                      </a:r>
                    </a:p>
                  </a:txBody>
                  <a:tcPr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00000"/>
                        </a:lnSpc>
                        <a:spcBef>
                          <a:spcPts val="0"/>
                        </a:spcBef>
                        <a:spcAft>
                          <a:spcPts val="300"/>
                        </a:spcAft>
                      </a:pPr>
                      <a:r>
                        <a:rPr lang="en-US" sz="800" b="1" i="0" cap="all" spc="100" baseline="0">
                          <a:solidFill>
                            <a:schemeClr val="bg1"/>
                          </a:solidFill>
                          <a:latin typeface="+mn-lt"/>
                        </a:rPr>
                        <a:t>Change Strategy </a:t>
                      </a:r>
                    </a:p>
                  </a:txBody>
                  <a:tcPr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37380619"/>
                  </a:ext>
                </a:extLst>
              </a:tr>
              <a:tr h="1108536">
                <a:tc>
                  <a:txBody>
                    <a:bodyPr/>
                    <a:lstStyle/>
                    <a:p>
                      <a:pPr>
                        <a:lnSpc>
                          <a:spcPct val="110000"/>
                        </a:lnSpc>
                        <a:spcBef>
                          <a:spcPts val="0"/>
                        </a:spcBef>
                        <a:spcAft>
                          <a:spcPts val="300"/>
                        </a:spcAft>
                      </a:pPr>
                      <a:r>
                        <a:rPr lang="en-US" sz="700" b="0" i="0">
                          <a:solidFill>
                            <a:schemeClr val="tx1"/>
                          </a:solidFill>
                          <a:latin typeface="+mn-lt"/>
                        </a:rPr>
                        <a:t>A framework &amp; statement which explains </a:t>
                      </a:r>
                      <a:br>
                        <a:rPr lang="en-US" sz="700" b="0" i="0">
                          <a:solidFill>
                            <a:schemeClr val="tx1"/>
                          </a:solidFill>
                          <a:latin typeface="+mn-lt"/>
                        </a:rPr>
                      </a:br>
                      <a:r>
                        <a:rPr lang="en-US" sz="700" b="0" i="0">
                          <a:solidFill>
                            <a:schemeClr val="tx1"/>
                          </a:solidFill>
                          <a:latin typeface="+mn-lt"/>
                        </a:rPr>
                        <a:t>the value that a customer will get from </a:t>
                      </a:r>
                      <a:br>
                        <a:rPr lang="en-US" sz="700" b="0" i="0">
                          <a:solidFill>
                            <a:schemeClr val="tx1"/>
                          </a:solidFill>
                          <a:latin typeface="+mn-lt"/>
                        </a:rPr>
                      </a:br>
                      <a:r>
                        <a:rPr lang="en-US" sz="700" b="0" i="0">
                          <a:solidFill>
                            <a:schemeClr val="tx1"/>
                          </a:solidFill>
                          <a:latin typeface="+mn-lt"/>
                        </a:rPr>
                        <a:t>the client – encompassing experience, service, products (as enabled by digital). </a:t>
                      </a:r>
                    </a:p>
                    <a:p>
                      <a:pPr>
                        <a:lnSpc>
                          <a:spcPct val="110000"/>
                        </a:lnSpc>
                        <a:spcBef>
                          <a:spcPts val="0"/>
                        </a:spcBef>
                        <a:spcAft>
                          <a:spcPts val="300"/>
                        </a:spcAft>
                      </a:pPr>
                      <a:r>
                        <a:rPr lang="en-US" sz="700" b="0" i="0">
                          <a:solidFill>
                            <a:schemeClr val="tx1"/>
                          </a:solidFill>
                          <a:latin typeface="+mn-lt"/>
                        </a:rPr>
                        <a:t>Serves as the north star of </a:t>
                      </a:r>
                      <a:br>
                        <a:rPr lang="en-US" sz="700" b="0" i="0">
                          <a:solidFill>
                            <a:schemeClr val="tx1"/>
                          </a:solidFill>
                          <a:latin typeface="+mn-lt"/>
                        </a:rPr>
                      </a:br>
                      <a:r>
                        <a:rPr lang="en-US" sz="700" b="0" i="0">
                          <a:solidFill>
                            <a:schemeClr val="tx1"/>
                          </a:solidFill>
                          <a:latin typeface="+mn-lt"/>
                        </a:rPr>
                        <a:t>transformation efforts, guiding business decisions &amp; marketing efforts. </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nSpc>
                          <a:spcPct val="110000"/>
                        </a:lnSpc>
                        <a:spcBef>
                          <a:spcPts val="0"/>
                        </a:spcBef>
                        <a:spcAft>
                          <a:spcPts val="300"/>
                        </a:spcAft>
                      </a:pPr>
                      <a:r>
                        <a:rPr lang="en-US" sz="700" b="0" i="0">
                          <a:solidFill>
                            <a:schemeClr val="tx1"/>
                          </a:solidFill>
                          <a:latin typeface="+mn-lt"/>
                        </a:rPr>
                        <a:t>A detailed process map of the customer’s experience with the total service over time. </a:t>
                      </a:r>
                    </a:p>
                    <a:p>
                      <a:pPr>
                        <a:lnSpc>
                          <a:spcPct val="110000"/>
                        </a:lnSpc>
                        <a:spcBef>
                          <a:spcPts val="0"/>
                        </a:spcBef>
                        <a:spcAft>
                          <a:spcPts val="300"/>
                        </a:spcAft>
                      </a:pPr>
                      <a:r>
                        <a:rPr lang="en-US" sz="700" b="0" i="0">
                          <a:solidFill>
                            <a:schemeClr val="tx1"/>
                          </a:solidFill>
                          <a:latin typeface="+mn-lt"/>
                        </a:rPr>
                        <a:t>Paints the picture of the desired future state customer  experience, to inform both the business model &amp; the change impact – across people, processes, data,  &amp; platforms. </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nSpc>
                          <a:spcPct val="110000"/>
                        </a:lnSpc>
                        <a:spcBef>
                          <a:spcPts val="0"/>
                        </a:spcBef>
                        <a:spcAft>
                          <a:spcPts val="300"/>
                        </a:spcAft>
                      </a:pPr>
                      <a:r>
                        <a:rPr lang="en-US" sz="700" b="0" i="0">
                          <a:solidFill>
                            <a:schemeClr val="tx1"/>
                          </a:solidFill>
                          <a:latin typeface="+mn-lt"/>
                        </a:rPr>
                        <a:t>A model which shows how the ideal </a:t>
                      </a:r>
                      <a:br>
                        <a:rPr lang="en-US" sz="700" b="0" i="0">
                          <a:solidFill>
                            <a:schemeClr val="tx1"/>
                          </a:solidFill>
                          <a:latin typeface="+mn-lt"/>
                        </a:rPr>
                      </a:br>
                      <a:r>
                        <a:rPr lang="en-US" sz="700" b="0" i="0">
                          <a:solidFill>
                            <a:schemeClr val="tx1"/>
                          </a:solidFill>
                          <a:latin typeface="+mn-lt"/>
                        </a:rPr>
                        <a:t>future state customer experience operationalizes within the sales, management, &amp; support staff teams. </a:t>
                      </a:r>
                    </a:p>
                    <a:p>
                      <a:pPr>
                        <a:lnSpc>
                          <a:spcPct val="110000"/>
                        </a:lnSpc>
                        <a:spcBef>
                          <a:spcPts val="0"/>
                        </a:spcBef>
                        <a:spcAft>
                          <a:spcPts val="300"/>
                        </a:spcAft>
                      </a:pPr>
                      <a:r>
                        <a:rPr lang="en-US" sz="700" b="0" i="0">
                          <a:solidFill>
                            <a:schemeClr val="tx1"/>
                          </a:solidFill>
                          <a:latin typeface="+mn-lt"/>
                        </a:rPr>
                        <a:t>Documentation of new ways of working </a:t>
                      </a:r>
                      <a:br>
                        <a:rPr lang="en-US" sz="700" b="0" i="0">
                          <a:solidFill>
                            <a:schemeClr val="tx1"/>
                          </a:solidFill>
                          <a:latin typeface="+mn-lt"/>
                        </a:rPr>
                      </a:br>
                      <a:r>
                        <a:rPr lang="en-US" sz="700" b="0" i="0">
                          <a:solidFill>
                            <a:schemeClr val="tx1"/>
                          </a:solidFill>
                          <a:latin typeface="+mn-lt"/>
                        </a:rPr>
                        <a:t>to inform operations &amp; change management: how teams will interact with </a:t>
                      </a:r>
                      <a:br>
                        <a:rPr lang="en-US" sz="700" b="0" i="0">
                          <a:solidFill>
                            <a:schemeClr val="tx1"/>
                          </a:solidFill>
                          <a:latin typeface="+mn-lt"/>
                        </a:rPr>
                      </a:br>
                      <a:r>
                        <a:rPr lang="en-US" sz="700" b="0" i="0">
                          <a:solidFill>
                            <a:schemeClr val="tx1"/>
                          </a:solidFill>
                          <a:latin typeface="+mn-lt"/>
                        </a:rPr>
                        <a:t>customers at every stage of the journey. </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l" rtl="0" eaLnBrk="1" fontAlgn="auto" latinLnBrk="0" hangingPunct="1">
                        <a:lnSpc>
                          <a:spcPct val="110000"/>
                        </a:lnSpc>
                        <a:spcBef>
                          <a:spcPts val="0"/>
                        </a:spcBef>
                        <a:spcAft>
                          <a:spcPts val="300"/>
                        </a:spcAft>
                        <a:buClrTx/>
                        <a:buSzTx/>
                        <a:buFontTx/>
                        <a:buNone/>
                      </a:pPr>
                      <a:r>
                        <a:rPr lang="en-US" sz="700" b="0" i="0">
                          <a:solidFill>
                            <a:schemeClr val="tx1"/>
                          </a:solidFill>
                          <a:latin typeface="+mn-lt"/>
                        </a:rPr>
                        <a:t>A portfolio-wide view of how the digital transformation impacts various stakeholder groups, &amp; recommendations for how to manage the change. </a:t>
                      </a:r>
                    </a:p>
                    <a:p>
                      <a:pPr marL="0" marR="0" lvl="0" indent="0" algn="l" rtl="0" eaLnBrk="1" fontAlgn="auto" latinLnBrk="0" hangingPunct="1">
                        <a:lnSpc>
                          <a:spcPct val="110000"/>
                        </a:lnSpc>
                        <a:spcBef>
                          <a:spcPts val="0"/>
                        </a:spcBef>
                        <a:spcAft>
                          <a:spcPts val="300"/>
                        </a:spcAft>
                        <a:buClrTx/>
                        <a:buSzTx/>
                        <a:buFontTx/>
                        <a:buNone/>
                      </a:pPr>
                      <a:r>
                        <a:rPr lang="en-US" sz="700" b="0" i="0">
                          <a:solidFill>
                            <a:schemeClr val="tx1"/>
                          </a:solidFill>
                          <a:latin typeface="+mn-lt"/>
                        </a:rPr>
                        <a:t>Provides strategy &amp; tools to guide teams, individuals through the adoption curve  &amp; maximize the impact of the transformation. </a:t>
                      </a:r>
                      <a:endParaRPr lang="en-US" sz="700">
                        <a:solidFill>
                          <a:schemeClr val="tx1"/>
                        </a:solidFill>
                        <a:latin typeface="+mn-lt"/>
                      </a:endParaRP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2810426055"/>
                  </a:ext>
                </a:extLst>
              </a:tr>
              <a:tr h="968204">
                <a:tc>
                  <a:txBody>
                    <a:bodyPr/>
                    <a:lstStyle/>
                    <a:p>
                      <a:pPr>
                        <a:lnSpc>
                          <a:spcPct val="100000"/>
                        </a:lnSpc>
                        <a:spcBef>
                          <a:spcPts val="0"/>
                        </a:spcBef>
                        <a:spcAft>
                          <a:spcPts val="300"/>
                        </a:spcAft>
                      </a:pPr>
                      <a:r>
                        <a:rPr lang="en-US" sz="700" b="1" i="0" spc="0">
                          <a:solidFill>
                            <a:schemeClr val="tx1"/>
                          </a:solidFill>
                          <a:latin typeface="+mn-lt"/>
                        </a:rPr>
                        <a:t>Deliverables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mn-cs"/>
                        </a:rPr>
                        <a:t>Customer Personas (up to 5), </a:t>
                      </a:r>
                      <a:br>
                        <a:rPr kumimoji="0" lang="en-US" sz="700" b="0" i="0" u="none" strike="noStrike" kern="1200" cap="none" spc="0" normalizeH="0" baseline="0" noProof="0">
                          <a:ln>
                            <a:noFill/>
                          </a:ln>
                          <a:solidFill>
                            <a:schemeClr val="tx1"/>
                          </a:solidFill>
                          <a:effectLst/>
                          <a:uLnTx/>
                          <a:uFillTx/>
                          <a:latin typeface="+mn-lt"/>
                          <a:ea typeface="+mn-ea"/>
                          <a:cs typeface="+mn-cs"/>
                        </a:rPr>
                      </a:br>
                      <a:r>
                        <a:rPr kumimoji="0" lang="en-US" sz="700" b="0" i="0" u="none" strike="noStrike" kern="1200" cap="none" spc="0" normalizeH="0" baseline="0" noProof="0">
                          <a:ln>
                            <a:noFill/>
                          </a:ln>
                          <a:solidFill>
                            <a:schemeClr val="tx1"/>
                          </a:solidFill>
                          <a:effectLst/>
                          <a:uLnTx/>
                          <a:uFillTx/>
                          <a:latin typeface="+mn-lt"/>
                          <a:ea typeface="+mn-ea"/>
                          <a:cs typeface="+mn-cs"/>
                        </a:rPr>
                        <a:t>generalized across brand portfolio</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Customer Value Proposition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Value Proposition Canvas POC</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nSpc>
                          <a:spcPct val="100000"/>
                        </a:lnSpc>
                        <a:spcBef>
                          <a:spcPts val="0"/>
                        </a:spcBef>
                        <a:spcAft>
                          <a:spcPts val="300"/>
                        </a:spcAft>
                      </a:pPr>
                      <a:r>
                        <a:rPr lang="en-US" sz="700" b="1" i="0" spc="0">
                          <a:solidFill>
                            <a:schemeClr val="tx1"/>
                          </a:solidFill>
                          <a:latin typeface="+mn-lt"/>
                        </a:rPr>
                        <a:t>Deliverables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Current &amp; future state blueprint POC</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Service Design Framework (to be re-created for future brands) </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algn="l" defTabSz="914400" rtl="0" eaLnBrk="1" latinLnBrk="0" hangingPunct="1">
                        <a:lnSpc>
                          <a:spcPct val="100000"/>
                        </a:lnSpc>
                        <a:spcBef>
                          <a:spcPts val="0"/>
                        </a:spcBef>
                        <a:spcAft>
                          <a:spcPts val="300"/>
                        </a:spcAft>
                      </a:pPr>
                      <a:r>
                        <a:rPr lang="en-US" sz="700" b="1" i="0" kern="1200" spc="0">
                          <a:solidFill>
                            <a:schemeClr val="tx1"/>
                          </a:solidFill>
                          <a:latin typeface="+mn-lt"/>
                          <a:ea typeface="+mn-ea"/>
                          <a:cs typeface="+mn-cs"/>
                        </a:rPr>
                        <a:t>Deliverables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Future State vision &amp; guiding principles</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Org design recommendations (structure, process, talent, metrics)</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Future State Operating Model POC</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Gap Analysis</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algn="l" defTabSz="914400" rtl="0" eaLnBrk="1" latinLnBrk="0" hangingPunct="1">
                        <a:lnSpc>
                          <a:spcPct val="100000"/>
                        </a:lnSpc>
                        <a:spcBef>
                          <a:spcPts val="0"/>
                        </a:spcBef>
                        <a:spcAft>
                          <a:spcPts val="300"/>
                        </a:spcAft>
                      </a:pPr>
                      <a:r>
                        <a:rPr lang="en-US" sz="700" b="1" i="0" kern="1200" spc="0">
                          <a:solidFill>
                            <a:schemeClr val="tx1"/>
                          </a:solidFill>
                          <a:latin typeface="+mn-lt"/>
                          <a:ea typeface="+mn-ea"/>
                          <a:cs typeface="+mn-cs"/>
                        </a:rPr>
                        <a:t>Deliverables </a:t>
                      </a:r>
                    </a:p>
                    <a:p>
                      <a:pPr>
                        <a:lnSpc>
                          <a:spcPct val="100000"/>
                        </a:lnSpc>
                        <a:spcBef>
                          <a:spcPts val="0"/>
                        </a:spcBef>
                        <a:spcAft>
                          <a:spcPts val="300"/>
                        </a:spcAft>
                      </a:pPr>
                      <a:r>
                        <a:rPr kumimoji="0" lang="en-US" sz="700" b="0" i="0" u="none" strike="noStrike" kern="1200" cap="none" spc="0" normalizeH="0" baseline="0" noProof="0">
                          <a:ln>
                            <a:noFill/>
                          </a:ln>
                          <a:solidFill>
                            <a:schemeClr val="tx1"/>
                          </a:solidFill>
                          <a:effectLst/>
                          <a:uLnTx/>
                          <a:uFillTx/>
                          <a:latin typeface="+mn-lt"/>
                          <a:ea typeface="+mn-ea"/>
                          <a:cs typeface="+mn-cs"/>
                        </a:rPr>
                        <a:t>Change playbook, including: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mn-cs"/>
                        </a:rPr>
                        <a:t>Stakeholder &amp; impact assessment</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mn-cs"/>
                        </a:rPr>
                        <a:t>Change strategy &amp; plan</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mn-cs"/>
                        </a:rPr>
                        <a:t>Comms &amp; messaging strategy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noProof="0">
                          <a:ln>
                            <a:noFill/>
                          </a:ln>
                          <a:solidFill>
                            <a:schemeClr val="tx1"/>
                          </a:solidFill>
                          <a:effectLst/>
                          <a:uLnTx/>
                          <a:uFillTx/>
                          <a:latin typeface="+mn-lt"/>
                          <a:ea typeface="+mn-ea"/>
                          <a:cs typeface="+mn-cs"/>
                        </a:rPr>
                        <a:t>Up to 2 adoption accelerators</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169278070"/>
                  </a:ext>
                </a:extLst>
              </a:tr>
              <a:tr h="1075954">
                <a:tc>
                  <a:txBody>
                    <a:bodyPr/>
                    <a:lstStyle/>
                    <a:p>
                      <a:pPr>
                        <a:lnSpc>
                          <a:spcPct val="100000"/>
                        </a:lnSpc>
                        <a:spcBef>
                          <a:spcPts val="0"/>
                        </a:spcBef>
                        <a:spcAft>
                          <a:spcPts val="300"/>
                        </a:spcAft>
                      </a:pPr>
                      <a:r>
                        <a:rPr lang="en-US" sz="700" b="1" i="0">
                          <a:solidFill>
                            <a:schemeClr val="tx1"/>
                          </a:solidFill>
                          <a:latin typeface="+mn-lt"/>
                        </a:rPr>
                        <a:t>Supporting Activities / Inputs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5-10 customer interviews for </a:t>
                      </a:r>
                      <a:br>
                        <a:rPr kumimoji="0" lang="en-US" sz="700" b="0" i="0" u="none" strike="noStrike" kern="1200" cap="none" spc="0" normalizeH="0" baseline="0">
                          <a:ln>
                            <a:noFill/>
                          </a:ln>
                          <a:solidFill>
                            <a:schemeClr val="tx1"/>
                          </a:solidFill>
                          <a:effectLst/>
                          <a:uLnTx/>
                          <a:uFillTx/>
                          <a:latin typeface="+mn-lt"/>
                          <a:ea typeface="+mn-ea"/>
                          <a:cs typeface="+mn-cs"/>
                        </a:rPr>
                      </a:br>
                      <a:r>
                        <a:rPr kumimoji="0" lang="en-US" sz="700" b="0" i="0" u="none" strike="noStrike" kern="1200" cap="none" spc="0" normalizeH="0" baseline="0">
                          <a:ln>
                            <a:noFill/>
                          </a:ln>
                          <a:solidFill>
                            <a:schemeClr val="tx1"/>
                          </a:solidFill>
                          <a:effectLst/>
                          <a:uLnTx/>
                          <a:uFillTx/>
                          <a:latin typeface="+mn-lt"/>
                          <a:ea typeface="+mn-ea"/>
                          <a:cs typeface="+mn-cs"/>
                        </a:rPr>
                        <a:t>1 prioritized brand (POC)</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5-10 interviews for other brands</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Analysis of existing customer </a:t>
                      </a:r>
                      <a:br>
                        <a:rPr kumimoji="0" lang="en-US" sz="700" b="0" i="0" u="none" strike="noStrike" kern="1200" cap="none" spc="0" normalizeH="0" baseline="0">
                          <a:ln>
                            <a:noFill/>
                          </a:ln>
                          <a:solidFill>
                            <a:schemeClr val="tx1"/>
                          </a:solidFill>
                          <a:effectLst/>
                          <a:uLnTx/>
                          <a:uFillTx/>
                          <a:latin typeface="+mn-lt"/>
                          <a:ea typeface="+mn-ea"/>
                          <a:cs typeface="+mn-cs"/>
                        </a:rPr>
                      </a:br>
                      <a:r>
                        <a:rPr kumimoji="0" lang="en-US" sz="700" b="0" i="0" u="none" strike="noStrike" kern="1200" cap="none" spc="0" normalizeH="0" baseline="0">
                          <a:ln>
                            <a:noFill/>
                          </a:ln>
                          <a:solidFill>
                            <a:schemeClr val="tx1"/>
                          </a:solidFill>
                          <a:effectLst/>
                          <a:uLnTx/>
                          <a:uFillTx/>
                          <a:latin typeface="+mn-lt"/>
                          <a:ea typeface="+mn-ea"/>
                          <a:cs typeface="+mn-cs"/>
                        </a:rPr>
                        <a:t>surveys, feedback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Leadership input </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gridSpan="2">
                  <a:txBody>
                    <a:bodyPr/>
                    <a:lstStyle/>
                    <a:p>
                      <a:pPr>
                        <a:lnSpc>
                          <a:spcPct val="100000"/>
                        </a:lnSpc>
                        <a:spcBef>
                          <a:spcPts val="0"/>
                        </a:spcBef>
                        <a:spcAft>
                          <a:spcPts val="300"/>
                        </a:spcAft>
                      </a:pPr>
                      <a:r>
                        <a:rPr lang="en-US" sz="700" b="1" i="0">
                          <a:solidFill>
                            <a:schemeClr val="tx1"/>
                          </a:solidFill>
                          <a:latin typeface="+mn-lt"/>
                        </a:rPr>
                        <a:t>Supporting Activities / Inputs</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Customer journey mapping</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4-6 employee workshops (Sales, IT, Marketing) to gather current state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2 future state workshops with key transformation stakeholders</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Follow-up leadership meetings as required for business model discovery </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15 employee interviews to validate current state &amp; impact of future state service design &amp; operating model </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endParaRPr lang="en-US" sz="800" b="1" i="0">
                        <a:solidFill>
                          <a:schemeClr val="accent2"/>
                        </a:solidFill>
                        <a:latin typeface="Avenir Next LT Pro" panose="020B0504020202020204" pitchFamily="34" charset="0"/>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1219195" rtl="0" eaLnBrk="1" fontAlgn="auto" latinLnBrk="0" hangingPunct="1">
                        <a:lnSpc>
                          <a:spcPct val="100000"/>
                        </a:lnSpc>
                        <a:spcBef>
                          <a:spcPts val="0"/>
                        </a:spcBef>
                        <a:spcAft>
                          <a:spcPts val="300"/>
                        </a:spcAft>
                        <a:buClrTx/>
                        <a:buSzTx/>
                        <a:buFontTx/>
                        <a:buNone/>
                        <a:tabLst/>
                        <a:defRPr/>
                      </a:pPr>
                      <a:r>
                        <a:rPr lang="en-US" sz="700" b="1" i="0">
                          <a:solidFill>
                            <a:schemeClr val="tx1"/>
                          </a:solidFill>
                          <a:latin typeface="+mn-lt"/>
                        </a:rPr>
                        <a:t>Supporting Activities / Inputs </a:t>
                      </a:r>
                      <a:endParaRPr lang="en-US" sz="700" b="0" i="0">
                        <a:solidFill>
                          <a:schemeClr val="tx1"/>
                        </a:solidFill>
                        <a:latin typeface="+mn-lt"/>
                      </a:endParaRP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Previous activities &amp; deliverables leveraged as inputs</a:t>
                      </a:r>
                    </a:p>
                    <a:p>
                      <a:pPr marL="58738" marR="0" lvl="0" indent="-58738" algn="l" defTabSz="926101" rtl="0" eaLnBrk="1" fontAlgn="auto" latinLnBrk="0" hangingPunct="1">
                        <a:lnSpc>
                          <a:spcPct val="100000"/>
                        </a:lnSpc>
                        <a:spcBef>
                          <a:spcPts val="0"/>
                        </a:spcBef>
                        <a:spcAft>
                          <a:spcPts val="300"/>
                        </a:spcAft>
                        <a:buClrTx/>
                        <a:buSzPct val="100000"/>
                        <a:buFont typeface="Avenir Next LT Pro" panose="020B0504020202020204" pitchFamily="34" charset="0"/>
                        <a:buChar char="•"/>
                        <a:tabLst/>
                        <a:defRPr/>
                      </a:pPr>
                      <a:r>
                        <a:rPr kumimoji="0" lang="en-US" sz="700" b="0" i="0" u="none" strike="noStrike" kern="1200" cap="none" spc="0" normalizeH="0" baseline="0">
                          <a:ln>
                            <a:noFill/>
                          </a:ln>
                          <a:solidFill>
                            <a:schemeClr val="tx1"/>
                          </a:solidFill>
                          <a:effectLst/>
                          <a:uLnTx/>
                          <a:uFillTx/>
                          <a:latin typeface="+mn-lt"/>
                          <a:ea typeface="+mn-ea"/>
                          <a:cs typeface="+mn-cs"/>
                        </a:rPr>
                        <a:t>Co-creation with change execution team to ensure feasibility of recommendations</a:t>
                      </a:r>
                    </a:p>
                  </a:txBody>
                  <a:tcPr marT="64008" marB="64008">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573236686"/>
                  </a:ext>
                </a:extLst>
              </a:tr>
            </a:tbl>
          </a:graphicData>
        </a:graphic>
      </p:graphicFrame>
      <p:sp>
        <p:nvSpPr>
          <p:cNvPr id="10" name="Text Placeholder 70">
            <a:extLst>
              <a:ext uri="{FF2B5EF4-FFF2-40B4-BE49-F238E27FC236}">
                <a16:creationId xmlns:a16="http://schemas.microsoft.com/office/drawing/2014/main" id="{9776F902-4729-CAE6-C154-6A8077CB25BA}"/>
              </a:ext>
            </a:extLst>
          </p:cNvPr>
          <p:cNvSpPr txBox="1">
            <a:spLocks/>
          </p:cNvSpPr>
          <p:nvPr/>
        </p:nvSpPr>
        <p:spPr>
          <a:xfrm>
            <a:off x="3390900" y="5291704"/>
            <a:ext cx="3530597" cy="994795"/>
          </a:xfrm>
          <a:prstGeom prst="rect">
            <a:avLst/>
          </a:prstGeom>
        </p:spPr>
        <p:txBody>
          <a:bodyPr vert="horz" wrap="square" lIns="91440" tIns="0" rIns="0" bIns="0" rtlCol="0">
            <a:noAutofit/>
          </a:bodyPr>
          <a:lstStyle>
            <a:lvl1pPr marL="0" marR="0" indent="0" algn="l" defTabSz="887447" rtl="0" eaLnBrk="1" fontAlgn="auto" latinLnBrk="0" hangingPunct="1">
              <a:lnSpc>
                <a:spcPct val="120000"/>
              </a:lnSpc>
              <a:spcBef>
                <a:spcPts val="0"/>
              </a:spcBef>
              <a:spcAft>
                <a:spcPts val="0"/>
              </a:spcAft>
              <a:buClr>
                <a:srgbClr val="00B7E6"/>
              </a:buClr>
              <a:buSzPct val="110000"/>
              <a:buFont typeface="Avenir Next LT Pro" panose="020B0504020202020204" pitchFamily="34" charset="0"/>
              <a:buNone/>
              <a:tabLst/>
              <a:defRPr lang="en-US" sz="614" b="0" kern="1200" spc="0" baseline="0" dirty="0" smtClean="0">
                <a:solidFill>
                  <a:schemeClr val="accent5"/>
                </a:solidFill>
                <a:latin typeface="Avenir Next LT Pro" panose="020B0504020202020204" pitchFamily="34" charset="0"/>
                <a:ea typeface="+mn-ea"/>
                <a:cs typeface="Avenir Next LT Pro" panose="020B0504020202020204" pitchFamily="34" charset="0"/>
              </a:defRPr>
            </a:lvl1pPr>
            <a:lvl2pPr marL="431798" indent="-201083"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467"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2pPr>
            <a:lvl3pPr marL="609597" indent="-177799"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4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3pPr>
            <a:lvl4pPr marL="787397" indent="-177799"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334"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4pPr>
            <a:lvl5pPr marL="939797" indent="-148166"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334" kern="1200" spc="0" baseline="0" dirty="0">
                <a:solidFill>
                  <a:schemeClr val="accent4"/>
                </a:solidFill>
                <a:latin typeface="Avenir Next LT Pro" panose="020B0504020202020204" pitchFamily="34" charset="0"/>
                <a:ea typeface="+mn-ea"/>
                <a:cs typeface="Avenir Next LT Pro" panose="020B0504020202020204" pitchFamily="34" charset="0"/>
              </a:defRPr>
            </a:lvl5pPr>
            <a:lvl6pPr marL="3352787"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6pPr>
            <a:lvl7pPr marL="3962384"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7pPr>
            <a:lvl8pPr marL="4571982"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8pPr>
            <a:lvl9pPr marL="5181580"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9pPr>
          </a:lstStyle>
          <a:p>
            <a:pPr marL="0" marR="0" lvl="0" indent="0" algn="l" defTabSz="887447" rtl="0" eaLnBrk="1" fontAlgn="auto" latinLnBrk="0" hangingPunct="1">
              <a:lnSpc>
                <a:spcPct val="110000"/>
              </a:lnSpc>
              <a:spcAft>
                <a:spcPts val="300"/>
              </a:spcAft>
              <a:buClr>
                <a:srgbClr val="00B7E6"/>
              </a:buClr>
              <a:buSzPct val="110000"/>
              <a:buFont typeface="Avenir Next LT Pro" panose="020B0504020202020204" pitchFamily="34" charset="0"/>
              <a:buNone/>
              <a:tabLst/>
              <a:defRPr/>
            </a:pPr>
            <a:r>
              <a:rPr kumimoji="0" lang="en-US" sz="9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Client’s Role</a:t>
            </a:r>
          </a:p>
          <a:p>
            <a:pPr marL="58738" indent="-58738" defTabSz="926101">
              <a:lnSpc>
                <a:spcPct val="110000"/>
              </a:lnSpc>
              <a:spcAft>
                <a:spcPts val="300"/>
              </a:spcAft>
              <a:buClrTx/>
              <a:buSzPct val="100000"/>
              <a:buFont typeface="Avenir Next LT Pro" panose="020B0504020202020204" pitchFamily="34" charset="0"/>
              <a:buChar char="•"/>
              <a:defRPr/>
            </a:pPr>
            <a:r>
              <a:rPr lang="en-US" sz="700">
                <a:solidFill>
                  <a:schemeClr val="tx1"/>
                </a:solidFill>
                <a:latin typeface="+mn-lt"/>
              </a:rPr>
              <a:t>Sponsor all workshops &amp; align with appropriate business &amp; technology leaders </a:t>
            </a:r>
          </a:p>
          <a:p>
            <a:pPr marL="58738" indent="-58738" defTabSz="926101">
              <a:lnSpc>
                <a:spcPct val="110000"/>
              </a:lnSpc>
              <a:spcAft>
                <a:spcPts val="300"/>
              </a:spcAft>
              <a:buClrTx/>
              <a:buSzPct val="100000"/>
              <a:buFont typeface="Avenir Next LT Pro" panose="020B0504020202020204" pitchFamily="34" charset="0"/>
              <a:buChar char="•"/>
              <a:defRPr/>
            </a:pPr>
            <a:r>
              <a:rPr lang="en-US" sz="700">
                <a:solidFill>
                  <a:schemeClr val="tx1"/>
                </a:solidFill>
                <a:latin typeface="+mn-lt"/>
              </a:rPr>
              <a:t>Identify customers &amp; stakeholders for participation in interviews, workshops</a:t>
            </a:r>
          </a:p>
          <a:p>
            <a:pPr marL="58738" indent="-58738" defTabSz="926101">
              <a:lnSpc>
                <a:spcPct val="110000"/>
              </a:lnSpc>
              <a:spcAft>
                <a:spcPts val="300"/>
              </a:spcAft>
              <a:buClrTx/>
              <a:buSzPct val="100000"/>
              <a:buFont typeface="Avenir Next LT Pro" panose="020B0504020202020204" pitchFamily="34" charset="0"/>
              <a:buChar char="•"/>
              <a:defRPr/>
            </a:pPr>
            <a:r>
              <a:rPr lang="en-US" sz="700">
                <a:solidFill>
                  <a:schemeClr val="tx1"/>
                </a:solidFill>
                <a:latin typeface="+mn-lt"/>
              </a:rPr>
              <a:t>Schedule interviews, workshops prior to Slalom start </a:t>
            </a:r>
          </a:p>
          <a:p>
            <a:pPr marL="58738" indent="-58738" defTabSz="926101">
              <a:lnSpc>
                <a:spcPct val="110000"/>
              </a:lnSpc>
              <a:spcAft>
                <a:spcPts val="300"/>
              </a:spcAft>
              <a:buClrTx/>
              <a:buSzPct val="100000"/>
              <a:buFont typeface="Avenir Next LT Pro" panose="020B0504020202020204" pitchFamily="34" charset="0"/>
              <a:buChar char="•"/>
              <a:defRPr/>
            </a:pPr>
            <a:r>
              <a:rPr lang="en-US" sz="700">
                <a:solidFill>
                  <a:schemeClr val="tx1"/>
                </a:solidFill>
                <a:latin typeface="+mn-lt"/>
              </a:rPr>
              <a:t>Provide any existing customer strategy, customer feedback, transformation strategy, change materials, &amp; related assets as inputs </a:t>
            </a:r>
          </a:p>
          <a:p>
            <a:pPr marL="58738" indent="-58738" defTabSz="926101">
              <a:lnSpc>
                <a:spcPct val="110000"/>
              </a:lnSpc>
              <a:spcAft>
                <a:spcPts val="300"/>
              </a:spcAft>
              <a:buClrTx/>
              <a:buSzPct val="100000"/>
              <a:buFont typeface="Avenir Next LT Pro" panose="020B0504020202020204" pitchFamily="34" charset="0"/>
              <a:buChar char="•"/>
              <a:defRPr/>
            </a:pPr>
            <a:r>
              <a:rPr lang="en-US" sz="700">
                <a:solidFill>
                  <a:schemeClr val="tx1"/>
                </a:solidFill>
                <a:latin typeface="+mn-lt"/>
              </a:rPr>
              <a:t>Provide feedback regularly &amp; in a timely fashion, co-create as desired </a:t>
            </a:r>
          </a:p>
        </p:txBody>
      </p:sp>
      <p:sp>
        <p:nvSpPr>
          <p:cNvPr id="13" name="Text Placeholder 70">
            <a:extLst>
              <a:ext uri="{FF2B5EF4-FFF2-40B4-BE49-F238E27FC236}">
                <a16:creationId xmlns:a16="http://schemas.microsoft.com/office/drawing/2014/main" id="{01BC6669-15D1-8B60-68BF-5150878642C1}"/>
              </a:ext>
            </a:extLst>
          </p:cNvPr>
          <p:cNvSpPr txBox="1">
            <a:spLocks/>
          </p:cNvSpPr>
          <p:nvPr/>
        </p:nvSpPr>
        <p:spPr>
          <a:xfrm>
            <a:off x="7150100" y="5295900"/>
            <a:ext cx="2590797" cy="990600"/>
          </a:xfrm>
          <a:prstGeom prst="rect">
            <a:avLst/>
          </a:prstGeom>
        </p:spPr>
        <p:txBody>
          <a:bodyPr vert="horz" wrap="square" lIns="0" tIns="0" rIns="0" bIns="0" rtlCol="0">
            <a:noAutofit/>
          </a:bodyPr>
          <a:lstStyle>
            <a:lvl1pPr marL="0" marR="0" indent="0" algn="l" defTabSz="887447" rtl="0" eaLnBrk="1" fontAlgn="auto" latinLnBrk="0" hangingPunct="1">
              <a:lnSpc>
                <a:spcPct val="120000"/>
              </a:lnSpc>
              <a:spcBef>
                <a:spcPts val="0"/>
              </a:spcBef>
              <a:spcAft>
                <a:spcPts val="0"/>
              </a:spcAft>
              <a:buClr>
                <a:srgbClr val="00B7E6"/>
              </a:buClr>
              <a:buSzPct val="110000"/>
              <a:buFont typeface="Avenir Next LT Pro" panose="020B0504020202020204" pitchFamily="34" charset="0"/>
              <a:buNone/>
              <a:tabLst/>
              <a:defRPr lang="en-US" sz="614" b="0" kern="1200" spc="0" baseline="0" dirty="0" smtClean="0">
                <a:solidFill>
                  <a:schemeClr val="accent5"/>
                </a:solidFill>
                <a:latin typeface="Avenir Next LT Pro" panose="020B0504020202020204" pitchFamily="34" charset="0"/>
                <a:ea typeface="+mn-ea"/>
                <a:cs typeface="Avenir Next LT Pro" panose="020B0504020202020204" pitchFamily="34" charset="0"/>
              </a:defRPr>
            </a:lvl1pPr>
            <a:lvl2pPr marL="431798" indent="-201083"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467"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2pPr>
            <a:lvl3pPr marL="609597" indent="-177799"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4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3pPr>
            <a:lvl4pPr marL="787397" indent="-177799"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334"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4pPr>
            <a:lvl5pPr marL="939797" indent="-148166"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334" kern="1200" spc="0" baseline="0" dirty="0">
                <a:solidFill>
                  <a:schemeClr val="accent4"/>
                </a:solidFill>
                <a:latin typeface="Avenir Next LT Pro" panose="020B0504020202020204" pitchFamily="34" charset="0"/>
                <a:ea typeface="+mn-ea"/>
                <a:cs typeface="Avenir Next LT Pro" panose="020B0504020202020204" pitchFamily="34" charset="0"/>
              </a:defRPr>
            </a:lvl5pPr>
            <a:lvl6pPr marL="3352787"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6pPr>
            <a:lvl7pPr marL="3962384"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7pPr>
            <a:lvl8pPr marL="4571982"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8pPr>
            <a:lvl9pPr marL="5181580"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9pPr>
          </a:lstStyle>
          <a:p>
            <a:pPr marL="0" marR="0" lvl="0" indent="0" algn="l" defTabSz="887447" rtl="0" eaLnBrk="1" fontAlgn="auto" latinLnBrk="0" hangingPunct="1">
              <a:lnSpc>
                <a:spcPct val="110000"/>
              </a:lnSpc>
              <a:spcAft>
                <a:spcPts val="300"/>
              </a:spcAft>
              <a:buClr>
                <a:srgbClr val="00B7E6"/>
              </a:buClr>
              <a:buSzPct val="110000"/>
              <a:buFont typeface="Avenir Next LT Pro" panose="020B0504020202020204" pitchFamily="34" charset="0"/>
              <a:buNone/>
              <a:tabLst/>
              <a:defRPr/>
            </a:pPr>
            <a:r>
              <a:rPr kumimoji="0" lang="en-US" sz="9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Project Details </a:t>
            </a:r>
          </a:p>
          <a:p>
            <a:pPr marL="58738" indent="-58738" defTabSz="926101">
              <a:lnSpc>
                <a:spcPct val="110000"/>
              </a:lnSpc>
              <a:spcAft>
                <a:spcPts val="300"/>
              </a:spcAft>
              <a:buClrTx/>
              <a:buSzPct val="100000"/>
              <a:buFont typeface="Avenir Next LT Pro" panose="020B0504020202020204" pitchFamily="34" charset="0"/>
              <a:buChar char="•"/>
              <a:defRPr/>
            </a:pPr>
            <a:r>
              <a:rPr lang="en-US" sz="700" b="1">
                <a:solidFill>
                  <a:schemeClr val="tx1"/>
                </a:solidFill>
                <a:latin typeface="+mn-lt"/>
              </a:rPr>
              <a:t>18-20</a:t>
            </a:r>
            <a:r>
              <a:rPr lang="en-US" sz="700">
                <a:solidFill>
                  <a:schemeClr val="tx1"/>
                </a:solidFill>
                <a:latin typeface="+mn-lt"/>
              </a:rPr>
              <a:t> weeks</a:t>
            </a:r>
          </a:p>
          <a:p>
            <a:pPr marL="58738" indent="-58738" defTabSz="926101">
              <a:lnSpc>
                <a:spcPct val="110000"/>
              </a:lnSpc>
              <a:spcAft>
                <a:spcPts val="300"/>
              </a:spcAft>
              <a:buClrTx/>
              <a:buSzPct val="100000"/>
              <a:buFont typeface="Avenir Next LT Pro" panose="020B0504020202020204" pitchFamily="34" charset="0"/>
              <a:buChar char="•"/>
              <a:defRPr/>
            </a:pPr>
            <a:r>
              <a:rPr lang="en-US" sz="700" b="1">
                <a:solidFill>
                  <a:schemeClr val="tx1"/>
                </a:solidFill>
                <a:latin typeface="+mn-lt"/>
              </a:rPr>
              <a:t>6</a:t>
            </a:r>
            <a:r>
              <a:rPr lang="en-US" sz="700">
                <a:solidFill>
                  <a:schemeClr val="tx1"/>
                </a:solidFill>
                <a:latin typeface="+mn-lt"/>
              </a:rPr>
              <a:t> Slalom team members, including engagement leadership: customer strategy, experience design, </a:t>
            </a:r>
            <a:br>
              <a:rPr lang="en-US" sz="700">
                <a:solidFill>
                  <a:schemeClr val="tx1"/>
                </a:solidFill>
                <a:latin typeface="+mn-lt"/>
              </a:rPr>
            </a:br>
            <a:r>
              <a:rPr lang="en-US" sz="700">
                <a:solidFill>
                  <a:schemeClr val="tx1"/>
                </a:solidFill>
                <a:latin typeface="+mn-lt"/>
              </a:rPr>
              <a:t>change management, org design </a:t>
            </a:r>
          </a:p>
          <a:p>
            <a:pPr marL="58738" indent="-58738" defTabSz="926101">
              <a:lnSpc>
                <a:spcPct val="110000"/>
              </a:lnSpc>
              <a:spcAft>
                <a:spcPts val="300"/>
              </a:spcAft>
              <a:buClrTx/>
              <a:buSzPct val="100000"/>
              <a:buFont typeface="Avenir Next LT Pro" panose="020B0504020202020204" pitchFamily="34" charset="0"/>
              <a:buChar char="•"/>
              <a:defRPr/>
            </a:pPr>
            <a:r>
              <a:rPr lang="en-US" sz="700">
                <a:solidFill>
                  <a:schemeClr val="tx1"/>
                </a:solidFill>
                <a:latin typeface="+mn-lt"/>
              </a:rPr>
              <a:t>Investment &amp; fees dependent on T&amp;M or Fixed Fee </a:t>
            </a:r>
            <a:br>
              <a:rPr lang="en-US" sz="700">
                <a:solidFill>
                  <a:schemeClr val="tx1"/>
                </a:solidFill>
                <a:latin typeface="+mn-lt"/>
              </a:rPr>
            </a:br>
            <a:r>
              <a:rPr lang="en-US" sz="700">
                <a:solidFill>
                  <a:schemeClr val="tx1"/>
                </a:solidFill>
                <a:latin typeface="+mn-lt"/>
              </a:rPr>
              <a:t>contract model </a:t>
            </a:r>
          </a:p>
        </p:txBody>
      </p:sp>
      <p:sp>
        <p:nvSpPr>
          <p:cNvPr id="29" name="Text Placeholder 70">
            <a:extLst>
              <a:ext uri="{FF2B5EF4-FFF2-40B4-BE49-F238E27FC236}">
                <a16:creationId xmlns:a16="http://schemas.microsoft.com/office/drawing/2014/main" id="{F2D3966C-9C3C-B5FD-F914-996FF4609A29}"/>
              </a:ext>
            </a:extLst>
          </p:cNvPr>
          <p:cNvSpPr txBox="1">
            <a:spLocks/>
          </p:cNvSpPr>
          <p:nvPr/>
        </p:nvSpPr>
        <p:spPr>
          <a:xfrm>
            <a:off x="9969500" y="5295900"/>
            <a:ext cx="1660726" cy="990600"/>
          </a:xfrm>
          <a:prstGeom prst="rect">
            <a:avLst/>
          </a:prstGeom>
        </p:spPr>
        <p:txBody>
          <a:bodyPr vert="horz" wrap="square" lIns="0" tIns="0" rIns="0" bIns="0" rtlCol="0">
            <a:noAutofit/>
          </a:bodyPr>
          <a:lstStyle>
            <a:lvl1pPr marL="0" marR="0" indent="0" algn="l" defTabSz="887447" rtl="0" eaLnBrk="1" fontAlgn="auto" latinLnBrk="0" hangingPunct="1">
              <a:lnSpc>
                <a:spcPct val="120000"/>
              </a:lnSpc>
              <a:spcBef>
                <a:spcPts val="0"/>
              </a:spcBef>
              <a:spcAft>
                <a:spcPts val="0"/>
              </a:spcAft>
              <a:buClr>
                <a:srgbClr val="00B7E6"/>
              </a:buClr>
              <a:buSzPct val="110000"/>
              <a:buFont typeface="Avenir Next LT Pro" panose="020B0504020202020204" pitchFamily="34" charset="0"/>
              <a:buNone/>
              <a:tabLst/>
              <a:defRPr lang="en-US" sz="614" b="0" kern="1200" spc="0" baseline="0" dirty="0" smtClean="0">
                <a:solidFill>
                  <a:schemeClr val="accent5"/>
                </a:solidFill>
                <a:latin typeface="Avenir Next LT Pro" panose="020B0504020202020204" pitchFamily="34" charset="0"/>
                <a:ea typeface="+mn-ea"/>
                <a:cs typeface="Avenir Next LT Pro" panose="020B0504020202020204" pitchFamily="34" charset="0"/>
              </a:defRPr>
            </a:lvl1pPr>
            <a:lvl2pPr marL="431798" indent="-201083"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467"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2pPr>
            <a:lvl3pPr marL="609597" indent="-177799"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400"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3pPr>
            <a:lvl4pPr marL="787397" indent="-177799"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334" kern="1200" spc="0" baseline="0" dirty="0" smtClean="0">
                <a:solidFill>
                  <a:schemeClr val="accent4"/>
                </a:solidFill>
                <a:latin typeface="Avenir Next LT Pro" panose="020B0504020202020204" pitchFamily="34" charset="0"/>
                <a:ea typeface="+mn-ea"/>
                <a:cs typeface="Avenir Next LT Pro" panose="020B0504020202020204" pitchFamily="34" charset="0"/>
              </a:defRPr>
            </a:lvl4pPr>
            <a:lvl5pPr marL="939797" indent="-148166" algn="l" defTabSz="1219195" rtl="0" eaLnBrk="1" latinLnBrk="0" hangingPunct="1">
              <a:lnSpc>
                <a:spcPct val="100000"/>
              </a:lnSpc>
              <a:spcBef>
                <a:spcPts val="1000"/>
              </a:spcBef>
              <a:buClr>
                <a:schemeClr val="accent2"/>
              </a:buClr>
              <a:buSzPct val="110000"/>
              <a:buFont typeface="Avenir Next LT Pro" panose="020B0504020202020204" pitchFamily="34" charset="0"/>
              <a:buChar char="•"/>
              <a:defRPr lang="en-US" sz="1334" kern="1200" spc="0" baseline="0" dirty="0">
                <a:solidFill>
                  <a:schemeClr val="accent4"/>
                </a:solidFill>
                <a:latin typeface="Avenir Next LT Pro" panose="020B0504020202020204" pitchFamily="34" charset="0"/>
                <a:ea typeface="+mn-ea"/>
                <a:cs typeface="Avenir Next LT Pro" panose="020B0504020202020204" pitchFamily="34" charset="0"/>
              </a:defRPr>
            </a:lvl5pPr>
            <a:lvl6pPr marL="3352787"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6pPr>
            <a:lvl7pPr marL="3962384"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7pPr>
            <a:lvl8pPr marL="4571982"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8pPr>
            <a:lvl9pPr marL="5181580" indent="-304799" algn="l" defTabSz="1219195" rtl="0" eaLnBrk="1" latinLnBrk="0" hangingPunct="1">
              <a:spcBef>
                <a:spcPct val="20000"/>
              </a:spcBef>
              <a:buFont typeface="Avenir Next LT Pro" panose="020B0504020202020204" pitchFamily="34" charset="0"/>
              <a:buChar char="•"/>
              <a:defRPr sz="2667" kern="1200">
                <a:solidFill>
                  <a:schemeClr val="tx1"/>
                </a:solidFill>
                <a:latin typeface="+mn-lt"/>
                <a:ea typeface="+mn-ea"/>
                <a:cs typeface="+mn-cs"/>
              </a:defRPr>
            </a:lvl9pPr>
          </a:lstStyle>
          <a:p>
            <a:pPr marL="0" marR="0" lvl="0" indent="0" algn="l" defTabSz="887447" rtl="0" eaLnBrk="1" fontAlgn="auto" latinLnBrk="0" hangingPunct="1">
              <a:lnSpc>
                <a:spcPct val="110000"/>
              </a:lnSpc>
              <a:spcAft>
                <a:spcPts val="300"/>
              </a:spcAft>
              <a:buClr>
                <a:srgbClr val="00B7E6"/>
              </a:buClr>
              <a:buSzPct val="110000"/>
              <a:buFont typeface="Avenir Next LT Pro" panose="020B0504020202020204" pitchFamily="34" charset="0"/>
              <a:buNone/>
              <a:tabLst/>
              <a:defRPr/>
            </a:pPr>
            <a:r>
              <a:rPr kumimoji="0" lang="en-US" sz="900" b="1" i="0" u="none" strike="noStrike" kern="1200" cap="none" spc="0" normalizeH="0" baseline="0" noProof="0">
                <a:ln>
                  <a:noFill/>
                </a:ln>
                <a:solidFill>
                  <a:schemeClr val="tx1"/>
                </a:solidFill>
                <a:effectLst/>
                <a:uLnTx/>
                <a:uFillTx/>
                <a:latin typeface="+mn-lt"/>
                <a:ea typeface="+mn-ea"/>
                <a:cs typeface="Avenir Next LT Pro" panose="020B0504020202020204" pitchFamily="34" charset="0"/>
              </a:rPr>
              <a:t>Contact</a:t>
            </a:r>
          </a:p>
          <a:p>
            <a:pPr marR="3080">
              <a:spcBef>
                <a:spcPct val="0"/>
              </a:spcBef>
            </a:pPr>
            <a:r>
              <a:rPr lang="en-US" sz="700" err="1">
                <a:solidFill>
                  <a:schemeClr val="tx1"/>
                </a:solidFill>
              </a:rPr>
              <a:t>Firstname</a:t>
            </a:r>
            <a:r>
              <a:rPr lang="en-US" sz="700">
                <a:solidFill>
                  <a:schemeClr val="tx1"/>
                </a:solidFill>
              </a:rPr>
              <a:t> </a:t>
            </a:r>
            <a:r>
              <a:rPr lang="en-US" sz="700" err="1">
                <a:solidFill>
                  <a:schemeClr val="tx1"/>
                </a:solidFill>
              </a:rPr>
              <a:t>Lastname</a:t>
            </a:r>
            <a:endParaRPr lang="en-US" sz="700">
              <a:solidFill>
                <a:schemeClr val="tx1"/>
              </a:solidFill>
            </a:endParaRPr>
          </a:p>
          <a:p>
            <a:pPr marR="3080">
              <a:spcBef>
                <a:spcPct val="0"/>
              </a:spcBef>
            </a:pPr>
            <a:r>
              <a:rPr lang="en-US" sz="700">
                <a:solidFill>
                  <a:schemeClr val="tx1"/>
                </a:solidFill>
              </a:rPr>
              <a:t>Title</a:t>
            </a:r>
          </a:p>
          <a:p>
            <a:pPr marR="3080">
              <a:spcBef>
                <a:spcPct val="0"/>
              </a:spcBef>
            </a:pPr>
            <a:r>
              <a:rPr lang="en-US" sz="700">
                <a:solidFill>
                  <a:schemeClr val="tx1"/>
                </a:solidFill>
              </a:rPr>
              <a:t>Email</a:t>
            </a:r>
          </a:p>
          <a:p>
            <a:pPr marR="3080">
              <a:spcBef>
                <a:spcPct val="0"/>
              </a:spcBef>
            </a:pPr>
            <a:endParaRPr lang="en-US" sz="700">
              <a:solidFill>
                <a:schemeClr val="tx1"/>
              </a:solidFill>
            </a:endParaRPr>
          </a:p>
        </p:txBody>
      </p:sp>
      <p:sp>
        <p:nvSpPr>
          <p:cNvPr id="3" name="Footer Placeholder 2">
            <a:extLst>
              <a:ext uri="{FF2B5EF4-FFF2-40B4-BE49-F238E27FC236}">
                <a16:creationId xmlns:a16="http://schemas.microsoft.com/office/drawing/2014/main" id="{4C7F6F6E-32B1-6C3E-F1B8-2669463F6BB9}"/>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FAFA5CAC-9927-1A3E-19DE-2AA209FF2618}"/>
              </a:ext>
              <a:ext uri="{C183D7F6-B498-43B3-948B-1728B52AA6E4}">
                <adec:decorative xmlns:adec="http://schemas.microsoft.com/office/drawing/2017/decorative" val="1"/>
              </a:ext>
            </a:extLst>
          </p:cNvPr>
          <p:cNvSpPr>
            <a:spLocks noGrp="1"/>
          </p:cNvSpPr>
          <p:nvPr>
            <p:ph type="dt" sz="half" idx="11"/>
          </p:nvPr>
        </p:nvSpPr>
        <p:spPr/>
        <p:txBody>
          <a:bodyPr/>
          <a:lstStyle/>
          <a:p>
            <a:fld id="{2DAAD590-0A6B-4CB0-9B05-389855C8F7DE}" type="datetimeyyyy">
              <a:rPr lang="en-US" smtClean="0"/>
              <a:t>2025</a:t>
            </a:fld>
            <a:endParaRPr lang="en-US"/>
          </a:p>
        </p:txBody>
      </p:sp>
      <p:sp>
        <p:nvSpPr>
          <p:cNvPr id="5" name="Slide Number Placeholder 4">
            <a:extLst>
              <a:ext uri="{FF2B5EF4-FFF2-40B4-BE49-F238E27FC236}">
                <a16:creationId xmlns:a16="http://schemas.microsoft.com/office/drawing/2014/main" id="{547AB43C-50E7-ED6E-3B77-70A06883FB9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144</a:t>
            </a:fld>
            <a:endParaRPr lang="en-US"/>
          </a:p>
        </p:txBody>
      </p:sp>
      <p:pic>
        <p:nvPicPr>
          <p:cNvPr id="2" name="Picture 1">
            <a:extLst>
              <a:ext uri="{FF2B5EF4-FFF2-40B4-BE49-F238E27FC236}">
                <a16:creationId xmlns:a16="http://schemas.microsoft.com/office/drawing/2014/main" id="{D2488847-4FEB-5B3D-77FA-71B8C35B2C5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474522" y="573714"/>
            <a:ext cx="2145978" cy="506012"/>
          </a:xfrm>
          <a:prstGeom prst="rect">
            <a:avLst/>
          </a:prstGeom>
        </p:spPr>
      </p:pic>
      <p:sp>
        <p:nvSpPr>
          <p:cNvPr id="6" name="object 7">
            <a:extLst>
              <a:ext uri="{FF2B5EF4-FFF2-40B4-BE49-F238E27FC236}">
                <a16:creationId xmlns:a16="http://schemas.microsoft.com/office/drawing/2014/main" id="{3289ABC8-8B0A-C67A-DA8F-FD8538D53828}"/>
              </a:ext>
            </a:extLst>
          </p:cNvPr>
          <p:cNvSpPr txBox="1"/>
          <p:nvPr/>
        </p:nvSpPr>
        <p:spPr>
          <a:xfrm>
            <a:off x="5770057" y="461339"/>
            <a:ext cx="2015070" cy="376059"/>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79" spc="-3">
                <a:solidFill>
                  <a:srgbClr val="EB4536"/>
                </a:solidFill>
                <a:latin typeface="Slalom Sans"/>
                <a:cs typeface="Slalom Sans"/>
              </a:rPr>
              <a:t>Example SPRO, client name removed</a:t>
            </a:r>
            <a:endParaRPr lang="en-US" sz="879">
              <a:solidFill>
                <a:srgbClr val="1E1E1E"/>
              </a:solidFill>
              <a:latin typeface="Slalom Sans"/>
              <a:cs typeface="Slalom Sans"/>
            </a:endParaRPr>
          </a:p>
        </p:txBody>
      </p:sp>
      <p:sp>
        <p:nvSpPr>
          <p:cNvPr id="8" name="object 9">
            <a:extLst>
              <a:ext uri="{FF2B5EF4-FFF2-40B4-BE49-F238E27FC236}">
                <a16:creationId xmlns:a16="http://schemas.microsoft.com/office/drawing/2014/main" id="{8B5626DF-2282-42DD-1C50-18B29E0AF052}"/>
              </a:ext>
            </a:extLst>
          </p:cNvPr>
          <p:cNvSpPr/>
          <p:nvPr/>
        </p:nvSpPr>
        <p:spPr>
          <a:xfrm>
            <a:off x="5757131" y="164455"/>
            <a:ext cx="2027996" cy="29688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a:solidFill>
                  <a:srgbClr val="FFFFFF"/>
                </a:solidFill>
                <a:latin typeface="Slalom Sans Bold" pitchFamily="2" charset="77"/>
              </a:rPr>
              <a:t>READ ME THEN DELETE ME</a:t>
            </a:r>
            <a:endParaRPr sz="1092" b="1">
              <a:solidFill>
                <a:srgbClr val="FFFFFF"/>
              </a:solidFill>
              <a:latin typeface="Slalom Sans Bold" pitchFamily="2" charset="77"/>
            </a:endParaRPr>
          </a:p>
        </p:txBody>
      </p:sp>
    </p:spTree>
    <p:extLst>
      <p:ext uri="{BB962C8B-B14F-4D97-AF65-F5344CB8AC3E}">
        <p14:creationId xmlns:p14="http://schemas.microsoft.com/office/powerpoint/2010/main" val="109048974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79D725-B65F-8F27-A62B-8ADD5E96CC5F}"/>
              </a:ext>
            </a:extLst>
          </p:cNvPr>
          <p:cNvSpPr>
            <a:spLocks noGrp="1"/>
          </p:cNvSpPr>
          <p:nvPr>
            <p:ph type="dt" sz="half" idx="10"/>
          </p:nvPr>
        </p:nvSpPr>
        <p:spPr/>
        <p:txBody>
          <a:bodyPr/>
          <a:lstStyle/>
          <a:p>
            <a:fld id="{27079A0E-CCE3-4425-B76E-96DE74F8AAFE}" type="datetimeyyyy">
              <a:rPr lang="en-US" smtClean="0"/>
              <a:t>2025</a:t>
            </a:fld>
            <a:endParaRPr lang="en-US"/>
          </a:p>
        </p:txBody>
      </p:sp>
      <p:sp>
        <p:nvSpPr>
          <p:cNvPr id="5" name="Footer Placeholder 4">
            <a:extLst>
              <a:ext uri="{FF2B5EF4-FFF2-40B4-BE49-F238E27FC236}">
                <a16:creationId xmlns:a16="http://schemas.microsoft.com/office/drawing/2014/main" id="{E0B4EF3E-7549-9F69-98F7-F0FB31557D8A}"/>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C096ADC0-FE4D-956F-1A7F-89240FCDE5A8}"/>
              </a:ext>
            </a:extLst>
          </p:cNvPr>
          <p:cNvSpPr>
            <a:spLocks noGrp="1"/>
          </p:cNvSpPr>
          <p:nvPr>
            <p:ph type="sldNum" sz="quarter" idx="12"/>
          </p:nvPr>
        </p:nvSpPr>
        <p:spPr/>
        <p:txBody>
          <a:bodyPr/>
          <a:lstStyle/>
          <a:p>
            <a:fld id="{B2643E34-DC33-45ED-8E33-EC0D5991E9A4}" type="slidenum">
              <a:rPr lang="en-US" smtClean="0"/>
              <a:pPr/>
              <a:t>145</a:t>
            </a:fld>
            <a:endParaRPr lang="en-US"/>
          </a:p>
        </p:txBody>
      </p:sp>
      <p:grpSp>
        <p:nvGrpSpPr>
          <p:cNvPr id="7" name="Group 6">
            <a:extLst>
              <a:ext uri="{FF2B5EF4-FFF2-40B4-BE49-F238E27FC236}">
                <a16:creationId xmlns:a16="http://schemas.microsoft.com/office/drawing/2014/main" id="{2D27D8C4-ED99-A4F3-CA8A-52E6A7ECE709}"/>
              </a:ext>
              <a:ext uri="{C183D7F6-B498-43B3-948B-1728B52AA6E4}">
                <adec:decorative xmlns:adec="http://schemas.microsoft.com/office/drawing/2017/decorative" val="1"/>
              </a:ext>
            </a:extLst>
          </p:cNvPr>
          <p:cNvGrpSpPr/>
          <p:nvPr/>
        </p:nvGrpSpPr>
        <p:grpSpPr>
          <a:xfrm rot="16200000" flipV="1">
            <a:off x="-3360420" y="3360420"/>
            <a:ext cx="6858000" cy="137160"/>
            <a:chOff x="0" y="6720840"/>
            <a:chExt cx="12192000" cy="137160"/>
          </a:xfrm>
        </p:grpSpPr>
        <p:sp>
          <p:nvSpPr>
            <p:cNvPr id="8" name="Rectangle 7">
              <a:extLst>
                <a:ext uri="{FF2B5EF4-FFF2-40B4-BE49-F238E27FC236}">
                  <a16:creationId xmlns:a16="http://schemas.microsoft.com/office/drawing/2014/main" id="{AD9B397C-4CE8-4AE8-C66B-ED640488482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9" name="Rectangle 8">
              <a:extLst>
                <a:ext uri="{FF2B5EF4-FFF2-40B4-BE49-F238E27FC236}">
                  <a16:creationId xmlns:a16="http://schemas.microsoft.com/office/drawing/2014/main" id="{8220C548-BA3F-BBD5-881B-7641D64FB67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0" name="Rectangle 9">
              <a:extLst>
                <a:ext uri="{FF2B5EF4-FFF2-40B4-BE49-F238E27FC236}">
                  <a16:creationId xmlns:a16="http://schemas.microsoft.com/office/drawing/2014/main" id="{24E277B1-DD8A-CC55-8C7B-BEF50B9C21BB}"/>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D1720B86-D125-4F72-0E36-25C5F4808931}"/>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A30EEF04-6F62-CE3C-7913-C6D5ED9B2347}"/>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3" name="Title 5">
            <a:extLst>
              <a:ext uri="{FF2B5EF4-FFF2-40B4-BE49-F238E27FC236}">
                <a16:creationId xmlns:a16="http://schemas.microsoft.com/office/drawing/2014/main" id="{69D97E43-6B65-C698-5A3F-A4D7B218E388}"/>
              </a:ext>
            </a:extLst>
          </p:cNvPr>
          <p:cNvSpPr>
            <a:spLocks noGrp="1"/>
          </p:cNvSpPr>
          <p:nvPr>
            <p:ph type="title"/>
          </p:nvPr>
        </p:nvSpPr>
        <p:spPr>
          <a:xfrm>
            <a:off x="571500" y="571500"/>
            <a:ext cx="4699000" cy="1382629"/>
          </a:xfrm>
        </p:spPr>
        <p:txBody>
          <a:bodyPr/>
          <a:lstStyle/>
          <a:p>
            <a:r>
              <a:rPr lang="en-US" sz="5400"/>
              <a:t>About</a:t>
            </a:r>
            <a:br>
              <a:rPr lang="en-US" sz="5400"/>
            </a:br>
            <a:r>
              <a:rPr lang="en-US" sz="5400"/>
              <a:t>Slalom</a:t>
            </a:r>
          </a:p>
        </p:txBody>
      </p:sp>
      <p:sp>
        <p:nvSpPr>
          <p:cNvPr id="14" name="object 2">
            <a:extLst>
              <a:ext uri="{FF2B5EF4-FFF2-40B4-BE49-F238E27FC236}">
                <a16:creationId xmlns:a16="http://schemas.microsoft.com/office/drawing/2014/main" id="{E9BDA4AD-8156-6648-DC03-7FE253913575}"/>
              </a:ext>
            </a:extLst>
          </p:cNvPr>
          <p:cNvSpPr txBox="1"/>
          <p:nvPr/>
        </p:nvSpPr>
        <p:spPr>
          <a:xfrm>
            <a:off x="5270500" y="1750290"/>
            <a:ext cx="5410199" cy="3355109"/>
          </a:xfrm>
          <a:prstGeom prst="rect">
            <a:avLst/>
          </a:prstGeom>
        </p:spPr>
        <p:txBody>
          <a:bodyPr vert="horz" wrap="square" lIns="0" tIns="7315" rIns="0" bIns="0" rtlCol="0">
            <a:noAutofit/>
          </a:bodyPr>
          <a:lstStyle/>
          <a:p>
            <a:pPr marL="0" marR="0" algn="l">
              <a:lnSpc>
                <a:spcPct val="110000"/>
              </a:lnSpc>
              <a:spcBef>
                <a:spcPts val="0"/>
              </a:spcBef>
              <a:spcAft>
                <a:spcPts val="1000"/>
              </a:spcAft>
            </a:pPr>
            <a:r>
              <a:rPr lang="en-US" sz="1400" b="1" i="0" u="none" strike="noStrike" dirty="0">
                <a:effectLst/>
              </a:rPr>
              <a:t>Slalom is a purpose-led, global business and technology consulting company. </a:t>
            </a:r>
            <a:endParaRPr lang="en-US" sz="1400" dirty="0"/>
          </a:p>
          <a:p>
            <a:pPr marL="0" marR="0" algn="l">
              <a:lnSpc>
                <a:spcPct val="110000"/>
              </a:lnSpc>
              <a:spcBef>
                <a:spcPts val="0"/>
              </a:spcBef>
              <a:spcAft>
                <a:spcPts val="1000"/>
              </a:spcAft>
            </a:pPr>
            <a:r>
              <a:rPr lang="en-US" sz="1400" dirty="0">
                <a:effectLst/>
              </a:rPr>
              <a:t>From strategy to implementation, our approach is fiercely human. We deeply understand our customers—and their customers—to deliver practical, end-to-end solutions that drive meaningful impact. Backed by close partnerships with over 700 leading technology providers, our nearly 12,000 team members in eight countries and 49 offices help people and organizations dream bigger, move faster, and build better tomorrows for all. </a:t>
            </a:r>
            <a:r>
              <a:rPr lang="en-US" sz="1400" dirty="0"/>
              <a:t>We’re honored to be consistently recognized as a great place to work, including being one of Fortune’s 100 Best Companies to Work For eight years running. </a:t>
            </a:r>
          </a:p>
          <a:p>
            <a:pPr marL="0" marR="0" algn="l">
              <a:lnSpc>
                <a:spcPct val="110000"/>
              </a:lnSpc>
              <a:spcBef>
                <a:spcPts val="0"/>
              </a:spcBef>
              <a:spcAft>
                <a:spcPts val="1000"/>
              </a:spcAft>
            </a:pPr>
            <a:r>
              <a:rPr lang="en-US" sz="1400" b="0" i="0" u="none" strike="noStrike" dirty="0">
                <a:effectLst/>
              </a:rPr>
              <a:t>Learn more at </a:t>
            </a:r>
            <a:r>
              <a:rPr lang="en-US" sz="1400" b="1" i="0" u="none" strike="noStrike" dirty="0" err="1">
                <a:effectLst/>
              </a:rPr>
              <a:t>slalom.com</a:t>
            </a:r>
            <a:r>
              <a:rPr lang="en-US" sz="1400" b="0" i="0" u="none" strike="noStrike" dirty="0">
                <a:effectLst/>
              </a:rPr>
              <a:t>.</a:t>
            </a:r>
            <a:endParaRPr lang="en-US" sz="1400" dirty="0">
              <a:effectLst/>
            </a:endParaRPr>
          </a:p>
        </p:txBody>
      </p:sp>
      <p:sp>
        <p:nvSpPr>
          <p:cNvPr id="2" name="object 7">
            <a:extLst>
              <a:ext uri="{FF2B5EF4-FFF2-40B4-BE49-F238E27FC236}">
                <a16:creationId xmlns:a16="http://schemas.microsoft.com/office/drawing/2014/main" id="{140B758A-E510-B29C-5837-3786298C6C8F}"/>
              </a:ext>
            </a:extLst>
          </p:cNvPr>
          <p:cNvSpPr txBox="1"/>
          <p:nvPr/>
        </p:nvSpPr>
        <p:spPr>
          <a:xfrm>
            <a:off x="10071752" y="316489"/>
            <a:ext cx="1993392" cy="542898"/>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79" spc="-3" dirty="0">
                <a:solidFill>
                  <a:srgbClr val="EB4536"/>
                </a:solidFill>
                <a:latin typeface="Slalom Sans"/>
                <a:cs typeface="Slalom Sans"/>
              </a:rPr>
              <a:t>As of January 2024. Visit the </a:t>
            </a:r>
            <a:r>
              <a:rPr lang="en-US" sz="879" spc="-3" dirty="0">
                <a:solidFill>
                  <a:srgbClr val="EB4536"/>
                </a:solidFill>
                <a:latin typeface="Slalom Sans"/>
                <a:cs typeface="Slalom Sans"/>
                <a:hlinkClick r:id="rId2"/>
              </a:rPr>
              <a:t>boilerplates page</a:t>
            </a:r>
            <a:r>
              <a:rPr lang="en-US" sz="879" spc="-3" dirty="0">
                <a:solidFill>
                  <a:srgbClr val="EB4536"/>
                </a:solidFill>
                <a:latin typeface="Slalom Sans"/>
                <a:cs typeface="Slalom Sans"/>
              </a:rPr>
              <a:t> on Slalom One for the latest. </a:t>
            </a:r>
            <a:endParaRPr sz="879" dirty="0">
              <a:solidFill>
                <a:srgbClr val="1E1E1E"/>
              </a:solidFill>
              <a:latin typeface="Slalom Sans"/>
              <a:cs typeface="Slalom Sans"/>
            </a:endParaRPr>
          </a:p>
        </p:txBody>
      </p:sp>
      <p:sp>
        <p:nvSpPr>
          <p:cNvPr id="3" name="object 9">
            <a:extLst>
              <a:ext uri="{FF2B5EF4-FFF2-40B4-BE49-F238E27FC236}">
                <a16:creationId xmlns:a16="http://schemas.microsoft.com/office/drawing/2014/main" id="{B131EAAB-356F-DA90-21E5-AA200B2BA0F1}"/>
              </a:ext>
            </a:extLst>
          </p:cNvPr>
          <p:cNvSpPr/>
          <p:nvPr/>
        </p:nvSpPr>
        <p:spPr>
          <a:xfrm>
            <a:off x="10054918" y="19605"/>
            <a:ext cx="2027996"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dirty="0">
                <a:solidFill>
                  <a:srgbClr val="FFFFFF"/>
                </a:solidFill>
                <a:latin typeface="Slalom Sans Bold" pitchFamily="2" charset="77"/>
              </a:rPr>
              <a:t>READ ME THEN </a:t>
            </a:r>
            <a:r>
              <a:rPr lang="en-US" sz="1092" b="1">
                <a:solidFill>
                  <a:srgbClr val="FFFFFF"/>
                </a:solidFill>
                <a:latin typeface="Slalom Sans Bold" pitchFamily="2" charset="77"/>
              </a:rPr>
              <a:t>DELETE ME</a:t>
            </a:r>
            <a:endParaRPr sz="1092" b="1" dirty="0">
              <a:solidFill>
                <a:srgbClr val="FFFFFF"/>
              </a:solidFill>
              <a:latin typeface="Slalom Sans Bold" pitchFamily="2" charset="77"/>
            </a:endParaRPr>
          </a:p>
        </p:txBody>
      </p:sp>
    </p:spTree>
    <p:extLst>
      <p:ext uri="{BB962C8B-B14F-4D97-AF65-F5344CB8AC3E}">
        <p14:creationId xmlns:p14="http://schemas.microsoft.com/office/powerpoint/2010/main" val="34268086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79D725-B65F-8F27-A62B-8ADD5E96CC5F}"/>
              </a:ext>
            </a:extLst>
          </p:cNvPr>
          <p:cNvSpPr>
            <a:spLocks noGrp="1"/>
          </p:cNvSpPr>
          <p:nvPr>
            <p:ph type="dt" sz="half" idx="10"/>
          </p:nvPr>
        </p:nvSpPr>
        <p:spPr/>
        <p:txBody>
          <a:bodyPr/>
          <a:lstStyle/>
          <a:p>
            <a:fld id="{27079A0E-CCE3-4425-B76E-96DE74F8AAFE}" type="datetimeyyyy">
              <a:rPr lang="en-US" smtClean="0"/>
              <a:t>2025</a:t>
            </a:fld>
            <a:endParaRPr lang="en-US"/>
          </a:p>
        </p:txBody>
      </p:sp>
      <p:sp>
        <p:nvSpPr>
          <p:cNvPr id="5" name="Footer Placeholder 4">
            <a:extLst>
              <a:ext uri="{FF2B5EF4-FFF2-40B4-BE49-F238E27FC236}">
                <a16:creationId xmlns:a16="http://schemas.microsoft.com/office/drawing/2014/main" id="{E0B4EF3E-7549-9F69-98F7-F0FB31557D8A}"/>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C096ADC0-FE4D-956F-1A7F-89240FCDE5A8}"/>
              </a:ext>
            </a:extLst>
          </p:cNvPr>
          <p:cNvSpPr>
            <a:spLocks noGrp="1"/>
          </p:cNvSpPr>
          <p:nvPr>
            <p:ph type="sldNum" sz="quarter" idx="12"/>
          </p:nvPr>
        </p:nvSpPr>
        <p:spPr/>
        <p:txBody>
          <a:bodyPr/>
          <a:lstStyle/>
          <a:p>
            <a:fld id="{B2643E34-DC33-45ED-8E33-EC0D5991E9A4}" type="slidenum">
              <a:rPr lang="en-US" smtClean="0"/>
              <a:pPr/>
              <a:t>146</a:t>
            </a:fld>
            <a:endParaRPr lang="en-US"/>
          </a:p>
        </p:txBody>
      </p:sp>
      <p:grpSp>
        <p:nvGrpSpPr>
          <p:cNvPr id="7" name="Group 6">
            <a:extLst>
              <a:ext uri="{FF2B5EF4-FFF2-40B4-BE49-F238E27FC236}">
                <a16:creationId xmlns:a16="http://schemas.microsoft.com/office/drawing/2014/main" id="{2D27D8C4-ED99-A4F3-CA8A-52E6A7ECE709}"/>
              </a:ext>
              <a:ext uri="{C183D7F6-B498-43B3-948B-1728B52AA6E4}">
                <adec:decorative xmlns:adec="http://schemas.microsoft.com/office/drawing/2017/decorative" val="1"/>
              </a:ext>
            </a:extLst>
          </p:cNvPr>
          <p:cNvGrpSpPr/>
          <p:nvPr/>
        </p:nvGrpSpPr>
        <p:grpSpPr>
          <a:xfrm rot="16200000" flipV="1">
            <a:off x="-3360420" y="3360420"/>
            <a:ext cx="6858000" cy="137160"/>
            <a:chOff x="0" y="6720840"/>
            <a:chExt cx="12192000" cy="137160"/>
          </a:xfrm>
        </p:grpSpPr>
        <p:sp>
          <p:nvSpPr>
            <p:cNvPr id="8" name="Rectangle 7">
              <a:extLst>
                <a:ext uri="{FF2B5EF4-FFF2-40B4-BE49-F238E27FC236}">
                  <a16:creationId xmlns:a16="http://schemas.microsoft.com/office/drawing/2014/main" id="{AD9B397C-4CE8-4AE8-C66B-ED640488482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9" name="Rectangle 8">
              <a:extLst>
                <a:ext uri="{FF2B5EF4-FFF2-40B4-BE49-F238E27FC236}">
                  <a16:creationId xmlns:a16="http://schemas.microsoft.com/office/drawing/2014/main" id="{8220C548-BA3F-BBD5-881B-7641D64FB67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0" name="Rectangle 9">
              <a:extLst>
                <a:ext uri="{FF2B5EF4-FFF2-40B4-BE49-F238E27FC236}">
                  <a16:creationId xmlns:a16="http://schemas.microsoft.com/office/drawing/2014/main" id="{24E277B1-DD8A-CC55-8C7B-BEF50B9C21BB}"/>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D1720B86-D125-4F72-0E36-25C5F4808931}"/>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A30EEF04-6F62-CE3C-7913-C6D5ED9B2347}"/>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3" name="Title 5">
            <a:extLst>
              <a:ext uri="{FF2B5EF4-FFF2-40B4-BE49-F238E27FC236}">
                <a16:creationId xmlns:a16="http://schemas.microsoft.com/office/drawing/2014/main" id="{69D97E43-6B65-C698-5A3F-A4D7B218E388}"/>
              </a:ext>
            </a:extLst>
          </p:cNvPr>
          <p:cNvSpPr>
            <a:spLocks noGrp="1"/>
          </p:cNvSpPr>
          <p:nvPr>
            <p:ph type="title"/>
          </p:nvPr>
        </p:nvSpPr>
        <p:spPr>
          <a:xfrm>
            <a:off x="571500" y="598055"/>
            <a:ext cx="4470399" cy="426027"/>
          </a:xfrm>
        </p:spPr>
        <p:txBody>
          <a:bodyPr/>
          <a:lstStyle/>
          <a:p>
            <a:r>
              <a:rPr lang="en-US"/>
              <a:t>About Slalom</a:t>
            </a:r>
          </a:p>
        </p:txBody>
      </p:sp>
      <p:sp>
        <p:nvSpPr>
          <p:cNvPr id="14" name="object 2">
            <a:extLst>
              <a:ext uri="{FF2B5EF4-FFF2-40B4-BE49-F238E27FC236}">
                <a16:creationId xmlns:a16="http://schemas.microsoft.com/office/drawing/2014/main" id="{E9BDA4AD-8156-6648-DC03-7FE253913575}"/>
              </a:ext>
            </a:extLst>
          </p:cNvPr>
          <p:cNvSpPr txBox="1"/>
          <p:nvPr/>
        </p:nvSpPr>
        <p:spPr>
          <a:xfrm>
            <a:off x="571501" y="1752600"/>
            <a:ext cx="4470399" cy="3922986"/>
          </a:xfrm>
          <a:prstGeom prst="rect">
            <a:avLst/>
          </a:prstGeom>
        </p:spPr>
        <p:txBody>
          <a:bodyPr vert="horz" wrap="square" lIns="0" tIns="7315" rIns="0" bIns="0" rtlCol="0">
            <a:noAutofit/>
          </a:bodyPr>
          <a:lstStyle/>
          <a:p>
            <a:pPr marL="0" marR="0" algn="l">
              <a:lnSpc>
                <a:spcPct val="110000"/>
              </a:lnSpc>
              <a:spcBef>
                <a:spcPts val="0"/>
              </a:spcBef>
              <a:spcAft>
                <a:spcPts val="1000"/>
              </a:spcAft>
            </a:pPr>
            <a:r>
              <a:rPr lang="en-US" sz="1400" b="1" i="0" u="none" strike="noStrike" dirty="0">
                <a:effectLst/>
              </a:rPr>
              <a:t>Slalom is a purpose-led, global business and technology consulting company. </a:t>
            </a:r>
            <a:endParaRPr lang="en-US" sz="1400" dirty="0"/>
          </a:p>
          <a:p>
            <a:pPr marL="0" marR="0" algn="l">
              <a:lnSpc>
                <a:spcPct val="110000"/>
              </a:lnSpc>
              <a:spcBef>
                <a:spcPts val="0"/>
              </a:spcBef>
              <a:spcAft>
                <a:spcPts val="1000"/>
              </a:spcAft>
            </a:pPr>
            <a:r>
              <a:rPr lang="en-US" sz="1400" dirty="0">
                <a:effectLst/>
              </a:rPr>
              <a:t>From strategy to implementation, our approach is fiercely human. We deeply understand our customers—and their customers—to deliver practical, end-to-end solutions that drive meaningful impact. Backed by close partnerships with over 700 leading technology providers, our nearly 12,000 team members in eight countries and 49 offices help people and organizations dream bigger, move faster, and build better tomorrows for all. </a:t>
            </a:r>
            <a:r>
              <a:rPr lang="en-US" sz="1400" dirty="0"/>
              <a:t>We’re honored to be consistently recognized as a great place to work, including being one of Fortune’s 100 Best Companies to Work For eight years running. </a:t>
            </a:r>
          </a:p>
          <a:p>
            <a:pPr marL="0" marR="0" algn="l">
              <a:lnSpc>
                <a:spcPct val="110000"/>
              </a:lnSpc>
              <a:spcBef>
                <a:spcPts val="0"/>
              </a:spcBef>
              <a:spcAft>
                <a:spcPts val="1000"/>
              </a:spcAft>
            </a:pPr>
            <a:r>
              <a:rPr lang="en-US" sz="1400" b="0" i="0" u="none" strike="noStrike" dirty="0">
                <a:effectLst/>
              </a:rPr>
              <a:t>Learn more at </a:t>
            </a:r>
            <a:r>
              <a:rPr lang="en-US" sz="1400" b="1" i="0" u="none" strike="noStrike" dirty="0" err="1">
                <a:effectLst/>
              </a:rPr>
              <a:t>slalom.com</a:t>
            </a:r>
            <a:r>
              <a:rPr lang="en-US" sz="1400" b="0" i="0" u="none" strike="noStrike" dirty="0">
                <a:effectLst/>
              </a:rPr>
              <a:t>.</a:t>
            </a:r>
            <a:endParaRPr lang="en-US" sz="1400" dirty="0">
              <a:effectLst/>
            </a:endParaRPr>
          </a:p>
        </p:txBody>
      </p:sp>
      <p:sp>
        <p:nvSpPr>
          <p:cNvPr id="2" name="Title 5">
            <a:extLst>
              <a:ext uri="{FF2B5EF4-FFF2-40B4-BE49-F238E27FC236}">
                <a16:creationId xmlns:a16="http://schemas.microsoft.com/office/drawing/2014/main" id="{EFF96858-BD94-1A59-5C7A-F1C4A96A5CF4}"/>
              </a:ext>
            </a:extLst>
          </p:cNvPr>
          <p:cNvSpPr txBox="1">
            <a:spLocks/>
          </p:cNvSpPr>
          <p:nvPr/>
        </p:nvSpPr>
        <p:spPr>
          <a:xfrm>
            <a:off x="7150100" y="598055"/>
            <a:ext cx="4470399" cy="426027"/>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About (partner name)</a:t>
            </a:r>
          </a:p>
        </p:txBody>
      </p:sp>
      <p:cxnSp>
        <p:nvCxnSpPr>
          <p:cNvPr id="15" name="Straight Connector 14">
            <a:extLst>
              <a:ext uri="{FF2B5EF4-FFF2-40B4-BE49-F238E27FC236}">
                <a16:creationId xmlns:a16="http://schemas.microsoft.com/office/drawing/2014/main" id="{960AC4C6-9F23-C9F8-B700-E57FD6D6B2E7}"/>
              </a:ext>
            </a:extLst>
          </p:cNvPr>
          <p:cNvCxnSpPr>
            <a:cxnSpLocks/>
          </p:cNvCxnSpPr>
          <p:nvPr/>
        </p:nvCxnSpPr>
        <p:spPr>
          <a:xfrm>
            <a:off x="6096000" y="571500"/>
            <a:ext cx="0" cy="5715000"/>
          </a:xfrm>
          <a:prstGeom prst="line">
            <a:avLst/>
          </a:prstGeom>
          <a:ln w="9525" cap="flat">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8" name="object 2">
            <a:extLst>
              <a:ext uri="{FF2B5EF4-FFF2-40B4-BE49-F238E27FC236}">
                <a16:creationId xmlns:a16="http://schemas.microsoft.com/office/drawing/2014/main" id="{D7890158-F927-9C6D-F7FF-38E18DEC3F8A}"/>
              </a:ext>
            </a:extLst>
          </p:cNvPr>
          <p:cNvSpPr txBox="1"/>
          <p:nvPr/>
        </p:nvSpPr>
        <p:spPr>
          <a:xfrm>
            <a:off x="7150101" y="1745673"/>
            <a:ext cx="4470399" cy="3352800"/>
          </a:xfrm>
          <a:prstGeom prst="rect">
            <a:avLst/>
          </a:prstGeom>
        </p:spPr>
        <p:txBody>
          <a:bodyPr vert="horz" wrap="square" lIns="0" tIns="7315" rIns="0" bIns="0" rtlCol="0">
            <a:noAutofit/>
          </a:bodyPr>
          <a:lstStyle/>
          <a:p>
            <a:pPr algn="l">
              <a:lnSpc>
                <a:spcPct val="110000"/>
              </a:lnSpc>
              <a:spcAft>
                <a:spcPts val="1000"/>
              </a:spcAft>
            </a:pPr>
            <a:r>
              <a:rPr lang="en-US" sz="1400" b="0" i="0">
                <a:effectLst/>
              </a:rPr>
              <a:t>Lorem ipsum dolor sit </a:t>
            </a:r>
            <a:r>
              <a:rPr lang="en-US" sz="1400" b="0" i="0" err="1">
                <a:effectLst/>
              </a:rPr>
              <a:t>amet</a:t>
            </a:r>
            <a:r>
              <a:rPr lang="en-US" sz="1400" b="0" i="0">
                <a:effectLst/>
              </a:rPr>
              <a:t>, </a:t>
            </a:r>
            <a:r>
              <a:rPr lang="en-US" sz="1400" b="0" i="0" err="1">
                <a:effectLst/>
              </a:rPr>
              <a:t>consectetur</a:t>
            </a:r>
            <a:r>
              <a:rPr lang="en-US" sz="1400" b="0" i="0">
                <a:effectLst/>
              </a:rPr>
              <a:t> </a:t>
            </a:r>
            <a:r>
              <a:rPr lang="en-US" sz="1400" b="0" i="0" err="1">
                <a:effectLst/>
              </a:rPr>
              <a:t>adipiscing</a:t>
            </a:r>
            <a:r>
              <a:rPr lang="en-US" sz="1400" b="0" i="0">
                <a:effectLst/>
              </a:rPr>
              <a:t> </a:t>
            </a:r>
            <a:r>
              <a:rPr lang="en-US" sz="1400" b="0" i="0" err="1">
                <a:effectLst/>
              </a:rPr>
              <a:t>elit</a:t>
            </a:r>
            <a:r>
              <a:rPr lang="en-US" sz="1400" b="0" i="0">
                <a:effectLst/>
              </a:rPr>
              <a:t>, sed do </a:t>
            </a:r>
            <a:r>
              <a:rPr lang="en-US" sz="1400" b="0" i="0" err="1">
                <a:effectLst/>
              </a:rPr>
              <a:t>eiusmod</a:t>
            </a:r>
            <a:r>
              <a:rPr lang="en-US" sz="1400" b="0" i="0">
                <a:effectLst/>
              </a:rPr>
              <a:t> </a:t>
            </a:r>
            <a:r>
              <a:rPr lang="en-US" sz="1400" b="0" i="0" err="1">
                <a:effectLst/>
              </a:rPr>
              <a:t>tempor</a:t>
            </a:r>
            <a:r>
              <a:rPr lang="en-US" sz="1400" b="0" i="0">
                <a:effectLst/>
              </a:rPr>
              <a:t> </a:t>
            </a:r>
            <a:r>
              <a:rPr lang="en-US" sz="1400" b="0" i="0" err="1">
                <a:effectLst/>
              </a:rPr>
              <a:t>incididunt</a:t>
            </a:r>
            <a:r>
              <a:rPr lang="en-US" sz="1400" b="0" i="0">
                <a:effectLst/>
              </a:rPr>
              <a:t> </a:t>
            </a:r>
            <a:r>
              <a:rPr lang="en-US" sz="1400" b="0" i="0" err="1">
                <a:effectLst/>
              </a:rPr>
              <a:t>ut</a:t>
            </a:r>
            <a:r>
              <a:rPr lang="en-US" sz="1400" b="0" i="0">
                <a:effectLst/>
              </a:rPr>
              <a:t> labore et dolore magna </a:t>
            </a:r>
            <a:r>
              <a:rPr lang="en-US" sz="1400" b="0" i="0" err="1">
                <a:effectLst/>
              </a:rPr>
              <a:t>aliqua</a:t>
            </a:r>
            <a:r>
              <a:rPr lang="en-US" sz="1400" b="0" i="0">
                <a:effectLst/>
              </a:rPr>
              <a:t>. </a:t>
            </a:r>
            <a:r>
              <a:rPr lang="en-US" sz="1400" b="0" i="0" err="1">
                <a:effectLst/>
              </a:rPr>
              <a:t>Amet</a:t>
            </a:r>
            <a:r>
              <a:rPr lang="en-US" sz="1400" b="0" i="0">
                <a:effectLst/>
              </a:rPr>
              <a:t> </a:t>
            </a:r>
            <a:r>
              <a:rPr lang="en-US" sz="1400" b="0" i="0" err="1">
                <a:effectLst/>
              </a:rPr>
              <a:t>risus</a:t>
            </a:r>
            <a:r>
              <a:rPr lang="en-US" sz="1400" b="0" i="0">
                <a:effectLst/>
              </a:rPr>
              <a:t> </a:t>
            </a:r>
            <a:r>
              <a:rPr lang="en-US" sz="1400" b="0" i="0" err="1">
                <a:effectLst/>
              </a:rPr>
              <a:t>nullam</a:t>
            </a:r>
            <a:r>
              <a:rPr lang="en-US" sz="1400" b="0" i="0">
                <a:effectLst/>
              </a:rPr>
              <a:t> </a:t>
            </a:r>
            <a:r>
              <a:rPr lang="en-US" sz="1400" b="0" i="0" err="1">
                <a:effectLst/>
              </a:rPr>
              <a:t>eget</a:t>
            </a:r>
            <a:r>
              <a:rPr lang="en-US" sz="1400" b="0" i="0">
                <a:effectLst/>
              </a:rPr>
              <a:t> </a:t>
            </a:r>
            <a:r>
              <a:rPr lang="en-US" sz="1400" b="0" i="0" err="1">
                <a:effectLst/>
              </a:rPr>
              <a:t>felis</a:t>
            </a:r>
            <a:r>
              <a:rPr lang="en-US" sz="1400" b="0" i="0">
                <a:effectLst/>
              </a:rPr>
              <a:t> </a:t>
            </a:r>
            <a:r>
              <a:rPr lang="en-US" sz="1400" b="0" i="0" err="1">
                <a:effectLst/>
              </a:rPr>
              <a:t>eget</a:t>
            </a:r>
            <a:r>
              <a:rPr lang="en-US" sz="1400" b="0" i="0">
                <a:effectLst/>
              </a:rPr>
              <a:t> </a:t>
            </a:r>
            <a:r>
              <a:rPr lang="en-US" sz="1400" b="0" i="0" err="1">
                <a:effectLst/>
              </a:rPr>
              <a:t>nunc</a:t>
            </a:r>
            <a:r>
              <a:rPr lang="en-US" sz="1400" b="0" i="0">
                <a:effectLst/>
              </a:rPr>
              <a:t> </a:t>
            </a:r>
            <a:r>
              <a:rPr lang="en-US" sz="1400" b="0" i="0" err="1">
                <a:effectLst/>
              </a:rPr>
              <a:t>lobortis</a:t>
            </a:r>
            <a:r>
              <a:rPr lang="en-US" sz="1400" b="0" i="0">
                <a:effectLst/>
              </a:rPr>
              <a:t> </a:t>
            </a:r>
            <a:r>
              <a:rPr lang="en-US" sz="1400" b="0" i="0" err="1">
                <a:effectLst/>
              </a:rPr>
              <a:t>mattis</a:t>
            </a:r>
            <a:r>
              <a:rPr lang="en-US" sz="1400" b="0" i="0">
                <a:effectLst/>
              </a:rPr>
              <a:t>. Diam </a:t>
            </a:r>
            <a:r>
              <a:rPr lang="en-US" sz="1400" b="0" i="0" err="1">
                <a:effectLst/>
              </a:rPr>
              <a:t>donec</a:t>
            </a:r>
            <a:r>
              <a:rPr lang="en-US" sz="1400" b="0" i="0">
                <a:effectLst/>
              </a:rPr>
              <a:t> </a:t>
            </a:r>
            <a:r>
              <a:rPr lang="en-US" sz="1400" b="0" i="0" err="1">
                <a:effectLst/>
              </a:rPr>
              <a:t>adipiscing</a:t>
            </a:r>
            <a:r>
              <a:rPr lang="en-US" sz="1400" b="0" i="0">
                <a:effectLst/>
              </a:rPr>
              <a:t> </a:t>
            </a:r>
            <a:r>
              <a:rPr lang="en-US" sz="1400" b="0" i="0" err="1">
                <a:effectLst/>
              </a:rPr>
              <a:t>tristique</a:t>
            </a:r>
            <a:r>
              <a:rPr lang="en-US" sz="1400" b="0" i="0">
                <a:effectLst/>
              </a:rPr>
              <a:t> </a:t>
            </a:r>
            <a:r>
              <a:rPr lang="en-US" sz="1400" b="0" i="0" err="1">
                <a:effectLst/>
              </a:rPr>
              <a:t>risus</a:t>
            </a:r>
            <a:r>
              <a:rPr lang="en-US" sz="1400" b="0" i="0">
                <a:effectLst/>
              </a:rPr>
              <a:t> </a:t>
            </a:r>
            <a:r>
              <a:rPr lang="en-US" sz="1400" b="0" i="0" err="1">
                <a:effectLst/>
              </a:rPr>
              <a:t>nec</a:t>
            </a:r>
            <a:r>
              <a:rPr lang="en-US" sz="1400" b="0" i="0">
                <a:effectLst/>
              </a:rPr>
              <a:t> </a:t>
            </a:r>
            <a:r>
              <a:rPr lang="en-US" sz="1400" b="0" i="0" err="1">
                <a:effectLst/>
              </a:rPr>
              <a:t>feugiat</a:t>
            </a:r>
            <a:r>
              <a:rPr lang="en-US" sz="1400" b="0" i="0">
                <a:effectLst/>
              </a:rPr>
              <a:t> in fermentum. Et </a:t>
            </a:r>
            <a:r>
              <a:rPr lang="en-US" sz="1400" b="0" i="0" err="1">
                <a:effectLst/>
              </a:rPr>
              <a:t>leo</a:t>
            </a:r>
            <a:r>
              <a:rPr lang="en-US" sz="1400" b="0" i="0">
                <a:effectLst/>
              </a:rPr>
              <a:t> </a:t>
            </a:r>
            <a:r>
              <a:rPr lang="en-US" sz="1400" b="0" i="0" err="1">
                <a:effectLst/>
              </a:rPr>
              <a:t>duis</a:t>
            </a:r>
            <a:r>
              <a:rPr lang="en-US" sz="1400" b="0" i="0">
                <a:effectLst/>
              </a:rPr>
              <a:t> </a:t>
            </a:r>
            <a:r>
              <a:rPr lang="en-US" sz="1400" b="0" i="0" err="1">
                <a:effectLst/>
              </a:rPr>
              <a:t>ut</a:t>
            </a:r>
            <a:r>
              <a:rPr lang="en-US" sz="1400" b="0" i="0">
                <a:effectLst/>
              </a:rPr>
              <a:t> diam </a:t>
            </a:r>
            <a:r>
              <a:rPr lang="en-US" sz="1400" b="0" i="0" err="1">
                <a:effectLst/>
              </a:rPr>
              <a:t>quam</a:t>
            </a:r>
            <a:r>
              <a:rPr lang="en-US" sz="1400" b="0" i="0">
                <a:effectLst/>
              </a:rPr>
              <a:t> </a:t>
            </a:r>
            <a:r>
              <a:rPr lang="en-US" sz="1400" b="0" i="0" err="1">
                <a:effectLst/>
              </a:rPr>
              <a:t>nulla</a:t>
            </a:r>
            <a:r>
              <a:rPr lang="en-US" sz="1400" b="0" i="0">
                <a:effectLst/>
              </a:rPr>
              <a:t> </a:t>
            </a:r>
            <a:r>
              <a:rPr lang="en-US" sz="1400" b="0" i="0" err="1">
                <a:effectLst/>
              </a:rPr>
              <a:t>porttitor</a:t>
            </a:r>
            <a:r>
              <a:rPr lang="en-US" sz="1400" b="0" i="0">
                <a:effectLst/>
              </a:rPr>
              <a:t>. </a:t>
            </a:r>
            <a:r>
              <a:rPr lang="en-US" sz="1400" b="0" i="0" err="1">
                <a:effectLst/>
              </a:rPr>
              <a:t>Posuere</a:t>
            </a:r>
            <a:r>
              <a:rPr lang="en-US" sz="1400" b="0" i="0">
                <a:effectLst/>
              </a:rPr>
              <a:t> </a:t>
            </a:r>
            <a:r>
              <a:rPr lang="en-US" sz="1400" b="0" i="0" err="1">
                <a:effectLst/>
              </a:rPr>
              <a:t>urna</a:t>
            </a:r>
            <a:r>
              <a:rPr lang="en-US" sz="1400" b="0" i="0">
                <a:effectLst/>
              </a:rPr>
              <a:t> </a:t>
            </a:r>
            <a:r>
              <a:rPr lang="en-US" sz="1400" b="0" i="0" err="1">
                <a:effectLst/>
              </a:rPr>
              <a:t>nec</a:t>
            </a:r>
            <a:r>
              <a:rPr lang="en-US" sz="1400" b="0" i="0">
                <a:effectLst/>
              </a:rPr>
              <a:t> </a:t>
            </a:r>
            <a:r>
              <a:rPr lang="en-US" sz="1400" b="0" i="0" err="1">
                <a:effectLst/>
              </a:rPr>
              <a:t>tincidunt</a:t>
            </a:r>
            <a:r>
              <a:rPr lang="en-US" sz="1400" b="0" i="0">
                <a:effectLst/>
              </a:rPr>
              <a:t> </a:t>
            </a:r>
            <a:r>
              <a:rPr lang="en-US" sz="1400" b="0" i="0" err="1">
                <a:effectLst/>
              </a:rPr>
              <a:t>praesent</a:t>
            </a:r>
            <a:r>
              <a:rPr lang="en-US" sz="1400" b="0" i="0">
                <a:effectLst/>
              </a:rPr>
              <a:t> semper </a:t>
            </a:r>
            <a:r>
              <a:rPr lang="en-US" sz="1400" b="0" i="0" err="1">
                <a:effectLst/>
              </a:rPr>
              <a:t>feugiat</a:t>
            </a:r>
            <a:r>
              <a:rPr lang="en-US" sz="1400" b="0" i="0">
                <a:effectLst/>
              </a:rPr>
              <a:t> </a:t>
            </a:r>
            <a:r>
              <a:rPr lang="en-US" sz="1400" b="0" i="0" err="1">
                <a:effectLst/>
              </a:rPr>
              <a:t>nibh</a:t>
            </a:r>
            <a:r>
              <a:rPr lang="en-US" sz="1400" b="0" i="0">
                <a:effectLst/>
              </a:rPr>
              <a:t> sed pulvinar. </a:t>
            </a:r>
            <a:r>
              <a:rPr lang="en-US" sz="1400" b="0" i="0" err="1">
                <a:effectLst/>
              </a:rPr>
              <a:t>Mauris</a:t>
            </a:r>
            <a:r>
              <a:rPr lang="en-US" sz="1400" b="0" i="0">
                <a:effectLst/>
              </a:rPr>
              <a:t> a diam </a:t>
            </a:r>
            <a:r>
              <a:rPr lang="en-US" sz="1400" b="0" i="0" err="1">
                <a:effectLst/>
              </a:rPr>
              <a:t>maecenas</a:t>
            </a:r>
            <a:r>
              <a:rPr lang="en-US" sz="1400" b="0" i="0">
                <a:effectLst/>
              </a:rPr>
              <a:t> sed </a:t>
            </a:r>
            <a:r>
              <a:rPr lang="en-US" sz="1400" b="0" i="0" err="1">
                <a:effectLst/>
              </a:rPr>
              <a:t>enim</a:t>
            </a:r>
            <a:r>
              <a:rPr lang="en-US" sz="1400" b="0" i="0">
                <a:effectLst/>
              </a:rPr>
              <a:t>. Lacinia </a:t>
            </a:r>
            <a:r>
              <a:rPr lang="en-US" sz="1400" b="0" i="0" err="1">
                <a:effectLst/>
              </a:rPr>
              <a:t>quis</a:t>
            </a:r>
            <a:r>
              <a:rPr lang="en-US" sz="1400" b="0" i="0">
                <a:effectLst/>
              </a:rPr>
              <a:t> vel eros </a:t>
            </a:r>
            <a:r>
              <a:rPr lang="en-US" sz="1400" b="0" i="0" err="1">
                <a:effectLst/>
              </a:rPr>
              <a:t>donec</a:t>
            </a:r>
            <a:r>
              <a:rPr lang="en-US" sz="1400" b="0" i="0">
                <a:effectLst/>
              </a:rPr>
              <a:t> ac </a:t>
            </a:r>
            <a:r>
              <a:rPr lang="en-US" sz="1400" b="0" i="0" err="1">
                <a:effectLst/>
              </a:rPr>
              <a:t>odio</a:t>
            </a:r>
            <a:r>
              <a:rPr lang="en-US" sz="1400" b="0" i="0">
                <a:effectLst/>
              </a:rPr>
              <a:t> </a:t>
            </a:r>
            <a:r>
              <a:rPr lang="en-US" sz="1400" b="0" i="0" err="1">
                <a:effectLst/>
              </a:rPr>
              <a:t>tempor</a:t>
            </a:r>
            <a:r>
              <a:rPr lang="en-US" sz="1400" b="0" i="0">
                <a:effectLst/>
              </a:rPr>
              <a:t>. Platea </a:t>
            </a:r>
            <a:r>
              <a:rPr lang="en-US" sz="1400" b="0" i="0" err="1">
                <a:effectLst/>
              </a:rPr>
              <a:t>dictumst</a:t>
            </a:r>
            <a:r>
              <a:rPr lang="en-US" sz="1400" b="0" i="0">
                <a:effectLst/>
              </a:rPr>
              <a:t> </a:t>
            </a:r>
            <a:r>
              <a:rPr lang="en-US" sz="1400" b="0" i="0" err="1">
                <a:effectLst/>
              </a:rPr>
              <a:t>quisque</a:t>
            </a:r>
            <a:r>
              <a:rPr lang="en-US" sz="1400" b="0" i="0">
                <a:effectLst/>
              </a:rPr>
              <a:t> </a:t>
            </a:r>
            <a:r>
              <a:rPr lang="en-US" sz="1400" b="0" i="0" err="1">
                <a:effectLst/>
              </a:rPr>
              <a:t>sagittis</a:t>
            </a:r>
            <a:r>
              <a:rPr lang="en-US" sz="1400" b="0" i="0">
                <a:effectLst/>
              </a:rPr>
              <a:t> </a:t>
            </a:r>
            <a:r>
              <a:rPr lang="en-US" sz="1400" b="0" i="0" err="1">
                <a:effectLst/>
              </a:rPr>
              <a:t>purus</a:t>
            </a:r>
            <a:r>
              <a:rPr lang="en-US" sz="1400" b="0" i="0">
                <a:effectLst/>
              </a:rPr>
              <a:t> sit </a:t>
            </a:r>
            <a:r>
              <a:rPr lang="en-US" sz="1400" b="0" i="0" err="1">
                <a:effectLst/>
              </a:rPr>
              <a:t>amet</a:t>
            </a:r>
            <a:r>
              <a:rPr lang="en-US" sz="1400" b="0" i="0">
                <a:effectLst/>
              </a:rPr>
              <a:t>. </a:t>
            </a:r>
            <a:r>
              <a:rPr lang="en-US" sz="1400" b="0" i="0" err="1">
                <a:effectLst/>
              </a:rPr>
              <a:t>Nibh</a:t>
            </a:r>
            <a:r>
              <a:rPr lang="en-US" sz="1400" b="0" i="0">
                <a:effectLst/>
              </a:rPr>
              <a:t> </a:t>
            </a:r>
            <a:r>
              <a:rPr lang="en-US" sz="1400" b="0" i="0" err="1">
                <a:effectLst/>
              </a:rPr>
              <a:t>praesent</a:t>
            </a:r>
            <a:r>
              <a:rPr lang="en-US" sz="1400" b="0" i="0">
                <a:effectLst/>
              </a:rPr>
              <a:t> </a:t>
            </a:r>
            <a:r>
              <a:rPr lang="en-US" sz="1400" b="0" i="0" err="1">
                <a:effectLst/>
              </a:rPr>
              <a:t>tristique</a:t>
            </a:r>
            <a:r>
              <a:rPr lang="en-US" sz="1400" b="0" i="0">
                <a:effectLst/>
              </a:rPr>
              <a:t> magna sit. In </a:t>
            </a:r>
            <a:r>
              <a:rPr lang="en-US" sz="1400" b="0" i="0" err="1">
                <a:effectLst/>
              </a:rPr>
              <a:t>arcu</a:t>
            </a:r>
            <a:r>
              <a:rPr lang="en-US" sz="1400" b="0" i="0">
                <a:effectLst/>
              </a:rPr>
              <a:t> cursus </a:t>
            </a:r>
            <a:r>
              <a:rPr lang="en-US" sz="1400" b="0" i="0" err="1">
                <a:effectLst/>
              </a:rPr>
              <a:t>euismod</a:t>
            </a:r>
            <a:r>
              <a:rPr lang="en-US" sz="1400" b="0" i="0">
                <a:effectLst/>
              </a:rPr>
              <a:t> </a:t>
            </a:r>
            <a:r>
              <a:rPr lang="en-US" sz="1400" b="0" i="0" err="1">
                <a:effectLst/>
              </a:rPr>
              <a:t>quis</a:t>
            </a:r>
            <a:r>
              <a:rPr lang="en-US" sz="1400" b="0" i="0">
                <a:effectLst/>
              </a:rPr>
              <a:t> </a:t>
            </a:r>
            <a:r>
              <a:rPr lang="en-US" sz="1400" b="0" i="0" err="1">
                <a:effectLst/>
              </a:rPr>
              <a:t>viverra</a:t>
            </a:r>
            <a:r>
              <a:rPr lang="en-US" sz="1400" b="0" i="0">
                <a:effectLst/>
              </a:rPr>
              <a:t> </a:t>
            </a:r>
            <a:r>
              <a:rPr lang="en-US" sz="1400" b="0" i="0" err="1">
                <a:effectLst/>
              </a:rPr>
              <a:t>nibh</a:t>
            </a:r>
            <a:r>
              <a:rPr lang="en-US" sz="1400" b="0" i="0">
                <a:effectLst/>
              </a:rPr>
              <a:t>.</a:t>
            </a:r>
          </a:p>
          <a:p>
            <a:pPr marL="0" marR="0" algn="l">
              <a:lnSpc>
                <a:spcPct val="110000"/>
              </a:lnSpc>
              <a:spcBef>
                <a:spcPts val="0"/>
              </a:spcBef>
              <a:spcAft>
                <a:spcPts val="1000"/>
              </a:spcAft>
            </a:pPr>
            <a:r>
              <a:rPr lang="en-US" sz="1400" b="0" i="0" u="none" strike="noStrike">
                <a:effectLst/>
              </a:rPr>
              <a:t>Learn more at </a:t>
            </a:r>
            <a:r>
              <a:rPr lang="en-US" sz="1400" b="1" i="0" u="none" strike="noStrike" err="1">
                <a:effectLst/>
              </a:rPr>
              <a:t>partnerwebsite.com</a:t>
            </a:r>
            <a:r>
              <a:rPr lang="en-US" sz="1400" b="0" i="0" u="none" strike="noStrike">
                <a:effectLst/>
              </a:rPr>
              <a:t>.</a:t>
            </a:r>
            <a:endParaRPr lang="en-US" sz="1400">
              <a:effectLst/>
            </a:endParaRPr>
          </a:p>
        </p:txBody>
      </p:sp>
      <p:sp>
        <p:nvSpPr>
          <p:cNvPr id="3" name="object 7">
            <a:extLst>
              <a:ext uri="{FF2B5EF4-FFF2-40B4-BE49-F238E27FC236}">
                <a16:creationId xmlns:a16="http://schemas.microsoft.com/office/drawing/2014/main" id="{34B82358-17B5-7754-6216-5E419BC430C6}"/>
              </a:ext>
            </a:extLst>
          </p:cNvPr>
          <p:cNvSpPr txBox="1"/>
          <p:nvPr/>
        </p:nvSpPr>
        <p:spPr>
          <a:xfrm>
            <a:off x="10071752" y="316489"/>
            <a:ext cx="1993392" cy="542898"/>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79" spc="-3" dirty="0">
                <a:solidFill>
                  <a:srgbClr val="EB4536"/>
                </a:solidFill>
                <a:latin typeface="Slalom Sans"/>
                <a:cs typeface="Slalom Sans"/>
              </a:rPr>
              <a:t>As of January 2024. Visit the </a:t>
            </a:r>
            <a:r>
              <a:rPr lang="en-US" sz="879" spc="-3" dirty="0">
                <a:solidFill>
                  <a:srgbClr val="EB4536"/>
                </a:solidFill>
                <a:latin typeface="Slalom Sans"/>
                <a:cs typeface="Slalom Sans"/>
                <a:hlinkClick r:id="rId2"/>
              </a:rPr>
              <a:t>boilerplates page</a:t>
            </a:r>
            <a:r>
              <a:rPr lang="en-US" sz="879" spc="-3" dirty="0">
                <a:solidFill>
                  <a:srgbClr val="EB4536"/>
                </a:solidFill>
                <a:latin typeface="Slalom Sans"/>
                <a:cs typeface="Slalom Sans"/>
              </a:rPr>
              <a:t> on Slalom One for the latest. </a:t>
            </a:r>
            <a:endParaRPr sz="879" dirty="0">
              <a:solidFill>
                <a:srgbClr val="1E1E1E"/>
              </a:solidFill>
              <a:latin typeface="Slalom Sans"/>
              <a:cs typeface="Slalom Sans"/>
            </a:endParaRPr>
          </a:p>
        </p:txBody>
      </p:sp>
      <p:sp>
        <p:nvSpPr>
          <p:cNvPr id="16" name="object 9">
            <a:extLst>
              <a:ext uri="{FF2B5EF4-FFF2-40B4-BE49-F238E27FC236}">
                <a16:creationId xmlns:a16="http://schemas.microsoft.com/office/drawing/2014/main" id="{5ED16FA5-51AC-87CA-A375-AE2C163CAF70}"/>
              </a:ext>
            </a:extLst>
          </p:cNvPr>
          <p:cNvSpPr/>
          <p:nvPr/>
        </p:nvSpPr>
        <p:spPr>
          <a:xfrm>
            <a:off x="10054918" y="19605"/>
            <a:ext cx="2027996"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dirty="0">
                <a:solidFill>
                  <a:srgbClr val="FFFFFF"/>
                </a:solidFill>
                <a:latin typeface="Slalom Sans Bold" pitchFamily="2" charset="77"/>
              </a:rPr>
              <a:t>READ ME THEN DELETE </a:t>
            </a:r>
            <a:r>
              <a:rPr lang="en-US" sz="1092" b="1" dirty="0" err="1">
                <a:solidFill>
                  <a:srgbClr val="FFFFFF"/>
                </a:solidFill>
                <a:latin typeface="Slalom Sans Bold" pitchFamily="2" charset="77"/>
              </a:rPr>
              <a:t>MEz</a:t>
            </a:r>
            <a:endParaRPr sz="1092" b="1" dirty="0">
              <a:solidFill>
                <a:srgbClr val="FFFFFF"/>
              </a:solidFill>
              <a:latin typeface="Slalom Sans Bold" pitchFamily="2" charset="77"/>
            </a:endParaRPr>
          </a:p>
        </p:txBody>
      </p:sp>
    </p:spTree>
    <p:extLst>
      <p:ext uri="{BB962C8B-B14F-4D97-AF65-F5344CB8AC3E}">
        <p14:creationId xmlns:p14="http://schemas.microsoft.com/office/powerpoint/2010/main" val="299201028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79D725-B65F-8F27-A62B-8ADD5E96CC5F}"/>
              </a:ext>
            </a:extLst>
          </p:cNvPr>
          <p:cNvSpPr>
            <a:spLocks noGrp="1"/>
          </p:cNvSpPr>
          <p:nvPr>
            <p:ph type="dt" sz="half" idx="10"/>
          </p:nvPr>
        </p:nvSpPr>
        <p:spPr/>
        <p:txBody>
          <a:bodyPr/>
          <a:lstStyle/>
          <a:p>
            <a:fld id="{27079A0E-CCE3-4425-B76E-96DE74F8AAFE}" type="datetimeyyyy">
              <a:rPr lang="en-US" smtClean="0"/>
              <a:t>2025</a:t>
            </a:fld>
            <a:endParaRPr lang="en-US"/>
          </a:p>
        </p:txBody>
      </p:sp>
      <p:sp>
        <p:nvSpPr>
          <p:cNvPr id="5" name="Footer Placeholder 4">
            <a:extLst>
              <a:ext uri="{FF2B5EF4-FFF2-40B4-BE49-F238E27FC236}">
                <a16:creationId xmlns:a16="http://schemas.microsoft.com/office/drawing/2014/main" id="{E0B4EF3E-7549-9F69-98F7-F0FB31557D8A}"/>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C096ADC0-FE4D-956F-1A7F-89240FCDE5A8}"/>
              </a:ext>
            </a:extLst>
          </p:cNvPr>
          <p:cNvSpPr>
            <a:spLocks noGrp="1"/>
          </p:cNvSpPr>
          <p:nvPr>
            <p:ph type="sldNum" sz="quarter" idx="12"/>
          </p:nvPr>
        </p:nvSpPr>
        <p:spPr/>
        <p:txBody>
          <a:bodyPr/>
          <a:lstStyle/>
          <a:p>
            <a:fld id="{B2643E34-DC33-45ED-8E33-EC0D5991E9A4}" type="slidenum">
              <a:rPr lang="en-US" smtClean="0"/>
              <a:pPr/>
              <a:t>147</a:t>
            </a:fld>
            <a:endParaRPr lang="en-US"/>
          </a:p>
        </p:txBody>
      </p:sp>
      <p:grpSp>
        <p:nvGrpSpPr>
          <p:cNvPr id="7" name="Group 6">
            <a:extLst>
              <a:ext uri="{FF2B5EF4-FFF2-40B4-BE49-F238E27FC236}">
                <a16:creationId xmlns:a16="http://schemas.microsoft.com/office/drawing/2014/main" id="{2D27D8C4-ED99-A4F3-CA8A-52E6A7ECE709}"/>
              </a:ext>
              <a:ext uri="{C183D7F6-B498-43B3-948B-1728B52AA6E4}">
                <adec:decorative xmlns:adec="http://schemas.microsoft.com/office/drawing/2017/decorative" val="1"/>
              </a:ext>
            </a:extLst>
          </p:cNvPr>
          <p:cNvGrpSpPr/>
          <p:nvPr/>
        </p:nvGrpSpPr>
        <p:grpSpPr>
          <a:xfrm rot="16200000" flipV="1">
            <a:off x="-3360420" y="3360420"/>
            <a:ext cx="6858000" cy="137160"/>
            <a:chOff x="0" y="6720840"/>
            <a:chExt cx="12192000" cy="137160"/>
          </a:xfrm>
        </p:grpSpPr>
        <p:sp>
          <p:nvSpPr>
            <p:cNvPr id="8" name="Rectangle 7">
              <a:extLst>
                <a:ext uri="{FF2B5EF4-FFF2-40B4-BE49-F238E27FC236}">
                  <a16:creationId xmlns:a16="http://schemas.microsoft.com/office/drawing/2014/main" id="{AD9B397C-4CE8-4AE8-C66B-ED640488482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9" name="Rectangle 8">
              <a:extLst>
                <a:ext uri="{FF2B5EF4-FFF2-40B4-BE49-F238E27FC236}">
                  <a16:creationId xmlns:a16="http://schemas.microsoft.com/office/drawing/2014/main" id="{8220C548-BA3F-BBD5-881B-7641D64FB67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0" name="Rectangle 9">
              <a:extLst>
                <a:ext uri="{FF2B5EF4-FFF2-40B4-BE49-F238E27FC236}">
                  <a16:creationId xmlns:a16="http://schemas.microsoft.com/office/drawing/2014/main" id="{24E277B1-DD8A-CC55-8C7B-BEF50B9C21BB}"/>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D1720B86-D125-4F72-0E36-25C5F4808931}"/>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A30EEF04-6F62-CE3C-7913-C6D5ED9B2347}"/>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3" name="Title 5">
            <a:extLst>
              <a:ext uri="{FF2B5EF4-FFF2-40B4-BE49-F238E27FC236}">
                <a16:creationId xmlns:a16="http://schemas.microsoft.com/office/drawing/2014/main" id="{69D97E43-6B65-C698-5A3F-A4D7B218E388}"/>
              </a:ext>
            </a:extLst>
          </p:cNvPr>
          <p:cNvSpPr>
            <a:spLocks noGrp="1"/>
          </p:cNvSpPr>
          <p:nvPr>
            <p:ph type="title"/>
          </p:nvPr>
        </p:nvSpPr>
        <p:spPr>
          <a:xfrm>
            <a:off x="571501" y="598055"/>
            <a:ext cx="2819396" cy="426027"/>
          </a:xfrm>
        </p:spPr>
        <p:txBody>
          <a:bodyPr/>
          <a:lstStyle/>
          <a:p>
            <a:r>
              <a:rPr lang="en-US" sz="2200"/>
              <a:t>About Slalom</a:t>
            </a:r>
          </a:p>
        </p:txBody>
      </p:sp>
      <p:sp>
        <p:nvSpPr>
          <p:cNvPr id="14" name="object 2">
            <a:extLst>
              <a:ext uri="{FF2B5EF4-FFF2-40B4-BE49-F238E27FC236}">
                <a16:creationId xmlns:a16="http://schemas.microsoft.com/office/drawing/2014/main" id="{E9BDA4AD-8156-6648-DC03-7FE253913575}"/>
              </a:ext>
            </a:extLst>
          </p:cNvPr>
          <p:cNvSpPr txBox="1"/>
          <p:nvPr/>
        </p:nvSpPr>
        <p:spPr>
          <a:xfrm>
            <a:off x="571502" y="1752600"/>
            <a:ext cx="2819396" cy="4533900"/>
          </a:xfrm>
          <a:prstGeom prst="rect">
            <a:avLst/>
          </a:prstGeom>
        </p:spPr>
        <p:txBody>
          <a:bodyPr vert="horz" wrap="square" lIns="0" tIns="7315" rIns="0" bIns="0" rtlCol="0">
            <a:noAutofit/>
          </a:bodyPr>
          <a:lstStyle/>
          <a:p>
            <a:pPr marL="0" marR="0" algn="l">
              <a:lnSpc>
                <a:spcPct val="110000"/>
              </a:lnSpc>
              <a:spcBef>
                <a:spcPts val="0"/>
              </a:spcBef>
              <a:spcAft>
                <a:spcPts val="1000"/>
              </a:spcAft>
            </a:pPr>
            <a:r>
              <a:rPr lang="en-US" sz="1200" b="1" i="0" u="none" strike="noStrike" dirty="0">
                <a:effectLst/>
              </a:rPr>
              <a:t>Slalom is a purpose-led, global business and technology consulting company. </a:t>
            </a:r>
            <a:endParaRPr lang="en-US" sz="1200" dirty="0"/>
          </a:p>
          <a:p>
            <a:pPr marL="0" marR="0" algn="l">
              <a:lnSpc>
                <a:spcPct val="110000"/>
              </a:lnSpc>
              <a:spcBef>
                <a:spcPts val="0"/>
              </a:spcBef>
              <a:spcAft>
                <a:spcPts val="1000"/>
              </a:spcAft>
            </a:pPr>
            <a:r>
              <a:rPr lang="en-US" sz="1200" dirty="0">
                <a:effectLst/>
              </a:rPr>
              <a:t>From strategy to implementation, our approach is fiercely human. We deeply understand our customers—and their customers—to deliver practical, end-to-end solutions that drive meaningful impact. Backed by close partnerships with over 700 leading technology providers, our nearly 12,000 team members in eight countries and 49 offices help people and organizations dream bigger, move faster, and build better tomorrows for all. </a:t>
            </a:r>
            <a:r>
              <a:rPr lang="en-US" sz="1200" dirty="0"/>
              <a:t>We’re honored to be consistently recognized as a great place to work, including being one of Fortune’s 100 Best Companies to Work For eight years running. </a:t>
            </a:r>
          </a:p>
          <a:p>
            <a:pPr marL="0" marR="0" algn="l">
              <a:lnSpc>
                <a:spcPct val="110000"/>
              </a:lnSpc>
              <a:spcBef>
                <a:spcPts val="0"/>
              </a:spcBef>
              <a:spcAft>
                <a:spcPts val="1000"/>
              </a:spcAft>
            </a:pPr>
            <a:r>
              <a:rPr lang="en-US" sz="1200" b="0" i="0" u="none" strike="noStrike" dirty="0">
                <a:effectLst/>
              </a:rPr>
              <a:t>Learn more at </a:t>
            </a:r>
            <a:r>
              <a:rPr lang="en-US" sz="1200" b="1" i="0" u="none" strike="noStrike" dirty="0" err="1">
                <a:effectLst/>
              </a:rPr>
              <a:t>slalom.com</a:t>
            </a:r>
            <a:r>
              <a:rPr lang="en-US" sz="1200" b="0" i="0" u="none" strike="noStrike" dirty="0">
                <a:effectLst/>
              </a:rPr>
              <a:t>.</a:t>
            </a:r>
            <a:endParaRPr lang="en-US" sz="1200" dirty="0">
              <a:effectLst/>
            </a:endParaRPr>
          </a:p>
        </p:txBody>
      </p:sp>
      <p:sp>
        <p:nvSpPr>
          <p:cNvPr id="2" name="Title 5">
            <a:extLst>
              <a:ext uri="{FF2B5EF4-FFF2-40B4-BE49-F238E27FC236}">
                <a16:creationId xmlns:a16="http://schemas.microsoft.com/office/drawing/2014/main" id="{EFF96858-BD94-1A59-5C7A-F1C4A96A5CF4}"/>
              </a:ext>
            </a:extLst>
          </p:cNvPr>
          <p:cNvSpPr txBox="1">
            <a:spLocks/>
          </p:cNvSpPr>
          <p:nvPr/>
        </p:nvSpPr>
        <p:spPr>
          <a:xfrm>
            <a:off x="8801096" y="598055"/>
            <a:ext cx="3062995" cy="426027"/>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200"/>
              <a:t>About (partner name)</a:t>
            </a:r>
          </a:p>
        </p:txBody>
      </p:sp>
      <p:cxnSp>
        <p:nvCxnSpPr>
          <p:cNvPr id="15" name="Straight Connector 14">
            <a:extLst>
              <a:ext uri="{FF2B5EF4-FFF2-40B4-BE49-F238E27FC236}">
                <a16:creationId xmlns:a16="http://schemas.microsoft.com/office/drawing/2014/main" id="{960AC4C6-9F23-C9F8-B700-E57FD6D6B2E7}"/>
              </a:ext>
            </a:extLst>
          </p:cNvPr>
          <p:cNvCxnSpPr>
            <a:cxnSpLocks/>
          </p:cNvCxnSpPr>
          <p:nvPr/>
        </p:nvCxnSpPr>
        <p:spPr>
          <a:xfrm>
            <a:off x="4038598" y="571500"/>
            <a:ext cx="0" cy="5715000"/>
          </a:xfrm>
          <a:prstGeom prst="line">
            <a:avLst/>
          </a:prstGeom>
          <a:ln w="9525" cap="flat">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8" name="object 2">
            <a:extLst>
              <a:ext uri="{FF2B5EF4-FFF2-40B4-BE49-F238E27FC236}">
                <a16:creationId xmlns:a16="http://schemas.microsoft.com/office/drawing/2014/main" id="{D7890158-F927-9C6D-F7FF-38E18DEC3F8A}"/>
              </a:ext>
            </a:extLst>
          </p:cNvPr>
          <p:cNvSpPr txBox="1"/>
          <p:nvPr/>
        </p:nvSpPr>
        <p:spPr>
          <a:xfrm>
            <a:off x="4686298" y="1750291"/>
            <a:ext cx="2819401" cy="3352800"/>
          </a:xfrm>
          <a:prstGeom prst="rect">
            <a:avLst/>
          </a:prstGeom>
        </p:spPr>
        <p:txBody>
          <a:bodyPr vert="horz" wrap="square" lIns="0" tIns="7315" rIns="0" bIns="0" rtlCol="0">
            <a:noAutofit/>
          </a:bodyPr>
          <a:lstStyle/>
          <a:p>
            <a:pPr algn="l">
              <a:lnSpc>
                <a:spcPct val="110000"/>
              </a:lnSpc>
              <a:spcAft>
                <a:spcPts val="1000"/>
              </a:spcAft>
            </a:pPr>
            <a:r>
              <a:rPr lang="en-US" sz="1200" b="0" i="0">
                <a:effectLst/>
              </a:rPr>
              <a:t>Lorem ipsum dolor sit </a:t>
            </a:r>
            <a:r>
              <a:rPr lang="en-US" sz="1200" b="0" i="0" err="1">
                <a:effectLst/>
              </a:rPr>
              <a:t>amet</a:t>
            </a:r>
            <a:r>
              <a:rPr lang="en-US" sz="1200" b="0" i="0">
                <a:effectLst/>
              </a:rPr>
              <a:t>, </a:t>
            </a:r>
            <a:r>
              <a:rPr lang="en-US" sz="1200" b="0" i="0" err="1">
                <a:effectLst/>
              </a:rPr>
              <a:t>consectetur</a:t>
            </a:r>
            <a:r>
              <a:rPr lang="en-US" sz="1200" b="0" i="0">
                <a:effectLst/>
              </a:rPr>
              <a:t> </a:t>
            </a:r>
            <a:r>
              <a:rPr lang="en-US" sz="1200" b="0" i="0" err="1">
                <a:effectLst/>
              </a:rPr>
              <a:t>adipiscing</a:t>
            </a:r>
            <a:r>
              <a:rPr lang="en-US" sz="1200" b="0" i="0">
                <a:effectLst/>
              </a:rPr>
              <a:t> </a:t>
            </a:r>
            <a:r>
              <a:rPr lang="en-US" sz="1200" b="0" i="0" err="1">
                <a:effectLst/>
              </a:rPr>
              <a:t>elit</a:t>
            </a:r>
            <a:r>
              <a:rPr lang="en-US" sz="1200" b="0" i="0">
                <a:effectLst/>
              </a:rPr>
              <a:t>, sed do </a:t>
            </a:r>
            <a:r>
              <a:rPr lang="en-US" sz="1200" b="0" i="0" err="1">
                <a:effectLst/>
              </a:rPr>
              <a:t>eiusmod</a:t>
            </a:r>
            <a:r>
              <a:rPr lang="en-US" sz="1200" b="0" i="0">
                <a:effectLst/>
              </a:rPr>
              <a:t> </a:t>
            </a:r>
            <a:r>
              <a:rPr lang="en-US" sz="1200" b="0" i="0" err="1">
                <a:effectLst/>
              </a:rPr>
              <a:t>tempor</a:t>
            </a:r>
            <a:r>
              <a:rPr lang="en-US" sz="1200" b="0" i="0">
                <a:effectLst/>
              </a:rPr>
              <a:t> </a:t>
            </a:r>
            <a:r>
              <a:rPr lang="en-US" sz="1200" b="0" i="0" err="1">
                <a:effectLst/>
              </a:rPr>
              <a:t>incididunt</a:t>
            </a:r>
            <a:r>
              <a:rPr lang="en-US" sz="1200" b="0" i="0">
                <a:effectLst/>
              </a:rPr>
              <a:t> </a:t>
            </a:r>
            <a:r>
              <a:rPr lang="en-US" sz="1200" b="0" i="0" err="1">
                <a:effectLst/>
              </a:rPr>
              <a:t>ut</a:t>
            </a:r>
            <a:r>
              <a:rPr lang="en-US" sz="1200" b="0" i="0">
                <a:effectLst/>
              </a:rPr>
              <a:t> labore et dolore magna </a:t>
            </a:r>
            <a:r>
              <a:rPr lang="en-US" sz="1200" b="0" i="0" err="1">
                <a:effectLst/>
              </a:rPr>
              <a:t>aliqua</a:t>
            </a:r>
            <a:r>
              <a:rPr lang="en-US" sz="1200" b="0" i="0">
                <a:effectLst/>
              </a:rPr>
              <a:t>. </a:t>
            </a:r>
            <a:r>
              <a:rPr lang="en-US" sz="1200" b="0" i="0" err="1">
                <a:effectLst/>
              </a:rPr>
              <a:t>Amet</a:t>
            </a:r>
            <a:r>
              <a:rPr lang="en-US" sz="1200" b="0" i="0">
                <a:effectLst/>
              </a:rPr>
              <a:t> </a:t>
            </a:r>
            <a:r>
              <a:rPr lang="en-US" sz="1200" b="0" i="0" err="1">
                <a:effectLst/>
              </a:rPr>
              <a:t>risus</a:t>
            </a:r>
            <a:r>
              <a:rPr lang="en-US" sz="1200" b="0" i="0">
                <a:effectLst/>
              </a:rPr>
              <a:t> </a:t>
            </a:r>
            <a:r>
              <a:rPr lang="en-US" sz="1200" b="0" i="0" err="1">
                <a:effectLst/>
              </a:rPr>
              <a:t>nullam</a:t>
            </a:r>
            <a:r>
              <a:rPr lang="en-US" sz="1200" b="0" i="0">
                <a:effectLst/>
              </a:rPr>
              <a:t> </a:t>
            </a:r>
            <a:r>
              <a:rPr lang="en-US" sz="1200" b="0" i="0" err="1">
                <a:effectLst/>
              </a:rPr>
              <a:t>eget</a:t>
            </a:r>
            <a:r>
              <a:rPr lang="en-US" sz="1200" b="0" i="0">
                <a:effectLst/>
              </a:rPr>
              <a:t> </a:t>
            </a:r>
            <a:r>
              <a:rPr lang="en-US" sz="1200" b="0" i="0" err="1">
                <a:effectLst/>
              </a:rPr>
              <a:t>felis</a:t>
            </a:r>
            <a:r>
              <a:rPr lang="en-US" sz="1200" b="0" i="0">
                <a:effectLst/>
              </a:rPr>
              <a:t> </a:t>
            </a:r>
            <a:r>
              <a:rPr lang="en-US" sz="1200" b="0" i="0" err="1">
                <a:effectLst/>
              </a:rPr>
              <a:t>eget</a:t>
            </a:r>
            <a:r>
              <a:rPr lang="en-US" sz="1200" b="0" i="0">
                <a:effectLst/>
              </a:rPr>
              <a:t> </a:t>
            </a:r>
            <a:r>
              <a:rPr lang="en-US" sz="1200" b="0" i="0" err="1">
                <a:effectLst/>
              </a:rPr>
              <a:t>nunc</a:t>
            </a:r>
            <a:r>
              <a:rPr lang="en-US" sz="1200" b="0" i="0">
                <a:effectLst/>
              </a:rPr>
              <a:t> </a:t>
            </a:r>
            <a:r>
              <a:rPr lang="en-US" sz="1200" b="0" i="0" err="1">
                <a:effectLst/>
              </a:rPr>
              <a:t>lobortis</a:t>
            </a:r>
            <a:r>
              <a:rPr lang="en-US" sz="1200" b="0" i="0">
                <a:effectLst/>
              </a:rPr>
              <a:t> </a:t>
            </a:r>
            <a:r>
              <a:rPr lang="en-US" sz="1200" b="0" i="0" err="1">
                <a:effectLst/>
              </a:rPr>
              <a:t>mattis</a:t>
            </a:r>
            <a:r>
              <a:rPr lang="en-US" sz="1200" b="0" i="0">
                <a:effectLst/>
              </a:rPr>
              <a:t>. Diam </a:t>
            </a:r>
            <a:r>
              <a:rPr lang="en-US" sz="1200" b="0" i="0" err="1">
                <a:effectLst/>
              </a:rPr>
              <a:t>donec</a:t>
            </a:r>
            <a:r>
              <a:rPr lang="en-US" sz="1200" b="0" i="0">
                <a:effectLst/>
              </a:rPr>
              <a:t> </a:t>
            </a:r>
            <a:r>
              <a:rPr lang="en-US" sz="1200" b="0" i="0" err="1">
                <a:effectLst/>
              </a:rPr>
              <a:t>adipiscing</a:t>
            </a:r>
            <a:r>
              <a:rPr lang="en-US" sz="1200" b="0" i="0">
                <a:effectLst/>
              </a:rPr>
              <a:t> </a:t>
            </a:r>
            <a:r>
              <a:rPr lang="en-US" sz="1200" b="0" i="0" err="1">
                <a:effectLst/>
              </a:rPr>
              <a:t>tristique</a:t>
            </a:r>
            <a:r>
              <a:rPr lang="en-US" sz="1200" b="0" i="0">
                <a:effectLst/>
              </a:rPr>
              <a:t> </a:t>
            </a:r>
            <a:r>
              <a:rPr lang="en-US" sz="1200" b="0" i="0" err="1">
                <a:effectLst/>
              </a:rPr>
              <a:t>risus</a:t>
            </a:r>
            <a:r>
              <a:rPr lang="en-US" sz="1200" b="0" i="0">
                <a:effectLst/>
              </a:rPr>
              <a:t> </a:t>
            </a:r>
            <a:r>
              <a:rPr lang="en-US" sz="1200" b="0" i="0" err="1">
                <a:effectLst/>
              </a:rPr>
              <a:t>nec</a:t>
            </a:r>
            <a:r>
              <a:rPr lang="en-US" sz="1200" b="0" i="0">
                <a:effectLst/>
              </a:rPr>
              <a:t> </a:t>
            </a:r>
            <a:r>
              <a:rPr lang="en-US" sz="1200" b="0" i="0" err="1">
                <a:effectLst/>
              </a:rPr>
              <a:t>feugiat</a:t>
            </a:r>
            <a:r>
              <a:rPr lang="en-US" sz="1200" b="0" i="0">
                <a:effectLst/>
              </a:rPr>
              <a:t> in fermentum. Et </a:t>
            </a:r>
            <a:r>
              <a:rPr lang="en-US" sz="1200" b="0" i="0" err="1">
                <a:effectLst/>
              </a:rPr>
              <a:t>leo</a:t>
            </a:r>
            <a:r>
              <a:rPr lang="en-US" sz="1200" b="0" i="0">
                <a:effectLst/>
              </a:rPr>
              <a:t> </a:t>
            </a:r>
            <a:r>
              <a:rPr lang="en-US" sz="1200" b="0" i="0" err="1">
                <a:effectLst/>
              </a:rPr>
              <a:t>duis</a:t>
            </a:r>
            <a:r>
              <a:rPr lang="en-US" sz="1200" b="0" i="0">
                <a:effectLst/>
              </a:rPr>
              <a:t> </a:t>
            </a:r>
            <a:r>
              <a:rPr lang="en-US" sz="1200" b="0" i="0" err="1">
                <a:effectLst/>
              </a:rPr>
              <a:t>ut</a:t>
            </a:r>
            <a:r>
              <a:rPr lang="en-US" sz="1200" b="0" i="0">
                <a:effectLst/>
              </a:rPr>
              <a:t> diam </a:t>
            </a:r>
            <a:r>
              <a:rPr lang="en-US" sz="1200" b="0" i="0" err="1">
                <a:effectLst/>
              </a:rPr>
              <a:t>quam</a:t>
            </a:r>
            <a:r>
              <a:rPr lang="en-US" sz="1200" b="0" i="0">
                <a:effectLst/>
              </a:rPr>
              <a:t> </a:t>
            </a:r>
            <a:r>
              <a:rPr lang="en-US" sz="1200" b="0" i="0" err="1">
                <a:effectLst/>
              </a:rPr>
              <a:t>nulla</a:t>
            </a:r>
            <a:r>
              <a:rPr lang="en-US" sz="1200" b="0" i="0">
                <a:effectLst/>
              </a:rPr>
              <a:t> </a:t>
            </a:r>
            <a:r>
              <a:rPr lang="en-US" sz="1200" b="0" i="0" err="1">
                <a:effectLst/>
              </a:rPr>
              <a:t>porttitor</a:t>
            </a:r>
            <a:r>
              <a:rPr lang="en-US" sz="1200" b="0" i="0">
                <a:effectLst/>
              </a:rPr>
              <a:t>. </a:t>
            </a:r>
            <a:r>
              <a:rPr lang="en-US" sz="1200" b="0" i="0" err="1">
                <a:effectLst/>
              </a:rPr>
              <a:t>Posuere</a:t>
            </a:r>
            <a:r>
              <a:rPr lang="en-US" sz="1200" b="0" i="0">
                <a:effectLst/>
              </a:rPr>
              <a:t> </a:t>
            </a:r>
            <a:r>
              <a:rPr lang="en-US" sz="1200" b="0" i="0" err="1">
                <a:effectLst/>
              </a:rPr>
              <a:t>urna</a:t>
            </a:r>
            <a:r>
              <a:rPr lang="en-US" sz="1200" b="0" i="0">
                <a:effectLst/>
              </a:rPr>
              <a:t> </a:t>
            </a:r>
            <a:r>
              <a:rPr lang="en-US" sz="1200" b="0" i="0" err="1">
                <a:effectLst/>
              </a:rPr>
              <a:t>nec</a:t>
            </a:r>
            <a:r>
              <a:rPr lang="en-US" sz="1200" b="0" i="0">
                <a:effectLst/>
              </a:rPr>
              <a:t> </a:t>
            </a:r>
            <a:r>
              <a:rPr lang="en-US" sz="1200" b="0" i="0" err="1">
                <a:effectLst/>
              </a:rPr>
              <a:t>tincidunt</a:t>
            </a:r>
            <a:r>
              <a:rPr lang="en-US" sz="1200" b="0" i="0">
                <a:effectLst/>
              </a:rPr>
              <a:t> </a:t>
            </a:r>
            <a:r>
              <a:rPr lang="en-US" sz="1200" b="0" i="0" err="1">
                <a:effectLst/>
              </a:rPr>
              <a:t>praesent</a:t>
            </a:r>
            <a:r>
              <a:rPr lang="en-US" sz="1200" b="0" i="0">
                <a:effectLst/>
              </a:rPr>
              <a:t> semper </a:t>
            </a:r>
            <a:r>
              <a:rPr lang="en-US" sz="1200" b="0" i="0" err="1">
                <a:effectLst/>
              </a:rPr>
              <a:t>feugiat</a:t>
            </a:r>
            <a:r>
              <a:rPr lang="en-US" sz="1200" b="0" i="0">
                <a:effectLst/>
              </a:rPr>
              <a:t> </a:t>
            </a:r>
            <a:r>
              <a:rPr lang="en-US" sz="1200" b="0" i="0" err="1">
                <a:effectLst/>
              </a:rPr>
              <a:t>nibh</a:t>
            </a:r>
            <a:r>
              <a:rPr lang="en-US" sz="1200" b="0" i="0">
                <a:effectLst/>
              </a:rPr>
              <a:t> sed pulvinar. </a:t>
            </a:r>
            <a:r>
              <a:rPr lang="en-US" sz="1200" b="0" i="0" err="1">
                <a:effectLst/>
              </a:rPr>
              <a:t>Mauris</a:t>
            </a:r>
            <a:r>
              <a:rPr lang="en-US" sz="1200" b="0" i="0">
                <a:effectLst/>
              </a:rPr>
              <a:t> a diam </a:t>
            </a:r>
            <a:r>
              <a:rPr lang="en-US" sz="1200" b="0" i="0" err="1">
                <a:effectLst/>
              </a:rPr>
              <a:t>maecenas</a:t>
            </a:r>
            <a:r>
              <a:rPr lang="en-US" sz="1200" b="0" i="0">
                <a:effectLst/>
              </a:rPr>
              <a:t> sed </a:t>
            </a:r>
            <a:r>
              <a:rPr lang="en-US" sz="1200" b="0" i="0" err="1">
                <a:effectLst/>
              </a:rPr>
              <a:t>enim</a:t>
            </a:r>
            <a:r>
              <a:rPr lang="en-US" sz="1200" b="0" i="0">
                <a:effectLst/>
              </a:rPr>
              <a:t>. Lacinia </a:t>
            </a:r>
            <a:r>
              <a:rPr lang="en-US" sz="1200" b="0" i="0" err="1">
                <a:effectLst/>
              </a:rPr>
              <a:t>quis</a:t>
            </a:r>
            <a:r>
              <a:rPr lang="en-US" sz="1200" b="0" i="0">
                <a:effectLst/>
              </a:rPr>
              <a:t> vel eros </a:t>
            </a:r>
            <a:r>
              <a:rPr lang="en-US" sz="1200" b="0" i="0" err="1">
                <a:effectLst/>
              </a:rPr>
              <a:t>donec</a:t>
            </a:r>
            <a:r>
              <a:rPr lang="en-US" sz="1200" b="0" i="0">
                <a:effectLst/>
              </a:rPr>
              <a:t> ac </a:t>
            </a:r>
            <a:r>
              <a:rPr lang="en-US" sz="1200" b="0" i="0" err="1">
                <a:effectLst/>
              </a:rPr>
              <a:t>odio</a:t>
            </a:r>
            <a:r>
              <a:rPr lang="en-US" sz="1200" b="0" i="0">
                <a:effectLst/>
              </a:rPr>
              <a:t> </a:t>
            </a:r>
            <a:r>
              <a:rPr lang="en-US" sz="1200" b="0" i="0" err="1">
                <a:effectLst/>
              </a:rPr>
              <a:t>tempor</a:t>
            </a:r>
            <a:r>
              <a:rPr lang="en-US" sz="1200" b="0" i="0">
                <a:effectLst/>
              </a:rPr>
              <a:t>. Platea </a:t>
            </a:r>
            <a:r>
              <a:rPr lang="en-US" sz="1200" b="0" i="0" err="1">
                <a:effectLst/>
              </a:rPr>
              <a:t>dictumst</a:t>
            </a:r>
            <a:r>
              <a:rPr lang="en-US" sz="1200" b="0" i="0">
                <a:effectLst/>
              </a:rPr>
              <a:t> </a:t>
            </a:r>
            <a:r>
              <a:rPr lang="en-US" sz="1200" b="0" i="0" err="1">
                <a:effectLst/>
              </a:rPr>
              <a:t>quisque</a:t>
            </a:r>
            <a:r>
              <a:rPr lang="en-US" sz="1200" b="0" i="0">
                <a:effectLst/>
              </a:rPr>
              <a:t> </a:t>
            </a:r>
            <a:r>
              <a:rPr lang="en-US" sz="1200" b="0" i="0" err="1">
                <a:effectLst/>
              </a:rPr>
              <a:t>sagittis</a:t>
            </a:r>
            <a:r>
              <a:rPr lang="en-US" sz="1200" b="0" i="0">
                <a:effectLst/>
              </a:rPr>
              <a:t> </a:t>
            </a:r>
            <a:r>
              <a:rPr lang="en-US" sz="1200" b="0" i="0" err="1">
                <a:effectLst/>
              </a:rPr>
              <a:t>purus</a:t>
            </a:r>
            <a:r>
              <a:rPr lang="en-US" sz="1200" b="0" i="0">
                <a:effectLst/>
              </a:rPr>
              <a:t> sit </a:t>
            </a:r>
            <a:r>
              <a:rPr lang="en-US" sz="1200" b="0" i="0" err="1">
                <a:effectLst/>
              </a:rPr>
              <a:t>amet</a:t>
            </a:r>
            <a:r>
              <a:rPr lang="en-US" sz="1200" b="0" i="0">
                <a:effectLst/>
              </a:rPr>
              <a:t>. </a:t>
            </a:r>
            <a:r>
              <a:rPr lang="en-US" sz="1200" b="0" i="0" err="1">
                <a:effectLst/>
              </a:rPr>
              <a:t>Nibh</a:t>
            </a:r>
            <a:r>
              <a:rPr lang="en-US" sz="1200" b="0" i="0">
                <a:effectLst/>
              </a:rPr>
              <a:t> </a:t>
            </a:r>
            <a:r>
              <a:rPr lang="en-US" sz="1200" b="0" i="0" err="1">
                <a:effectLst/>
              </a:rPr>
              <a:t>praesent</a:t>
            </a:r>
            <a:r>
              <a:rPr lang="en-US" sz="1200" b="0" i="0">
                <a:effectLst/>
              </a:rPr>
              <a:t> </a:t>
            </a:r>
            <a:r>
              <a:rPr lang="en-US" sz="1200" b="0" i="0" err="1">
                <a:effectLst/>
              </a:rPr>
              <a:t>tristique</a:t>
            </a:r>
            <a:r>
              <a:rPr lang="en-US" sz="1200" b="0" i="0">
                <a:effectLst/>
              </a:rPr>
              <a:t> magna sit. In </a:t>
            </a:r>
            <a:r>
              <a:rPr lang="en-US" sz="1200" b="0" i="0" err="1">
                <a:effectLst/>
              </a:rPr>
              <a:t>arcu</a:t>
            </a:r>
            <a:r>
              <a:rPr lang="en-US" sz="1200" b="0" i="0">
                <a:effectLst/>
              </a:rPr>
              <a:t> cursus </a:t>
            </a:r>
            <a:r>
              <a:rPr lang="en-US" sz="1200" b="0" i="0" err="1">
                <a:effectLst/>
              </a:rPr>
              <a:t>euismod</a:t>
            </a:r>
            <a:r>
              <a:rPr lang="en-US" sz="1200" b="0" i="0">
                <a:effectLst/>
              </a:rPr>
              <a:t> </a:t>
            </a:r>
            <a:r>
              <a:rPr lang="en-US" sz="1200" b="0" i="0" err="1">
                <a:effectLst/>
              </a:rPr>
              <a:t>quis</a:t>
            </a:r>
            <a:r>
              <a:rPr lang="en-US" sz="1200" b="0" i="0">
                <a:effectLst/>
              </a:rPr>
              <a:t> </a:t>
            </a:r>
            <a:r>
              <a:rPr lang="en-US" sz="1200" b="0" i="0" err="1">
                <a:effectLst/>
              </a:rPr>
              <a:t>viverra</a:t>
            </a:r>
            <a:r>
              <a:rPr lang="en-US" sz="1200" b="0" i="0">
                <a:effectLst/>
              </a:rPr>
              <a:t> </a:t>
            </a:r>
            <a:r>
              <a:rPr lang="en-US" sz="1200" b="0" i="0" err="1">
                <a:effectLst/>
              </a:rPr>
              <a:t>nibh</a:t>
            </a:r>
            <a:r>
              <a:rPr lang="en-US" sz="1200" b="0" i="0">
                <a:effectLst/>
              </a:rPr>
              <a:t>.</a:t>
            </a:r>
          </a:p>
          <a:p>
            <a:pPr marL="0" marR="0" algn="l">
              <a:lnSpc>
                <a:spcPct val="110000"/>
              </a:lnSpc>
              <a:spcBef>
                <a:spcPts val="0"/>
              </a:spcBef>
              <a:spcAft>
                <a:spcPts val="1000"/>
              </a:spcAft>
            </a:pPr>
            <a:r>
              <a:rPr lang="en-US" sz="1200" b="0" i="0" u="none" strike="noStrike">
                <a:effectLst/>
              </a:rPr>
              <a:t>Learn more at </a:t>
            </a:r>
            <a:r>
              <a:rPr lang="en-US" sz="1200" b="1" i="0" u="none" strike="noStrike" err="1">
                <a:effectLst/>
              </a:rPr>
              <a:t>partnerwebsite.com</a:t>
            </a:r>
            <a:r>
              <a:rPr lang="en-US" sz="1200" b="0" i="0" u="none" strike="noStrike">
                <a:effectLst/>
              </a:rPr>
              <a:t>.</a:t>
            </a:r>
            <a:endParaRPr lang="en-US" sz="1200">
              <a:effectLst/>
            </a:endParaRPr>
          </a:p>
        </p:txBody>
      </p:sp>
      <p:sp>
        <p:nvSpPr>
          <p:cNvPr id="3" name="object 2">
            <a:extLst>
              <a:ext uri="{FF2B5EF4-FFF2-40B4-BE49-F238E27FC236}">
                <a16:creationId xmlns:a16="http://schemas.microsoft.com/office/drawing/2014/main" id="{4E0DE8B3-522C-9DF6-2089-41FB1EF72A30}"/>
              </a:ext>
            </a:extLst>
          </p:cNvPr>
          <p:cNvSpPr txBox="1"/>
          <p:nvPr/>
        </p:nvSpPr>
        <p:spPr>
          <a:xfrm>
            <a:off x="8801097" y="1752600"/>
            <a:ext cx="2819401" cy="3352800"/>
          </a:xfrm>
          <a:prstGeom prst="rect">
            <a:avLst/>
          </a:prstGeom>
        </p:spPr>
        <p:txBody>
          <a:bodyPr vert="horz" wrap="square" lIns="0" tIns="7315" rIns="0" bIns="0" rtlCol="0">
            <a:noAutofit/>
          </a:bodyPr>
          <a:lstStyle/>
          <a:p>
            <a:pPr algn="l">
              <a:lnSpc>
                <a:spcPct val="110000"/>
              </a:lnSpc>
              <a:spcAft>
                <a:spcPts val="1000"/>
              </a:spcAft>
            </a:pPr>
            <a:r>
              <a:rPr lang="en-US" sz="1200" b="0" i="0">
                <a:effectLst/>
              </a:rPr>
              <a:t>Lorem ipsum dolor sit </a:t>
            </a:r>
            <a:r>
              <a:rPr lang="en-US" sz="1200" b="0" i="0" err="1">
                <a:effectLst/>
              </a:rPr>
              <a:t>amet</a:t>
            </a:r>
            <a:r>
              <a:rPr lang="en-US" sz="1200" b="0" i="0">
                <a:effectLst/>
              </a:rPr>
              <a:t>, </a:t>
            </a:r>
            <a:r>
              <a:rPr lang="en-US" sz="1200" b="0" i="0" err="1">
                <a:effectLst/>
              </a:rPr>
              <a:t>consectetur</a:t>
            </a:r>
            <a:r>
              <a:rPr lang="en-US" sz="1200" b="0" i="0">
                <a:effectLst/>
              </a:rPr>
              <a:t> </a:t>
            </a:r>
            <a:r>
              <a:rPr lang="en-US" sz="1200" b="0" i="0" err="1">
                <a:effectLst/>
              </a:rPr>
              <a:t>adipiscing</a:t>
            </a:r>
            <a:r>
              <a:rPr lang="en-US" sz="1200" b="0" i="0">
                <a:effectLst/>
              </a:rPr>
              <a:t> </a:t>
            </a:r>
            <a:r>
              <a:rPr lang="en-US" sz="1200" b="0" i="0" err="1">
                <a:effectLst/>
              </a:rPr>
              <a:t>elit</a:t>
            </a:r>
            <a:r>
              <a:rPr lang="en-US" sz="1200" b="0" i="0">
                <a:effectLst/>
              </a:rPr>
              <a:t>, sed do </a:t>
            </a:r>
            <a:r>
              <a:rPr lang="en-US" sz="1200" b="0" i="0" err="1">
                <a:effectLst/>
              </a:rPr>
              <a:t>eiusmod</a:t>
            </a:r>
            <a:r>
              <a:rPr lang="en-US" sz="1200" b="0" i="0">
                <a:effectLst/>
              </a:rPr>
              <a:t> </a:t>
            </a:r>
            <a:r>
              <a:rPr lang="en-US" sz="1200" b="0" i="0" err="1">
                <a:effectLst/>
              </a:rPr>
              <a:t>tempor</a:t>
            </a:r>
            <a:r>
              <a:rPr lang="en-US" sz="1200" b="0" i="0">
                <a:effectLst/>
              </a:rPr>
              <a:t> </a:t>
            </a:r>
            <a:r>
              <a:rPr lang="en-US" sz="1200" b="0" i="0" err="1">
                <a:effectLst/>
              </a:rPr>
              <a:t>incididunt</a:t>
            </a:r>
            <a:r>
              <a:rPr lang="en-US" sz="1200" b="0" i="0">
                <a:effectLst/>
              </a:rPr>
              <a:t> </a:t>
            </a:r>
            <a:r>
              <a:rPr lang="en-US" sz="1200" b="0" i="0" err="1">
                <a:effectLst/>
              </a:rPr>
              <a:t>ut</a:t>
            </a:r>
            <a:r>
              <a:rPr lang="en-US" sz="1200" b="0" i="0">
                <a:effectLst/>
              </a:rPr>
              <a:t> labore et dolore magna </a:t>
            </a:r>
            <a:r>
              <a:rPr lang="en-US" sz="1200" b="0" i="0" err="1">
                <a:effectLst/>
              </a:rPr>
              <a:t>aliqua</a:t>
            </a:r>
            <a:r>
              <a:rPr lang="en-US" sz="1200" b="0" i="0">
                <a:effectLst/>
              </a:rPr>
              <a:t>. </a:t>
            </a:r>
            <a:r>
              <a:rPr lang="en-US" sz="1200" b="0" i="0" err="1">
                <a:effectLst/>
              </a:rPr>
              <a:t>Amet</a:t>
            </a:r>
            <a:r>
              <a:rPr lang="en-US" sz="1200" b="0" i="0">
                <a:effectLst/>
              </a:rPr>
              <a:t> </a:t>
            </a:r>
            <a:r>
              <a:rPr lang="en-US" sz="1200" b="0" i="0" err="1">
                <a:effectLst/>
              </a:rPr>
              <a:t>risus</a:t>
            </a:r>
            <a:r>
              <a:rPr lang="en-US" sz="1200" b="0" i="0">
                <a:effectLst/>
              </a:rPr>
              <a:t> </a:t>
            </a:r>
            <a:r>
              <a:rPr lang="en-US" sz="1200" b="0" i="0" err="1">
                <a:effectLst/>
              </a:rPr>
              <a:t>nullam</a:t>
            </a:r>
            <a:r>
              <a:rPr lang="en-US" sz="1200" b="0" i="0">
                <a:effectLst/>
              </a:rPr>
              <a:t> </a:t>
            </a:r>
            <a:r>
              <a:rPr lang="en-US" sz="1200" b="0" i="0" err="1">
                <a:effectLst/>
              </a:rPr>
              <a:t>eget</a:t>
            </a:r>
            <a:r>
              <a:rPr lang="en-US" sz="1200" b="0" i="0">
                <a:effectLst/>
              </a:rPr>
              <a:t> </a:t>
            </a:r>
            <a:r>
              <a:rPr lang="en-US" sz="1200" b="0" i="0" err="1">
                <a:effectLst/>
              </a:rPr>
              <a:t>felis</a:t>
            </a:r>
            <a:r>
              <a:rPr lang="en-US" sz="1200" b="0" i="0">
                <a:effectLst/>
              </a:rPr>
              <a:t> </a:t>
            </a:r>
            <a:r>
              <a:rPr lang="en-US" sz="1200" b="0" i="0" err="1">
                <a:effectLst/>
              </a:rPr>
              <a:t>eget</a:t>
            </a:r>
            <a:r>
              <a:rPr lang="en-US" sz="1200" b="0" i="0">
                <a:effectLst/>
              </a:rPr>
              <a:t> </a:t>
            </a:r>
            <a:r>
              <a:rPr lang="en-US" sz="1200" b="0" i="0" err="1">
                <a:effectLst/>
              </a:rPr>
              <a:t>nunc</a:t>
            </a:r>
            <a:r>
              <a:rPr lang="en-US" sz="1200" b="0" i="0">
                <a:effectLst/>
              </a:rPr>
              <a:t> </a:t>
            </a:r>
            <a:r>
              <a:rPr lang="en-US" sz="1200" b="0" i="0" err="1">
                <a:effectLst/>
              </a:rPr>
              <a:t>lobortis</a:t>
            </a:r>
            <a:r>
              <a:rPr lang="en-US" sz="1200" b="0" i="0">
                <a:effectLst/>
              </a:rPr>
              <a:t> </a:t>
            </a:r>
            <a:r>
              <a:rPr lang="en-US" sz="1200" b="0" i="0" err="1">
                <a:effectLst/>
              </a:rPr>
              <a:t>mattis</a:t>
            </a:r>
            <a:r>
              <a:rPr lang="en-US" sz="1200" b="0" i="0">
                <a:effectLst/>
              </a:rPr>
              <a:t>. Diam </a:t>
            </a:r>
            <a:r>
              <a:rPr lang="en-US" sz="1200" b="0" i="0" err="1">
                <a:effectLst/>
              </a:rPr>
              <a:t>donec</a:t>
            </a:r>
            <a:r>
              <a:rPr lang="en-US" sz="1200" b="0" i="0">
                <a:effectLst/>
              </a:rPr>
              <a:t> </a:t>
            </a:r>
            <a:r>
              <a:rPr lang="en-US" sz="1200" b="0" i="0" err="1">
                <a:effectLst/>
              </a:rPr>
              <a:t>adipiscing</a:t>
            </a:r>
            <a:r>
              <a:rPr lang="en-US" sz="1200" b="0" i="0">
                <a:effectLst/>
              </a:rPr>
              <a:t> </a:t>
            </a:r>
            <a:r>
              <a:rPr lang="en-US" sz="1200" b="0" i="0" err="1">
                <a:effectLst/>
              </a:rPr>
              <a:t>tristique</a:t>
            </a:r>
            <a:r>
              <a:rPr lang="en-US" sz="1200" b="0" i="0">
                <a:effectLst/>
              </a:rPr>
              <a:t> </a:t>
            </a:r>
            <a:r>
              <a:rPr lang="en-US" sz="1200" b="0" i="0" err="1">
                <a:effectLst/>
              </a:rPr>
              <a:t>risus</a:t>
            </a:r>
            <a:r>
              <a:rPr lang="en-US" sz="1200" b="0" i="0">
                <a:effectLst/>
              </a:rPr>
              <a:t> </a:t>
            </a:r>
            <a:r>
              <a:rPr lang="en-US" sz="1200" b="0" i="0" err="1">
                <a:effectLst/>
              </a:rPr>
              <a:t>nec</a:t>
            </a:r>
            <a:r>
              <a:rPr lang="en-US" sz="1200" b="0" i="0">
                <a:effectLst/>
              </a:rPr>
              <a:t> </a:t>
            </a:r>
            <a:r>
              <a:rPr lang="en-US" sz="1200" b="0" i="0" err="1">
                <a:effectLst/>
              </a:rPr>
              <a:t>feugiat</a:t>
            </a:r>
            <a:r>
              <a:rPr lang="en-US" sz="1200" b="0" i="0">
                <a:effectLst/>
              </a:rPr>
              <a:t> in fermentum. Et </a:t>
            </a:r>
            <a:r>
              <a:rPr lang="en-US" sz="1200" b="0" i="0" err="1">
                <a:effectLst/>
              </a:rPr>
              <a:t>leo</a:t>
            </a:r>
            <a:r>
              <a:rPr lang="en-US" sz="1200" b="0" i="0">
                <a:effectLst/>
              </a:rPr>
              <a:t> </a:t>
            </a:r>
            <a:r>
              <a:rPr lang="en-US" sz="1200" b="0" i="0" err="1">
                <a:effectLst/>
              </a:rPr>
              <a:t>duis</a:t>
            </a:r>
            <a:r>
              <a:rPr lang="en-US" sz="1200" b="0" i="0">
                <a:effectLst/>
              </a:rPr>
              <a:t> </a:t>
            </a:r>
            <a:r>
              <a:rPr lang="en-US" sz="1200" b="0" i="0" err="1">
                <a:effectLst/>
              </a:rPr>
              <a:t>ut</a:t>
            </a:r>
            <a:r>
              <a:rPr lang="en-US" sz="1200" b="0" i="0">
                <a:effectLst/>
              </a:rPr>
              <a:t> diam </a:t>
            </a:r>
            <a:r>
              <a:rPr lang="en-US" sz="1200" b="0" i="0" err="1">
                <a:effectLst/>
              </a:rPr>
              <a:t>quam</a:t>
            </a:r>
            <a:r>
              <a:rPr lang="en-US" sz="1200" b="0" i="0">
                <a:effectLst/>
              </a:rPr>
              <a:t> </a:t>
            </a:r>
            <a:r>
              <a:rPr lang="en-US" sz="1200" b="0" i="0" err="1">
                <a:effectLst/>
              </a:rPr>
              <a:t>nulla</a:t>
            </a:r>
            <a:r>
              <a:rPr lang="en-US" sz="1200" b="0" i="0">
                <a:effectLst/>
              </a:rPr>
              <a:t> </a:t>
            </a:r>
            <a:r>
              <a:rPr lang="en-US" sz="1200" b="0" i="0" err="1">
                <a:effectLst/>
              </a:rPr>
              <a:t>porttitor</a:t>
            </a:r>
            <a:r>
              <a:rPr lang="en-US" sz="1200" b="0" i="0">
                <a:effectLst/>
              </a:rPr>
              <a:t>. </a:t>
            </a:r>
            <a:r>
              <a:rPr lang="en-US" sz="1200" b="0" i="0" err="1">
                <a:effectLst/>
              </a:rPr>
              <a:t>Posuere</a:t>
            </a:r>
            <a:r>
              <a:rPr lang="en-US" sz="1200" b="0" i="0">
                <a:effectLst/>
              </a:rPr>
              <a:t> </a:t>
            </a:r>
            <a:r>
              <a:rPr lang="en-US" sz="1200" b="0" i="0" err="1">
                <a:effectLst/>
              </a:rPr>
              <a:t>urna</a:t>
            </a:r>
            <a:r>
              <a:rPr lang="en-US" sz="1200" b="0" i="0">
                <a:effectLst/>
              </a:rPr>
              <a:t> </a:t>
            </a:r>
            <a:r>
              <a:rPr lang="en-US" sz="1200" b="0" i="0" err="1">
                <a:effectLst/>
              </a:rPr>
              <a:t>nec</a:t>
            </a:r>
            <a:r>
              <a:rPr lang="en-US" sz="1200" b="0" i="0">
                <a:effectLst/>
              </a:rPr>
              <a:t> </a:t>
            </a:r>
            <a:r>
              <a:rPr lang="en-US" sz="1200" b="0" i="0" err="1">
                <a:effectLst/>
              </a:rPr>
              <a:t>tincidunt</a:t>
            </a:r>
            <a:r>
              <a:rPr lang="en-US" sz="1200" b="0" i="0">
                <a:effectLst/>
              </a:rPr>
              <a:t> </a:t>
            </a:r>
            <a:r>
              <a:rPr lang="en-US" sz="1200" b="0" i="0" err="1">
                <a:effectLst/>
              </a:rPr>
              <a:t>praesent</a:t>
            </a:r>
            <a:r>
              <a:rPr lang="en-US" sz="1200" b="0" i="0">
                <a:effectLst/>
              </a:rPr>
              <a:t> semper </a:t>
            </a:r>
            <a:r>
              <a:rPr lang="en-US" sz="1200" b="0" i="0" err="1">
                <a:effectLst/>
              </a:rPr>
              <a:t>feugiat</a:t>
            </a:r>
            <a:r>
              <a:rPr lang="en-US" sz="1200" b="0" i="0">
                <a:effectLst/>
              </a:rPr>
              <a:t> </a:t>
            </a:r>
            <a:r>
              <a:rPr lang="en-US" sz="1200" b="0" i="0" err="1">
                <a:effectLst/>
              </a:rPr>
              <a:t>nibh</a:t>
            </a:r>
            <a:r>
              <a:rPr lang="en-US" sz="1200" b="0" i="0">
                <a:effectLst/>
              </a:rPr>
              <a:t> sed pulvinar. </a:t>
            </a:r>
            <a:r>
              <a:rPr lang="en-US" sz="1200" b="0" i="0" err="1">
                <a:effectLst/>
              </a:rPr>
              <a:t>Mauris</a:t>
            </a:r>
            <a:r>
              <a:rPr lang="en-US" sz="1200" b="0" i="0">
                <a:effectLst/>
              </a:rPr>
              <a:t> a diam </a:t>
            </a:r>
            <a:r>
              <a:rPr lang="en-US" sz="1200" b="0" i="0" err="1">
                <a:effectLst/>
              </a:rPr>
              <a:t>maecenas</a:t>
            </a:r>
            <a:r>
              <a:rPr lang="en-US" sz="1200" b="0" i="0">
                <a:effectLst/>
              </a:rPr>
              <a:t> sed </a:t>
            </a:r>
            <a:r>
              <a:rPr lang="en-US" sz="1200" b="0" i="0" err="1">
                <a:effectLst/>
              </a:rPr>
              <a:t>enim</a:t>
            </a:r>
            <a:r>
              <a:rPr lang="en-US" sz="1200" b="0" i="0">
                <a:effectLst/>
              </a:rPr>
              <a:t>. Lacinia </a:t>
            </a:r>
            <a:r>
              <a:rPr lang="en-US" sz="1200" b="0" i="0" err="1">
                <a:effectLst/>
              </a:rPr>
              <a:t>quis</a:t>
            </a:r>
            <a:r>
              <a:rPr lang="en-US" sz="1200" b="0" i="0">
                <a:effectLst/>
              </a:rPr>
              <a:t> vel eros </a:t>
            </a:r>
            <a:r>
              <a:rPr lang="en-US" sz="1200" b="0" i="0" err="1">
                <a:effectLst/>
              </a:rPr>
              <a:t>donec</a:t>
            </a:r>
            <a:r>
              <a:rPr lang="en-US" sz="1200" b="0" i="0">
                <a:effectLst/>
              </a:rPr>
              <a:t> ac </a:t>
            </a:r>
            <a:r>
              <a:rPr lang="en-US" sz="1200" b="0" i="0" err="1">
                <a:effectLst/>
              </a:rPr>
              <a:t>odio</a:t>
            </a:r>
            <a:r>
              <a:rPr lang="en-US" sz="1200" b="0" i="0">
                <a:effectLst/>
              </a:rPr>
              <a:t> </a:t>
            </a:r>
            <a:r>
              <a:rPr lang="en-US" sz="1200" b="0" i="0" err="1">
                <a:effectLst/>
              </a:rPr>
              <a:t>tempor</a:t>
            </a:r>
            <a:r>
              <a:rPr lang="en-US" sz="1200" b="0" i="0">
                <a:effectLst/>
              </a:rPr>
              <a:t>. Platea </a:t>
            </a:r>
            <a:r>
              <a:rPr lang="en-US" sz="1200" b="0" i="0" err="1">
                <a:effectLst/>
              </a:rPr>
              <a:t>dictumst</a:t>
            </a:r>
            <a:r>
              <a:rPr lang="en-US" sz="1200" b="0" i="0">
                <a:effectLst/>
              </a:rPr>
              <a:t> </a:t>
            </a:r>
            <a:r>
              <a:rPr lang="en-US" sz="1200" b="0" i="0" err="1">
                <a:effectLst/>
              </a:rPr>
              <a:t>quisque</a:t>
            </a:r>
            <a:r>
              <a:rPr lang="en-US" sz="1200" b="0" i="0">
                <a:effectLst/>
              </a:rPr>
              <a:t> </a:t>
            </a:r>
            <a:r>
              <a:rPr lang="en-US" sz="1200" b="0" i="0" err="1">
                <a:effectLst/>
              </a:rPr>
              <a:t>sagittis</a:t>
            </a:r>
            <a:r>
              <a:rPr lang="en-US" sz="1200" b="0" i="0">
                <a:effectLst/>
              </a:rPr>
              <a:t> </a:t>
            </a:r>
            <a:r>
              <a:rPr lang="en-US" sz="1200" b="0" i="0" err="1">
                <a:effectLst/>
              </a:rPr>
              <a:t>purus</a:t>
            </a:r>
            <a:r>
              <a:rPr lang="en-US" sz="1200" b="0" i="0">
                <a:effectLst/>
              </a:rPr>
              <a:t> sit </a:t>
            </a:r>
            <a:r>
              <a:rPr lang="en-US" sz="1200" b="0" i="0" err="1">
                <a:effectLst/>
              </a:rPr>
              <a:t>amet</a:t>
            </a:r>
            <a:r>
              <a:rPr lang="en-US" sz="1200" b="0" i="0">
                <a:effectLst/>
              </a:rPr>
              <a:t>. </a:t>
            </a:r>
            <a:r>
              <a:rPr lang="en-US" sz="1200" b="0" i="0" err="1">
                <a:effectLst/>
              </a:rPr>
              <a:t>Nibh</a:t>
            </a:r>
            <a:r>
              <a:rPr lang="en-US" sz="1200" b="0" i="0">
                <a:effectLst/>
              </a:rPr>
              <a:t> </a:t>
            </a:r>
            <a:r>
              <a:rPr lang="en-US" sz="1200" b="0" i="0" err="1">
                <a:effectLst/>
              </a:rPr>
              <a:t>praesent</a:t>
            </a:r>
            <a:r>
              <a:rPr lang="en-US" sz="1200" b="0" i="0">
                <a:effectLst/>
              </a:rPr>
              <a:t> </a:t>
            </a:r>
            <a:r>
              <a:rPr lang="en-US" sz="1200" b="0" i="0" err="1">
                <a:effectLst/>
              </a:rPr>
              <a:t>tristique</a:t>
            </a:r>
            <a:r>
              <a:rPr lang="en-US" sz="1200" b="0" i="0">
                <a:effectLst/>
              </a:rPr>
              <a:t> magna sit. In </a:t>
            </a:r>
            <a:r>
              <a:rPr lang="en-US" sz="1200" b="0" i="0" err="1">
                <a:effectLst/>
              </a:rPr>
              <a:t>arcu</a:t>
            </a:r>
            <a:r>
              <a:rPr lang="en-US" sz="1200" b="0" i="0">
                <a:effectLst/>
              </a:rPr>
              <a:t> cursus </a:t>
            </a:r>
            <a:r>
              <a:rPr lang="en-US" sz="1200" b="0" i="0" err="1">
                <a:effectLst/>
              </a:rPr>
              <a:t>euismod</a:t>
            </a:r>
            <a:r>
              <a:rPr lang="en-US" sz="1200" b="0" i="0">
                <a:effectLst/>
              </a:rPr>
              <a:t> </a:t>
            </a:r>
            <a:r>
              <a:rPr lang="en-US" sz="1200" b="0" i="0" err="1">
                <a:effectLst/>
              </a:rPr>
              <a:t>quis</a:t>
            </a:r>
            <a:r>
              <a:rPr lang="en-US" sz="1200" b="0" i="0">
                <a:effectLst/>
              </a:rPr>
              <a:t> </a:t>
            </a:r>
            <a:r>
              <a:rPr lang="en-US" sz="1200" b="0" i="0" err="1">
                <a:effectLst/>
              </a:rPr>
              <a:t>viverra</a:t>
            </a:r>
            <a:r>
              <a:rPr lang="en-US" sz="1200" b="0" i="0">
                <a:effectLst/>
              </a:rPr>
              <a:t> </a:t>
            </a:r>
            <a:r>
              <a:rPr lang="en-US" sz="1200" b="0" i="0" err="1">
                <a:effectLst/>
              </a:rPr>
              <a:t>nibh</a:t>
            </a:r>
            <a:r>
              <a:rPr lang="en-US" sz="1200" b="0" i="0">
                <a:effectLst/>
              </a:rPr>
              <a:t>.</a:t>
            </a:r>
          </a:p>
          <a:p>
            <a:pPr marL="0" marR="0" algn="l">
              <a:lnSpc>
                <a:spcPct val="110000"/>
              </a:lnSpc>
              <a:spcBef>
                <a:spcPts val="0"/>
              </a:spcBef>
              <a:spcAft>
                <a:spcPts val="1000"/>
              </a:spcAft>
            </a:pPr>
            <a:r>
              <a:rPr lang="en-US" sz="1200" b="0" i="0" u="none" strike="noStrike">
                <a:effectLst/>
              </a:rPr>
              <a:t>Learn more at </a:t>
            </a:r>
            <a:r>
              <a:rPr lang="en-US" sz="1200" b="1" i="0" u="none" strike="noStrike" err="1">
                <a:effectLst/>
              </a:rPr>
              <a:t>partnerwebsite.com</a:t>
            </a:r>
            <a:r>
              <a:rPr lang="en-US" sz="1200" b="0" i="0" u="none" strike="noStrike">
                <a:effectLst/>
              </a:rPr>
              <a:t>.</a:t>
            </a:r>
            <a:endParaRPr lang="en-US" sz="1200">
              <a:effectLst/>
            </a:endParaRPr>
          </a:p>
        </p:txBody>
      </p:sp>
      <p:cxnSp>
        <p:nvCxnSpPr>
          <p:cNvPr id="16" name="Straight Connector 15">
            <a:extLst>
              <a:ext uri="{FF2B5EF4-FFF2-40B4-BE49-F238E27FC236}">
                <a16:creationId xmlns:a16="http://schemas.microsoft.com/office/drawing/2014/main" id="{0446A4D6-7FA1-5BB5-E5CF-DB98DCA38E3B}"/>
              </a:ext>
            </a:extLst>
          </p:cNvPr>
          <p:cNvCxnSpPr>
            <a:cxnSpLocks/>
          </p:cNvCxnSpPr>
          <p:nvPr/>
        </p:nvCxnSpPr>
        <p:spPr>
          <a:xfrm>
            <a:off x="8153399" y="571500"/>
            <a:ext cx="0" cy="5715000"/>
          </a:xfrm>
          <a:prstGeom prst="line">
            <a:avLst/>
          </a:prstGeom>
          <a:ln w="9525" cap="flat">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7" name="Title 5">
            <a:extLst>
              <a:ext uri="{FF2B5EF4-FFF2-40B4-BE49-F238E27FC236}">
                <a16:creationId xmlns:a16="http://schemas.microsoft.com/office/drawing/2014/main" id="{C523990C-A8D4-FDF1-8634-6E87744BBDF9}"/>
              </a:ext>
            </a:extLst>
          </p:cNvPr>
          <p:cNvSpPr txBox="1">
            <a:spLocks/>
          </p:cNvSpPr>
          <p:nvPr/>
        </p:nvSpPr>
        <p:spPr>
          <a:xfrm>
            <a:off x="4686296" y="571500"/>
            <a:ext cx="3063005" cy="426027"/>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200"/>
              <a:t>About (partner name)</a:t>
            </a:r>
          </a:p>
        </p:txBody>
      </p:sp>
      <p:sp>
        <p:nvSpPr>
          <p:cNvPr id="19" name="object 7">
            <a:extLst>
              <a:ext uri="{FF2B5EF4-FFF2-40B4-BE49-F238E27FC236}">
                <a16:creationId xmlns:a16="http://schemas.microsoft.com/office/drawing/2014/main" id="{0C23B191-6991-2D49-BEAF-1CF25DB0FE6B}"/>
              </a:ext>
            </a:extLst>
          </p:cNvPr>
          <p:cNvSpPr txBox="1"/>
          <p:nvPr/>
        </p:nvSpPr>
        <p:spPr>
          <a:xfrm>
            <a:off x="10071752" y="316489"/>
            <a:ext cx="1993392" cy="542898"/>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79" spc="-3" dirty="0">
                <a:solidFill>
                  <a:srgbClr val="EB4536"/>
                </a:solidFill>
                <a:latin typeface="Slalom Sans"/>
                <a:cs typeface="Slalom Sans"/>
              </a:rPr>
              <a:t>As of January 2024. Visit the </a:t>
            </a:r>
            <a:r>
              <a:rPr lang="en-US" sz="879" spc="-3" dirty="0">
                <a:solidFill>
                  <a:srgbClr val="EB4536"/>
                </a:solidFill>
                <a:latin typeface="Slalom Sans"/>
                <a:cs typeface="Slalom Sans"/>
                <a:hlinkClick r:id="rId2"/>
              </a:rPr>
              <a:t>boilerplates page</a:t>
            </a:r>
            <a:r>
              <a:rPr lang="en-US" sz="879" spc="-3" dirty="0">
                <a:solidFill>
                  <a:srgbClr val="EB4536"/>
                </a:solidFill>
                <a:latin typeface="Slalom Sans"/>
                <a:cs typeface="Slalom Sans"/>
              </a:rPr>
              <a:t> on Slalom One for the latest. </a:t>
            </a:r>
            <a:endParaRPr sz="879" dirty="0">
              <a:solidFill>
                <a:srgbClr val="1E1E1E"/>
              </a:solidFill>
              <a:latin typeface="Slalom Sans"/>
              <a:cs typeface="Slalom Sans"/>
            </a:endParaRPr>
          </a:p>
        </p:txBody>
      </p:sp>
      <p:sp>
        <p:nvSpPr>
          <p:cNvPr id="20" name="object 9">
            <a:extLst>
              <a:ext uri="{FF2B5EF4-FFF2-40B4-BE49-F238E27FC236}">
                <a16:creationId xmlns:a16="http://schemas.microsoft.com/office/drawing/2014/main" id="{E89FF4DB-D6DF-C6BA-E9DC-F412CD2F64D9}"/>
              </a:ext>
            </a:extLst>
          </p:cNvPr>
          <p:cNvSpPr/>
          <p:nvPr/>
        </p:nvSpPr>
        <p:spPr>
          <a:xfrm>
            <a:off x="10054918" y="19605"/>
            <a:ext cx="2027996"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dirty="0">
                <a:solidFill>
                  <a:srgbClr val="FFFFFF"/>
                </a:solidFill>
                <a:latin typeface="Slalom Sans Bold" pitchFamily="2" charset="77"/>
              </a:rPr>
              <a:t>READ ME THEN DELETE </a:t>
            </a:r>
            <a:r>
              <a:rPr lang="en-US" sz="1092" b="1" dirty="0" err="1">
                <a:solidFill>
                  <a:srgbClr val="FFFFFF"/>
                </a:solidFill>
                <a:latin typeface="Slalom Sans Bold" pitchFamily="2" charset="77"/>
              </a:rPr>
              <a:t>MEz</a:t>
            </a:r>
            <a:endParaRPr sz="1092" b="1" dirty="0">
              <a:solidFill>
                <a:srgbClr val="FFFFFF"/>
              </a:solidFill>
              <a:latin typeface="Slalom Sans Bold" pitchFamily="2" charset="77"/>
            </a:endParaRPr>
          </a:p>
        </p:txBody>
      </p:sp>
    </p:spTree>
    <p:extLst>
      <p:ext uri="{BB962C8B-B14F-4D97-AF65-F5344CB8AC3E}">
        <p14:creationId xmlns:p14="http://schemas.microsoft.com/office/powerpoint/2010/main" val="318618863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B79D725-B65F-8F27-A62B-8ADD5E96CC5F}"/>
              </a:ext>
            </a:extLst>
          </p:cNvPr>
          <p:cNvSpPr>
            <a:spLocks noGrp="1"/>
          </p:cNvSpPr>
          <p:nvPr>
            <p:ph type="dt" sz="half" idx="10"/>
          </p:nvPr>
        </p:nvSpPr>
        <p:spPr/>
        <p:txBody>
          <a:bodyPr/>
          <a:lstStyle/>
          <a:p>
            <a:fld id="{27079A0E-CCE3-4425-B76E-96DE74F8AAFE}" type="datetimeyyyy">
              <a:rPr lang="en-US" smtClean="0"/>
              <a:t>2025</a:t>
            </a:fld>
            <a:endParaRPr lang="en-US"/>
          </a:p>
        </p:txBody>
      </p:sp>
      <p:sp>
        <p:nvSpPr>
          <p:cNvPr id="5" name="Footer Placeholder 4">
            <a:extLst>
              <a:ext uri="{FF2B5EF4-FFF2-40B4-BE49-F238E27FC236}">
                <a16:creationId xmlns:a16="http://schemas.microsoft.com/office/drawing/2014/main" id="{E0B4EF3E-7549-9F69-98F7-F0FB31557D8A}"/>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C096ADC0-FE4D-956F-1A7F-89240FCDE5A8}"/>
              </a:ext>
            </a:extLst>
          </p:cNvPr>
          <p:cNvSpPr>
            <a:spLocks noGrp="1"/>
          </p:cNvSpPr>
          <p:nvPr>
            <p:ph type="sldNum" sz="quarter" idx="12"/>
          </p:nvPr>
        </p:nvSpPr>
        <p:spPr/>
        <p:txBody>
          <a:bodyPr/>
          <a:lstStyle/>
          <a:p>
            <a:fld id="{B2643E34-DC33-45ED-8E33-EC0D5991E9A4}" type="slidenum">
              <a:rPr lang="en-US" smtClean="0"/>
              <a:pPr/>
              <a:t>148</a:t>
            </a:fld>
            <a:endParaRPr lang="en-US"/>
          </a:p>
        </p:txBody>
      </p:sp>
      <p:grpSp>
        <p:nvGrpSpPr>
          <p:cNvPr id="7" name="Group 6">
            <a:extLst>
              <a:ext uri="{FF2B5EF4-FFF2-40B4-BE49-F238E27FC236}">
                <a16:creationId xmlns:a16="http://schemas.microsoft.com/office/drawing/2014/main" id="{2D27D8C4-ED99-A4F3-CA8A-52E6A7ECE709}"/>
              </a:ext>
              <a:ext uri="{C183D7F6-B498-43B3-948B-1728B52AA6E4}">
                <adec:decorative xmlns:adec="http://schemas.microsoft.com/office/drawing/2017/decorative" val="1"/>
              </a:ext>
            </a:extLst>
          </p:cNvPr>
          <p:cNvGrpSpPr/>
          <p:nvPr/>
        </p:nvGrpSpPr>
        <p:grpSpPr>
          <a:xfrm rot="16200000" flipV="1">
            <a:off x="-3360420" y="3360420"/>
            <a:ext cx="6858000" cy="137160"/>
            <a:chOff x="0" y="6720840"/>
            <a:chExt cx="12192000" cy="137160"/>
          </a:xfrm>
        </p:grpSpPr>
        <p:sp>
          <p:nvSpPr>
            <p:cNvPr id="8" name="Rectangle 7">
              <a:extLst>
                <a:ext uri="{FF2B5EF4-FFF2-40B4-BE49-F238E27FC236}">
                  <a16:creationId xmlns:a16="http://schemas.microsoft.com/office/drawing/2014/main" id="{AD9B397C-4CE8-4AE8-C66B-ED640488482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9" name="Rectangle 8">
              <a:extLst>
                <a:ext uri="{FF2B5EF4-FFF2-40B4-BE49-F238E27FC236}">
                  <a16:creationId xmlns:a16="http://schemas.microsoft.com/office/drawing/2014/main" id="{8220C548-BA3F-BBD5-881B-7641D64FB67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0" name="Rectangle 9">
              <a:extLst>
                <a:ext uri="{FF2B5EF4-FFF2-40B4-BE49-F238E27FC236}">
                  <a16:creationId xmlns:a16="http://schemas.microsoft.com/office/drawing/2014/main" id="{24E277B1-DD8A-CC55-8C7B-BEF50B9C21BB}"/>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D1720B86-D125-4F72-0E36-25C5F4808931}"/>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A30EEF04-6F62-CE3C-7913-C6D5ED9B2347}"/>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3" name="Title 5">
            <a:extLst>
              <a:ext uri="{FF2B5EF4-FFF2-40B4-BE49-F238E27FC236}">
                <a16:creationId xmlns:a16="http://schemas.microsoft.com/office/drawing/2014/main" id="{69D97E43-6B65-C698-5A3F-A4D7B218E388}"/>
              </a:ext>
            </a:extLst>
          </p:cNvPr>
          <p:cNvSpPr>
            <a:spLocks noGrp="1"/>
          </p:cNvSpPr>
          <p:nvPr>
            <p:ph type="title"/>
          </p:nvPr>
        </p:nvSpPr>
        <p:spPr>
          <a:xfrm>
            <a:off x="571501" y="571500"/>
            <a:ext cx="2286000" cy="426027"/>
          </a:xfrm>
        </p:spPr>
        <p:txBody>
          <a:bodyPr/>
          <a:lstStyle/>
          <a:p>
            <a:r>
              <a:rPr lang="en-US" sz="1800"/>
              <a:t>About Slalom</a:t>
            </a:r>
          </a:p>
        </p:txBody>
      </p:sp>
      <p:sp>
        <p:nvSpPr>
          <p:cNvPr id="14" name="object 2">
            <a:extLst>
              <a:ext uri="{FF2B5EF4-FFF2-40B4-BE49-F238E27FC236}">
                <a16:creationId xmlns:a16="http://schemas.microsoft.com/office/drawing/2014/main" id="{E9BDA4AD-8156-6648-DC03-7FE253913575}"/>
              </a:ext>
            </a:extLst>
          </p:cNvPr>
          <p:cNvSpPr txBox="1"/>
          <p:nvPr/>
        </p:nvSpPr>
        <p:spPr>
          <a:xfrm>
            <a:off x="571501" y="1752600"/>
            <a:ext cx="2286000" cy="4533900"/>
          </a:xfrm>
          <a:prstGeom prst="rect">
            <a:avLst/>
          </a:prstGeom>
        </p:spPr>
        <p:txBody>
          <a:bodyPr vert="horz" wrap="square" lIns="0" tIns="7315" rIns="0" bIns="0" rtlCol="0">
            <a:noAutofit/>
          </a:bodyPr>
          <a:lstStyle/>
          <a:p>
            <a:pPr marL="0" marR="0" algn="l">
              <a:lnSpc>
                <a:spcPct val="110000"/>
              </a:lnSpc>
              <a:spcBef>
                <a:spcPts val="0"/>
              </a:spcBef>
              <a:spcAft>
                <a:spcPts val="1000"/>
              </a:spcAft>
            </a:pPr>
            <a:r>
              <a:rPr lang="en-US" sz="1000" b="1" i="0" u="none" strike="noStrike" dirty="0">
                <a:effectLst/>
              </a:rPr>
              <a:t>Slalom is a purpose-led, global business and technology consulting company. </a:t>
            </a:r>
            <a:endParaRPr lang="en-US" sz="1000" dirty="0"/>
          </a:p>
          <a:p>
            <a:pPr marL="0" marR="0" algn="l">
              <a:lnSpc>
                <a:spcPct val="110000"/>
              </a:lnSpc>
              <a:spcBef>
                <a:spcPts val="0"/>
              </a:spcBef>
              <a:spcAft>
                <a:spcPts val="1000"/>
              </a:spcAft>
            </a:pPr>
            <a:r>
              <a:rPr lang="en-US" sz="1000" dirty="0">
                <a:effectLst/>
              </a:rPr>
              <a:t>From strategy to implementation, our approach is fiercely human. We deeply understand our customers—and their customers—to deliver practical, end-to-end solutions that drive meaningful impact. Backed by close partnerships with over 700 leading technology providers, our nearly 12,000 team members in eight countries and 49 offices help people and organizations dream bigger, move faster, and build better tomorrows for all. </a:t>
            </a:r>
            <a:r>
              <a:rPr lang="en-US" sz="1000" dirty="0"/>
              <a:t>We’re honored to be consistently recognized as a great place to work, including being one of Fortune’s 100 Best Companies to Work For eight years running. </a:t>
            </a:r>
          </a:p>
          <a:p>
            <a:pPr marL="0" marR="0" algn="l">
              <a:lnSpc>
                <a:spcPct val="110000"/>
              </a:lnSpc>
              <a:spcBef>
                <a:spcPts val="0"/>
              </a:spcBef>
              <a:spcAft>
                <a:spcPts val="1000"/>
              </a:spcAft>
            </a:pPr>
            <a:r>
              <a:rPr lang="en-US" sz="1000" b="0" i="0" u="none" strike="noStrike" dirty="0">
                <a:effectLst/>
              </a:rPr>
              <a:t>Learn more at </a:t>
            </a:r>
            <a:r>
              <a:rPr lang="en-US" sz="1000" b="1" i="0" u="none" strike="noStrike" dirty="0" err="1">
                <a:effectLst/>
              </a:rPr>
              <a:t>slalom.com</a:t>
            </a:r>
            <a:r>
              <a:rPr lang="en-US" sz="1000" b="0" i="0" u="none" strike="noStrike" dirty="0">
                <a:effectLst/>
              </a:rPr>
              <a:t>.</a:t>
            </a:r>
            <a:endParaRPr lang="en-US" sz="1000" dirty="0">
              <a:effectLst/>
            </a:endParaRPr>
          </a:p>
        </p:txBody>
      </p:sp>
      <p:cxnSp>
        <p:nvCxnSpPr>
          <p:cNvPr id="15" name="Straight Connector 14">
            <a:extLst>
              <a:ext uri="{FF2B5EF4-FFF2-40B4-BE49-F238E27FC236}">
                <a16:creationId xmlns:a16="http://schemas.microsoft.com/office/drawing/2014/main" id="{960AC4C6-9F23-C9F8-B700-E57FD6D6B2E7}"/>
              </a:ext>
            </a:extLst>
          </p:cNvPr>
          <p:cNvCxnSpPr>
            <a:cxnSpLocks/>
          </p:cNvCxnSpPr>
          <p:nvPr/>
        </p:nvCxnSpPr>
        <p:spPr>
          <a:xfrm>
            <a:off x="3175770" y="571500"/>
            <a:ext cx="0" cy="5715000"/>
          </a:xfrm>
          <a:prstGeom prst="line">
            <a:avLst/>
          </a:prstGeom>
          <a:ln w="9525" cap="flat">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8" name="object 2">
            <a:extLst>
              <a:ext uri="{FF2B5EF4-FFF2-40B4-BE49-F238E27FC236}">
                <a16:creationId xmlns:a16="http://schemas.microsoft.com/office/drawing/2014/main" id="{D7890158-F927-9C6D-F7FF-38E18DEC3F8A}"/>
              </a:ext>
            </a:extLst>
          </p:cNvPr>
          <p:cNvSpPr txBox="1"/>
          <p:nvPr/>
        </p:nvSpPr>
        <p:spPr>
          <a:xfrm>
            <a:off x="3494039" y="1750291"/>
            <a:ext cx="2286000" cy="3352800"/>
          </a:xfrm>
          <a:prstGeom prst="rect">
            <a:avLst/>
          </a:prstGeom>
        </p:spPr>
        <p:txBody>
          <a:bodyPr vert="horz" wrap="square" lIns="0" tIns="7315" rIns="0" bIns="0" rtlCol="0">
            <a:noAutofit/>
          </a:bodyPr>
          <a:lstStyle/>
          <a:p>
            <a:pPr algn="l">
              <a:lnSpc>
                <a:spcPct val="110000"/>
              </a:lnSpc>
              <a:spcAft>
                <a:spcPts val="1000"/>
              </a:spcAft>
            </a:pPr>
            <a:r>
              <a:rPr lang="en-US" sz="1000" b="0" i="0">
                <a:effectLst/>
              </a:rPr>
              <a:t>Lorem ipsum dolor sit </a:t>
            </a:r>
            <a:r>
              <a:rPr lang="en-US" sz="1000" b="0" i="0" err="1">
                <a:effectLst/>
              </a:rPr>
              <a:t>amet</a:t>
            </a:r>
            <a:r>
              <a:rPr lang="en-US" sz="1000" b="0" i="0">
                <a:effectLst/>
              </a:rPr>
              <a:t>, </a:t>
            </a:r>
            <a:r>
              <a:rPr lang="en-US" sz="1000" b="0" i="0" err="1">
                <a:effectLst/>
              </a:rPr>
              <a:t>consectetur</a:t>
            </a:r>
            <a:r>
              <a:rPr lang="en-US" sz="1000" b="0" i="0">
                <a:effectLst/>
              </a:rPr>
              <a:t> </a:t>
            </a:r>
            <a:r>
              <a:rPr lang="en-US" sz="1000" b="0" i="0" err="1">
                <a:effectLst/>
              </a:rPr>
              <a:t>adipiscing</a:t>
            </a:r>
            <a:r>
              <a:rPr lang="en-US" sz="1000" b="0" i="0">
                <a:effectLst/>
              </a:rPr>
              <a:t> </a:t>
            </a:r>
            <a:r>
              <a:rPr lang="en-US" sz="1000" b="0" i="0" err="1">
                <a:effectLst/>
              </a:rPr>
              <a:t>elit</a:t>
            </a:r>
            <a:r>
              <a:rPr lang="en-US" sz="1000" b="0" i="0">
                <a:effectLst/>
              </a:rPr>
              <a:t>, sed do </a:t>
            </a:r>
            <a:r>
              <a:rPr lang="en-US" sz="1000" b="0" i="0" err="1">
                <a:effectLst/>
              </a:rPr>
              <a:t>eiusmod</a:t>
            </a:r>
            <a:r>
              <a:rPr lang="en-US" sz="1000" b="0" i="0">
                <a:effectLst/>
              </a:rPr>
              <a:t> </a:t>
            </a:r>
            <a:r>
              <a:rPr lang="en-US" sz="1000" b="0" i="0" err="1">
                <a:effectLst/>
              </a:rPr>
              <a:t>tempor</a:t>
            </a:r>
            <a:r>
              <a:rPr lang="en-US" sz="1000" b="0" i="0">
                <a:effectLst/>
              </a:rPr>
              <a:t> </a:t>
            </a:r>
            <a:r>
              <a:rPr lang="en-US" sz="1000" b="0" i="0" err="1">
                <a:effectLst/>
              </a:rPr>
              <a:t>incididunt</a:t>
            </a:r>
            <a:r>
              <a:rPr lang="en-US" sz="1000" b="0" i="0">
                <a:effectLst/>
              </a:rPr>
              <a:t> </a:t>
            </a:r>
            <a:r>
              <a:rPr lang="en-US" sz="1000" b="0" i="0" err="1">
                <a:effectLst/>
              </a:rPr>
              <a:t>ut</a:t>
            </a:r>
            <a:r>
              <a:rPr lang="en-US" sz="1000" b="0" i="0">
                <a:effectLst/>
              </a:rPr>
              <a:t> labore et dolore magna </a:t>
            </a:r>
            <a:r>
              <a:rPr lang="en-US" sz="1000" b="0" i="0" err="1">
                <a:effectLst/>
              </a:rPr>
              <a:t>aliqua</a:t>
            </a:r>
            <a:r>
              <a:rPr lang="en-US" sz="1000" b="0" i="0">
                <a:effectLst/>
              </a:rPr>
              <a:t>. </a:t>
            </a:r>
            <a:r>
              <a:rPr lang="en-US" sz="1000" b="0" i="0" err="1">
                <a:effectLst/>
              </a:rPr>
              <a:t>Amet</a:t>
            </a:r>
            <a:r>
              <a:rPr lang="en-US" sz="1000" b="0" i="0">
                <a:effectLst/>
              </a:rPr>
              <a:t> </a:t>
            </a:r>
            <a:r>
              <a:rPr lang="en-US" sz="1000" b="0" i="0" err="1">
                <a:effectLst/>
              </a:rPr>
              <a:t>risus</a:t>
            </a:r>
            <a:r>
              <a:rPr lang="en-US" sz="1000" b="0" i="0">
                <a:effectLst/>
              </a:rPr>
              <a:t> </a:t>
            </a:r>
            <a:r>
              <a:rPr lang="en-US" sz="1000" b="0" i="0" err="1">
                <a:effectLst/>
              </a:rPr>
              <a:t>nullam</a:t>
            </a:r>
            <a:r>
              <a:rPr lang="en-US" sz="1000" b="0" i="0">
                <a:effectLst/>
              </a:rPr>
              <a:t> </a:t>
            </a:r>
            <a:r>
              <a:rPr lang="en-US" sz="1000" b="0" i="0" err="1">
                <a:effectLst/>
              </a:rPr>
              <a:t>eget</a:t>
            </a:r>
            <a:r>
              <a:rPr lang="en-US" sz="1000" b="0" i="0">
                <a:effectLst/>
              </a:rPr>
              <a:t> </a:t>
            </a:r>
            <a:r>
              <a:rPr lang="en-US" sz="1000" b="0" i="0" err="1">
                <a:effectLst/>
              </a:rPr>
              <a:t>felis</a:t>
            </a:r>
            <a:r>
              <a:rPr lang="en-US" sz="1000" b="0" i="0">
                <a:effectLst/>
              </a:rPr>
              <a:t> </a:t>
            </a:r>
            <a:r>
              <a:rPr lang="en-US" sz="1000" b="0" i="0" err="1">
                <a:effectLst/>
              </a:rPr>
              <a:t>eget</a:t>
            </a:r>
            <a:r>
              <a:rPr lang="en-US" sz="1000" b="0" i="0">
                <a:effectLst/>
              </a:rPr>
              <a:t> </a:t>
            </a:r>
            <a:r>
              <a:rPr lang="en-US" sz="1000" b="0" i="0" err="1">
                <a:effectLst/>
              </a:rPr>
              <a:t>nunc</a:t>
            </a:r>
            <a:r>
              <a:rPr lang="en-US" sz="1000" b="0" i="0">
                <a:effectLst/>
              </a:rPr>
              <a:t> </a:t>
            </a:r>
            <a:r>
              <a:rPr lang="en-US" sz="1000" b="0" i="0" err="1">
                <a:effectLst/>
              </a:rPr>
              <a:t>lobortis</a:t>
            </a:r>
            <a:r>
              <a:rPr lang="en-US" sz="1000" b="0" i="0">
                <a:effectLst/>
              </a:rPr>
              <a:t> </a:t>
            </a:r>
            <a:r>
              <a:rPr lang="en-US" sz="1000" b="0" i="0" err="1">
                <a:effectLst/>
              </a:rPr>
              <a:t>mattis</a:t>
            </a:r>
            <a:r>
              <a:rPr lang="en-US" sz="1000" b="0" i="0">
                <a:effectLst/>
              </a:rPr>
              <a:t>. Diam </a:t>
            </a:r>
            <a:r>
              <a:rPr lang="en-US" sz="1000" b="0" i="0" err="1">
                <a:effectLst/>
              </a:rPr>
              <a:t>donec</a:t>
            </a:r>
            <a:r>
              <a:rPr lang="en-US" sz="1000" b="0" i="0">
                <a:effectLst/>
              </a:rPr>
              <a:t> </a:t>
            </a:r>
            <a:r>
              <a:rPr lang="en-US" sz="1000" b="0" i="0" err="1">
                <a:effectLst/>
              </a:rPr>
              <a:t>adipiscing</a:t>
            </a:r>
            <a:r>
              <a:rPr lang="en-US" sz="1000" b="0" i="0">
                <a:effectLst/>
              </a:rPr>
              <a:t> </a:t>
            </a:r>
            <a:r>
              <a:rPr lang="en-US" sz="1000" b="0" i="0" err="1">
                <a:effectLst/>
              </a:rPr>
              <a:t>tristique</a:t>
            </a:r>
            <a:r>
              <a:rPr lang="en-US" sz="1000" b="0" i="0">
                <a:effectLst/>
              </a:rPr>
              <a:t> </a:t>
            </a:r>
            <a:r>
              <a:rPr lang="en-US" sz="1000" b="0" i="0" err="1">
                <a:effectLst/>
              </a:rPr>
              <a:t>risus</a:t>
            </a:r>
            <a:r>
              <a:rPr lang="en-US" sz="1000" b="0" i="0">
                <a:effectLst/>
              </a:rPr>
              <a:t> </a:t>
            </a:r>
            <a:r>
              <a:rPr lang="en-US" sz="1000" b="0" i="0" err="1">
                <a:effectLst/>
              </a:rPr>
              <a:t>nec</a:t>
            </a:r>
            <a:r>
              <a:rPr lang="en-US" sz="1000" b="0" i="0">
                <a:effectLst/>
              </a:rPr>
              <a:t> </a:t>
            </a:r>
            <a:r>
              <a:rPr lang="en-US" sz="1000" b="0" i="0" err="1">
                <a:effectLst/>
              </a:rPr>
              <a:t>feugiat</a:t>
            </a:r>
            <a:r>
              <a:rPr lang="en-US" sz="1000" b="0" i="0">
                <a:effectLst/>
              </a:rPr>
              <a:t> in fermentum. Et </a:t>
            </a:r>
            <a:r>
              <a:rPr lang="en-US" sz="1000" b="0" i="0" err="1">
                <a:effectLst/>
              </a:rPr>
              <a:t>leo</a:t>
            </a:r>
            <a:r>
              <a:rPr lang="en-US" sz="1000" b="0" i="0">
                <a:effectLst/>
              </a:rPr>
              <a:t> </a:t>
            </a:r>
            <a:r>
              <a:rPr lang="en-US" sz="1000" b="0" i="0" err="1">
                <a:effectLst/>
              </a:rPr>
              <a:t>duis</a:t>
            </a:r>
            <a:r>
              <a:rPr lang="en-US" sz="1000" b="0" i="0">
                <a:effectLst/>
              </a:rPr>
              <a:t> </a:t>
            </a:r>
            <a:r>
              <a:rPr lang="en-US" sz="1000" b="0" i="0" err="1">
                <a:effectLst/>
              </a:rPr>
              <a:t>ut</a:t>
            </a:r>
            <a:r>
              <a:rPr lang="en-US" sz="1000" b="0" i="0">
                <a:effectLst/>
              </a:rPr>
              <a:t> diam </a:t>
            </a:r>
            <a:r>
              <a:rPr lang="en-US" sz="1000" b="0" i="0" err="1">
                <a:effectLst/>
              </a:rPr>
              <a:t>quam</a:t>
            </a:r>
            <a:r>
              <a:rPr lang="en-US" sz="1000" b="0" i="0">
                <a:effectLst/>
              </a:rPr>
              <a:t> </a:t>
            </a:r>
            <a:r>
              <a:rPr lang="en-US" sz="1000" b="0" i="0" err="1">
                <a:effectLst/>
              </a:rPr>
              <a:t>nulla</a:t>
            </a:r>
            <a:r>
              <a:rPr lang="en-US" sz="1000" b="0" i="0">
                <a:effectLst/>
              </a:rPr>
              <a:t> </a:t>
            </a:r>
            <a:r>
              <a:rPr lang="en-US" sz="1000" b="0" i="0" err="1">
                <a:effectLst/>
              </a:rPr>
              <a:t>porttitor</a:t>
            </a:r>
            <a:r>
              <a:rPr lang="en-US" sz="1000" b="0" i="0">
                <a:effectLst/>
              </a:rPr>
              <a:t>. </a:t>
            </a:r>
            <a:r>
              <a:rPr lang="en-US" sz="1000" b="0" i="0" err="1">
                <a:effectLst/>
              </a:rPr>
              <a:t>Posuere</a:t>
            </a:r>
            <a:r>
              <a:rPr lang="en-US" sz="1000" b="0" i="0">
                <a:effectLst/>
              </a:rPr>
              <a:t> </a:t>
            </a:r>
            <a:r>
              <a:rPr lang="en-US" sz="1000" b="0" i="0" err="1">
                <a:effectLst/>
              </a:rPr>
              <a:t>urna</a:t>
            </a:r>
            <a:r>
              <a:rPr lang="en-US" sz="1000" b="0" i="0">
                <a:effectLst/>
              </a:rPr>
              <a:t> </a:t>
            </a:r>
            <a:r>
              <a:rPr lang="en-US" sz="1000" b="0" i="0" err="1">
                <a:effectLst/>
              </a:rPr>
              <a:t>nec</a:t>
            </a:r>
            <a:r>
              <a:rPr lang="en-US" sz="1000" b="0" i="0">
                <a:effectLst/>
              </a:rPr>
              <a:t> </a:t>
            </a:r>
            <a:r>
              <a:rPr lang="en-US" sz="1000" b="0" i="0" err="1">
                <a:effectLst/>
              </a:rPr>
              <a:t>tincidunt</a:t>
            </a:r>
            <a:r>
              <a:rPr lang="en-US" sz="1000" b="0" i="0">
                <a:effectLst/>
              </a:rPr>
              <a:t> </a:t>
            </a:r>
            <a:r>
              <a:rPr lang="en-US" sz="1000" b="0" i="0" err="1">
                <a:effectLst/>
              </a:rPr>
              <a:t>praesent</a:t>
            </a:r>
            <a:r>
              <a:rPr lang="en-US" sz="1000" b="0" i="0">
                <a:effectLst/>
              </a:rPr>
              <a:t> semper </a:t>
            </a:r>
            <a:r>
              <a:rPr lang="en-US" sz="1000" b="0" i="0" err="1">
                <a:effectLst/>
              </a:rPr>
              <a:t>feugiat</a:t>
            </a:r>
            <a:r>
              <a:rPr lang="en-US" sz="1000" b="0" i="0">
                <a:effectLst/>
              </a:rPr>
              <a:t> </a:t>
            </a:r>
            <a:r>
              <a:rPr lang="en-US" sz="1000" b="0" i="0" err="1">
                <a:effectLst/>
              </a:rPr>
              <a:t>nibh</a:t>
            </a:r>
            <a:r>
              <a:rPr lang="en-US" sz="1000" b="0" i="0">
                <a:effectLst/>
              </a:rPr>
              <a:t> sed pulvinar. </a:t>
            </a:r>
            <a:r>
              <a:rPr lang="en-US" sz="1000" b="0" i="0" err="1">
                <a:effectLst/>
              </a:rPr>
              <a:t>Mauris</a:t>
            </a:r>
            <a:r>
              <a:rPr lang="en-US" sz="1000" b="0" i="0">
                <a:effectLst/>
              </a:rPr>
              <a:t> a diam </a:t>
            </a:r>
            <a:r>
              <a:rPr lang="en-US" sz="1000" b="0" i="0" err="1">
                <a:effectLst/>
              </a:rPr>
              <a:t>maecenas</a:t>
            </a:r>
            <a:r>
              <a:rPr lang="en-US" sz="1000" b="0" i="0">
                <a:effectLst/>
              </a:rPr>
              <a:t> sed </a:t>
            </a:r>
            <a:r>
              <a:rPr lang="en-US" sz="1000" b="0" i="0" err="1">
                <a:effectLst/>
              </a:rPr>
              <a:t>enim</a:t>
            </a:r>
            <a:r>
              <a:rPr lang="en-US" sz="1000" b="0" i="0">
                <a:effectLst/>
              </a:rPr>
              <a:t>. Lacinia </a:t>
            </a:r>
            <a:r>
              <a:rPr lang="en-US" sz="1000" b="0" i="0" err="1">
                <a:effectLst/>
              </a:rPr>
              <a:t>quis</a:t>
            </a:r>
            <a:r>
              <a:rPr lang="en-US" sz="1000" b="0" i="0">
                <a:effectLst/>
              </a:rPr>
              <a:t> vel eros </a:t>
            </a:r>
            <a:r>
              <a:rPr lang="en-US" sz="1000" b="0" i="0" err="1">
                <a:effectLst/>
              </a:rPr>
              <a:t>donec</a:t>
            </a:r>
            <a:r>
              <a:rPr lang="en-US" sz="1000" b="0" i="0">
                <a:effectLst/>
              </a:rPr>
              <a:t> ac </a:t>
            </a:r>
            <a:r>
              <a:rPr lang="en-US" sz="1000" b="0" i="0" err="1">
                <a:effectLst/>
              </a:rPr>
              <a:t>odio</a:t>
            </a:r>
            <a:r>
              <a:rPr lang="en-US" sz="1000" b="0" i="0">
                <a:effectLst/>
              </a:rPr>
              <a:t> </a:t>
            </a:r>
            <a:r>
              <a:rPr lang="en-US" sz="1000" b="0" i="0" err="1">
                <a:effectLst/>
              </a:rPr>
              <a:t>tempor</a:t>
            </a:r>
            <a:r>
              <a:rPr lang="en-US" sz="1000" b="0" i="0">
                <a:effectLst/>
              </a:rPr>
              <a:t>. Platea </a:t>
            </a:r>
            <a:r>
              <a:rPr lang="en-US" sz="1000" b="0" i="0" err="1">
                <a:effectLst/>
              </a:rPr>
              <a:t>dictumst</a:t>
            </a:r>
            <a:r>
              <a:rPr lang="en-US" sz="1000" b="0" i="0">
                <a:effectLst/>
              </a:rPr>
              <a:t> </a:t>
            </a:r>
            <a:r>
              <a:rPr lang="en-US" sz="1000" b="0" i="0" err="1">
                <a:effectLst/>
              </a:rPr>
              <a:t>quisque</a:t>
            </a:r>
            <a:r>
              <a:rPr lang="en-US" sz="1000" b="0" i="0">
                <a:effectLst/>
              </a:rPr>
              <a:t> </a:t>
            </a:r>
            <a:r>
              <a:rPr lang="en-US" sz="1000" b="0" i="0" err="1">
                <a:effectLst/>
              </a:rPr>
              <a:t>sagittis</a:t>
            </a:r>
            <a:r>
              <a:rPr lang="en-US" sz="1000" b="0" i="0">
                <a:effectLst/>
              </a:rPr>
              <a:t> </a:t>
            </a:r>
            <a:r>
              <a:rPr lang="en-US" sz="1000" b="0" i="0" err="1">
                <a:effectLst/>
              </a:rPr>
              <a:t>purus</a:t>
            </a:r>
            <a:r>
              <a:rPr lang="en-US" sz="1000" b="0" i="0">
                <a:effectLst/>
              </a:rPr>
              <a:t> sit </a:t>
            </a:r>
            <a:r>
              <a:rPr lang="en-US" sz="1000" b="0" i="0" err="1">
                <a:effectLst/>
              </a:rPr>
              <a:t>amet</a:t>
            </a:r>
            <a:r>
              <a:rPr lang="en-US" sz="1000" b="0" i="0">
                <a:effectLst/>
              </a:rPr>
              <a:t>. </a:t>
            </a:r>
            <a:r>
              <a:rPr lang="en-US" sz="1000" b="0" i="0" err="1">
                <a:effectLst/>
              </a:rPr>
              <a:t>Nibh</a:t>
            </a:r>
            <a:r>
              <a:rPr lang="en-US" sz="1000" b="0" i="0">
                <a:effectLst/>
              </a:rPr>
              <a:t> </a:t>
            </a:r>
            <a:r>
              <a:rPr lang="en-US" sz="1000" b="0" i="0" err="1">
                <a:effectLst/>
              </a:rPr>
              <a:t>praesent</a:t>
            </a:r>
            <a:r>
              <a:rPr lang="en-US" sz="1000" b="0" i="0">
                <a:effectLst/>
              </a:rPr>
              <a:t> </a:t>
            </a:r>
            <a:r>
              <a:rPr lang="en-US" sz="1000" b="0" i="0" err="1">
                <a:effectLst/>
              </a:rPr>
              <a:t>tristique</a:t>
            </a:r>
            <a:r>
              <a:rPr lang="en-US" sz="1000" b="0" i="0">
                <a:effectLst/>
              </a:rPr>
              <a:t> magna sit. In </a:t>
            </a:r>
            <a:r>
              <a:rPr lang="en-US" sz="1000" b="0" i="0" err="1">
                <a:effectLst/>
              </a:rPr>
              <a:t>arcu</a:t>
            </a:r>
            <a:r>
              <a:rPr lang="en-US" sz="1000" b="0" i="0">
                <a:effectLst/>
              </a:rPr>
              <a:t> cursus </a:t>
            </a:r>
            <a:r>
              <a:rPr lang="en-US" sz="1000" b="0" i="0" err="1">
                <a:effectLst/>
              </a:rPr>
              <a:t>euismod</a:t>
            </a:r>
            <a:r>
              <a:rPr lang="en-US" sz="1000" b="0" i="0">
                <a:effectLst/>
              </a:rPr>
              <a:t> </a:t>
            </a:r>
            <a:r>
              <a:rPr lang="en-US" sz="1000" b="0" i="0" err="1">
                <a:effectLst/>
              </a:rPr>
              <a:t>quis</a:t>
            </a:r>
            <a:r>
              <a:rPr lang="en-US" sz="1000" b="0" i="0">
                <a:effectLst/>
              </a:rPr>
              <a:t> </a:t>
            </a:r>
            <a:r>
              <a:rPr lang="en-US" sz="1000" b="0" i="0" err="1">
                <a:effectLst/>
              </a:rPr>
              <a:t>viverra</a:t>
            </a:r>
            <a:r>
              <a:rPr lang="en-US" sz="1000" b="0" i="0">
                <a:effectLst/>
              </a:rPr>
              <a:t> </a:t>
            </a:r>
            <a:r>
              <a:rPr lang="en-US" sz="1000" b="0" i="0" err="1">
                <a:effectLst/>
              </a:rPr>
              <a:t>nibh</a:t>
            </a:r>
            <a:r>
              <a:rPr lang="en-US" sz="1000" b="0" i="0">
                <a:effectLst/>
              </a:rPr>
              <a:t>.</a:t>
            </a:r>
          </a:p>
          <a:p>
            <a:pPr marL="0" marR="0" algn="l">
              <a:lnSpc>
                <a:spcPct val="110000"/>
              </a:lnSpc>
              <a:spcBef>
                <a:spcPts val="0"/>
              </a:spcBef>
              <a:spcAft>
                <a:spcPts val="1000"/>
              </a:spcAft>
            </a:pPr>
            <a:r>
              <a:rPr lang="en-US" sz="1000" b="0" i="0" u="none" strike="noStrike">
                <a:effectLst/>
              </a:rPr>
              <a:t>Learn more at </a:t>
            </a:r>
            <a:r>
              <a:rPr lang="en-US" sz="1000" b="1" i="0" u="none" strike="noStrike" err="1">
                <a:effectLst/>
              </a:rPr>
              <a:t>partnerwebsite.com</a:t>
            </a:r>
            <a:r>
              <a:rPr lang="en-US" sz="1000" b="0" i="0" u="none" strike="noStrike">
                <a:effectLst/>
              </a:rPr>
              <a:t>.</a:t>
            </a:r>
            <a:endParaRPr lang="en-US" sz="1000">
              <a:effectLst/>
            </a:endParaRPr>
          </a:p>
        </p:txBody>
      </p:sp>
      <p:cxnSp>
        <p:nvCxnSpPr>
          <p:cNvPr id="16" name="Straight Connector 15">
            <a:extLst>
              <a:ext uri="{FF2B5EF4-FFF2-40B4-BE49-F238E27FC236}">
                <a16:creationId xmlns:a16="http://schemas.microsoft.com/office/drawing/2014/main" id="{0446A4D6-7FA1-5BB5-E5CF-DB98DCA38E3B}"/>
              </a:ext>
            </a:extLst>
          </p:cNvPr>
          <p:cNvCxnSpPr>
            <a:cxnSpLocks/>
          </p:cNvCxnSpPr>
          <p:nvPr/>
        </p:nvCxnSpPr>
        <p:spPr>
          <a:xfrm>
            <a:off x="6098308" y="571500"/>
            <a:ext cx="0" cy="5715000"/>
          </a:xfrm>
          <a:prstGeom prst="line">
            <a:avLst/>
          </a:prstGeom>
          <a:ln w="9525" cap="flat">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7" name="Title 5">
            <a:extLst>
              <a:ext uri="{FF2B5EF4-FFF2-40B4-BE49-F238E27FC236}">
                <a16:creationId xmlns:a16="http://schemas.microsoft.com/office/drawing/2014/main" id="{C523990C-A8D4-FDF1-8634-6E87744BBDF9}"/>
              </a:ext>
            </a:extLst>
          </p:cNvPr>
          <p:cNvSpPr txBox="1">
            <a:spLocks/>
          </p:cNvSpPr>
          <p:nvPr/>
        </p:nvSpPr>
        <p:spPr>
          <a:xfrm>
            <a:off x="3494039" y="571500"/>
            <a:ext cx="2472649" cy="426027"/>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1800"/>
              <a:t>About (partner name)</a:t>
            </a:r>
          </a:p>
        </p:txBody>
      </p:sp>
      <p:sp>
        <p:nvSpPr>
          <p:cNvPr id="21" name="object 2">
            <a:extLst>
              <a:ext uri="{FF2B5EF4-FFF2-40B4-BE49-F238E27FC236}">
                <a16:creationId xmlns:a16="http://schemas.microsoft.com/office/drawing/2014/main" id="{625A1774-DAE9-4A68-A871-5EB38012895C}"/>
              </a:ext>
            </a:extLst>
          </p:cNvPr>
          <p:cNvSpPr txBox="1"/>
          <p:nvPr/>
        </p:nvSpPr>
        <p:spPr>
          <a:xfrm>
            <a:off x="6416577" y="1752600"/>
            <a:ext cx="2286000" cy="3352800"/>
          </a:xfrm>
          <a:prstGeom prst="rect">
            <a:avLst/>
          </a:prstGeom>
        </p:spPr>
        <p:txBody>
          <a:bodyPr vert="horz" wrap="square" lIns="0" tIns="7315" rIns="0" bIns="0" rtlCol="0">
            <a:noAutofit/>
          </a:bodyPr>
          <a:lstStyle/>
          <a:p>
            <a:pPr algn="l">
              <a:lnSpc>
                <a:spcPct val="110000"/>
              </a:lnSpc>
              <a:spcAft>
                <a:spcPts val="1000"/>
              </a:spcAft>
            </a:pPr>
            <a:r>
              <a:rPr lang="en-US" sz="1000" b="0" i="0">
                <a:effectLst/>
              </a:rPr>
              <a:t>Lorem ipsum dolor sit </a:t>
            </a:r>
            <a:r>
              <a:rPr lang="en-US" sz="1000" b="0" i="0" err="1">
                <a:effectLst/>
              </a:rPr>
              <a:t>amet</a:t>
            </a:r>
            <a:r>
              <a:rPr lang="en-US" sz="1000" b="0" i="0">
                <a:effectLst/>
              </a:rPr>
              <a:t>, </a:t>
            </a:r>
            <a:r>
              <a:rPr lang="en-US" sz="1000" b="0" i="0" err="1">
                <a:effectLst/>
              </a:rPr>
              <a:t>consectetur</a:t>
            </a:r>
            <a:r>
              <a:rPr lang="en-US" sz="1000" b="0" i="0">
                <a:effectLst/>
              </a:rPr>
              <a:t> </a:t>
            </a:r>
            <a:r>
              <a:rPr lang="en-US" sz="1000" b="0" i="0" err="1">
                <a:effectLst/>
              </a:rPr>
              <a:t>adipiscing</a:t>
            </a:r>
            <a:r>
              <a:rPr lang="en-US" sz="1000" b="0" i="0">
                <a:effectLst/>
              </a:rPr>
              <a:t> </a:t>
            </a:r>
            <a:r>
              <a:rPr lang="en-US" sz="1000" b="0" i="0" err="1">
                <a:effectLst/>
              </a:rPr>
              <a:t>elit</a:t>
            </a:r>
            <a:r>
              <a:rPr lang="en-US" sz="1000" b="0" i="0">
                <a:effectLst/>
              </a:rPr>
              <a:t>, sed do </a:t>
            </a:r>
            <a:r>
              <a:rPr lang="en-US" sz="1000" b="0" i="0" err="1">
                <a:effectLst/>
              </a:rPr>
              <a:t>eiusmod</a:t>
            </a:r>
            <a:r>
              <a:rPr lang="en-US" sz="1000" b="0" i="0">
                <a:effectLst/>
              </a:rPr>
              <a:t> </a:t>
            </a:r>
            <a:r>
              <a:rPr lang="en-US" sz="1000" b="0" i="0" err="1">
                <a:effectLst/>
              </a:rPr>
              <a:t>tempor</a:t>
            </a:r>
            <a:r>
              <a:rPr lang="en-US" sz="1000" b="0" i="0">
                <a:effectLst/>
              </a:rPr>
              <a:t> </a:t>
            </a:r>
            <a:r>
              <a:rPr lang="en-US" sz="1000" b="0" i="0" err="1">
                <a:effectLst/>
              </a:rPr>
              <a:t>incididunt</a:t>
            </a:r>
            <a:r>
              <a:rPr lang="en-US" sz="1000" b="0" i="0">
                <a:effectLst/>
              </a:rPr>
              <a:t> </a:t>
            </a:r>
            <a:r>
              <a:rPr lang="en-US" sz="1000" b="0" i="0" err="1">
                <a:effectLst/>
              </a:rPr>
              <a:t>ut</a:t>
            </a:r>
            <a:r>
              <a:rPr lang="en-US" sz="1000" b="0" i="0">
                <a:effectLst/>
              </a:rPr>
              <a:t> labore et dolore magna </a:t>
            </a:r>
            <a:r>
              <a:rPr lang="en-US" sz="1000" b="0" i="0" err="1">
                <a:effectLst/>
              </a:rPr>
              <a:t>aliqua</a:t>
            </a:r>
            <a:r>
              <a:rPr lang="en-US" sz="1000" b="0" i="0">
                <a:effectLst/>
              </a:rPr>
              <a:t>. </a:t>
            </a:r>
            <a:r>
              <a:rPr lang="en-US" sz="1000" b="0" i="0" err="1">
                <a:effectLst/>
              </a:rPr>
              <a:t>Amet</a:t>
            </a:r>
            <a:r>
              <a:rPr lang="en-US" sz="1000" b="0" i="0">
                <a:effectLst/>
              </a:rPr>
              <a:t> </a:t>
            </a:r>
            <a:r>
              <a:rPr lang="en-US" sz="1000" b="0" i="0" err="1">
                <a:effectLst/>
              </a:rPr>
              <a:t>risus</a:t>
            </a:r>
            <a:r>
              <a:rPr lang="en-US" sz="1000" b="0" i="0">
                <a:effectLst/>
              </a:rPr>
              <a:t> </a:t>
            </a:r>
            <a:r>
              <a:rPr lang="en-US" sz="1000" b="0" i="0" err="1">
                <a:effectLst/>
              </a:rPr>
              <a:t>nullam</a:t>
            </a:r>
            <a:r>
              <a:rPr lang="en-US" sz="1000" b="0" i="0">
                <a:effectLst/>
              </a:rPr>
              <a:t> </a:t>
            </a:r>
            <a:r>
              <a:rPr lang="en-US" sz="1000" b="0" i="0" err="1">
                <a:effectLst/>
              </a:rPr>
              <a:t>eget</a:t>
            </a:r>
            <a:r>
              <a:rPr lang="en-US" sz="1000" b="0" i="0">
                <a:effectLst/>
              </a:rPr>
              <a:t> </a:t>
            </a:r>
            <a:r>
              <a:rPr lang="en-US" sz="1000" b="0" i="0" err="1">
                <a:effectLst/>
              </a:rPr>
              <a:t>felis</a:t>
            </a:r>
            <a:r>
              <a:rPr lang="en-US" sz="1000" b="0" i="0">
                <a:effectLst/>
              </a:rPr>
              <a:t> </a:t>
            </a:r>
            <a:r>
              <a:rPr lang="en-US" sz="1000" b="0" i="0" err="1">
                <a:effectLst/>
              </a:rPr>
              <a:t>eget</a:t>
            </a:r>
            <a:r>
              <a:rPr lang="en-US" sz="1000" b="0" i="0">
                <a:effectLst/>
              </a:rPr>
              <a:t> </a:t>
            </a:r>
            <a:r>
              <a:rPr lang="en-US" sz="1000" b="0" i="0" err="1">
                <a:effectLst/>
              </a:rPr>
              <a:t>nunc</a:t>
            </a:r>
            <a:r>
              <a:rPr lang="en-US" sz="1000" b="0" i="0">
                <a:effectLst/>
              </a:rPr>
              <a:t> </a:t>
            </a:r>
            <a:r>
              <a:rPr lang="en-US" sz="1000" b="0" i="0" err="1">
                <a:effectLst/>
              </a:rPr>
              <a:t>lobortis</a:t>
            </a:r>
            <a:r>
              <a:rPr lang="en-US" sz="1000" b="0" i="0">
                <a:effectLst/>
              </a:rPr>
              <a:t> </a:t>
            </a:r>
            <a:r>
              <a:rPr lang="en-US" sz="1000" b="0" i="0" err="1">
                <a:effectLst/>
              </a:rPr>
              <a:t>mattis</a:t>
            </a:r>
            <a:r>
              <a:rPr lang="en-US" sz="1000" b="0" i="0">
                <a:effectLst/>
              </a:rPr>
              <a:t>. Diam </a:t>
            </a:r>
            <a:r>
              <a:rPr lang="en-US" sz="1000" b="0" i="0" err="1">
                <a:effectLst/>
              </a:rPr>
              <a:t>donec</a:t>
            </a:r>
            <a:r>
              <a:rPr lang="en-US" sz="1000" b="0" i="0">
                <a:effectLst/>
              </a:rPr>
              <a:t> </a:t>
            </a:r>
            <a:r>
              <a:rPr lang="en-US" sz="1000" b="0" i="0" err="1">
                <a:effectLst/>
              </a:rPr>
              <a:t>adipiscing</a:t>
            </a:r>
            <a:r>
              <a:rPr lang="en-US" sz="1000" b="0" i="0">
                <a:effectLst/>
              </a:rPr>
              <a:t> </a:t>
            </a:r>
            <a:r>
              <a:rPr lang="en-US" sz="1000" b="0" i="0" err="1">
                <a:effectLst/>
              </a:rPr>
              <a:t>tristique</a:t>
            </a:r>
            <a:r>
              <a:rPr lang="en-US" sz="1000" b="0" i="0">
                <a:effectLst/>
              </a:rPr>
              <a:t> </a:t>
            </a:r>
            <a:r>
              <a:rPr lang="en-US" sz="1000" b="0" i="0" err="1">
                <a:effectLst/>
              </a:rPr>
              <a:t>risus</a:t>
            </a:r>
            <a:r>
              <a:rPr lang="en-US" sz="1000" b="0" i="0">
                <a:effectLst/>
              </a:rPr>
              <a:t> </a:t>
            </a:r>
            <a:r>
              <a:rPr lang="en-US" sz="1000" b="0" i="0" err="1">
                <a:effectLst/>
              </a:rPr>
              <a:t>nec</a:t>
            </a:r>
            <a:r>
              <a:rPr lang="en-US" sz="1000" b="0" i="0">
                <a:effectLst/>
              </a:rPr>
              <a:t> </a:t>
            </a:r>
            <a:r>
              <a:rPr lang="en-US" sz="1000" b="0" i="0" err="1">
                <a:effectLst/>
              </a:rPr>
              <a:t>feugiat</a:t>
            </a:r>
            <a:r>
              <a:rPr lang="en-US" sz="1000" b="0" i="0">
                <a:effectLst/>
              </a:rPr>
              <a:t> in fermentum. Et </a:t>
            </a:r>
            <a:r>
              <a:rPr lang="en-US" sz="1000" b="0" i="0" err="1">
                <a:effectLst/>
              </a:rPr>
              <a:t>leo</a:t>
            </a:r>
            <a:r>
              <a:rPr lang="en-US" sz="1000" b="0" i="0">
                <a:effectLst/>
              </a:rPr>
              <a:t> </a:t>
            </a:r>
            <a:r>
              <a:rPr lang="en-US" sz="1000" b="0" i="0" err="1">
                <a:effectLst/>
              </a:rPr>
              <a:t>duis</a:t>
            </a:r>
            <a:r>
              <a:rPr lang="en-US" sz="1000" b="0" i="0">
                <a:effectLst/>
              </a:rPr>
              <a:t> </a:t>
            </a:r>
            <a:r>
              <a:rPr lang="en-US" sz="1000" b="0" i="0" err="1">
                <a:effectLst/>
              </a:rPr>
              <a:t>ut</a:t>
            </a:r>
            <a:r>
              <a:rPr lang="en-US" sz="1000" b="0" i="0">
                <a:effectLst/>
              </a:rPr>
              <a:t> diam </a:t>
            </a:r>
            <a:r>
              <a:rPr lang="en-US" sz="1000" b="0" i="0" err="1">
                <a:effectLst/>
              </a:rPr>
              <a:t>quam</a:t>
            </a:r>
            <a:r>
              <a:rPr lang="en-US" sz="1000" b="0" i="0">
                <a:effectLst/>
              </a:rPr>
              <a:t> </a:t>
            </a:r>
            <a:r>
              <a:rPr lang="en-US" sz="1000" b="0" i="0" err="1">
                <a:effectLst/>
              </a:rPr>
              <a:t>nulla</a:t>
            </a:r>
            <a:r>
              <a:rPr lang="en-US" sz="1000" b="0" i="0">
                <a:effectLst/>
              </a:rPr>
              <a:t> </a:t>
            </a:r>
            <a:r>
              <a:rPr lang="en-US" sz="1000" b="0" i="0" err="1">
                <a:effectLst/>
              </a:rPr>
              <a:t>porttitor</a:t>
            </a:r>
            <a:r>
              <a:rPr lang="en-US" sz="1000" b="0" i="0">
                <a:effectLst/>
              </a:rPr>
              <a:t>. </a:t>
            </a:r>
            <a:r>
              <a:rPr lang="en-US" sz="1000" b="0" i="0" err="1">
                <a:effectLst/>
              </a:rPr>
              <a:t>Posuere</a:t>
            </a:r>
            <a:r>
              <a:rPr lang="en-US" sz="1000" b="0" i="0">
                <a:effectLst/>
              </a:rPr>
              <a:t> </a:t>
            </a:r>
            <a:r>
              <a:rPr lang="en-US" sz="1000" b="0" i="0" err="1">
                <a:effectLst/>
              </a:rPr>
              <a:t>urna</a:t>
            </a:r>
            <a:r>
              <a:rPr lang="en-US" sz="1000" b="0" i="0">
                <a:effectLst/>
              </a:rPr>
              <a:t> </a:t>
            </a:r>
            <a:r>
              <a:rPr lang="en-US" sz="1000" b="0" i="0" err="1">
                <a:effectLst/>
              </a:rPr>
              <a:t>nec</a:t>
            </a:r>
            <a:r>
              <a:rPr lang="en-US" sz="1000" b="0" i="0">
                <a:effectLst/>
              </a:rPr>
              <a:t> </a:t>
            </a:r>
            <a:r>
              <a:rPr lang="en-US" sz="1000" b="0" i="0" err="1">
                <a:effectLst/>
              </a:rPr>
              <a:t>tincidunt</a:t>
            </a:r>
            <a:r>
              <a:rPr lang="en-US" sz="1000" b="0" i="0">
                <a:effectLst/>
              </a:rPr>
              <a:t> </a:t>
            </a:r>
            <a:r>
              <a:rPr lang="en-US" sz="1000" b="0" i="0" err="1">
                <a:effectLst/>
              </a:rPr>
              <a:t>praesent</a:t>
            </a:r>
            <a:r>
              <a:rPr lang="en-US" sz="1000" b="0" i="0">
                <a:effectLst/>
              </a:rPr>
              <a:t> semper </a:t>
            </a:r>
            <a:r>
              <a:rPr lang="en-US" sz="1000" b="0" i="0" err="1">
                <a:effectLst/>
              </a:rPr>
              <a:t>feugiat</a:t>
            </a:r>
            <a:r>
              <a:rPr lang="en-US" sz="1000" b="0" i="0">
                <a:effectLst/>
              </a:rPr>
              <a:t> </a:t>
            </a:r>
            <a:r>
              <a:rPr lang="en-US" sz="1000" b="0" i="0" err="1">
                <a:effectLst/>
              </a:rPr>
              <a:t>nibh</a:t>
            </a:r>
            <a:r>
              <a:rPr lang="en-US" sz="1000" b="0" i="0">
                <a:effectLst/>
              </a:rPr>
              <a:t> sed pulvinar. </a:t>
            </a:r>
            <a:r>
              <a:rPr lang="en-US" sz="1000" b="0" i="0" err="1">
                <a:effectLst/>
              </a:rPr>
              <a:t>Mauris</a:t>
            </a:r>
            <a:r>
              <a:rPr lang="en-US" sz="1000" b="0" i="0">
                <a:effectLst/>
              </a:rPr>
              <a:t> a diam </a:t>
            </a:r>
            <a:r>
              <a:rPr lang="en-US" sz="1000" b="0" i="0" err="1">
                <a:effectLst/>
              </a:rPr>
              <a:t>maecenas</a:t>
            </a:r>
            <a:r>
              <a:rPr lang="en-US" sz="1000" b="0" i="0">
                <a:effectLst/>
              </a:rPr>
              <a:t> sed </a:t>
            </a:r>
            <a:r>
              <a:rPr lang="en-US" sz="1000" b="0" i="0" err="1">
                <a:effectLst/>
              </a:rPr>
              <a:t>enim</a:t>
            </a:r>
            <a:r>
              <a:rPr lang="en-US" sz="1000" b="0" i="0">
                <a:effectLst/>
              </a:rPr>
              <a:t>. Lacinia </a:t>
            </a:r>
            <a:r>
              <a:rPr lang="en-US" sz="1000" b="0" i="0" err="1">
                <a:effectLst/>
              </a:rPr>
              <a:t>quis</a:t>
            </a:r>
            <a:r>
              <a:rPr lang="en-US" sz="1000" b="0" i="0">
                <a:effectLst/>
              </a:rPr>
              <a:t> vel eros </a:t>
            </a:r>
            <a:r>
              <a:rPr lang="en-US" sz="1000" b="0" i="0" err="1">
                <a:effectLst/>
              </a:rPr>
              <a:t>donec</a:t>
            </a:r>
            <a:r>
              <a:rPr lang="en-US" sz="1000" b="0" i="0">
                <a:effectLst/>
              </a:rPr>
              <a:t> ac </a:t>
            </a:r>
            <a:r>
              <a:rPr lang="en-US" sz="1000" b="0" i="0" err="1">
                <a:effectLst/>
              </a:rPr>
              <a:t>odio</a:t>
            </a:r>
            <a:r>
              <a:rPr lang="en-US" sz="1000" b="0" i="0">
                <a:effectLst/>
              </a:rPr>
              <a:t> </a:t>
            </a:r>
            <a:r>
              <a:rPr lang="en-US" sz="1000" b="0" i="0" err="1">
                <a:effectLst/>
              </a:rPr>
              <a:t>tempor</a:t>
            </a:r>
            <a:r>
              <a:rPr lang="en-US" sz="1000" b="0" i="0">
                <a:effectLst/>
              </a:rPr>
              <a:t>. Platea </a:t>
            </a:r>
            <a:r>
              <a:rPr lang="en-US" sz="1000" b="0" i="0" err="1">
                <a:effectLst/>
              </a:rPr>
              <a:t>dictumst</a:t>
            </a:r>
            <a:r>
              <a:rPr lang="en-US" sz="1000" b="0" i="0">
                <a:effectLst/>
              </a:rPr>
              <a:t> </a:t>
            </a:r>
            <a:r>
              <a:rPr lang="en-US" sz="1000" b="0" i="0" err="1">
                <a:effectLst/>
              </a:rPr>
              <a:t>quisque</a:t>
            </a:r>
            <a:r>
              <a:rPr lang="en-US" sz="1000" b="0" i="0">
                <a:effectLst/>
              </a:rPr>
              <a:t> </a:t>
            </a:r>
            <a:r>
              <a:rPr lang="en-US" sz="1000" b="0" i="0" err="1">
                <a:effectLst/>
              </a:rPr>
              <a:t>sagittis</a:t>
            </a:r>
            <a:r>
              <a:rPr lang="en-US" sz="1000" b="0" i="0">
                <a:effectLst/>
              </a:rPr>
              <a:t> </a:t>
            </a:r>
            <a:r>
              <a:rPr lang="en-US" sz="1000" b="0" i="0" err="1">
                <a:effectLst/>
              </a:rPr>
              <a:t>purus</a:t>
            </a:r>
            <a:r>
              <a:rPr lang="en-US" sz="1000" b="0" i="0">
                <a:effectLst/>
              </a:rPr>
              <a:t> sit </a:t>
            </a:r>
            <a:r>
              <a:rPr lang="en-US" sz="1000" b="0" i="0" err="1">
                <a:effectLst/>
              </a:rPr>
              <a:t>amet</a:t>
            </a:r>
            <a:r>
              <a:rPr lang="en-US" sz="1000" b="0" i="0">
                <a:effectLst/>
              </a:rPr>
              <a:t>. </a:t>
            </a:r>
            <a:r>
              <a:rPr lang="en-US" sz="1000" b="0" i="0" err="1">
                <a:effectLst/>
              </a:rPr>
              <a:t>Nibh</a:t>
            </a:r>
            <a:r>
              <a:rPr lang="en-US" sz="1000" b="0" i="0">
                <a:effectLst/>
              </a:rPr>
              <a:t> </a:t>
            </a:r>
            <a:r>
              <a:rPr lang="en-US" sz="1000" b="0" i="0" err="1">
                <a:effectLst/>
              </a:rPr>
              <a:t>praesent</a:t>
            </a:r>
            <a:r>
              <a:rPr lang="en-US" sz="1000" b="0" i="0">
                <a:effectLst/>
              </a:rPr>
              <a:t> </a:t>
            </a:r>
            <a:r>
              <a:rPr lang="en-US" sz="1000" b="0" i="0" err="1">
                <a:effectLst/>
              </a:rPr>
              <a:t>tristique</a:t>
            </a:r>
            <a:r>
              <a:rPr lang="en-US" sz="1000" b="0" i="0">
                <a:effectLst/>
              </a:rPr>
              <a:t> magna sit. In </a:t>
            </a:r>
            <a:r>
              <a:rPr lang="en-US" sz="1000" b="0" i="0" err="1">
                <a:effectLst/>
              </a:rPr>
              <a:t>arcu</a:t>
            </a:r>
            <a:r>
              <a:rPr lang="en-US" sz="1000" b="0" i="0">
                <a:effectLst/>
              </a:rPr>
              <a:t> cursus </a:t>
            </a:r>
            <a:r>
              <a:rPr lang="en-US" sz="1000" b="0" i="0" err="1">
                <a:effectLst/>
              </a:rPr>
              <a:t>euismod</a:t>
            </a:r>
            <a:r>
              <a:rPr lang="en-US" sz="1000" b="0" i="0">
                <a:effectLst/>
              </a:rPr>
              <a:t> </a:t>
            </a:r>
            <a:r>
              <a:rPr lang="en-US" sz="1000" b="0" i="0" err="1">
                <a:effectLst/>
              </a:rPr>
              <a:t>quis</a:t>
            </a:r>
            <a:r>
              <a:rPr lang="en-US" sz="1000" b="0" i="0">
                <a:effectLst/>
              </a:rPr>
              <a:t> </a:t>
            </a:r>
            <a:r>
              <a:rPr lang="en-US" sz="1000" b="0" i="0" err="1">
                <a:effectLst/>
              </a:rPr>
              <a:t>viverra</a:t>
            </a:r>
            <a:r>
              <a:rPr lang="en-US" sz="1000" b="0" i="0">
                <a:effectLst/>
              </a:rPr>
              <a:t> </a:t>
            </a:r>
            <a:r>
              <a:rPr lang="en-US" sz="1000" b="0" i="0" err="1">
                <a:effectLst/>
              </a:rPr>
              <a:t>nibh</a:t>
            </a:r>
            <a:r>
              <a:rPr lang="en-US" sz="1000" b="0" i="0">
                <a:effectLst/>
              </a:rPr>
              <a:t>.</a:t>
            </a:r>
          </a:p>
          <a:p>
            <a:pPr marL="0" marR="0" algn="l">
              <a:lnSpc>
                <a:spcPct val="110000"/>
              </a:lnSpc>
              <a:spcBef>
                <a:spcPts val="0"/>
              </a:spcBef>
              <a:spcAft>
                <a:spcPts val="1000"/>
              </a:spcAft>
            </a:pPr>
            <a:r>
              <a:rPr lang="en-US" sz="1000" b="0" i="0" u="none" strike="noStrike">
                <a:effectLst/>
              </a:rPr>
              <a:t>Learn more at </a:t>
            </a:r>
            <a:r>
              <a:rPr lang="en-US" sz="1000" b="1" i="0" u="none" strike="noStrike" err="1">
                <a:effectLst/>
              </a:rPr>
              <a:t>partnerwebsite.com</a:t>
            </a:r>
            <a:r>
              <a:rPr lang="en-US" sz="1000" b="0" i="0" u="none" strike="noStrike">
                <a:effectLst/>
              </a:rPr>
              <a:t>.</a:t>
            </a:r>
            <a:endParaRPr lang="en-US" sz="1000">
              <a:effectLst/>
            </a:endParaRPr>
          </a:p>
        </p:txBody>
      </p:sp>
      <p:sp>
        <p:nvSpPr>
          <p:cNvPr id="22" name="Title 5">
            <a:extLst>
              <a:ext uri="{FF2B5EF4-FFF2-40B4-BE49-F238E27FC236}">
                <a16:creationId xmlns:a16="http://schemas.microsoft.com/office/drawing/2014/main" id="{C8DF152D-CDEE-BA9C-DE84-38B03C73227A}"/>
              </a:ext>
            </a:extLst>
          </p:cNvPr>
          <p:cNvSpPr txBox="1">
            <a:spLocks/>
          </p:cNvSpPr>
          <p:nvPr/>
        </p:nvSpPr>
        <p:spPr>
          <a:xfrm>
            <a:off x="6416578" y="571500"/>
            <a:ext cx="2472641" cy="426027"/>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1800"/>
              <a:t>About (partner name)</a:t>
            </a:r>
          </a:p>
        </p:txBody>
      </p:sp>
      <p:cxnSp>
        <p:nvCxnSpPr>
          <p:cNvPr id="23" name="Straight Connector 22">
            <a:extLst>
              <a:ext uri="{FF2B5EF4-FFF2-40B4-BE49-F238E27FC236}">
                <a16:creationId xmlns:a16="http://schemas.microsoft.com/office/drawing/2014/main" id="{746D7FA7-ECA7-63F1-3CC0-16CC176B0916}"/>
              </a:ext>
            </a:extLst>
          </p:cNvPr>
          <p:cNvCxnSpPr>
            <a:cxnSpLocks/>
          </p:cNvCxnSpPr>
          <p:nvPr/>
        </p:nvCxnSpPr>
        <p:spPr>
          <a:xfrm>
            <a:off x="9020846" y="571500"/>
            <a:ext cx="0" cy="5715000"/>
          </a:xfrm>
          <a:prstGeom prst="line">
            <a:avLst/>
          </a:prstGeom>
          <a:ln w="9525" cap="flat">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26" name="object 2">
            <a:extLst>
              <a:ext uri="{FF2B5EF4-FFF2-40B4-BE49-F238E27FC236}">
                <a16:creationId xmlns:a16="http://schemas.microsoft.com/office/drawing/2014/main" id="{20CB052E-6EBA-E4E9-95B5-BF3DE0DEC7BE}"/>
              </a:ext>
            </a:extLst>
          </p:cNvPr>
          <p:cNvSpPr txBox="1"/>
          <p:nvPr/>
        </p:nvSpPr>
        <p:spPr>
          <a:xfrm>
            <a:off x="9339117" y="1752600"/>
            <a:ext cx="2286000" cy="3352800"/>
          </a:xfrm>
          <a:prstGeom prst="rect">
            <a:avLst/>
          </a:prstGeom>
        </p:spPr>
        <p:txBody>
          <a:bodyPr vert="horz" wrap="square" lIns="0" tIns="7315" rIns="0" bIns="0" rtlCol="0">
            <a:noAutofit/>
          </a:bodyPr>
          <a:lstStyle/>
          <a:p>
            <a:pPr algn="l">
              <a:lnSpc>
                <a:spcPct val="110000"/>
              </a:lnSpc>
              <a:spcAft>
                <a:spcPts val="1000"/>
              </a:spcAft>
            </a:pPr>
            <a:r>
              <a:rPr lang="en-US" sz="1000" b="0" i="0">
                <a:effectLst/>
              </a:rPr>
              <a:t>Lorem ipsum dolor sit </a:t>
            </a:r>
            <a:r>
              <a:rPr lang="en-US" sz="1000" b="0" i="0" err="1">
                <a:effectLst/>
              </a:rPr>
              <a:t>amet</a:t>
            </a:r>
            <a:r>
              <a:rPr lang="en-US" sz="1000" b="0" i="0">
                <a:effectLst/>
              </a:rPr>
              <a:t>, </a:t>
            </a:r>
            <a:r>
              <a:rPr lang="en-US" sz="1000" b="0" i="0" err="1">
                <a:effectLst/>
              </a:rPr>
              <a:t>consectetur</a:t>
            </a:r>
            <a:r>
              <a:rPr lang="en-US" sz="1000" b="0" i="0">
                <a:effectLst/>
              </a:rPr>
              <a:t> </a:t>
            </a:r>
            <a:r>
              <a:rPr lang="en-US" sz="1000" b="0" i="0" err="1">
                <a:effectLst/>
              </a:rPr>
              <a:t>adipiscing</a:t>
            </a:r>
            <a:r>
              <a:rPr lang="en-US" sz="1000" b="0" i="0">
                <a:effectLst/>
              </a:rPr>
              <a:t> </a:t>
            </a:r>
            <a:r>
              <a:rPr lang="en-US" sz="1000" b="0" i="0" err="1">
                <a:effectLst/>
              </a:rPr>
              <a:t>elit</a:t>
            </a:r>
            <a:r>
              <a:rPr lang="en-US" sz="1000" b="0" i="0">
                <a:effectLst/>
              </a:rPr>
              <a:t>, sed do </a:t>
            </a:r>
            <a:r>
              <a:rPr lang="en-US" sz="1000" b="0" i="0" err="1">
                <a:effectLst/>
              </a:rPr>
              <a:t>eiusmod</a:t>
            </a:r>
            <a:r>
              <a:rPr lang="en-US" sz="1000" b="0" i="0">
                <a:effectLst/>
              </a:rPr>
              <a:t> </a:t>
            </a:r>
            <a:r>
              <a:rPr lang="en-US" sz="1000" b="0" i="0" err="1">
                <a:effectLst/>
              </a:rPr>
              <a:t>tempor</a:t>
            </a:r>
            <a:r>
              <a:rPr lang="en-US" sz="1000" b="0" i="0">
                <a:effectLst/>
              </a:rPr>
              <a:t> </a:t>
            </a:r>
            <a:r>
              <a:rPr lang="en-US" sz="1000" b="0" i="0" err="1">
                <a:effectLst/>
              </a:rPr>
              <a:t>incididunt</a:t>
            </a:r>
            <a:r>
              <a:rPr lang="en-US" sz="1000" b="0" i="0">
                <a:effectLst/>
              </a:rPr>
              <a:t> </a:t>
            </a:r>
            <a:r>
              <a:rPr lang="en-US" sz="1000" b="0" i="0" err="1">
                <a:effectLst/>
              </a:rPr>
              <a:t>ut</a:t>
            </a:r>
            <a:r>
              <a:rPr lang="en-US" sz="1000" b="0" i="0">
                <a:effectLst/>
              </a:rPr>
              <a:t> labore et dolore magna </a:t>
            </a:r>
            <a:r>
              <a:rPr lang="en-US" sz="1000" b="0" i="0" err="1">
                <a:effectLst/>
              </a:rPr>
              <a:t>aliqua</a:t>
            </a:r>
            <a:r>
              <a:rPr lang="en-US" sz="1000" b="0" i="0">
                <a:effectLst/>
              </a:rPr>
              <a:t>. </a:t>
            </a:r>
            <a:r>
              <a:rPr lang="en-US" sz="1000" b="0" i="0" err="1">
                <a:effectLst/>
              </a:rPr>
              <a:t>Amet</a:t>
            </a:r>
            <a:r>
              <a:rPr lang="en-US" sz="1000" b="0" i="0">
                <a:effectLst/>
              </a:rPr>
              <a:t> </a:t>
            </a:r>
            <a:r>
              <a:rPr lang="en-US" sz="1000" b="0" i="0" err="1">
                <a:effectLst/>
              </a:rPr>
              <a:t>risus</a:t>
            </a:r>
            <a:r>
              <a:rPr lang="en-US" sz="1000" b="0" i="0">
                <a:effectLst/>
              </a:rPr>
              <a:t> </a:t>
            </a:r>
            <a:r>
              <a:rPr lang="en-US" sz="1000" b="0" i="0" err="1">
                <a:effectLst/>
              </a:rPr>
              <a:t>nullam</a:t>
            </a:r>
            <a:r>
              <a:rPr lang="en-US" sz="1000" b="0" i="0">
                <a:effectLst/>
              </a:rPr>
              <a:t> </a:t>
            </a:r>
            <a:r>
              <a:rPr lang="en-US" sz="1000" b="0" i="0" err="1">
                <a:effectLst/>
              </a:rPr>
              <a:t>eget</a:t>
            </a:r>
            <a:r>
              <a:rPr lang="en-US" sz="1000" b="0" i="0">
                <a:effectLst/>
              </a:rPr>
              <a:t> </a:t>
            </a:r>
            <a:r>
              <a:rPr lang="en-US" sz="1000" b="0" i="0" err="1">
                <a:effectLst/>
              </a:rPr>
              <a:t>felis</a:t>
            </a:r>
            <a:r>
              <a:rPr lang="en-US" sz="1000" b="0" i="0">
                <a:effectLst/>
              </a:rPr>
              <a:t> </a:t>
            </a:r>
            <a:r>
              <a:rPr lang="en-US" sz="1000" b="0" i="0" err="1">
                <a:effectLst/>
              </a:rPr>
              <a:t>eget</a:t>
            </a:r>
            <a:r>
              <a:rPr lang="en-US" sz="1000" b="0" i="0">
                <a:effectLst/>
              </a:rPr>
              <a:t> </a:t>
            </a:r>
            <a:r>
              <a:rPr lang="en-US" sz="1000" b="0" i="0" err="1">
                <a:effectLst/>
              </a:rPr>
              <a:t>nunc</a:t>
            </a:r>
            <a:r>
              <a:rPr lang="en-US" sz="1000" b="0" i="0">
                <a:effectLst/>
              </a:rPr>
              <a:t> </a:t>
            </a:r>
            <a:r>
              <a:rPr lang="en-US" sz="1000" b="0" i="0" err="1">
                <a:effectLst/>
              </a:rPr>
              <a:t>lobortis</a:t>
            </a:r>
            <a:r>
              <a:rPr lang="en-US" sz="1000" b="0" i="0">
                <a:effectLst/>
              </a:rPr>
              <a:t> </a:t>
            </a:r>
            <a:r>
              <a:rPr lang="en-US" sz="1000" b="0" i="0" err="1">
                <a:effectLst/>
              </a:rPr>
              <a:t>mattis</a:t>
            </a:r>
            <a:r>
              <a:rPr lang="en-US" sz="1000" b="0" i="0">
                <a:effectLst/>
              </a:rPr>
              <a:t>. Diam </a:t>
            </a:r>
            <a:r>
              <a:rPr lang="en-US" sz="1000" b="0" i="0" err="1">
                <a:effectLst/>
              </a:rPr>
              <a:t>donec</a:t>
            </a:r>
            <a:r>
              <a:rPr lang="en-US" sz="1000" b="0" i="0">
                <a:effectLst/>
              </a:rPr>
              <a:t> </a:t>
            </a:r>
            <a:r>
              <a:rPr lang="en-US" sz="1000" b="0" i="0" err="1">
                <a:effectLst/>
              </a:rPr>
              <a:t>adipiscing</a:t>
            </a:r>
            <a:r>
              <a:rPr lang="en-US" sz="1000" b="0" i="0">
                <a:effectLst/>
              </a:rPr>
              <a:t> </a:t>
            </a:r>
            <a:r>
              <a:rPr lang="en-US" sz="1000" b="0" i="0" err="1">
                <a:effectLst/>
              </a:rPr>
              <a:t>tristique</a:t>
            </a:r>
            <a:r>
              <a:rPr lang="en-US" sz="1000" b="0" i="0">
                <a:effectLst/>
              </a:rPr>
              <a:t> </a:t>
            </a:r>
            <a:r>
              <a:rPr lang="en-US" sz="1000" b="0" i="0" err="1">
                <a:effectLst/>
              </a:rPr>
              <a:t>risus</a:t>
            </a:r>
            <a:r>
              <a:rPr lang="en-US" sz="1000" b="0" i="0">
                <a:effectLst/>
              </a:rPr>
              <a:t> </a:t>
            </a:r>
            <a:r>
              <a:rPr lang="en-US" sz="1000" b="0" i="0" err="1">
                <a:effectLst/>
              </a:rPr>
              <a:t>nec</a:t>
            </a:r>
            <a:r>
              <a:rPr lang="en-US" sz="1000" b="0" i="0">
                <a:effectLst/>
              </a:rPr>
              <a:t> </a:t>
            </a:r>
            <a:r>
              <a:rPr lang="en-US" sz="1000" b="0" i="0" err="1">
                <a:effectLst/>
              </a:rPr>
              <a:t>feugiat</a:t>
            </a:r>
            <a:r>
              <a:rPr lang="en-US" sz="1000" b="0" i="0">
                <a:effectLst/>
              </a:rPr>
              <a:t> in fermentum. Et </a:t>
            </a:r>
            <a:r>
              <a:rPr lang="en-US" sz="1000" b="0" i="0" err="1">
                <a:effectLst/>
              </a:rPr>
              <a:t>leo</a:t>
            </a:r>
            <a:r>
              <a:rPr lang="en-US" sz="1000" b="0" i="0">
                <a:effectLst/>
              </a:rPr>
              <a:t> </a:t>
            </a:r>
            <a:r>
              <a:rPr lang="en-US" sz="1000" b="0" i="0" err="1">
                <a:effectLst/>
              </a:rPr>
              <a:t>duis</a:t>
            </a:r>
            <a:r>
              <a:rPr lang="en-US" sz="1000" b="0" i="0">
                <a:effectLst/>
              </a:rPr>
              <a:t> </a:t>
            </a:r>
            <a:r>
              <a:rPr lang="en-US" sz="1000" b="0" i="0" err="1">
                <a:effectLst/>
              </a:rPr>
              <a:t>ut</a:t>
            </a:r>
            <a:r>
              <a:rPr lang="en-US" sz="1000" b="0" i="0">
                <a:effectLst/>
              </a:rPr>
              <a:t> diam </a:t>
            </a:r>
            <a:r>
              <a:rPr lang="en-US" sz="1000" b="0" i="0" err="1">
                <a:effectLst/>
              </a:rPr>
              <a:t>quam</a:t>
            </a:r>
            <a:r>
              <a:rPr lang="en-US" sz="1000" b="0" i="0">
                <a:effectLst/>
              </a:rPr>
              <a:t> </a:t>
            </a:r>
            <a:r>
              <a:rPr lang="en-US" sz="1000" b="0" i="0" err="1">
                <a:effectLst/>
              </a:rPr>
              <a:t>nulla</a:t>
            </a:r>
            <a:r>
              <a:rPr lang="en-US" sz="1000" b="0" i="0">
                <a:effectLst/>
              </a:rPr>
              <a:t> </a:t>
            </a:r>
            <a:r>
              <a:rPr lang="en-US" sz="1000" b="0" i="0" err="1">
                <a:effectLst/>
              </a:rPr>
              <a:t>porttitor</a:t>
            </a:r>
            <a:r>
              <a:rPr lang="en-US" sz="1000" b="0" i="0">
                <a:effectLst/>
              </a:rPr>
              <a:t>. </a:t>
            </a:r>
            <a:r>
              <a:rPr lang="en-US" sz="1000" b="0" i="0" err="1">
                <a:effectLst/>
              </a:rPr>
              <a:t>Posuere</a:t>
            </a:r>
            <a:r>
              <a:rPr lang="en-US" sz="1000" b="0" i="0">
                <a:effectLst/>
              </a:rPr>
              <a:t> </a:t>
            </a:r>
            <a:r>
              <a:rPr lang="en-US" sz="1000" b="0" i="0" err="1">
                <a:effectLst/>
              </a:rPr>
              <a:t>urna</a:t>
            </a:r>
            <a:r>
              <a:rPr lang="en-US" sz="1000" b="0" i="0">
                <a:effectLst/>
              </a:rPr>
              <a:t> </a:t>
            </a:r>
            <a:r>
              <a:rPr lang="en-US" sz="1000" b="0" i="0" err="1">
                <a:effectLst/>
              </a:rPr>
              <a:t>nec</a:t>
            </a:r>
            <a:r>
              <a:rPr lang="en-US" sz="1000" b="0" i="0">
                <a:effectLst/>
              </a:rPr>
              <a:t> </a:t>
            </a:r>
            <a:r>
              <a:rPr lang="en-US" sz="1000" b="0" i="0" err="1">
                <a:effectLst/>
              </a:rPr>
              <a:t>tincidunt</a:t>
            </a:r>
            <a:r>
              <a:rPr lang="en-US" sz="1000" b="0" i="0">
                <a:effectLst/>
              </a:rPr>
              <a:t> </a:t>
            </a:r>
            <a:r>
              <a:rPr lang="en-US" sz="1000" b="0" i="0" err="1">
                <a:effectLst/>
              </a:rPr>
              <a:t>praesent</a:t>
            </a:r>
            <a:r>
              <a:rPr lang="en-US" sz="1000" b="0" i="0">
                <a:effectLst/>
              </a:rPr>
              <a:t> semper </a:t>
            </a:r>
            <a:r>
              <a:rPr lang="en-US" sz="1000" b="0" i="0" err="1">
                <a:effectLst/>
              </a:rPr>
              <a:t>feugiat</a:t>
            </a:r>
            <a:r>
              <a:rPr lang="en-US" sz="1000" b="0" i="0">
                <a:effectLst/>
              </a:rPr>
              <a:t> </a:t>
            </a:r>
            <a:r>
              <a:rPr lang="en-US" sz="1000" b="0" i="0" err="1">
                <a:effectLst/>
              </a:rPr>
              <a:t>nibh</a:t>
            </a:r>
            <a:r>
              <a:rPr lang="en-US" sz="1000" b="0" i="0">
                <a:effectLst/>
              </a:rPr>
              <a:t> sed pulvinar. </a:t>
            </a:r>
            <a:r>
              <a:rPr lang="en-US" sz="1000" b="0" i="0" err="1">
                <a:effectLst/>
              </a:rPr>
              <a:t>Mauris</a:t>
            </a:r>
            <a:r>
              <a:rPr lang="en-US" sz="1000" b="0" i="0">
                <a:effectLst/>
              </a:rPr>
              <a:t> a diam </a:t>
            </a:r>
            <a:r>
              <a:rPr lang="en-US" sz="1000" b="0" i="0" err="1">
                <a:effectLst/>
              </a:rPr>
              <a:t>maecenas</a:t>
            </a:r>
            <a:r>
              <a:rPr lang="en-US" sz="1000" b="0" i="0">
                <a:effectLst/>
              </a:rPr>
              <a:t> sed </a:t>
            </a:r>
            <a:r>
              <a:rPr lang="en-US" sz="1000" b="0" i="0" err="1">
                <a:effectLst/>
              </a:rPr>
              <a:t>enim</a:t>
            </a:r>
            <a:r>
              <a:rPr lang="en-US" sz="1000" b="0" i="0">
                <a:effectLst/>
              </a:rPr>
              <a:t>. Lacinia </a:t>
            </a:r>
            <a:r>
              <a:rPr lang="en-US" sz="1000" b="0" i="0" err="1">
                <a:effectLst/>
              </a:rPr>
              <a:t>quis</a:t>
            </a:r>
            <a:r>
              <a:rPr lang="en-US" sz="1000" b="0" i="0">
                <a:effectLst/>
              </a:rPr>
              <a:t> vel eros </a:t>
            </a:r>
            <a:r>
              <a:rPr lang="en-US" sz="1000" b="0" i="0" err="1">
                <a:effectLst/>
              </a:rPr>
              <a:t>donec</a:t>
            </a:r>
            <a:r>
              <a:rPr lang="en-US" sz="1000" b="0" i="0">
                <a:effectLst/>
              </a:rPr>
              <a:t> ac </a:t>
            </a:r>
            <a:r>
              <a:rPr lang="en-US" sz="1000" b="0" i="0" err="1">
                <a:effectLst/>
              </a:rPr>
              <a:t>odio</a:t>
            </a:r>
            <a:r>
              <a:rPr lang="en-US" sz="1000" b="0" i="0">
                <a:effectLst/>
              </a:rPr>
              <a:t> </a:t>
            </a:r>
            <a:r>
              <a:rPr lang="en-US" sz="1000" b="0" i="0" err="1">
                <a:effectLst/>
              </a:rPr>
              <a:t>tempor</a:t>
            </a:r>
            <a:r>
              <a:rPr lang="en-US" sz="1000" b="0" i="0">
                <a:effectLst/>
              </a:rPr>
              <a:t>. Platea </a:t>
            </a:r>
            <a:r>
              <a:rPr lang="en-US" sz="1000" b="0" i="0" err="1">
                <a:effectLst/>
              </a:rPr>
              <a:t>dictumst</a:t>
            </a:r>
            <a:r>
              <a:rPr lang="en-US" sz="1000" b="0" i="0">
                <a:effectLst/>
              </a:rPr>
              <a:t> </a:t>
            </a:r>
            <a:r>
              <a:rPr lang="en-US" sz="1000" b="0" i="0" err="1">
                <a:effectLst/>
              </a:rPr>
              <a:t>quisque</a:t>
            </a:r>
            <a:r>
              <a:rPr lang="en-US" sz="1000" b="0" i="0">
                <a:effectLst/>
              </a:rPr>
              <a:t> </a:t>
            </a:r>
            <a:r>
              <a:rPr lang="en-US" sz="1000" b="0" i="0" err="1">
                <a:effectLst/>
              </a:rPr>
              <a:t>sagittis</a:t>
            </a:r>
            <a:r>
              <a:rPr lang="en-US" sz="1000" b="0" i="0">
                <a:effectLst/>
              </a:rPr>
              <a:t> </a:t>
            </a:r>
            <a:r>
              <a:rPr lang="en-US" sz="1000" b="0" i="0" err="1">
                <a:effectLst/>
              </a:rPr>
              <a:t>purus</a:t>
            </a:r>
            <a:r>
              <a:rPr lang="en-US" sz="1000" b="0" i="0">
                <a:effectLst/>
              </a:rPr>
              <a:t> sit </a:t>
            </a:r>
            <a:r>
              <a:rPr lang="en-US" sz="1000" b="0" i="0" err="1">
                <a:effectLst/>
              </a:rPr>
              <a:t>amet</a:t>
            </a:r>
            <a:r>
              <a:rPr lang="en-US" sz="1000" b="0" i="0">
                <a:effectLst/>
              </a:rPr>
              <a:t>. </a:t>
            </a:r>
            <a:r>
              <a:rPr lang="en-US" sz="1000" b="0" i="0" err="1">
                <a:effectLst/>
              </a:rPr>
              <a:t>Nibh</a:t>
            </a:r>
            <a:r>
              <a:rPr lang="en-US" sz="1000" b="0" i="0">
                <a:effectLst/>
              </a:rPr>
              <a:t> </a:t>
            </a:r>
            <a:r>
              <a:rPr lang="en-US" sz="1000" b="0" i="0" err="1">
                <a:effectLst/>
              </a:rPr>
              <a:t>praesent</a:t>
            </a:r>
            <a:r>
              <a:rPr lang="en-US" sz="1000" b="0" i="0">
                <a:effectLst/>
              </a:rPr>
              <a:t> </a:t>
            </a:r>
            <a:r>
              <a:rPr lang="en-US" sz="1000" b="0" i="0" err="1">
                <a:effectLst/>
              </a:rPr>
              <a:t>tristique</a:t>
            </a:r>
            <a:r>
              <a:rPr lang="en-US" sz="1000" b="0" i="0">
                <a:effectLst/>
              </a:rPr>
              <a:t> magna sit. In </a:t>
            </a:r>
            <a:r>
              <a:rPr lang="en-US" sz="1000" b="0" i="0" err="1">
                <a:effectLst/>
              </a:rPr>
              <a:t>arcu</a:t>
            </a:r>
            <a:r>
              <a:rPr lang="en-US" sz="1000" b="0" i="0">
                <a:effectLst/>
              </a:rPr>
              <a:t> cursus </a:t>
            </a:r>
            <a:r>
              <a:rPr lang="en-US" sz="1000" b="0" i="0" err="1">
                <a:effectLst/>
              </a:rPr>
              <a:t>euismod</a:t>
            </a:r>
            <a:r>
              <a:rPr lang="en-US" sz="1000" b="0" i="0">
                <a:effectLst/>
              </a:rPr>
              <a:t> </a:t>
            </a:r>
            <a:r>
              <a:rPr lang="en-US" sz="1000" b="0" i="0" err="1">
                <a:effectLst/>
              </a:rPr>
              <a:t>quis</a:t>
            </a:r>
            <a:r>
              <a:rPr lang="en-US" sz="1000" b="0" i="0">
                <a:effectLst/>
              </a:rPr>
              <a:t> </a:t>
            </a:r>
            <a:r>
              <a:rPr lang="en-US" sz="1000" b="0" i="0" err="1">
                <a:effectLst/>
              </a:rPr>
              <a:t>viverra</a:t>
            </a:r>
            <a:r>
              <a:rPr lang="en-US" sz="1000" b="0" i="0">
                <a:effectLst/>
              </a:rPr>
              <a:t> </a:t>
            </a:r>
            <a:r>
              <a:rPr lang="en-US" sz="1000" b="0" i="0" err="1">
                <a:effectLst/>
              </a:rPr>
              <a:t>nibh</a:t>
            </a:r>
            <a:r>
              <a:rPr lang="en-US" sz="1000" b="0" i="0">
                <a:effectLst/>
              </a:rPr>
              <a:t>.</a:t>
            </a:r>
          </a:p>
          <a:p>
            <a:pPr marL="0" marR="0" algn="l">
              <a:lnSpc>
                <a:spcPct val="110000"/>
              </a:lnSpc>
              <a:spcBef>
                <a:spcPts val="0"/>
              </a:spcBef>
              <a:spcAft>
                <a:spcPts val="1000"/>
              </a:spcAft>
            </a:pPr>
            <a:r>
              <a:rPr lang="en-US" sz="1000" b="0" i="0" u="none" strike="noStrike">
                <a:effectLst/>
              </a:rPr>
              <a:t>Learn more at </a:t>
            </a:r>
            <a:r>
              <a:rPr lang="en-US" sz="1000" b="1" i="0" u="none" strike="noStrike" err="1">
                <a:effectLst/>
              </a:rPr>
              <a:t>partnerwebsite.com</a:t>
            </a:r>
            <a:r>
              <a:rPr lang="en-US" sz="1000" b="0" i="0" u="none" strike="noStrike">
                <a:effectLst/>
              </a:rPr>
              <a:t>.</a:t>
            </a:r>
            <a:endParaRPr lang="en-US" sz="1000">
              <a:effectLst/>
            </a:endParaRPr>
          </a:p>
        </p:txBody>
      </p:sp>
      <p:sp>
        <p:nvSpPr>
          <p:cNvPr id="27" name="Title 5">
            <a:extLst>
              <a:ext uri="{FF2B5EF4-FFF2-40B4-BE49-F238E27FC236}">
                <a16:creationId xmlns:a16="http://schemas.microsoft.com/office/drawing/2014/main" id="{29F82001-5A6D-8173-7966-9E9AC2C66B9F}"/>
              </a:ext>
            </a:extLst>
          </p:cNvPr>
          <p:cNvSpPr txBox="1">
            <a:spLocks/>
          </p:cNvSpPr>
          <p:nvPr/>
        </p:nvSpPr>
        <p:spPr>
          <a:xfrm>
            <a:off x="9339116" y="571500"/>
            <a:ext cx="2472627" cy="426027"/>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1800"/>
              <a:t>About (partner name)</a:t>
            </a:r>
          </a:p>
        </p:txBody>
      </p:sp>
      <p:sp>
        <p:nvSpPr>
          <p:cNvPr id="2" name="object 7">
            <a:extLst>
              <a:ext uri="{FF2B5EF4-FFF2-40B4-BE49-F238E27FC236}">
                <a16:creationId xmlns:a16="http://schemas.microsoft.com/office/drawing/2014/main" id="{6284C5B6-2476-5F42-D2D4-A187F9021DFD}"/>
              </a:ext>
            </a:extLst>
          </p:cNvPr>
          <p:cNvSpPr txBox="1"/>
          <p:nvPr/>
        </p:nvSpPr>
        <p:spPr>
          <a:xfrm>
            <a:off x="10071752" y="316489"/>
            <a:ext cx="1993392" cy="542898"/>
          </a:xfrm>
          <a:prstGeom prst="rect">
            <a:avLst/>
          </a:prstGeom>
          <a:solidFill>
            <a:srgbClr val="FAF7F7"/>
          </a:solidFill>
          <a:ln w="52354">
            <a:solidFill>
              <a:srgbClr val="EB4536"/>
            </a:solidFill>
          </a:ln>
        </p:spPr>
        <p:txBody>
          <a:bodyPr vert="horz" wrap="square" lIns="0" tIns="39661" rIns="0" bIns="0" rtlCol="0">
            <a:noAutofit/>
          </a:bodyPr>
          <a:lstStyle/>
          <a:p>
            <a:pPr marL="98191" marR="188296" defTabSz="554492">
              <a:lnSpc>
                <a:spcPct val="123200"/>
              </a:lnSpc>
              <a:spcBef>
                <a:spcPts val="312"/>
              </a:spcBef>
            </a:pPr>
            <a:r>
              <a:rPr lang="en-US" sz="879" spc="-3" dirty="0">
                <a:solidFill>
                  <a:srgbClr val="EB4536"/>
                </a:solidFill>
                <a:latin typeface="Slalom Sans"/>
                <a:cs typeface="Slalom Sans"/>
              </a:rPr>
              <a:t>As of January 2024. Visit the </a:t>
            </a:r>
            <a:r>
              <a:rPr lang="en-US" sz="879" spc="-3" dirty="0">
                <a:solidFill>
                  <a:srgbClr val="EB4536"/>
                </a:solidFill>
                <a:latin typeface="Slalom Sans"/>
                <a:cs typeface="Slalom Sans"/>
                <a:hlinkClick r:id="rId2"/>
              </a:rPr>
              <a:t>boilerplates page</a:t>
            </a:r>
            <a:r>
              <a:rPr lang="en-US" sz="879" spc="-3" dirty="0">
                <a:solidFill>
                  <a:srgbClr val="EB4536"/>
                </a:solidFill>
                <a:latin typeface="Slalom Sans"/>
                <a:cs typeface="Slalom Sans"/>
              </a:rPr>
              <a:t> on Slalom One for the latest. </a:t>
            </a:r>
            <a:endParaRPr sz="879" dirty="0">
              <a:solidFill>
                <a:srgbClr val="1E1E1E"/>
              </a:solidFill>
              <a:latin typeface="Slalom Sans"/>
              <a:cs typeface="Slalom Sans"/>
            </a:endParaRPr>
          </a:p>
        </p:txBody>
      </p:sp>
      <p:sp>
        <p:nvSpPr>
          <p:cNvPr id="3" name="object 9">
            <a:extLst>
              <a:ext uri="{FF2B5EF4-FFF2-40B4-BE49-F238E27FC236}">
                <a16:creationId xmlns:a16="http://schemas.microsoft.com/office/drawing/2014/main" id="{DAC80957-0EB4-CC3D-E4B6-A3F8A4B49534}"/>
              </a:ext>
            </a:extLst>
          </p:cNvPr>
          <p:cNvSpPr/>
          <p:nvPr/>
        </p:nvSpPr>
        <p:spPr>
          <a:xfrm>
            <a:off x="10054918" y="19605"/>
            <a:ext cx="2027996" cy="332414"/>
          </a:xfrm>
          <a:custGeom>
            <a:avLst/>
            <a:gdLst/>
            <a:ahLst/>
            <a:cxnLst/>
            <a:rect l="l" t="t" r="r" b="b"/>
            <a:pathLst>
              <a:path w="3749040" h="489585">
                <a:moveTo>
                  <a:pt x="3748576" y="0"/>
                </a:moveTo>
                <a:lnTo>
                  <a:pt x="0" y="0"/>
                </a:lnTo>
                <a:lnTo>
                  <a:pt x="0" y="488990"/>
                </a:lnTo>
                <a:lnTo>
                  <a:pt x="3748576" y="488990"/>
                </a:lnTo>
                <a:lnTo>
                  <a:pt x="3748576" y="0"/>
                </a:lnTo>
                <a:close/>
              </a:path>
            </a:pathLst>
          </a:custGeom>
          <a:solidFill>
            <a:srgbClr val="EB4536"/>
          </a:solidFill>
          <a:ln w="19050">
            <a:solidFill>
              <a:srgbClr val="EB4536"/>
            </a:solidFill>
          </a:ln>
        </p:spPr>
        <p:txBody>
          <a:bodyPr wrap="square" lIns="110899" tIns="0" rIns="0" bIns="0" rtlCol="0" anchor="ctr"/>
          <a:lstStyle/>
          <a:p>
            <a:pPr defTabSz="554492"/>
            <a:r>
              <a:rPr lang="en-US" sz="1092" b="1" dirty="0">
                <a:solidFill>
                  <a:srgbClr val="FFFFFF"/>
                </a:solidFill>
                <a:latin typeface="Slalom Sans Bold" pitchFamily="2" charset="77"/>
              </a:rPr>
              <a:t>READ ME THEN DELETE </a:t>
            </a:r>
            <a:r>
              <a:rPr lang="en-US" sz="1092" b="1" dirty="0" err="1">
                <a:solidFill>
                  <a:srgbClr val="FFFFFF"/>
                </a:solidFill>
                <a:latin typeface="Slalom Sans Bold" pitchFamily="2" charset="77"/>
              </a:rPr>
              <a:t>MEz</a:t>
            </a:r>
            <a:endParaRPr sz="1092" b="1" dirty="0">
              <a:solidFill>
                <a:srgbClr val="FFFFFF"/>
              </a:solidFill>
              <a:latin typeface="Slalom Sans Bold" pitchFamily="2" charset="77"/>
            </a:endParaRPr>
          </a:p>
        </p:txBody>
      </p:sp>
    </p:spTree>
    <p:extLst>
      <p:ext uri="{BB962C8B-B14F-4D97-AF65-F5344CB8AC3E}">
        <p14:creationId xmlns:p14="http://schemas.microsoft.com/office/powerpoint/2010/main" val="340980404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996BDC-8219-5226-672F-173D107BD88E}"/>
              </a:ext>
            </a:extLst>
          </p:cNvPr>
          <p:cNvSpPr>
            <a:spLocks noGrp="1"/>
          </p:cNvSpPr>
          <p:nvPr>
            <p:ph type="dt" sz="half" idx="10"/>
          </p:nvPr>
        </p:nvSpPr>
        <p:spPr/>
        <p:txBody>
          <a:bodyPr/>
          <a:lstStyle/>
          <a:p>
            <a:fld id="{E193F512-0A29-4898-ADD2-68AB1CCB9D38}" type="datetimeyyyy">
              <a:rPr lang="en-US" smtClean="0"/>
              <a:t>2025</a:t>
            </a:fld>
            <a:endParaRPr lang="en-US"/>
          </a:p>
        </p:txBody>
      </p:sp>
      <p:sp>
        <p:nvSpPr>
          <p:cNvPr id="5" name="Footer Placeholder 4">
            <a:extLst>
              <a:ext uri="{FF2B5EF4-FFF2-40B4-BE49-F238E27FC236}">
                <a16:creationId xmlns:a16="http://schemas.microsoft.com/office/drawing/2014/main" id="{688E5FEB-98B6-5B26-FF82-759A5118ECCB}"/>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7683856D-7CA4-C8DB-FDDA-98BE19605D4D}"/>
              </a:ext>
            </a:extLst>
          </p:cNvPr>
          <p:cNvSpPr>
            <a:spLocks noGrp="1"/>
          </p:cNvSpPr>
          <p:nvPr>
            <p:ph type="sldNum" sz="quarter" idx="12"/>
          </p:nvPr>
        </p:nvSpPr>
        <p:spPr/>
        <p:txBody>
          <a:bodyPr/>
          <a:lstStyle/>
          <a:p>
            <a:fld id="{B2643E34-DC33-45ED-8E33-EC0D5991E9A4}" type="slidenum">
              <a:rPr lang="en-US" smtClean="0"/>
              <a:pPr/>
              <a:t>149</a:t>
            </a:fld>
            <a:endParaRPr lang="en-US"/>
          </a:p>
        </p:txBody>
      </p:sp>
      <p:sp>
        <p:nvSpPr>
          <p:cNvPr id="7" name="Text Placeholder 33">
            <a:extLst>
              <a:ext uri="{FF2B5EF4-FFF2-40B4-BE49-F238E27FC236}">
                <a16:creationId xmlns:a16="http://schemas.microsoft.com/office/drawing/2014/main" id="{C32EFF2C-A7BF-34C4-6C3B-D15A3868C962}"/>
              </a:ext>
            </a:extLst>
          </p:cNvPr>
          <p:cNvSpPr txBox="1">
            <a:spLocks/>
          </p:cNvSpPr>
          <p:nvPr/>
        </p:nvSpPr>
        <p:spPr>
          <a:xfrm>
            <a:off x="485648" y="798645"/>
            <a:ext cx="3759200" cy="292165"/>
          </a:xfrm>
          <a:prstGeom prst="rect">
            <a:avLst/>
          </a:prstGeom>
        </p:spPr>
        <p:txBody>
          <a:bodyPr/>
          <a:lst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90000"/>
              </a:lnSpc>
              <a:buNone/>
            </a:pPr>
            <a:r>
              <a:rPr lang="en-US" sz="1200" b="1" cap="all" spc="150">
                <a:solidFill>
                  <a:schemeClr val="accent1"/>
                </a:solidFill>
              </a:rPr>
              <a:t>ABOUT THE AUTHORS</a:t>
            </a:r>
          </a:p>
        </p:txBody>
      </p:sp>
      <p:sp>
        <p:nvSpPr>
          <p:cNvPr id="8" name="Text Placeholder 33">
            <a:extLst>
              <a:ext uri="{FF2B5EF4-FFF2-40B4-BE49-F238E27FC236}">
                <a16:creationId xmlns:a16="http://schemas.microsoft.com/office/drawing/2014/main" id="{E6F1EC56-A1DF-21D9-C16F-9F7186FA69EC}"/>
              </a:ext>
            </a:extLst>
          </p:cNvPr>
          <p:cNvSpPr txBox="1">
            <a:spLocks/>
          </p:cNvSpPr>
          <p:nvPr/>
        </p:nvSpPr>
        <p:spPr>
          <a:xfrm>
            <a:off x="8940800" y="798644"/>
            <a:ext cx="3759200" cy="292165"/>
          </a:xfrm>
          <a:prstGeom prst="rect">
            <a:avLst/>
          </a:prstGeom>
        </p:spPr>
        <p:txBody>
          <a:bodyPr/>
          <a:lst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lnSpc>
                <a:spcPct val="90000"/>
              </a:lnSpc>
              <a:buNone/>
            </a:pPr>
            <a:r>
              <a:rPr lang="en-US" sz="1200" b="1" cap="all" spc="150">
                <a:solidFill>
                  <a:schemeClr val="accent1"/>
                </a:solidFill>
              </a:rPr>
              <a:t>CONTRIBUTORS</a:t>
            </a:r>
          </a:p>
        </p:txBody>
      </p:sp>
      <p:sp>
        <p:nvSpPr>
          <p:cNvPr id="9" name="object 9">
            <a:extLst>
              <a:ext uri="{FF2B5EF4-FFF2-40B4-BE49-F238E27FC236}">
                <a16:creationId xmlns:a16="http://schemas.microsoft.com/office/drawing/2014/main" id="{CFA6A2CA-7F41-4412-4F05-250DF026D9D2}"/>
              </a:ext>
            </a:extLst>
          </p:cNvPr>
          <p:cNvSpPr txBox="1"/>
          <p:nvPr/>
        </p:nvSpPr>
        <p:spPr>
          <a:xfrm>
            <a:off x="571500" y="1752600"/>
            <a:ext cx="2590800" cy="3719657"/>
          </a:xfrm>
          <a:prstGeom prst="rect">
            <a:avLst/>
          </a:prstGeom>
        </p:spPr>
        <p:txBody>
          <a:bodyPr vert="horz" wrap="square" lIns="0" tIns="0" rIns="0" bIns="0" rtlCol="0">
            <a:noAutofit/>
          </a:bodyPr>
          <a:lstStyle/>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u="sng">
              <a:ea typeface="+mj-ea"/>
              <a:cs typeface="+mj-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a:cs typeface="+mn-cs"/>
            </a:endParaRPr>
          </a:p>
        </p:txBody>
      </p:sp>
      <p:sp>
        <p:nvSpPr>
          <p:cNvPr id="10" name="object 9">
            <a:extLst>
              <a:ext uri="{FF2B5EF4-FFF2-40B4-BE49-F238E27FC236}">
                <a16:creationId xmlns:a16="http://schemas.microsoft.com/office/drawing/2014/main" id="{791618E4-19E6-BAB6-C653-6DCAEFB3A0D0}"/>
              </a:ext>
            </a:extLst>
          </p:cNvPr>
          <p:cNvSpPr txBox="1"/>
          <p:nvPr/>
        </p:nvSpPr>
        <p:spPr>
          <a:xfrm>
            <a:off x="9029702" y="1752599"/>
            <a:ext cx="2590800" cy="3719657"/>
          </a:xfrm>
          <a:prstGeom prst="rect">
            <a:avLst/>
          </a:prstGeom>
        </p:spPr>
        <p:txBody>
          <a:bodyPr vert="horz" wrap="square" lIns="0" tIns="0" rIns="0" bIns="0" rtlCol="0">
            <a:noAutofit/>
          </a:bodyPr>
          <a:lstStyle/>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u="sng">
              <a:ea typeface="+mj-ea"/>
              <a:cs typeface="+mj-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a:cs typeface="+mn-cs"/>
            </a:endParaRPr>
          </a:p>
        </p:txBody>
      </p:sp>
      <p:sp>
        <p:nvSpPr>
          <p:cNvPr id="2" name="object 9">
            <a:extLst>
              <a:ext uri="{FF2B5EF4-FFF2-40B4-BE49-F238E27FC236}">
                <a16:creationId xmlns:a16="http://schemas.microsoft.com/office/drawing/2014/main" id="{1423EAE4-4677-D056-17D9-D8550D1A9988}"/>
              </a:ext>
            </a:extLst>
          </p:cNvPr>
          <p:cNvSpPr txBox="1"/>
          <p:nvPr/>
        </p:nvSpPr>
        <p:spPr>
          <a:xfrm>
            <a:off x="3390900" y="1752598"/>
            <a:ext cx="2590800" cy="3719657"/>
          </a:xfrm>
          <a:prstGeom prst="rect">
            <a:avLst/>
          </a:prstGeom>
        </p:spPr>
        <p:txBody>
          <a:bodyPr vert="horz" wrap="square" lIns="0" tIns="0" rIns="0" bIns="0" rtlCol="0">
            <a:noAutofit/>
          </a:bodyPr>
          <a:lstStyle/>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u="sng">
              <a:ea typeface="+mj-ea"/>
              <a:cs typeface="+mj-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u="sng">
              <a:ea typeface="+mj-ea"/>
              <a:cs typeface="+mj-cs"/>
            </a:endParaRPr>
          </a:p>
          <a:p>
            <a:pPr marL="7700">
              <a:lnSpc>
                <a:spcPct val="110000"/>
              </a:lnSpc>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pPr>
            <a:r>
              <a:rPr lang="en-US" sz="1400">
                <a:cs typeface="+mn-cs"/>
              </a:rPr>
              <a:t>Position/title</a:t>
            </a:r>
          </a:p>
          <a:p>
            <a:pPr marL="7700">
              <a:lnSpc>
                <a:spcPct val="110000"/>
              </a:lnSpc>
            </a:pPr>
            <a:r>
              <a:rPr lang="en-US" sz="1400" u="sng">
                <a:ea typeface="+mj-ea"/>
                <a:cs typeface="+mj-cs"/>
                <a:hlinkClick r:id="rId2"/>
              </a:rPr>
              <a:t>emailaddress@slalom.com</a:t>
            </a:r>
            <a:endParaRPr lang="en-US" sz="1400">
              <a:cs typeface="+mn-cs"/>
            </a:endParaRPr>
          </a:p>
          <a:p>
            <a:pPr marL="7700">
              <a:lnSpc>
                <a:spcPct val="110000"/>
              </a:lnSpc>
            </a:pPr>
            <a:endParaRPr lang="en-US" sz="1400">
              <a:cs typeface="+mn-cs"/>
            </a:endParaRPr>
          </a:p>
        </p:txBody>
      </p:sp>
    </p:spTree>
    <p:extLst>
      <p:ext uri="{BB962C8B-B14F-4D97-AF65-F5344CB8AC3E}">
        <p14:creationId xmlns:p14="http://schemas.microsoft.com/office/powerpoint/2010/main" val="36826833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ADAF0A-4081-88AF-FD16-5C8C6399A6D8}"/>
              </a:ext>
            </a:extLst>
          </p:cNvPr>
          <p:cNvSpPr>
            <a:spLocks noGrp="1"/>
          </p:cNvSpPr>
          <p:nvPr>
            <p:ph type="title"/>
          </p:nvPr>
        </p:nvSpPr>
        <p:spPr>
          <a:xfrm>
            <a:off x="571500" y="571500"/>
            <a:ext cx="4699000" cy="1382629"/>
          </a:xfrm>
        </p:spPr>
        <p:txBody>
          <a:bodyPr/>
          <a:lstStyle/>
          <a:p>
            <a:r>
              <a:rPr lang="en-US" sz="5400"/>
              <a:t>Let’s </a:t>
            </a:r>
            <a:br>
              <a:rPr lang="en-US" sz="5400"/>
            </a:br>
            <a:r>
              <a:rPr lang="en-US" sz="5400"/>
              <a:t>connect</a:t>
            </a:r>
          </a:p>
        </p:txBody>
      </p:sp>
      <p:grpSp>
        <p:nvGrpSpPr>
          <p:cNvPr id="7" name="Group 6">
            <a:extLst>
              <a:ext uri="{FF2B5EF4-FFF2-40B4-BE49-F238E27FC236}">
                <a16:creationId xmlns:a16="http://schemas.microsoft.com/office/drawing/2014/main" id="{8C19A00D-B4E7-D695-A7CD-948FBB843419}"/>
              </a:ext>
              <a:ext uri="{C183D7F6-B498-43B3-948B-1728B52AA6E4}">
                <adec:decorative xmlns:adec="http://schemas.microsoft.com/office/drawing/2017/decorative" val="1"/>
              </a:ext>
            </a:extLst>
          </p:cNvPr>
          <p:cNvGrpSpPr/>
          <p:nvPr/>
        </p:nvGrpSpPr>
        <p:grpSpPr>
          <a:xfrm rot="16200000" flipV="1">
            <a:off x="-3360420" y="3360420"/>
            <a:ext cx="6858000" cy="137160"/>
            <a:chOff x="0" y="6720840"/>
            <a:chExt cx="12192000" cy="137160"/>
          </a:xfrm>
        </p:grpSpPr>
        <p:sp>
          <p:nvSpPr>
            <p:cNvPr id="8" name="Rectangle 7">
              <a:extLst>
                <a:ext uri="{FF2B5EF4-FFF2-40B4-BE49-F238E27FC236}">
                  <a16:creationId xmlns:a16="http://schemas.microsoft.com/office/drawing/2014/main" id="{08CF6B52-4E9E-DC37-0450-4BEAD359E04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9" name="Rectangle 8">
              <a:extLst>
                <a:ext uri="{FF2B5EF4-FFF2-40B4-BE49-F238E27FC236}">
                  <a16:creationId xmlns:a16="http://schemas.microsoft.com/office/drawing/2014/main" id="{5F4D2C06-14B1-1619-B6FE-F97249F7759E}"/>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0" name="Rectangle 9">
              <a:extLst>
                <a:ext uri="{FF2B5EF4-FFF2-40B4-BE49-F238E27FC236}">
                  <a16:creationId xmlns:a16="http://schemas.microsoft.com/office/drawing/2014/main" id="{12598B0E-B45C-EA15-59BE-DF078874C2EF}"/>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0FA5559E-DD3C-D00C-1DDB-0C5ACFA9BDA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8A48CC87-A439-A21B-2038-957155F0449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13" name="object 9">
            <a:extLst>
              <a:ext uri="{FF2B5EF4-FFF2-40B4-BE49-F238E27FC236}">
                <a16:creationId xmlns:a16="http://schemas.microsoft.com/office/drawing/2014/main" id="{32BBED48-A683-05AF-AF7C-F26CCE781B47}"/>
              </a:ext>
            </a:extLst>
          </p:cNvPr>
          <p:cNvSpPr txBox="1"/>
          <p:nvPr/>
        </p:nvSpPr>
        <p:spPr>
          <a:xfrm>
            <a:off x="6222827" y="581332"/>
            <a:ext cx="2231136" cy="1171415"/>
          </a:xfrm>
          <a:prstGeom prst="rect">
            <a:avLst/>
          </a:prstGeom>
        </p:spPr>
        <p:txBody>
          <a:bodyPr vert="horz" wrap="square" lIns="0" tIns="0" rIns="0" bIns="0" rtlCol="0">
            <a:noAutofit/>
          </a:bodyPr>
          <a:lstStyle/>
          <a:p>
            <a:pPr marL="7700">
              <a:lnSpc>
                <a:spcPct val="110000"/>
              </a:lnSpc>
              <a:spcAft>
                <a:spcPts val="1000"/>
              </a:spcAft>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spcAft>
                <a:spcPts val="1000"/>
              </a:spcAft>
            </a:pPr>
            <a:r>
              <a:rPr lang="en-US" sz="1400">
                <a:cs typeface="+mn-cs"/>
              </a:rPr>
              <a:t>Position/title</a:t>
            </a:r>
          </a:p>
          <a:p>
            <a:pPr marL="7700">
              <a:lnSpc>
                <a:spcPct val="110000"/>
              </a:lnSpc>
              <a:spcAft>
                <a:spcPts val="1000"/>
              </a:spcAft>
            </a:pPr>
            <a:r>
              <a:rPr lang="en-US" sz="1400" u="sng" err="1">
                <a:ea typeface="+mj-ea"/>
                <a:cs typeface="+mj-cs"/>
              </a:rPr>
              <a:t>emailaddress@slalom.com</a:t>
            </a:r>
            <a:br>
              <a:rPr lang="en-US" sz="1400" u="sng">
                <a:ea typeface="+mj-ea"/>
                <a:cs typeface="+mj-cs"/>
              </a:rPr>
            </a:br>
            <a:r>
              <a:rPr lang="en-US" sz="1400">
                <a:ea typeface="+mj-ea"/>
                <a:cs typeface="+mj-cs"/>
              </a:rPr>
              <a:t>(999) 999-9999</a:t>
            </a:r>
          </a:p>
          <a:p>
            <a:pPr marL="7700">
              <a:lnSpc>
                <a:spcPct val="110000"/>
              </a:lnSpc>
              <a:spcAft>
                <a:spcPts val="1000"/>
              </a:spcAft>
            </a:pPr>
            <a:endParaRPr lang="en-US" sz="1400">
              <a:cs typeface="+mn-cs"/>
            </a:endParaRPr>
          </a:p>
        </p:txBody>
      </p:sp>
      <p:sp>
        <p:nvSpPr>
          <p:cNvPr id="14" name="object 9">
            <a:extLst>
              <a:ext uri="{FF2B5EF4-FFF2-40B4-BE49-F238E27FC236}">
                <a16:creationId xmlns:a16="http://schemas.microsoft.com/office/drawing/2014/main" id="{ED20DC7D-2D72-B548-64AB-1BD4AFEC1FDA}"/>
              </a:ext>
            </a:extLst>
          </p:cNvPr>
          <p:cNvSpPr txBox="1">
            <a:spLocks/>
          </p:cNvSpPr>
          <p:nvPr/>
        </p:nvSpPr>
        <p:spPr>
          <a:xfrm>
            <a:off x="9042227" y="581332"/>
            <a:ext cx="2231136" cy="1171415"/>
          </a:xfrm>
          <a:prstGeom prst="rect">
            <a:avLst/>
          </a:prstGeom>
        </p:spPr>
        <p:txBody>
          <a:bodyPr vert="horz" wrap="square" lIns="0" tIns="0" rIns="0" bIns="0" rtlCol="0">
            <a:noAutofit/>
          </a:bodyPr>
          <a:lstStyle/>
          <a:p>
            <a:pPr marL="7700">
              <a:lnSpc>
                <a:spcPct val="110000"/>
              </a:lnSpc>
              <a:spcAft>
                <a:spcPts val="1000"/>
              </a:spcAft>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spcAft>
                <a:spcPts val="1000"/>
              </a:spcAft>
            </a:pPr>
            <a:r>
              <a:rPr lang="en-US" sz="1400">
                <a:cs typeface="+mn-cs"/>
              </a:rPr>
              <a:t>Position/title</a:t>
            </a:r>
          </a:p>
          <a:p>
            <a:pPr marL="7700">
              <a:lnSpc>
                <a:spcPct val="110000"/>
              </a:lnSpc>
              <a:spcAft>
                <a:spcPts val="1000"/>
              </a:spcAft>
            </a:pPr>
            <a:r>
              <a:rPr lang="en-US" sz="1400" u="sng" err="1">
                <a:ea typeface="+mj-ea"/>
                <a:cs typeface="+mj-cs"/>
              </a:rPr>
              <a:t>emailaddress@slalom.com</a:t>
            </a:r>
            <a:br>
              <a:rPr lang="en-US" sz="1400" u="sng">
                <a:ea typeface="+mj-ea"/>
                <a:cs typeface="+mj-cs"/>
              </a:rPr>
            </a:br>
            <a:r>
              <a:rPr lang="en-US" sz="1400">
                <a:ea typeface="+mj-ea"/>
                <a:cs typeface="+mj-cs"/>
              </a:rPr>
              <a:t>(999) 999-9999</a:t>
            </a:r>
          </a:p>
          <a:p>
            <a:pPr marL="7700">
              <a:lnSpc>
                <a:spcPct val="110000"/>
              </a:lnSpc>
              <a:spcAft>
                <a:spcPts val="1000"/>
              </a:spcAft>
            </a:pPr>
            <a:endParaRPr lang="en-US" sz="1400">
              <a:cs typeface="+mn-cs"/>
            </a:endParaRPr>
          </a:p>
        </p:txBody>
      </p:sp>
      <p:sp>
        <p:nvSpPr>
          <p:cNvPr id="15" name="object 9">
            <a:extLst>
              <a:ext uri="{FF2B5EF4-FFF2-40B4-BE49-F238E27FC236}">
                <a16:creationId xmlns:a16="http://schemas.microsoft.com/office/drawing/2014/main" id="{92EC23DD-9BCF-F1F8-BF55-7A46B11606DA}"/>
              </a:ext>
            </a:extLst>
          </p:cNvPr>
          <p:cNvSpPr txBox="1">
            <a:spLocks/>
          </p:cNvSpPr>
          <p:nvPr/>
        </p:nvSpPr>
        <p:spPr>
          <a:xfrm>
            <a:off x="6222825" y="2848208"/>
            <a:ext cx="2231136" cy="1171415"/>
          </a:xfrm>
          <a:prstGeom prst="rect">
            <a:avLst/>
          </a:prstGeom>
        </p:spPr>
        <p:txBody>
          <a:bodyPr vert="horz" wrap="square" lIns="0" tIns="0" rIns="0" bIns="0" rtlCol="0">
            <a:noAutofit/>
          </a:bodyPr>
          <a:lstStyle/>
          <a:p>
            <a:pPr marL="7700">
              <a:lnSpc>
                <a:spcPct val="110000"/>
              </a:lnSpc>
              <a:spcAft>
                <a:spcPts val="1000"/>
              </a:spcAft>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spcAft>
                <a:spcPts val="1000"/>
              </a:spcAft>
            </a:pPr>
            <a:r>
              <a:rPr lang="en-US" sz="1400">
                <a:cs typeface="+mn-cs"/>
              </a:rPr>
              <a:t>Position/title</a:t>
            </a:r>
          </a:p>
          <a:p>
            <a:pPr marL="7700">
              <a:lnSpc>
                <a:spcPct val="110000"/>
              </a:lnSpc>
              <a:spcAft>
                <a:spcPts val="1000"/>
              </a:spcAft>
            </a:pPr>
            <a:r>
              <a:rPr lang="en-US" sz="1400" u="sng" err="1">
                <a:ea typeface="+mj-ea"/>
                <a:cs typeface="+mj-cs"/>
              </a:rPr>
              <a:t>emailaddress@slalom.com</a:t>
            </a:r>
            <a:br>
              <a:rPr lang="en-US" sz="1400" u="sng">
                <a:ea typeface="+mj-ea"/>
                <a:cs typeface="+mj-cs"/>
              </a:rPr>
            </a:br>
            <a:r>
              <a:rPr lang="en-US" sz="1400">
                <a:ea typeface="+mj-ea"/>
                <a:cs typeface="+mj-cs"/>
              </a:rPr>
              <a:t>(999) 999-9999</a:t>
            </a:r>
          </a:p>
          <a:p>
            <a:pPr marL="7700">
              <a:lnSpc>
                <a:spcPct val="110000"/>
              </a:lnSpc>
              <a:spcAft>
                <a:spcPts val="1000"/>
              </a:spcAft>
            </a:pPr>
            <a:endParaRPr lang="en-US" sz="1400">
              <a:cs typeface="+mn-cs"/>
            </a:endParaRPr>
          </a:p>
        </p:txBody>
      </p:sp>
      <p:sp>
        <p:nvSpPr>
          <p:cNvPr id="16" name="object 9">
            <a:extLst>
              <a:ext uri="{FF2B5EF4-FFF2-40B4-BE49-F238E27FC236}">
                <a16:creationId xmlns:a16="http://schemas.microsoft.com/office/drawing/2014/main" id="{1B18D684-8DD6-5C6A-574A-1202C108236B}"/>
              </a:ext>
            </a:extLst>
          </p:cNvPr>
          <p:cNvSpPr txBox="1">
            <a:spLocks/>
          </p:cNvSpPr>
          <p:nvPr/>
        </p:nvSpPr>
        <p:spPr>
          <a:xfrm>
            <a:off x="9042225" y="2848208"/>
            <a:ext cx="2231136" cy="1171415"/>
          </a:xfrm>
          <a:prstGeom prst="rect">
            <a:avLst/>
          </a:prstGeom>
        </p:spPr>
        <p:txBody>
          <a:bodyPr vert="horz" wrap="square" lIns="0" tIns="0" rIns="0" bIns="0" rtlCol="0">
            <a:noAutofit/>
          </a:bodyPr>
          <a:lstStyle/>
          <a:p>
            <a:pPr marL="7700">
              <a:lnSpc>
                <a:spcPct val="110000"/>
              </a:lnSpc>
              <a:spcAft>
                <a:spcPts val="1000"/>
              </a:spcAft>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spcAft>
                <a:spcPts val="1000"/>
              </a:spcAft>
            </a:pPr>
            <a:r>
              <a:rPr lang="en-US" sz="1400">
                <a:cs typeface="+mn-cs"/>
              </a:rPr>
              <a:t>Position/title</a:t>
            </a:r>
          </a:p>
          <a:p>
            <a:pPr marL="7700">
              <a:lnSpc>
                <a:spcPct val="110000"/>
              </a:lnSpc>
              <a:spcAft>
                <a:spcPts val="1000"/>
              </a:spcAft>
            </a:pPr>
            <a:r>
              <a:rPr lang="en-US" sz="1400" u="sng" err="1">
                <a:ea typeface="+mj-ea"/>
                <a:cs typeface="+mj-cs"/>
              </a:rPr>
              <a:t>emailaddress@slalom.com</a:t>
            </a:r>
            <a:br>
              <a:rPr lang="en-US" sz="1400" u="sng">
                <a:ea typeface="+mj-ea"/>
                <a:cs typeface="+mj-cs"/>
              </a:rPr>
            </a:br>
            <a:r>
              <a:rPr lang="en-US" sz="1400">
                <a:ea typeface="+mj-ea"/>
                <a:cs typeface="+mj-cs"/>
              </a:rPr>
              <a:t>(999) 999-9999</a:t>
            </a:r>
          </a:p>
          <a:p>
            <a:pPr marL="7700">
              <a:lnSpc>
                <a:spcPct val="110000"/>
              </a:lnSpc>
              <a:spcAft>
                <a:spcPts val="1000"/>
              </a:spcAft>
            </a:pPr>
            <a:endParaRPr lang="en-US" sz="1400">
              <a:cs typeface="+mn-cs"/>
            </a:endParaRPr>
          </a:p>
        </p:txBody>
      </p:sp>
      <p:sp>
        <p:nvSpPr>
          <p:cNvPr id="17" name="object 9">
            <a:extLst>
              <a:ext uri="{FF2B5EF4-FFF2-40B4-BE49-F238E27FC236}">
                <a16:creationId xmlns:a16="http://schemas.microsoft.com/office/drawing/2014/main" id="{9F2539A2-F574-691C-4510-1D7CEAA59BB7}"/>
              </a:ext>
            </a:extLst>
          </p:cNvPr>
          <p:cNvSpPr txBox="1">
            <a:spLocks/>
          </p:cNvSpPr>
          <p:nvPr/>
        </p:nvSpPr>
        <p:spPr>
          <a:xfrm>
            <a:off x="6222825" y="5115085"/>
            <a:ext cx="2231136" cy="1171415"/>
          </a:xfrm>
          <a:prstGeom prst="rect">
            <a:avLst/>
          </a:prstGeom>
        </p:spPr>
        <p:txBody>
          <a:bodyPr vert="horz" wrap="square" lIns="0" tIns="0" rIns="0" bIns="0" rtlCol="0">
            <a:noAutofit/>
          </a:bodyPr>
          <a:lstStyle/>
          <a:p>
            <a:pPr marL="7700">
              <a:lnSpc>
                <a:spcPct val="110000"/>
              </a:lnSpc>
              <a:spcAft>
                <a:spcPts val="1000"/>
              </a:spcAft>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spcAft>
                <a:spcPts val="1000"/>
              </a:spcAft>
            </a:pPr>
            <a:r>
              <a:rPr lang="en-US" sz="1400">
                <a:cs typeface="+mn-cs"/>
              </a:rPr>
              <a:t>Position/title</a:t>
            </a:r>
          </a:p>
          <a:p>
            <a:pPr marL="7700">
              <a:lnSpc>
                <a:spcPct val="110000"/>
              </a:lnSpc>
              <a:spcAft>
                <a:spcPts val="1000"/>
              </a:spcAft>
            </a:pPr>
            <a:r>
              <a:rPr lang="en-US" sz="1400" u="sng" err="1">
                <a:ea typeface="+mj-ea"/>
                <a:cs typeface="+mj-cs"/>
              </a:rPr>
              <a:t>emailaddress@slalom.com</a:t>
            </a:r>
            <a:br>
              <a:rPr lang="en-US" sz="1400" u="sng">
                <a:ea typeface="+mj-ea"/>
                <a:cs typeface="+mj-cs"/>
              </a:rPr>
            </a:br>
            <a:r>
              <a:rPr lang="en-US" sz="1400">
                <a:ea typeface="+mj-ea"/>
                <a:cs typeface="+mj-cs"/>
              </a:rPr>
              <a:t>(999) 999-9999</a:t>
            </a:r>
          </a:p>
          <a:p>
            <a:pPr marL="7700">
              <a:lnSpc>
                <a:spcPct val="110000"/>
              </a:lnSpc>
              <a:spcAft>
                <a:spcPts val="1000"/>
              </a:spcAft>
            </a:pPr>
            <a:endParaRPr lang="en-US" sz="1400">
              <a:cs typeface="+mn-cs"/>
            </a:endParaRPr>
          </a:p>
        </p:txBody>
      </p:sp>
      <p:sp>
        <p:nvSpPr>
          <p:cNvPr id="18" name="object 9">
            <a:extLst>
              <a:ext uri="{FF2B5EF4-FFF2-40B4-BE49-F238E27FC236}">
                <a16:creationId xmlns:a16="http://schemas.microsoft.com/office/drawing/2014/main" id="{56D2D11C-E701-ECA5-85DB-8F0906669F64}"/>
              </a:ext>
            </a:extLst>
          </p:cNvPr>
          <p:cNvSpPr txBox="1">
            <a:spLocks/>
          </p:cNvSpPr>
          <p:nvPr/>
        </p:nvSpPr>
        <p:spPr>
          <a:xfrm>
            <a:off x="9042225" y="5115085"/>
            <a:ext cx="2231136" cy="1171415"/>
          </a:xfrm>
          <a:prstGeom prst="rect">
            <a:avLst/>
          </a:prstGeom>
        </p:spPr>
        <p:txBody>
          <a:bodyPr vert="horz" wrap="square" lIns="0" tIns="0" rIns="0" bIns="0" rtlCol="0">
            <a:noAutofit/>
          </a:bodyPr>
          <a:lstStyle/>
          <a:p>
            <a:pPr marL="7700">
              <a:lnSpc>
                <a:spcPct val="110000"/>
              </a:lnSpc>
              <a:spcAft>
                <a:spcPts val="1000"/>
              </a:spcAft>
            </a:pPr>
            <a:r>
              <a:rPr lang="en-US" sz="1400" b="1" err="1">
                <a:cs typeface="+mn-cs"/>
              </a:rPr>
              <a:t>Firstname</a:t>
            </a:r>
            <a:r>
              <a:rPr lang="en-US" sz="1400" b="1">
                <a:cs typeface="+mn-cs"/>
              </a:rPr>
              <a:t> </a:t>
            </a:r>
            <a:r>
              <a:rPr lang="en-US" sz="1400" b="1" err="1">
                <a:cs typeface="+mn-cs"/>
              </a:rPr>
              <a:t>Lastname</a:t>
            </a:r>
            <a:endParaRPr lang="en-US" sz="1400" b="1">
              <a:cs typeface="+mn-cs"/>
            </a:endParaRPr>
          </a:p>
          <a:p>
            <a:pPr marL="7700">
              <a:lnSpc>
                <a:spcPct val="110000"/>
              </a:lnSpc>
              <a:spcAft>
                <a:spcPts val="1000"/>
              </a:spcAft>
            </a:pPr>
            <a:r>
              <a:rPr lang="en-US" sz="1400">
                <a:cs typeface="+mn-cs"/>
              </a:rPr>
              <a:t>Position/title</a:t>
            </a:r>
          </a:p>
          <a:p>
            <a:pPr marL="7700">
              <a:lnSpc>
                <a:spcPct val="110000"/>
              </a:lnSpc>
              <a:spcAft>
                <a:spcPts val="1000"/>
              </a:spcAft>
            </a:pPr>
            <a:r>
              <a:rPr lang="en-US" sz="1400" u="sng">
                <a:ea typeface="+mj-ea"/>
                <a:cs typeface="+mj-cs"/>
              </a:rPr>
              <a:t>emailaddress@slalom.com</a:t>
            </a:r>
            <a:br>
              <a:rPr lang="en-US" sz="1400" u="sng">
                <a:ea typeface="+mj-ea"/>
                <a:cs typeface="+mj-cs"/>
              </a:rPr>
            </a:br>
            <a:r>
              <a:rPr lang="en-US" sz="1400">
                <a:ea typeface="+mj-ea"/>
                <a:cs typeface="+mj-cs"/>
              </a:rPr>
              <a:t>(999) 999-9999</a:t>
            </a:r>
          </a:p>
          <a:p>
            <a:pPr marL="7700">
              <a:lnSpc>
                <a:spcPct val="110000"/>
              </a:lnSpc>
              <a:spcAft>
                <a:spcPts val="1000"/>
              </a:spcAft>
            </a:pPr>
            <a:endParaRPr lang="en-US" sz="1400">
              <a:cs typeface="+mn-cs"/>
            </a:endParaRPr>
          </a:p>
        </p:txBody>
      </p:sp>
      <p:sp>
        <p:nvSpPr>
          <p:cNvPr id="3" name="Date Placeholder 2">
            <a:extLst>
              <a:ext uri="{FF2B5EF4-FFF2-40B4-BE49-F238E27FC236}">
                <a16:creationId xmlns:a16="http://schemas.microsoft.com/office/drawing/2014/main" id="{6EA45C68-2EFD-BAC4-F1C8-AC4E9C982E3A}"/>
              </a:ext>
              <a:ext uri="{C183D7F6-B498-43B3-948B-1728B52AA6E4}">
                <adec:decorative xmlns:adec="http://schemas.microsoft.com/office/drawing/2017/decorative" val="1"/>
              </a:ext>
            </a:extLst>
          </p:cNvPr>
          <p:cNvSpPr>
            <a:spLocks noGrp="1"/>
          </p:cNvSpPr>
          <p:nvPr>
            <p:ph type="dt" sz="half" idx="10"/>
          </p:nvPr>
        </p:nvSpPr>
        <p:spPr/>
        <p:txBody>
          <a:bodyPr/>
          <a:lstStyle/>
          <a:p>
            <a:fld id="{6141464C-DC3D-4886-953F-422033753268}" type="datetimeyyyy">
              <a:rPr lang="en-US" smtClean="0"/>
              <a:t>2025</a:t>
            </a:fld>
            <a:endParaRPr lang="en-US"/>
          </a:p>
        </p:txBody>
      </p:sp>
      <p:sp>
        <p:nvSpPr>
          <p:cNvPr id="2" name="Footer Placeholder 1">
            <a:extLst>
              <a:ext uri="{FF2B5EF4-FFF2-40B4-BE49-F238E27FC236}">
                <a16:creationId xmlns:a16="http://schemas.microsoft.com/office/drawing/2014/main" id="{0CF9DF0A-FE8D-954A-73FC-4C899C667CFF}"/>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4CC2A5DD-01EF-1B7F-208C-BE1FBD49AE6A}"/>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150</a:t>
            </a:fld>
            <a:endParaRPr lang="en-US"/>
          </a:p>
        </p:txBody>
      </p:sp>
    </p:spTree>
    <p:extLst>
      <p:ext uri="{BB962C8B-B14F-4D97-AF65-F5344CB8AC3E}">
        <p14:creationId xmlns:p14="http://schemas.microsoft.com/office/powerpoint/2010/main" val="246454421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4" descr="A winding road through a green forest">
            <a:extLst>
              <a:ext uri="{FF2B5EF4-FFF2-40B4-BE49-F238E27FC236}">
                <a16:creationId xmlns:a16="http://schemas.microsoft.com/office/drawing/2014/main" id="{8AF6574E-8ACC-94A6-F2C4-75A96C044745}"/>
              </a:ext>
              <a:ext uri="{C183D7F6-B498-43B3-948B-1728B52AA6E4}">
                <adec:decorative xmlns:adec="http://schemas.microsoft.com/office/drawing/2017/decorative" val="0"/>
              </a:ext>
            </a:extLst>
          </p:cNvPr>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p:pic>
      <p:sp>
        <p:nvSpPr>
          <p:cNvPr id="14" name="Text Placeholder 13">
            <a:extLst>
              <a:ext uri="{FF2B5EF4-FFF2-40B4-BE49-F238E27FC236}">
                <a16:creationId xmlns:a16="http://schemas.microsoft.com/office/drawing/2014/main" id="{878BDD2A-A18F-FDF2-4762-C5DC9D0481A2}"/>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a:p>
        </p:txBody>
      </p:sp>
      <p:sp>
        <p:nvSpPr>
          <p:cNvPr id="12" name="Title 11">
            <a:extLst>
              <a:ext uri="{FF2B5EF4-FFF2-40B4-BE49-F238E27FC236}">
                <a16:creationId xmlns:a16="http://schemas.microsoft.com/office/drawing/2014/main" id="{36CC9C8D-6005-DF51-93C7-E594AEEDF4F2}"/>
              </a:ext>
            </a:extLst>
          </p:cNvPr>
          <p:cNvSpPr>
            <a:spLocks noGrp="1"/>
          </p:cNvSpPr>
          <p:nvPr>
            <p:ph type="ctrTitle"/>
          </p:nvPr>
        </p:nvSpPr>
        <p:spPr/>
        <p:txBody>
          <a:bodyPr/>
          <a:lstStyle/>
          <a:p>
            <a:r>
              <a:rPr lang="en-US"/>
              <a:t>Thank you</a:t>
            </a:r>
          </a:p>
        </p:txBody>
      </p:sp>
      <p:sp>
        <p:nvSpPr>
          <p:cNvPr id="13" name="Text Placeholder 12">
            <a:extLst>
              <a:ext uri="{FF2B5EF4-FFF2-40B4-BE49-F238E27FC236}">
                <a16:creationId xmlns:a16="http://schemas.microsoft.com/office/drawing/2014/main" id="{BBC36031-F834-C9E3-C816-D5F40C0C4908}"/>
              </a:ext>
              <a:ext uri="{C183D7F6-B498-43B3-948B-1728B52AA6E4}">
                <adec:decorative xmlns:adec="http://schemas.microsoft.com/office/drawing/2017/decorative" val="1"/>
              </a:ext>
            </a:extLst>
          </p:cNvPr>
          <p:cNvSpPr>
            <a:spLocks noGrp="1"/>
          </p:cNvSpPr>
          <p:nvPr>
            <p:ph type="body" sz="quarter" idx="10"/>
          </p:nvPr>
        </p:nvSpPr>
        <p:spPr/>
        <p:txBody>
          <a:bodyPr/>
          <a:lstStyle/>
          <a:p>
            <a:endParaRPr lang="en-US"/>
          </a:p>
        </p:txBody>
      </p:sp>
      <p:sp>
        <p:nvSpPr>
          <p:cNvPr id="4" name="Slide Number Placeholder 3">
            <a:extLst>
              <a:ext uri="{FF2B5EF4-FFF2-40B4-BE49-F238E27FC236}">
                <a16:creationId xmlns:a16="http://schemas.microsoft.com/office/drawing/2014/main" id="{BCAC6866-A731-1B9D-E651-538EEBF0B9DA}"/>
              </a:ext>
              <a:ext uri="{C183D7F6-B498-43B3-948B-1728B52AA6E4}">
                <adec:decorative xmlns:adec="http://schemas.microsoft.com/office/drawing/2017/decorative" val="1"/>
              </a:ext>
            </a:extLst>
          </p:cNvPr>
          <p:cNvSpPr>
            <a:spLocks noGrp="1"/>
          </p:cNvSpPr>
          <p:nvPr>
            <p:ph type="sldNum" sz="quarter" idx="4294967295"/>
          </p:nvPr>
        </p:nvSpPr>
        <p:spPr>
          <a:xfrm>
            <a:off x="11849100" y="6503988"/>
            <a:ext cx="342900" cy="136525"/>
          </a:xfrm>
        </p:spPr>
        <p:txBody>
          <a:bodyPr/>
          <a:lstStyle/>
          <a:p>
            <a:fld id="{B2643E34-DC33-45ED-8E33-EC0D5991E9A4}" type="slidenum">
              <a:rPr lang="en-US" smtClean="0"/>
              <a:pPr/>
              <a:t>151</a:t>
            </a:fld>
            <a:endParaRPr lang="en-US"/>
          </a:p>
        </p:txBody>
      </p:sp>
      <p:sp>
        <p:nvSpPr>
          <p:cNvPr id="2" name="Rectangle 1">
            <a:extLst>
              <a:ext uri="{FF2B5EF4-FFF2-40B4-BE49-F238E27FC236}">
                <a16:creationId xmlns:a16="http://schemas.microsoft.com/office/drawing/2014/main" id="{87EEB31A-EDEA-BEA6-55DE-041D3B76DAA2}"/>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IMAGE Layout INSTRUCTIONS</a:t>
            </a:r>
          </a:p>
          <a:p>
            <a:pPr marL="174625" indent="-174625">
              <a:spcBef>
                <a:spcPts val="1200"/>
              </a:spcBef>
              <a:buFont typeface="Avenir Next LT Pro" panose="020B0504020202020204" pitchFamily="34" charset="0"/>
              <a:buChar char="•"/>
            </a:pPr>
            <a:r>
              <a:rPr lang="en-US" sz="1000">
                <a:solidFill>
                  <a:schemeClr val="tx1"/>
                </a:solidFill>
              </a:rPr>
              <a:t>This layout is built in layers, with a colored overlay that should hover over the image. </a:t>
            </a:r>
          </a:p>
          <a:p>
            <a:pPr marL="174625" indent="-174625">
              <a:spcBef>
                <a:spcPts val="1200"/>
              </a:spcBef>
              <a:buFont typeface="Avenir Next LT Pro" panose="020B0504020202020204" pitchFamily="34" charset="0"/>
              <a:buChar char="•"/>
            </a:pPr>
            <a:r>
              <a:rPr lang="en-US" sz="1000">
                <a:solidFill>
                  <a:schemeClr val="tx1"/>
                </a:solidFill>
              </a:rPr>
              <a:t>In order to add an image, click on the </a:t>
            </a:r>
            <a:br>
              <a:rPr lang="en-US" sz="1000">
                <a:solidFill>
                  <a:schemeClr val="tx1"/>
                </a:solidFill>
              </a:rPr>
            </a:br>
            <a:r>
              <a:rPr lang="en-US" sz="1000">
                <a:solidFill>
                  <a:schemeClr val="tx1"/>
                </a:solidFill>
              </a:rPr>
              <a:t>gradient shape with the dotted line. </a:t>
            </a:r>
            <a:br>
              <a:rPr lang="en-US" sz="1000">
                <a:solidFill>
                  <a:schemeClr val="tx1"/>
                </a:solidFill>
              </a:rPr>
            </a:br>
            <a:r>
              <a:rPr lang="en-US" sz="1000">
                <a:solidFill>
                  <a:schemeClr val="tx1"/>
                </a:solidFill>
              </a:rPr>
              <a:t>Use Arrange &gt; Send to back.</a:t>
            </a:r>
          </a:p>
          <a:p>
            <a:pPr marL="174625" indent="-174625">
              <a:spcBef>
                <a:spcPts val="1200"/>
              </a:spcBef>
              <a:buFont typeface="Avenir Next LT Pro" panose="020B0504020202020204" pitchFamily="34" charset="0"/>
              <a:buChar char="•"/>
            </a:pPr>
            <a:r>
              <a:rPr lang="en-US" sz="1000">
                <a:solidFill>
                  <a:schemeClr val="tx1"/>
                </a:solidFill>
              </a:rPr>
              <a:t>Now the image icon will be clickable. </a:t>
            </a:r>
            <a:br>
              <a:rPr lang="en-US" sz="1000">
                <a:solidFill>
                  <a:schemeClr val="tx1"/>
                </a:solidFill>
              </a:rPr>
            </a:br>
            <a:r>
              <a:rPr lang="en-US" sz="1000">
                <a:solidFill>
                  <a:schemeClr val="tx1"/>
                </a:solidFill>
              </a:rPr>
              <a:t>Find and insert your image. </a:t>
            </a:r>
          </a:p>
          <a:p>
            <a:pPr marL="174625" indent="-174625">
              <a:spcBef>
                <a:spcPts val="1200"/>
              </a:spcBef>
              <a:buFont typeface="Avenir Next LT Pro" panose="020B0504020202020204" pitchFamily="34" charset="0"/>
              <a:buChar char="•"/>
            </a:pPr>
            <a:r>
              <a:rPr lang="en-US" sz="1000">
                <a:solidFill>
                  <a:schemeClr val="tx1"/>
                </a:solidFill>
              </a:rPr>
              <a:t>To correct the order, use the Reset button. </a:t>
            </a:r>
            <a:br>
              <a:rPr lang="en-US" sz="1000">
                <a:solidFill>
                  <a:schemeClr val="tx1"/>
                </a:solidFill>
              </a:rPr>
            </a:br>
            <a:r>
              <a:rPr lang="en-US" sz="1000">
                <a:solidFill>
                  <a:schemeClr val="tx1"/>
                </a:solidFill>
              </a:rPr>
              <a:t>If the Reset button upsets any cropping, </a:t>
            </a:r>
            <a:br>
              <a:rPr lang="en-US" sz="1000">
                <a:solidFill>
                  <a:schemeClr val="tx1"/>
                </a:solidFill>
              </a:rPr>
            </a:br>
            <a:r>
              <a:rPr lang="en-US" sz="1000">
                <a:solidFill>
                  <a:schemeClr val="tx1"/>
                </a:solidFill>
              </a:rPr>
              <a:t>use Arrange &gt; Send to back when selected </a:t>
            </a:r>
            <a:br>
              <a:rPr lang="en-US" sz="1000">
                <a:solidFill>
                  <a:schemeClr val="tx1"/>
                </a:solidFill>
              </a:rPr>
            </a:br>
            <a:r>
              <a:rPr lang="en-US" sz="1000">
                <a:solidFill>
                  <a:schemeClr val="tx1"/>
                </a:solidFill>
              </a:rPr>
              <a:t>on the image. </a:t>
            </a:r>
          </a:p>
          <a:p>
            <a:pPr marL="174625" indent="-174625">
              <a:spcBef>
                <a:spcPts val="1200"/>
              </a:spcBef>
              <a:buFont typeface="Avenir Next LT Pro" panose="020B0504020202020204" pitchFamily="34" charset="0"/>
              <a:buChar char="•"/>
            </a:pPr>
            <a:r>
              <a:rPr lang="en-US" sz="1000">
                <a:solidFill>
                  <a:schemeClr val="tx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tx1"/>
                </a:solidFill>
              </a:rPr>
              <a:t>The logo should always be either </a:t>
            </a:r>
            <a:br>
              <a:rPr lang="en-US" sz="1000">
                <a:solidFill>
                  <a:schemeClr val="tx1"/>
                </a:solidFill>
              </a:rPr>
            </a:br>
            <a:r>
              <a:rPr lang="en-US" sz="1000">
                <a:solidFill>
                  <a:schemeClr val="tx1"/>
                </a:solidFill>
              </a:rPr>
              <a:t>Dark Gray, Text 1, White, Background 1 </a:t>
            </a:r>
            <a:br>
              <a:rPr lang="en-US" sz="1000">
                <a:solidFill>
                  <a:schemeClr val="tx1"/>
                </a:solidFill>
              </a:rPr>
            </a:br>
            <a:r>
              <a:rPr lang="en-US" sz="1000">
                <a:solidFill>
                  <a:schemeClr val="tx1"/>
                </a:solidFill>
              </a:rPr>
              <a:t>or Blue, Accent 1.</a:t>
            </a:r>
          </a:p>
        </p:txBody>
      </p:sp>
    </p:spTree>
    <p:extLst>
      <p:ext uri="{BB962C8B-B14F-4D97-AF65-F5344CB8AC3E}">
        <p14:creationId xmlns:p14="http://schemas.microsoft.com/office/powerpoint/2010/main" val="356620863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A person driving a car">
            <a:extLst>
              <a:ext uri="{FF2B5EF4-FFF2-40B4-BE49-F238E27FC236}">
                <a16:creationId xmlns:a16="http://schemas.microsoft.com/office/drawing/2014/main" id="{8EC91F80-8524-1ABE-4618-59FCCB32FD8F}"/>
              </a:ext>
              <a:ext uri="{C183D7F6-B498-43B3-948B-1728B52AA6E4}">
                <adec:decorative xmlns:adec="http://schemas.microsoft.com/office/drawing/2017/decorative" val="0"/>
              </a:ext>
            </a:extLst>
          </p:cNvPr>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p:pic>
      <p:sp>
        <p:nvSpPr>
          <p:cNvPr id="12" name="Text Placeholder 11">
            <a:extLst>
              <a:ext uri="{FF2B5EF4-FFF2-40B4-BE49-F238E27FC236}">
                <a16:creationId xmlns:a16="http://schemas.microsoft.com/office/drawing/2014/main" id="{CB73BA82-715A-0969-141E-1372B48DB28E}"/>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a:p>
        </p:txBody>
      </p:sp>
      <p:sp>
        <p:nvSpPr>
          <p:cNvPr id="10" name="Title 9">
            <a:extLst>
              <a:ext uri="{FF2B5EF4-FFF2-40B4-BE49-F238E27FC236}">
                <a16:creationId xmlns:a16="http://schemas.microsoft.com/office/drawing/2014/main" id="{A90C804E-3AD9-4090-09C9-21604E38BA7F}"/>
              </a:ext>
              <a:ext uri="{C183D7F6-B498-43B3-948B-1728B52AA6E4}">
                <adec:decorative xmlns:adec="http://schemas.microsoft.com/office/drawing/2017/decorative" val="0"/>
              </a:ext>
            </a:extLst>
          </p:cNvPr>
          <p:cNvSpPr>
            <a:spLocks noGrp="1"/>
          </p:cNvSpPr>
          <p:nvPr>
            <p:ph type="ctrTitle"/>
          </p:nvPr>
        </p:nvSpPr>
        <p:spPr/>
        <p:txBody>
          <a:bodyPr/>
          <a:lstStyle/>
          <a:p>
            <a:r>
              <a:rPr lang="en-US"/>
              <a:t>Thank you</a:t>
            </a:r>
          </a:p>
        </p:txBody>
      </p:sp>
      <p:sp>
        <p:nvSpPr>
          <p:cNvPr id="11" name="Text Placeholder 10">
            <a:extLst>
              <a:ext uri="{FF2B5EF4-FFF2-40B4-BE49-F238E27FC236}">
                <a16:creationId xmlns:a16="http://schemas.microsoft.com/office/drawing/2014/main" id="{89FD6E62-AE3B-9088-EF88-76F14613E8A6}"/>
              </a:ext>
              <a:ext uri="{C183D7F6-B498-43B3-948B-1728B52AA6E4}">
                <adec:decorative xmlns:adec="http://schemas.microsoft.com/office/drawing/2017/decorative" val="1"/>
              </a:ext>
            </a:extLst>
          </p:cNvPr>
          <p:cNvSpPr>
            <a:spLocks noGrp="1"/>
          </p:cNvSpPr>
          <p:nvPr>
            <p:ph type="body" sz="quarter" idx="10"/>
          </p:nvPr>
        </p:nvSpPr>
        <p:spPr>
          <a:solidFill>
            <a:schemeClr val="accent1"/>
          </a:solidFill>
        </p:spPr>
        <p:txBody>
          <a:bodyPr/>
          <a:lstStyle/>
          <a:p>
            <a:endParaRPr lang="en-US"/>
          </a:p>
        </p:txBody>
      </p:sp>
      <p:sp>
        <p:nvSpPr>
          <p:cNvPr id="2" name="Rectangle 1">
            <a:extLst>
              <a:ext uri="{FF2B5EF4-FFF2-40B4-BE49-F238E27FC236}">
                <a16:creationId xmlns:a16="http://schemas.microsoft.com/office/drawing/2014/main" id="{2C7BCCC8-4BDD-8FD2-959A-B10850180AA0}"/>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IMAGE Layout INSTRUCTIONS</a:t>
            </a:r>
          </a:p>
          <a:p>
            <a:pPr marL="174625" indent="-174625">
              <a:spcBef>
                <a:spcPts val="1200"/>
              </a:spcBef>
              <a:buFont typeface="Avenir Next LT Pro" panose="020B0504020202020204" pitchFamily="34" charset="0"/>
              <a:buChar char="•"/>
            </a:pPr>
            <a:r>
              <a:rPr lang="en-US" sz="1000">
                <a:solidFill>
                  <a:schemeClr val="tx1"/>
                </a:solidFill>
              </a:rPr>
              <a:t>This layout is built in layers, with a colored overlay that should hover over the image. </a:t>
            </a:r>
          </a:p>
          <a:p>
            <a:pPr marL="174625" indent="-174625">
              <a:spcBef>
                <a:spcPts val="1200"/>
              </a:spcBef>
              <a:buFont typeface="Avenir Next LT Pro" panose="020B0504020202020204" pitchFamily="34" charset="0"/>
              <a:buChar char="•"/>
            </a:pPr>
            <a:r>
              <a:rPr lang="en-US" sz="1000">
                <a:solidFill>
                  <a:schemeClr val="tx1"/>
                </a:solidFill>
              </a:rPr>
              <a:t>In order to add an image, click on the </a:t>
            </a:r>
            <a:br>
              <a:rPr lang="en-US" sz="1000">
                <a:solidFill>
                  <a:schemeClr val="tx1"/>
                </a:solidFill>
              </a:rPr>
            </a:br>
            <a:r>
              <a:rPr lang="en-US" sz="1000">
                <a:solidFill>
                  <a:schemeClr val="tx1"/>
                </a:solidFill>
              </a:rPr>
              <a:t>gradient shape with the dotted line. </a:t>
            </a:r>
            <a:br>
              <a:rPr lang="en-US" sz="1000">
                <a:solidFill>
                  <a:schemeClr val="tx1"/>
                </a:solidFill>
              </a:rPr>
            </a:br>
            <a:r>
              <a:rPr lang="en-US" sz="1000">
                <a:solidFill>
                  <a:schemeClr val="tx1"/>
                </a:solidFill>
              </a:rPr>
              <a:t>Use Arrange &gt; Send to back.</a:t>
            </a:r>
          </a:p>
          <a:p>
            <a:pPr marL="174625" indent="-174625">
              <a:spcBef>
                <a:spcPts val="1200"/>
              </a:spcBef>
              <a:buFont typeface="Avenir Next LT Pro" panose="020B0504020202020204" pitchFamily="34" charset="0"/>
              <a:buChar char="•"/>
            </a:pPr>
            <a:r>
              <a:rPr lang="en-US" sz="1000">
                <a:solidFill>
                  <a:schemeClr val="tx1"/>
                </a:solidFill>
              </a:rPr>
              <a:t>Now the image icon will be clickable. </a:t>
            </a:r>
            <a:br>
              <a:rPr lang="en-US" sz="1000">
                <a:solidFill>
                  <a:schemeClr val="tx1"/>
                </a:solidFill>
              </a:rPr>
            </a:br>
            <a:r>
              <a:rPr lang="en-US" sz="1000">
                <a:solidFill>
                  <a:schemeClr val="tx1"/>
                </a:solidFill>
              </a:rPr>
              <a:t>Find and insert your image. </a:t>
            </a:r>
          </a:p>
          <a:p>
            <a:pPr marL="174625" indent="-174625">
              <a:spcBef>
                <a:spcPts val="1200"/>
              </a:spcBef>
              <a:buFont typeface="Avenir Next LT Pro" panose="020B0504020202020204" pitchFamily="34" charset="0"/>
              <a:buChar char="•"/>
            </a:pPr>
            <a:r>
              <a:rPr lang="en-US" sz="1000">
                <a:solidFill>
                  <a:schemeClr val="tx1"/>
                </a:solidFill>
              </a:rPr>
              <a:t>To correct the order, use the Reset button. </a:t>
            </a:r>
            <a:br>
              <a:rPr lang="en-US" sz="1000">
                <a:solidFill>
                  <a:schemeClr val="tx1"/>
                </a:solidFill>
              </a:rPr>
            </a:br>
            <a:r>
              <a:rPr lang="en-US" sz="1000">
                <a:solidFill>
                  <a:schemeClr val="tx1"/>
                </a:solidFill>
              </a:rPr>
              <a:t>If the Reset button upsets any cropping, </a:t>
            </a:r>
            <a:br>
              <a:rPr lang="en-US" sz="1000">
                <a:solidFill>
                  <a:schemeClr val="tx1"/>
                </a:solidFill>
              </a:rPr>
            </a:br>
            <a:r>
              <a:rPr lang="en-US" sz="1000">
                <a:solidFill>
                  <a:schemeClr val="tx1"/>
                </a:solidFill>
              </a:rPr>
              <a:t>use Arrange &gt; Send to back when selected </a:t>
            </a:r>
            <a:br>
              <a:rPr lang="en-US" sz="1000">
                <a:solidFill>
                  <a:schemeClr val="tx1"/>
                </a:solidFill>
              </a:rPr>
            </a:br>
            <a:r>
              <a:rPr lang="en-US" sz="1000">
                <a:solidFill>
                  <a:schemeClr val="tx1"/>
                </a:solidFill>
              </a:rPr>
              <a:t>on the image. </a:t>
            </a:r>
          </a:p>
          <a:p>
            <a:pPr marL="174625" indent="-174625">
              <a:spcBef>
                <a:spcPts val="1200"/>
              </a:spcBef>
              <a:buFont typeface="Avenir Next LT Pro" panose="020B0504020202020204" pitchFamily="34" charset="0"/>
              <a:buChar char="•"/>
            </a:pPr>
            <a:r>
              <a:rPr lang="en-US" sz="1000">
                <a:solidFill>
                  <a:schemeClr val="tx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tx1"/>
                </a:solidFill>
              </a:rPr>
              <a:t>The logo should always be either </a:t>
            </a:r>
            <a:br>
              <a:rPr lang="en-US" sz="1000">
                <a:solidFill>
                  <a:schemeClr val="tx1"/>
                </a:solidFill>
              </a:rPr>
            </a:br>
            <a:r>
              <a:rPr lang="en-US" sz="1000">
                <a:solidFill>
                  <a:schemeClr val="tx1"/>
                </a:solidFill>
              </a:rPr>
              <a:t>Dark Gray, Text 1, White, Background 1 </a:t>
            </a:r>
            <a:br>
              <a:rPr lang="en-US" sz="1000">
                <a:solidFill>
                  <a:schemeClr val="tx1"/>
                </a:solidFill>
              </a:rPr>
            </a:br>
            <a:r>
              <a:rPr lang="en-US" sz="1000">
                <a:solidFill>
                  <a:schemeClr val="tx1"/>
                </a:solidFill>
              </a:rPr>
              <a:t>or Blue, Accent 1.</a:t>
            </a:r>
          </a:p>
        </p:txBody>
      </p:sp>
    </p:spTree>
    <p:extLst>
      <p:ext uri="{BB962C8B-B14F-4D97-AF65-F5344CB8AC3E}">
        <p14:creationId xmlns:p14="http://schemas.microsoft.com/office/powerpoint/2010/main" val="197330460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A curved road in a grass field">
            <a:extLst>
              <a:ext uri="{FF2B5EF4-FFF2-40B4-BE49-F238E27FC236}">
                <a16:creationId xmlns:a16="http://schemas.microsoft.com/office/drawing/2014/main" id="{63170D86-1F6E-6D83-C3EC-A4E446457CE8}"/>
              </a:ext>
              <a:ext uri="{C183D7F6-B498-43B3-948B-1728B52AA6E4}">
                <adec:decorative xmlns:adec="http://schemas.microsoft.com/office/drawing/2017/decorative" val="0"/>
              </a:ext>
            </a:extLst>
          </p:cNvPr>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p:pic>
      <p:sp>
        <p:nvSpPr>
          <p:cNvPr id="10" name="Text Placeholder 9">
            <a:extLst>
              <a:ext uri="{FF2B5EF4-FFF2-40B4-BE49-F238E27FC236}">
                <a16:creationId xmlns:a16="http://schemas.microsoft.com/office/drawing/2014/main" id="{5447C159-0454-1E20-0B31-0B8FF8C2F6CD}"/>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a:p>
        </p:txBody>
      </p:sp>
      <p:sp>
        <p:nvSpPr>
          <p:cNvPr id="8" name="Title 7">
            <a:extLst>
              <a:ext uri="{FF2B5EF4-FFF2-40B4-BE49-F238E27FC236}">
                <a16:creationId xmlns:a16="http://schemas.microsoft.com/office/drawing/2014/main" id="{99D1AA38-EE57-2D3D-F766-9C34C72FE394}"/>
              </a:ext>
            </a:extLst>
          </p:cNvPr>
          <p:cNvSpPr>
            <a:spLocks noGrp="1"/>
          </p:cNvSpPr>
          <p:nvPr>
            <p:ph type="ctrTitle"/>
          </p:nvPr>
        </p:nvSpPr>
        <p:spPr/>
        <p:txBody>
          <a:bodyPr/>
          <a:lstStyle/>
          <a:p>
            <a:r>
              <a:rPr lang="en-US"/>
              <a:t>Thank you</a:t>
            </a:r>
          </a:p>
        </p:txBody>
      </p:sp>
      <p:sp>
        <p:nvSpPr>
          <p:cNvPr id="9" name="Text Placeholder 8">
            <a:extLst>
              <a:ext uri="{FF2B5EF4-FFF2-40B4-BE49-F238E27FC236}">
                <a16:creationId xmlns:a16="http://schemas.microsoft.com/office/drawing/2014/main" id="{E8C3A629-B6F6-F0DD-2039-6C507D2018F1}"/>
              </a:ext>
              <a:ext uri="{C183D7F6-B498-43B3-948B-1728B52AA6E4}">
                <adec:decorative xmlns:adec="http://schemas.microsoft.com/office/drawing/2017/decorative" val="1"/>
              </a:ext>
            </a:extLst>
          </p:cNvPr>
          <p:cNvSpPr>
            <a:spLocks noGrp="1"/>
          </p:cNvSpPr>
          <p:nvPr>
            <p:ph type="body" sz="quarter" idx="10"/>
          </p:nvPr>
        </p:nvSpPr>
        <p:spPr>
          <a:solidFill>
            <a:schemeClr val="accent1"/>
          </a:solidFill>
        </p:spPr>
        <p:txBody>
          <a:bodyPr/>
          <a:lstStyle/>
          <a:p>
            <a:endParaRPr lang="en-US"/>
          </a:p>
        </p:txBody>
      </p:sp>
      <p:sp>
        <p:nvSpPr>
          <p:cNvPr id="2" name="Rectangle 1">
            <a:extLst>
              <a:ext uri="{FF2B5EF4-FFF2-40B4-BE49-F238E27FC236}">
                <a16:creationId xmlns:a16="http://schemas.microsoft.com/office/drawing/2014/main" id="{A51953A7-EBA8-73BF-AA9F-385EF3072201}"/>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IMAGE Layout INSTRUCTIONS</a:t>
            </a:r>
          </a:p>
          <a:p>
            <a:pPr marL="174625" indent="-174625">
              <a:spcBef>
                <a:spcPts val="1200"/>
              </a:spcBef>
              <a:buFont typeface="Avenir Next LT Pro" panose="020B0504020202020204" pitchFamily="34" charset="0"/>
              <a:buChar char="•"/>
            </a:pPr>
            <a:r>
              <a:rPr lang="en-US" sz="1000">
                <a:solidFill>
                  <a:schemeClr val="tx1"/>
                </a:solidFill>
              </a:rPr>
              <a:t>This layout is built in layers, with a colored overlay that should hover over the image. </a:t>
            </a:r>
          </a:p>
          <a:p>
            <a:pPr marL="174625" indent="-174625">
              <a:spcBef>
                <a:spcPts val="1200"/>
              </a:spcBef>
              <a:buFont typeface="Avenir Next LT Pro" panose="020B0504020202020204" pitchFamily="34" charset="0"/>
              <a:buChar char="•"/>
            </a:pPr>
            <a:r>
              <a:rPr lang="en-US" sz="1000">
                <a:solidFill>
                  <a:schemeClr val="tx1"/>
                </a:solidFill>
              </a:rPr>
              <a:t>In order to add an image, click on the </a:t>
            </a:r>
            <a:br>
              <a:rPr lang="en-US" sz="1000">
                <a:solidFill>
                  <a:schemeClr val="tx1"/>
                </a:solidFill>
              </a:rPr>
            </a:br>
            <a:r>
              <a:rPr lang="en-US" sz="1000">
                <a:solidFill>
                  <a:schemeClr val="tx1"/>
                </a:solidFill>
              </a:rPr>
              <a:t>gradient shape with the dotted line. </a:t>
            </a:r>
            <a:br>
              <a:rPr lang="en-US" sz="1000">
                <a:solidFill>
                  <a:schemeClr val="tx1"/>
                </a:solidFill>
              </a:rPr>
            </a:br>
            <a:r>
              <a:rPr lang="en-US" sz="1000">
                <a:solidFill>
                  <a:schemeClr val="tx1"/>
                </a:solidFill>
              </a:rPr>
              <a:t>Use Arrange &gt; Send to back.</a:t>
            </a:r>
          </a:p>
          <a:p>
            <a:pPr marL="174625" indent="-174625">
              <a:spcBef>
                <a:spcPts val="1200"/>
              </a:spcBef>
              <a:buFont typeface="Avenir Next LT Pro" panose="020B0504020202020204" pitchFamily="34" charset="0"/>
              <a:buChar char="•"/>
            </a:pPr>
            <a:r>
              <a:rPr lang="en-US" sz="1000">
                <a:solidFill>
                  <a:schemeClr val="tx1"/>
                </a:solidFill>
              </a:rPr>
              <a:t>Now the image icon will be clickable. </a:t>
            </a:r>
            <a:br>
              <a:rPr lang="en-US" sz="1000">
                <a:solidFill>
                  <a:schemeClr val="tx1"/>
                </a:solidFill>
              </a:rPr>
            </a:br>
            <a:r>
              <a:rPr lang="en-US" sz="1000">
                <a:solidFill>
                  <a:schemeClr val="tx1"/>
                </a:solidFill>
              </a:rPr>
              <a:t>Find and insert your image. </a:t>
            </a:r>
          </a:p>
          <a:p>
            <a:pPr marL="174625" indent="-174625">
              <a:spcBef>
                <a:spcPts val="1200"/>
              </a:spcBef>
              <a:buFont typeface="Avenir Next LT Pro" panose="020B0504020202020204" pitchFamily="34" charset="0"/>
              <a:buChar char="•"/>
            </a:pPr>
            <a:r>
              <a:rPr lang="en-US" sz="1000">
                <a:solidFill>
                  <a:schemeClr val="tx1"/>
                </a:solidFill>
              </a:rPr>
              <a:t>To correct the order, use the Reset button. </a:t>
            </a:r>
            <a:br>
              <a:rPr lang="en-US" sz="1000">
                <a:solidFill>
                  <a:schemeClr val="tx1"/>
                </a:solidFill>
              </a:rPr>
            </a:br>
            <a:r>
              <a:rPr lang="en-US" sz="1000">
                <a:solidFill>
                  <a:schemeClr val="tx1"/>
                </a:solidFill>
              </a:rPr>
              <a:t>If the Reset button upsets any cropping, </a:t>
            </a:r>
            <a:br>
              <a:rPr lang="en-US" sz="1000">
                <a:solidFill>
                  <a:schemeClr val="tx1"/>
                </a:solidFill>
              </a:rPr>
            </a:br>
            <a:r>
              <a:rPr lang="en-US" sz="1000">
                <a:solidFill>
                  <a:schemeClr val="tx1"/>
                </a:solidFill>
              </a:rPr>
              <a:t>use Arrange &gt; Send to back when selected </a:t>
            </a:r>
            <a:br>
              <a:rPr lang="en-US" sz="1000">
                <a:solidFill>
                  <a:schemeClr val="tx1"/>
                </a:solidFill>
              </a:rPr>
            </a:br>
            <a:r>
              <a:rPr lang="en-US" sz="1000">
                <a:solidFill>
                  <a:schemeClr val="tx1"/>
                </a:solidFill>
              </a:rPr>
              <a:t>on the image. </a:t>
            </a:r>
          </a:p>
          <a:p>
            <a:pPr marL="174625" indent="-174625">
              <a:spcBef>
                <a:spcPts val="1200"/>
              </a:spcBef>
              <a:buFont typeface="Avenir Next LT Pro" panose="020B0504020202020204" pitchFamily="34" charset="0"/>
              <a:buChar char="•"/>
            </a:pPr>
            <a:r>
              <a:rPr lang="en-US" sz="1000">
                <a:solidFill>
                  <a:schemeClr val="tx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tx1"/>
                </a:solidFill>
              </a:rPr>
              <a:t>The logo should always be either </a:t>
            </a:r>
            <a:br>
              <a:rPr lang="en-US" sz="1000">
                <a:solidFill>
                  <a:schemeClr val="tx1"/>
                </a:solidFill>
              </a:rPr>
            </a:br>
            <a:r>
              <a:rPr lang="en-US" sz="1000">
                <a:solidFill>
                  <a:schemeClr val="tx1"/>
                </a:solidFill>
              </a:rPr>
              <a:t>Dark Gray, Text 1, White, Background 1 </a:t>
            </a:r>
            <a:br>
              <a:rPr lang="en-US" sz="1000">
                <a:solidFill>
                  <a:schemeClr val="tx1"/>
                </a:solidFill>
              </a:rPr>
            </a:br>
            <a:r>
              <a:rPr lang="en-US" sz="1000">
                <a:solidFill>
                  <a:schemeClr val="tx1"/>
                </a:solidFill>
              </a:rPr>
              <a:t>or Blue, Accent 1.</a:t>
            </a:r>
          </a:p>
        </p:txBody>
      </p:sp>
    </p:spTree>
    <p:extLst>
      <p:ext uri="{BB962C8B-B14F-4D97-AF65-F5344CB8AC3E}">
        <p14:creationId xmlns:p14="http://schemas.microsoft.com/office/powerpoint/2010/main" val="60382191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A person looking out a window">
            <a:extLst>
              <a:ext uri="{FF2B5EF4-FFF2-40B4-BE49-F238E27FC236}">
                <a16:creationId xmlns:a16="http://schemas.microsoft.com/office/drawing/2014/main" id="{C4F12125-018D-6B24-8829-B30F39F7BB45}"/>
              </a:ext>
              <a:ext uri="{C183D7F6-B498-43B3-948B-1728B52AA6E4}">
                <adec:decorative xmlns:adec="http://schemas.microsoft.com/office/drawing/2017/decorative" val="0"/>
              </a:ext>
            </a:extLst>
          </p:cNvPr>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xfrm flipH="1">
            <a:off x="138684" y="0"/>
            <a:ext cx="12053316" cy="6858000"/>
          </a:xfrm>
        </p:spPr>
      </p:pic>
      <p:sp>
        <p:nvSpPr>
          <p:cNvPr id="10" name="Text Placeholder 9">
            <a:extLst>
              <a:ext uri="{FF2B5EF4-FFF2-40B4-BE49-F238E27FC236}">
                <a16:creationId xmlns:a16="http://schemas.microsoft.com/office/drawing/2014/main" id="{9E333800-3F13-D82B-54EF-B02453BE6E33}"/>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a:p>
        </p:txBody>
      </p:sp>
      <p:sp>
        <p:nvSpPr>
          <p:cNvPr id="8" name="Title 7">
            <a:extLst>
              <a:ext uri="{FF2B5EF4-FFF2-40B4-BE49-F238E27FC236}">
                <a16:creationId xmlns:a16="http://schemas.microsoft.com/office/drawing/2014/main" id="{7C2AA23B-4D4C-700D-DF0F-56C13C3A88C8}"/>
              </a:ext>
            </a:extLst>
          </p:cNvPr>
          <p:cNvSpPr>
            <a:spLocks noGrp="1"/>
          </p:cNvSpPr>
          <p:nvPr>
            <p:ph type="ctrTitle"/>
          </p:nvPr>
        </p:nvSpPr>
        <p:spPr/>
        <p:txBody>
          <a:bodyPr/>
          <a:lstStyle/>
          <a:p>
            <a:r>
              <a:rPr lang="en-US"/>
              <a:t>Thank you</a:t>
            </a:r>
          </a:p>
        </p:txBody>
      </p:sp>
      <p:sp>
        <p:nvSpPr>
          <p:cNvPr id="9" name="Text Placeholder 8">
            <a:extLst>
              <a:ext uri="{FF2B5EF4-FFF2-40B4-BE49-F238E27FC236}">
                <a16:creationId xmlns:a16="http://schemas.microsoft.com/office/drawing/2014/main" id="{27672472-C9D1-59A8-1A76-009F54285760}"/>
              </a:ext>
              <a:ext uri="{C183D7F6-B498-43B3-948B-1728B52AA6E4}">
                <adec:decorative xmlns:adec="http://schemas.microsoft.com/office/drawing/2017/decorative" val="1"/>
              </a:ext>
            </a:extLst>
          </p:cNvPr>
          <p:cNvSpPr>
            <a:spLocks noGrp="1"/>
          </p:cNvSpPr>
          <p:nvPr>
            <p:ph type="body" sz="quarter" idx="10"/>
          </p:nvPr>
        </p:nvSpPr>
        <p:spPr/>
        <p:txBody>
          <a:bodyPr/>
          <a:lstStyle/>
          <a:p>
            <a:endParaRPr lang="en-US"/>
          </a:p>
        </p:txBody>
      </p:sp>
      <p:sp>
        <p:nvSpPr>
          <p:cNvPr id="2" name="Rectangle 1">
            <a:extLst>
              <a:ext uri="{FF2B5EF4-FFF2-40B4-BE49-F238E27FC236}">
                <a16:creationId xmlns:a16="http://schemas.microsoft.com/office/drawing/2014/main" id="{86DC4865-F4E8-E2F0-C815-D261DFB6FA2D}"/>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IMAGE Layout INSTRUCTIONS</a:t>
            </a:r>
          </a:p>
          <a:p>
            <a:pPr marL="174625" indent="-174625">
              <a:spcBef>
                <a:spcPts val="1200"/>
              </a:spcBef>
              <a:buFont typeface="Avenir Next LT Pro" panose="020B0504020202020204" pitchFamily="34" charset="0"/>
              <a:buChar char="•"/>
            </a:pPr>
            <a:r>
              <a:rPr lang="en-US" sz="1000">
                <a:solidFill>
                  <a:schemeClr val="tx1"/>
                </a:solidFill>
              </a:rPr>
              <a:t>This layout is built in layers, with a colored overlay that should hover over the image. </a:t>
            </a:r>
          </a:p>
          <a:p>
            <a:pPr marL="174625" indent="-174625">
              <a:spcBef>
                <a:spcPts val="1200"/>
              </a:spcBef>
              <a:buFont typeface="Avenir Next LT Pro" panose="020B0504020202020204" pitchFamily="34" charset="0"/>
              <a:buChar char="•"/>
            </a:pPr>
            <a:r>
              <a:rPr lang="en-US" sz="1000">
                <a:solidFill>
                  <a:schemeClr val="tx1"/>
                </a:solidFill>
              </a:rPr>
              <a:t>In order to add an image, click on the </a:t>
            </a:r>
            <a:br>
              <a:rPr lang="en-US" sz="1000">
                <a:solidFill>
                  <a:schemeClr val="tx1"/>
                </a:solidFill>
              </a:rPr>
            </a:br>
            <a:r>
              <a:rPr lang="en-US" sz="1000">
                <a:solidFill>
                  <a:schemeClr val="tx1"/>
                </a:solidFill>
              </a:rPr>
              <a:t>gradient shape with the dotted line. </a:t>
            </a:r>
            <a:br>
              <a:rPr lang="en-US" sz="1000">
                <a:solidFill>
                  <a:schemeClr val="tx1"/>
                </a:solidFill>
              </a:rPr>
            </a:br>
            <a:r>
              <a:rPr lang="en-US" sz="1000">
                <a:solidFill>
                  <a:schemeClr val="tx1"/>
                </a:solidFill>
              </a:rPr>
              <a:t>Use Arrange &gt; Send to back.</a:t>
            </a:r>
          </a:p>
          <a:p>
            <a:pPr marL="174625" indent="-174625">
              <a:spcBef>
                <a:spcPts val="1200"/>
              </a:spcBef>
              <a:buFont typeface="Avenir Next LT Pro" panose="020B0504020202020204" pitchFamily="34" charset="0"/>
              <a:buChar char="•"/>
            </a:pPr>
            <a:r>
              <a:rPr lang="en-US" sz="1000">
                <a:solidFill>
                  <a:schemeClr val="tx1"/>
                </a:solidFill>
              </a:rPr>
              <a:t>Now the image icon will be clickable. </a:t>
            </a:r>
            <a:br>
              <a:rPr lang="en-US" sz="1000">
                <a:solidFill>
                  <a:schemeClr val="tx1"/>
                </a:solidFill>
              </a:rPr>
            </a:br>
            <a:r>
              <a:rPr lang="en-US" sz="1000">
                <a:solidFill>
                  <a:schemeClr val="tx1"/>
                </a:solidFill>
              </a:rPr>
              <a:t>Find and insert your image. </a:t>
            </a:r>
          </a:p>
          <a:p>
            <a:pPr marL="174625" indent="-174625">
              <a:spcBef>
                <a:spcPts val="1200"/>
              </a:spcBef>
              <a:buFont typeface="Avenir Next LT Pro" panose="020B0504020202020204" pitchFamily="34" charset="0"/>
              <a:buChar char="•"/>
            </a:pPr>
            <a:r>
              <a:rPr lang="en-US" sz="1000">
                <a:solidFill>
                  <a:schemeClr val="tx1"/>
                </a:solidFill>
              </a:rPr>
              <a:t>To correct the order, use the Reset button. </a:t>
            </a:r>
            <a:br>
              <a:rPr lang="en-US" sz="1000">
                <a:solidFill>
                  <a:schemeClr val="tx1"/>
                </a:solidFill>
              </a:rPr>
            </a:br>
            <a:r>
              <a:rPr lang="en-US" sz="1000">
                <a:solidFill>
                  <a:schemeClr val="tx1"/>
                </a:solidFill>
              </a:rPr>
              <a:t>If the Reset button upsets any cropping, </a:t>
            </a:r>
            <a:br>
              <a:rPr lang="en-US" sz="1000">
                <a:solidFill>
                  <a:schemeClr val="tx1"/>
                </a:solidFill>
              </a:rPr>
            </a:br>
            <a:r>
              <a:rPr lang="en-US" sz="1000">
                <a:solidFill>
                  <a:schemeClr val="tx1"/>
                </a:solidFill>
              </a:rPr>
              <a:t>use Arrange &gt; Send to back when selected </a:t>
            </a:r>
            <a:br>
              <a:rPr lang="en-US" sz="1000">
                <a:solidFill>
                  <a:schemeClr val="tx1"/>
                </a:solidFill>
              </a:rPr>
            </a:br>
            <a:r>
              <a:rPr lang="en-US" sz="1000">
                <a:solidFill>
                  <a:schemeClr val="tx1"/>
                </a:solidFill>
              </a:rPr>
              <a:t>on the image. </a:t>
            </a:r>
          </a:p>
          <a:p>
            <a:pPr marL="174625" indent="-174625">
              <a:spcBef>
                <a:spcPts val="1200"/>
              </a:spcBef>
              <a:buFont typeface="Avenir Next LT Pro" panose="020B0504020202020204" pitchFamily="34" charset="0"/>
              <a:buChar char="•"/>
            </a:pPr>
            <a:r>
              <a:rPr lang="en-US" sz="1000">
                <a:solidFill>
                  <a:schemeClr val="tx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tx1"/>
                </a:solidFill>
              </a:rPr>
              <a:t>The logo should always be either </a:t>
            </a:r>
            <a:br>
              <a:rPr lang="en-US" sz="1000">
                <a:solidFill>
                  <a:schemeClr val="tx1"/>
                </a:solidFill>
              </a:rPr>
            </a:br>
            <a:r>
              <a:rPr lang="en-US" sz="1000">
                <a:solidFill>
                  <a:schemeClr val="tx1"/>
                </a:solidFill>
              </a:rPr>
              <a:t>Dark Gray, Text 1, White, Background 1 </a:t>
            </a:r>
            <a:br>
              <a:rPr lang="en-US" sz="1000">
                <a:solidFill>
                  <a:schemeClr val="tx1"/>
                </a:solidFill>
              </a:rPr>
            </a:br>
            <a:r>
              <a:rPr lang="en-US" sz="1000">
                <a:solidFill>
                  <a:schemeClr val="tx1"/>
                </a:solidFill>
              </a:rPr>
              <a:t>or Blue, Accent 1.</a:t>
            </a:r>
          </a:p>
        </p:txBody>
      </p:sp>
    </p:spTree>
    <p:extLst>
      <p:ext uri="{BB962C8B-B14F-4D97-AF65-F5344CB8AC3E}">
        <p14:creationId xmlns:p14="http://schemas.microsoft.com/office/powerpoint/2010/main" val="296858946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836CE-5317-3401-1B98-6142DE9CF1E0}"/>
              </a:ext>
            </a:extLst>
          </p:cNvPr>
          <p:cNvSpPr>
            <a:spLocks noGrp="1"/>
          </p:cNvSpPr>
          <p:nvPr>
            <p:ph type="title"/>
          </p:nvPr>
        </p:nvSpPr>
        <p:spPr>
          <a:xfrm>
            <a:off x="571500" y="2737686"/>
            <a:ext cx="11049000" cy="1382629"/>
          </a:xfrm>
        </p:spPr>
        <p:txBody>
          <a:bodyPr anchor="ctr"/>
          <a:lstStyle/>
          <a:p>
            <a:r>
              <a:rPr lang="en-US" sz="6600"/>
              <a:t>Thank you</a:t>
            </a:r>
          </a:p>
        </p:txBody>
      </p:sp>
      <p:grpSp>
        <p:nvGrpSpPr>
          <p:cNvPr id="12" name="Group 11">
            <a:extLst>
              <a:ext uri="{FF2B5EF4-FFF2-40B4-BE49-F238E27FC236}">
                <a16:creationId xmlns:a16="http://schemas.microsoft.com/office/drawing/2014/main" id="{2FEBF06E-D28A-3415-56C8-A0772F62EC82}"/>
              </a:ext>
              <a:ext uri="{C183D7F6-B498-43B3-948B-1728B52AA6E4}">
                <adec:decorative xmlns:adec="http://schemas.microsoft.com/office/drawing/2017/decorative" val="1"/>
              </a:ext>
            </a:extLst>
          </p:cNvPr>
          <p:cNvGrpSpPr/>
          <p:nvPr/>
        </p:nvGrpSpPr>
        <p:grpSpPr>
          <a:xfrm rot="16200000" flipV="1">
            <a:off x="-3360420" y="3360420"/>
            <a:ext cx="6858000" cy="137160"/>
            <a:chOff x="0" y="6720840"/>
            <a:chExt cx="12192000" cy="137160"/>
          </a:xfrm>
        </p:grpSpPr>
        <p:sp>
          <p:nvSpPr>
            <p:cNvPr id="13" name="Rectangle 12">
              <a:extLst>
                <a:ext uri="{FF2B5EF4-FFF2-40B4-BE49-F238E27FC236}">
                  <a16:creationId xmlns:a16="http://schemas.microsoft.com/office/drawing/2014/main" id="{B78089AD-C13A-D93C-85CE-F8802366504A}"/>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E6DD2453-D464-EAA3-7F09-F77A2D0C01D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250CE787-2B77-2CD9-5569-92A6953EEDDA}"/>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D4C7282C-3F7A-99B6-96DD-CDEB4E419E09}"/>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25A33681-45FB-1EC9-6D72-E9C147C2B08D}"/>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Date Placeholder 2">
            <a:extLst>
              <a:ext uri="{FF2B5EF4-FFF2-40B4-BE49-F238E27FC236}">
                <a16:creationId xmlns:a16="http://schemas.microsoft.com/office/drawing/2014/main" id="{D60E0039-0BF5-72A6-FF84-B2EBDF750F06}"/>
              </a:ext>
              <a:ext uri="{C183D7F6-B498-43B3-948B-1728B52AA6E4}">
                <adec:decorative xmlns:adec="http://schemas.microsoft.com/office/drawing/2017/decorative" val="1"/>
              </a:ext>
            </a:extLst>
          </p:cNvPr>
          <p:cNvSpPr>
            <a:spLocks noGrp="1"/>
          </p:cNvSpPr>
          <p:nvPr>
            <p:ph type="dt" sz="half" idx="10"/>
          </p:nvPr>
        </p:nvSpPr>
        <p:spPr/>
        <p:txBody>
          <a:bodyPr/>
          <a:lstStyle/>
          <a:p>
            <a:fld id="{98C02CB0-B851-421A-852E-0D7DEFB6AE9D}" type="datetimeyyyy">
              <a:rPr lang="en-US" smtClean="0"/>
              <a:t>2025</a:t>
            </a:fld>
            <a:endParaRPr lang="en-US"/>
          </a:p>
        </p:txBody>
      </p:sp>
      <p:sp>
        <p:nvSpPr>
          <p:cNvPr id="4" name="Footer Placeholder 3">
            <a:extLst>
              <a:ext uri="{FF2B5EF4-FFF2-40B4-BE49-F238E27FC236}">
                <a16:creationId xmlns:a16="http://schemas.microsoft.com/office/drawing/2014/main" id="{BA3BDB50-D441-06BD-D8CB-841438747E25}"/>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pic>
        <p:nvPicPr>
          <p:cNvPr id="7" name="Picture 9">
            <a:extLst>
              <a:ext uri="{FF2B5EF4-FFF2-40B4-BE49-F238E27FC236}">
                <a16:creationId xmlns:a16="http://schemas.microsoft.com/office/drawing/2014/main" id="{A41CC314-98E7-60F9-570D-1FFA1D9AE9D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30325481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462ECD-F46D-099F-BC37-73E5A17A65D0}"/>
              </a:ext>
              <a:ext uri="{C183D7F6-B498-43B3-948B-1728B52AA6E4}">
                <adec:decorative xmlns:adec="http://schemas.microsoft.com/office/drawing/2017/decorative" val="1"/>
              </a:ext>
            </a:extLst>
          </p:cNvPr>
          <p:cNvSpPr>
            <a:spLocks noGrp="1"/>
          </p:cNvSpPr>
          <p:nvPr>
            <p:ph type="dt" sz="half" idx="10"/>
          </p:nvPr>
        </p:nvSpPr>
        <p:spPr/>
        <p:txBody>
          <a:bodyPr/>
          <a:lstStyle/>
          <a:p>
            <a:fld id="{FEAA857F-1E0F-4EEF-8A32-5551703DC0E3}" type="datetimeyyyy">
              <a:rPr lang="en-US" smtClean="0"/>
              <a:t>2025</a:t>
            </a:fld>
            <a:endParaRPr lang="en-US"/>
          </a:p>
        </p:txBody>
      </p:sp>
      <p:sp>
        <p:nvSpPr>
          <p:cNvPr id="3" name="Footer Placeholder 2">
            <a:extLst>
              <a:ext uri="{FF2B5EF4-FFF2-40B4-BE49-F238E27FC236}">
                <a16:creationId xmlns:a16="http://schemas.microsoft.com/office/drawing/2014/main" id="{F2E21B4E-60E7-2DD6-7E53-725704322D1E}"/>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pic>
        <p:nvPicPr>
          <p:cNvPr id="9" name="Picture 9" descr="Slalom logo">
            <a:extLst>
              <a:ext uri="{FF2B5EF4-FFF2-40B4-BE49-F238E27FC236}">
                <a16:creationId xmlns:a16="http://schemas.microsoft.com/office/drawing/2014/main" id="{D18AB903-69B9-BC37-F76C-4B436E2FE15D}"/>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335462" y="2972563"/>
            <a:ext cx="3521076" cy="912874"/>
          </a:xfrm>
          <a:prstGeom prst="rect">
            <a:avLst/>
          </a:prstGeom>
        </p:spPr>
      </p:pic>
      <p:grpSp>
        <p:nvGrpSpPr>
          <p:cNvPr id="10" name="Group 9">
            <a:extLst>
              <a:ext uri="{FF2B5EF4-FFF2-40B4-BE49-F238E27FC236}">
                <a16:creationId xmlns:a16="http://schemas.microsoft.com/office/drawing/2014/main" id="{5F23757B-5A07-B777-6FC4-9E6713EC227F}"/>
              </a:ext>
              <a:ext uri="{C183D7F6-B498-43B3-948B-1728B52AA6E4}">
                <adec:decorative xmlns:adec="http://schemas.microsoft.com/office/drawing/2017/decorative" val="1"/>
              </a:ext>
            </a:extLst>
          </p:cNvPr>
          <p:cNvGrpSpPr/>
          <p:nvPr/>
        </p:nvGrpSpPr>
        <p:grpSpPr>
          <a:xfrm rot="16200000" flipV="1">
            <a:off x="-3360420" y="3360420"/>
            <a:ext cx="6858000" cy="137160"/>
            <a:chOff x="0" y="6720840"/>
            <a:chExt cx="12192000" cy="137160"/>
          </a:xfrm>
        </p:grpSpPr>
        <p:sp>
          <p:nvSpPr>
            <p:cNvPr id="11" name="Rectangle 10">
              <a:extLst>
                <a:ext uri="{FF2B5EF4-FFF2-40B4-BE49-F238E27FC236}">
                  <a16:creationId xmlns:a16="http://schemas.microsoft.com/office/drawing/2014/main" id="{42A16A75-710D-C785-7E38-8DDAF7C84FC1}"/>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0B06C1E7-5494-CABA-DB30-4A6070074C5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B76B6CBC-1806-7053-90C2-869FDA033069}"/>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B7073123-91E0-0BC1-76E7-35B4FA3601C0}"/>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942AC5D0-9F94-A174-B0C5-3D5A95D20540}"/>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Tree>
    <p:extLst>
      <p:ext uri="{BB962C8B-B14F-4D97-AF65-F5344CB8AC3E}">
        <p14:creationId xmlns:p14="http://schemas.microsoft.com/office/powerpoint/2010/main" val="384806396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77DD3D-99AC-A60D-D7D3-A7C2CD9BB988}"/>
              </a:ext>
            </a:extLst>
          </p:cNvPr>
          <p:cNvSpPr>
            <a:spLocks noGrp="1"/>
          </p:cNvSpPr>
          <p:nvPr>
            <p:ph type="title"/>
          </p:nvPr>
        </p:nvSpPr>
        <p:spPr>
          <a:xfrm>
            <a:off x="571500" y="571500"/>
            <a:ext cx="11049000" cy="1382629"/>
          </a:xfrm>
        </p:spPr>
        <p:txBody>
          <a:bodyPr/>
          <a:lstStyle/>
          <a:p>
            <a:r>
              <a:rPr lang="en-US" sz="5400"/>
              <a:t>Copyright</a:t>
            </a:r>
          </a:p>
        </p:txBody>
      </p:sp>
      <p:sp>
        <p:nvSpPr>
          <p:cNvPr id="9" name="object 4">
            <a:extLst>
              <a:ext uri="{FF2B5EF4-FFF2-40B4-BE49-F238E27FC236}">
                <a16:creationId xmlns:a16="http://schemas.microsoft.com/office/drawing/2014/main" id="{F8A94B61-285F-63B7-0C26-3D01D667CB49}"/>
              </a:ext>
            </a:extLst>
          </p:cNvPr>
          <p:cNvSpPr txBox="1"/>
          <p:nvPr/>
        </p:nvSpPr>
        <p:spPr>
          <a:xfrm>
            <a:off x="571500" y="2941015"/>
            <a:ext cx="5410200" cy="1382629"/>
          </a:xfrm>
          <a:prstGeom prst="rect">
            <a:avLst/>
          </a:prstGeom>
        </p:spPr>
        <p:txBody>
          <a:bodyPr vert="horz" wrap="square" lIns="0" tIns="0" rIns="182880" bIns="0" rtlCol="0">
            <a:noAutofit/>
          </a:bodyPr>
          <a:lstStyle/>
          <a:p>
            <a:pPr marR="3080">
              <a:lnSpc>
                <a:spcPct val="110000"/>
              </a:lnSpc>
              <a:spcAft>
                <a:spcPts val="1000"/>
              </a:spcAft>
            </a:pPr>
            <a:r>
              <a:rPr lang="en-US" sz="1400" dirty="0"/>
              <a:t>©2024 Slalom, Inc. All rights reserved. The information herein is for informational purposes only and represents the current view of Slalom, Inc. as of the date of this presentation. SLALOM MAKES NO WARRANTIES, EXPRESS, IMPLIED, OR STATUTORY, AS TO THE INFORMATION IN THIS PRESENTATION.</a:t>
            </a:r>
          </a:p>
        </p:txBody>
      </p:sp>
      <p:sp>
        <p:nvSpPr>
          <p:cNvPr id="2" name="Date Placeholder 1">
            <a:extLst>
              <a:ext uri="{FF2B5EF4-FFF2-40B4-BE49-F238E27FC236}">
                <a16:creationId xmlns:a16="http://schemas.microsoft.com/office/drawing/2014/main" id="{1091815F-8FE7-85A8-288D-E45FD1CA3D69}"/>
              </a:ext>
              <a:ext uri="{C183D7F6-B498-43B3-948B-1728B52AA6E4}">
                <adec:decorative xmlns:adec="http://schemas.microsoft.com/office/drawing/2017/decorative" val="1"/>
              </a:ext>
            </a:extLst>
          </p:cNvPr>
          <p:cNvSpPr>
            <a:spLocks noGrp="1"/>
          </p:cNvSpPr>
          <p:nvPr>
            <p:ph type="dt" sz="half" idx="10"/>
          </p:nvPr>
        </p:nvSpPr>
        <p:spPr/>
        <p:txBody>
          <a:bodyPr/>
          <a:lstStyle/>
          <a:p>
            <a:fld id="{BF6D054C-D3A5-4D92-808B-785A745D039E}" type="datetimeyyyy">
              <a:rPr lang="en-US" smtClean="0"/>
              <a:t>2025</a:t>
            </a:fld>
            <a:endParaRPr lang="en-US"/>
          </a:p>
        </p:txBody>
      </p:sp>
      <p:sp>
        <p:nvSpPr>
          <p:cNvPr id="3" name="Footer Placeholder 2">
            <a:extLst>
              <a:ext uri="{FF2B5EF4-FFF2-40B4-BE49-F238E27FC236}">
                <a16:creationId xmlns:a16="http://schemas.microsoft.com/office/drawing/2014/main" id="{A20187A1-FFBB-1294-70AA-4C41C3EA5DE4}"/>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81193B2D-76D2-D0C2-28E7-3491DDEDADEA}"/>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157</a:t>
            </a:fld>
            <a:endParaRPr lang="en-US"/>
          </a:p>
        </p:txBody>
      </p:sp>
    </p:spTree>
    <p:extLst>
      <p:ext uri="{BB962C8B-B14F-4D97-AF65-F5344CB8AC3E}">
        <p14:creationId xmlns:p14="http://schemas.microsoft.com/office/powerpoint/2010/main" val="29694020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5E7B-BD2E-018D-E8FB-98D32C4805AD}"/>
              </a:ext>
            </a:extLst>
          </p:cNvPr>
          <p:cNvSpPr>
            <a:spLocks noGrp="1"/>
          </p:cNvSpPr>
          <p:nvPr>
            <p:ph type="title"/>
          </p:nvPr>
        </p:nvSpPr>
        <p:spPr/>
        <p:txBody>
          <a:bodyPr/>
          <a:lstStyle/>
          <a:p>
            <a:br>
              <a:rPr lang="en-US"/>
            </a:br>
            <a:r>
              <a:rPr lang="en-US"/>
              <a:t>Visual design system</a:t>
            </a:r>
          </a:p>
        </p:txBody>
      </p:sp>
      <p:sp>
        <p:nvSpPr>
          <p:cNvPr id="4" name="Date Placeholder 3">
            <a:extLst>
              <a:ext uri="{FF2B5EF4-FFF2-40B4-BE49-F238E27FC236}">
                <a16:creationId xmlns:a16="http://schemas.microsoft.com/office/drawing/2014/main" id="{F412E870-C088-8E39-F8A7-D2C542BF3D83}"/>
              </a:ext>
            </a:extLst>
          </p:cNvPr>
          <p:cNvSpPr>
            <a:spLocks noGrp="1"/>
          </p:cNvSpPr>
          <p:nvPr>
            <p:ph type="dt" sz="half" idx="10"/>
          </p:nvPr>
        </p:nvSpPr>
        <p:spPr/>
        <p:txBody>
          <a:bodyPr/>
          <a:lstStyle/>
          <a:p>
            <a:fld id="{E193F512-0A29-4898-ADD2-68AB1CCB9D38}" type="datetimeyyyy">
              <a:rPr lang="en-US" smtClean="0"/>
              <a:t>2025</a:t>
            </a:fld>
            <a:endParaRPr lang="en-US"/>
          </a:p>
        </p:txBody>
      </p:sp>
      <p:sp>
        <p:nvSpPr>
          <p:cNvPr id="5" name="Footer Placeholder 4">
            <a:extLst>
              <a:ext uri="{FF2B5EF4-FFF2-40B4-BE49-F238E27FC236}">
                <a16:creationId xmlns:a16="http://schemas.microsoft.com/office/drawing/2014/main" id="{D4A04037-CACB-2816-20F4-15DA032D1790}"/>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F8AD3FEC-FD0E-7C02-62CA-6021E84080BA}"/>
              </a:ext>
            </a:extLst>
          </p:cNvPr>
          <p:cNvSpPr>
            <a:spLocks noGrp="1"/>
          </p:cNvSpPr>
          <p:nvPr>
            <p:ph type="sldNum" sz="quarter" idx="12"/>
          </p:nvPr>
        </p:nvSpPr>
        <p:spPr/>
        <p:txBody>
          <a:bodyPr/>
          <a:lstStyle/>
          <a:p>
            <a:fld id="{B2643E34-DC33-45ED-8E33-EC0D5991E9A4}" type="slidenum">
              <a:rPr lang="en-US" smtClean="0"/>
              <a:pPr/>
              <a:t>158</a:t>
            </a:fld>
            <a:endParaRPr lang="en-US"/>
          </a:p>
        </p:txBody>
      </p:sp>
    </p:spTree>
    <p:extLst>
      <p:ext uri="{BB962C8B-B14F-4D97-AF65-F5344CB8AC3E}">
        <p14:creationId xmlns:p14="http://schemas.microsoft.com/office/powerpoint/2010/main" val="152218109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FFCD5-744E-44BE-84C3-482C459D9593}"/>
              </a:ext>
            </a:extLst>
          </p:cNvPr>
          <p:cNvSpPr>
            <a:spLocks noGrp="1"/>
          </p:cNvSpPr>
          <p:nvPr>
            <p:ph type="title"/>
          </p:nvPr>
        </p:nvSpPr>
        <p:spPr/>
        <p:txBody>
          <a:bodyPr/>
          <a:lstStyle/>
          <a:p>
            <a:r>
              <a:rPr lang="en-US"/>
              <a:t>Grid</a:t>
            </a:r>
          </a:p>
        </p:txBody>
      </p:sp>
      <p:grpSp>
        <p:nvGrpSpPr>
          <p:cNvPr id="10" name="Group 9">
            <a:extLst>
              <a:ext uri="{FF2B5EF4-FFF2-40B4-BE49-F238E27FC236}">
                <a16:creationId xmlns:a16="http://schemas.microsoft.com/office/drawing/2014/main" id="{D52527FC-0F94-4CC3-9D16-92039AB577C7}"/>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cxnSp>
          <p:nvCxnSpPr>
            <p:cNvPr id="11" name="Straight Connector 10">
              <a:extLst>
                <a:ext uri="{FF2B5EF4-FFF2-40B4-BE49-F238E27FC236}">
                  <a16:creationId xmlns:a16="http://schemas.microsoft.com/office/drawing/2014/main" id="{4B07958A-47C1-4140-BABD-343D2A0611FA}"/>
                </a:ext>
              </a:extLst>
            </p:cNvPr>
            <p:cNvCxnSpPr>
              <a:cxnSpLocks/>
            </p:cNvCxnSpPr>
            <p:nvPr/>
          </p:nvCxnSpPr>
          <p:spPr>
            <a:xfrm>
              <a:off x="0" y="577515"/>
              <a:ext cx="12192000" cy="0"/>
            </a:xfrm>
            <a:prstGeom prst="line">
              <a:avLst/>
            </a:prstGeom>
            <a:ln w="952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D0618A8-1F57-4167-9357-BE3B4BE53347}"/>
                </a:ext>
              </a:extLst>
            </p:cNvPr>
            <p:cNvSpPr txBox="1"/>
            <p:nvPr/>
          </p:nvSpPr>
          <p:spPr>
            <a:xfrm>
              <a:off x="2466990" y="441223"/>
              <a:ext cx="69279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accent4"/>
                  </a:solidFill>
                  <a:effectLst/>
                  <a:uLnTx/>
                  <a:uFillTx/>
                  <a:latin typeface="+mj-lt"/>
                  <a:cs typeface="+mn-cs"/>
                </a:defRPr>
              </a:lvl1pPr>
            </a:lstStyle>
            <a:p>
              <a:r>
                <a:rPr lang="en-US" b="1">
                  <a:solidFill>
                    <a:schemeClr val="tx1"/>
                  </a:solidFill>
                </a:rPr>
                <a:t>Margin</a:t>
              </a:r>
            </a:p>
          </p:txBody>
        </p:sp>
        <p:cxnSp>
          <p:nvCxnSpPr>
            <p:cNvPr id="13" name="Straight Connector 12">
              <a:extLst>
                <a:ext uri="{FF2B5EF4-FFF2-40B4-BE49-F238E27FC236}">
                  <a16:creationId xmlns:a16="http://schemas.microsoft.com/office/drawing/2014/main" id="{8856C93E-C919-46D6-B93D-0F5F8E385E2E}"/>
                </a:ext>
              </a:extLst>
            </p:cNvPr>
            <p:cNvCxnSpPr/>
            <p:nvPr/>
          </p:nvCxnSpPr>
          <p:spPr>
            <a:xfrm>
              <a:off x="577518" y="0"/>
              <a:ext cx="0" cy="6858000"/>
            </a:xfrm>
            <a:prstGeom prst="line">
              <a:avLst/>
            </a:prstGeom>
            <a:ln w="9525">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893314-B0AA-46F2-8239-802F41E596BC}"/>
                </a:ext>
              </a:extLst>
            </p:cNvPr>
            <p:cNvCxnSpPr/>
            <p:nvPr/>
          </p:nvCxnSpPr>
          <p:spPr>
            <a:xfrm>
              <a:off x="11626518" y="0"/>
              <a:ext cx="0" cy="6858000"/>
            </a:xfrm>
            <a:prstGeom prst="line">
              <a:avLst/>
            </a:prstGeom>
            <a:ln w="9525">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45AB183-D427-41F2-975E-6883A6417697}"/>
                </a:ext>
              </a:extLst>
            </p:cNvPr>
            <p:cNvCxnSpPr>
              <a:cxnSpLocks/>
            </p:cNvCxnSpPr>
            <p:nvPr/>
          </p:nvCxnSpPr>
          <p:spPr>
            <a:xfrm>
              <a:off x="0" y="6292518"/>
              <a:ext cx="12192000" cy="0"/>
            </a:xfrm>
            <a:prstGeom prst="line">
              <a:avLst/>
            </a:prstGeom>
            <a:ln w="952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FA1E613-583F-4793-B345-1D5FB4452862}"/>
                </a:ext>
              </a:extLst>
            </p:cNvPr>
            <p:cNvSpPr txBox="1"/>
            <p:nvPr/>
          </p:nvSpPr>
          <p:spPr>
            <a:xfrm>
              <a:off x="2466990" y="6156226"/>
              <a:ext cx="69279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accent4"/>
                  </a:solidFill>
                  <a:effectLst/>
                  <a:uLnTx/>
                  <a:uFillTx/>
                  <a:latin typeface="+mj-lt"/>
                  <a:cs typeface="+mn-cs"/>
                </a:defRPr>
              </a:lvl1pPr>
            </a:lstStyle>
            <a:p>
              <a:r>
                <a:rPr lang="en-US" b="1">
                  <a:solidFill>
                    <a:schemeClr val="tx1"/>
                  </a:solidFill>
                </a:rPr>
                <a:t>Margin</a:t>
              </a:r>
            </a:p>
          </p:txBody>
        </p:sp>
        <p:cxnSp>
          <p:nvCxnSpPr>
            <p:cNvPr id="20" name="Straight Connector 19">
              <a:extLst>
                <a:ext uri="{FF2B5EF4-FFF2-40B4-BE49-F238E27FC236}">
                  <a16:creationId xmlns:a16="http://schemas.microsoft.com/office/drawing/2014/main" id="{A8C1E870-424D-4525-986E-C7F7CD5DE526}"/>
                </a:ext>
              </a:extLst>
            </p:cNvPr>
            <p:cNvCxnSpPr/>
            <p:nvPr/>
          </p:nvCxnSpPr>
          <p:spPr>
            <a:xfrm>
              <a:off x="5975680" y="0"/>
              <a:ext cx="0" cy="6858000"/>
            </a:xfrm>
            <a:prstGeom prst="line">
              <a:avLst/>
            </a:prstGeom>
            <a:ln w="9525">
              <a:solidFill>
                <a:srgbClr val="FFC00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2D2393-7CC0-48AD-B813-F112FB2C60C1}"/>
                </a:ext>
              </a:extLst>
            </p:cNvPr>
            <p:cNvCxnSpPr>
              <a:cxnSpLocks/>
            </p:cNvCxnSpPr>
            <p:nvPr/>
          </p:nvCxnSpPr>
          <p:spPr>
            <a:xfrm>
              <a:off x="0" y="3429000"/>
              <a:ext cx="12192000" cy="0"/>
            </a:xfrm>
            <a:prstGeom prst="line">
              <a:avLst/>
            </a:prstGeom>
            <a:ln w="9525">
              <a:solidFill>
                <a:srgbClr val="FFC000"/>
              </a:solidFill>
              <a:prstDash val="lg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C96ED18-1EC8-4000-85AE-38BFBB768CE0}"/>
                </a:ext>
              </a:extLst>
            </p:cNvPr>
            <p:cNvSpPr txBox="1"/>
            <p:nvPr/>
          </p:nvSpPr>
          <p:spPr>
            <a:xfrm>
              <a:off x="5351179" y="3298030"/>
              <a:ext cx="572555"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b="1">
                  <a:solidFill>
                    <a:schemeClr val="tx1"/>
                  </a:solidFill>
                </a:rPr>
                <a:t>middle</a:t>
              </a:r>
            </a:p>
          </p:txBody>
        </p:sp>
        <p:cxnSp>
          <p:nvCxnSpPr>
            <p:cNvPr id="24" name="Straight Connector 23">
              <a:extLst>
                <a:ext uri="{FF2B5EF4-FFF2-40B4-BE49-F238E27FC236}">
                  <a16:creationId xmlns:a16="http://schemas.microsoft.com/office/drawing/2014/main" id="{DF0447B5-99BA-4710-BED8-F0CA4ACF7BBC}"/>
                </a:ext>
              </a:extLst>
            </p:cNvPr>
            <p:cNvCxnSpPr/>
            <p:nvPr/>
          </p:nvCxnSpPr>
          <p:spPr>
            <a:xfrm>
              <a:off x="4107746" y="0"/>
              <a:ext cx="0" cy="6858000"/>
            </a:xfrm>
            <a:prstGeom prst="line">
              <a:avLst/>
            </a:prstGeom>
            <a:ln w="9525">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FE0C037-FFAF-4D36-AE35-E54B59B0D4EF}"/>
                </a:ext>
              </a:extLst>
            </p:cNvPr>
            <p:cNvSpPr txBox="1"/>
            <p:nvPr/>
          </p:nvSpPr>
          <p:spPr>
            <a:xfrm rot="16200000">
              <a:off x="3894243" y="4478954"/>
              <a:ext cx="427018"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b="1" i="0" u="none" strike="noStrike" cap="all" spc="0" normalizeH="0" baseline="0">
                  <a:ln>
                    <a:noFill/>
                  </a:ln>
                  <a:solidFill>
                    <a:schemeClr val="accent6"/>
                  </a:solidFill>
                  <a:effectLst/>
                  <a:uLnTx/>
                  <a:uFillTx/>
                  <a:cs typeface="+mn-cs"/>
                </a:defRPr>
              </a:lvl1pPr>
            </a:lstStyle>
            <a:p>
              <a:r>
                <a:rPr lang="en-US">
                  <a:solidFill>
                    <a:schemeClr val="tx1"/>
                  </a:solidFill>
                  <a:latin typeface="+mj-lt"/>
                </a:rPr>
                <a:t>1/3</a:t>
              </a:r>
            </a:p>
          </p:txBody>
        </p:sp>
        <p:cxnSp>
          <p:nvCxnSpPr>
            <p:cNvPr id="26" name="Straight Connector 25">
              <a:extLst>
                <a:ext uri="{FF2B5EF4-FFF2-40B4-BE49-F238E27FC236}">
                  <a16:creationId xmlns:a16="http://schemas.microsoft.com/office/drawing/2014/main" id="{DEAE0F44-CC7A-48EE-8009-62EF9AE53701}"/>
                </a:ext>
              </a:extLst>
            </p:cNvPr>
            <p:cNvCxnSpPr/>
            <p:nvPr/>
          </p:nvCxnSpPr>
          <p:spPr>
            <a:xfrm>
              <a:off x="4332618" y="0"/>
              <a:ext cx="0" cy="6858000"/>
            </a:xfrm>
            <a:prstGeom prst="line">
              <a:avLst/>
            </a:prstGeom>
            <a:ln w="9525">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7C1DB7C-71DB-4241-8EE6-E48315C035A0}"/>
                </a:ext>
              </a:extLst>
            </p:cNvPr>
            <p:cNvSpPr txBox="1"/>
            <p:nvPr/>
          </p:nvSpPr>
          <p:spPr>
            <a:xfrm rot="16200000">
              <a:off x="4119115" y="4478954"/>
              <a:ext cx="427018"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b="1" i="0" u="none" strike="noStrike" cap="all" spc="0" normalizeH="0" baseline="0">
                  <a:ln>
                    <a:noFill/>
                  </a:ln>
                  <a:solidFill>
                    <a:schemeClr val="accent6"/>
                  </a:solidFill>
                  <a:effectLst/>
                  <a:uLnTx/>
                  <a:uFillTx/>
                  <a:cs typeface="+mn-cs"/>
                </a:defRPr>
              </a:lvl1pPr>
            </a:lstStyle>
            <a:p>
              <a:r>
                <a:rPr lang="en-US">
                  <a:solidFill>
                    <a:schemeClr val="tx1"/>
                  </a:solidFill>
                  <a:latin typeface="+mj-lt"/>
                </a:rPr>
                <a:t>1/3</a:t>
              </a:r>
            </a:p>
          </p:txBody>
        </p:sp>
        <p:cxnSp>
          <p:nvCxnSpPr>
            <p:cNvPr id="28" name="Straight Connector 27">
              <a:extLst>
                <a:ext uri="{FF2B5EF4-FFF2-40B4-BE49-F238E27FC236}">
                  <a16:creationId xmlns:a16="http://schemas.microsoft.com/office/drawing/2014/main" id="{D497A4E0-C8F8-4931-B31D-45220D95FA5F}"/>
                </a:ext>
              </a:extLst>
            </p:cNvPr>
            <p:cNvCxnSpPr/>
            <p:nvPr/>
          </p:nvCxnSpPr>
          <p:spPr>
            <a:xfrm>
              <a:off x="7851273" y="0"/>
              <a:ext cx="0" cy="6858000"/>
            </a:xfrm>
            <a:prstGeom prst="line">
              <a:avLst/>
            </a:prstGeom>
            <a:ln w="9525">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5935B65-3B1E-493D-97D6-CD52F68127F5}"/>
                </a:ext>
              </a:extLst>
            </p:cNvPr>
            <p:cNvSpPr txBox="1"/>
            <p:nvPr/>
          </p:nvSpPr>
          <p:spPr>
            <a:xfrm rot="16200000">
              <a:off x="7637769" y="4478954"/>
              <a:ext cx="427018"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b="1" i="0" u="none" strike="noStrike" cap="all" spc="0" normalizeH="0" baseline="0">
                  <a:ln>
                    <a:noFill/>
                  </a:ln>
                  <a:solidFill>
                    <a:schemeClr val="accent6"/>
                  </a:solidFill>
                  <a:effectLst/>
                  <a:uLnTx/>
                  <a:uFillTx/>
                  <a:cs typeface="+mn-cs"/>
                </a:defRPr>
              </a:lvl1pPr>
            </a:lstStyle>
            <a:p>
              <a:r>
                <a:rPr lang="en-US">
                  <a:solidFill>
                    <a:schemeClr val="tx1"/>
                  </a:solidFill>
                  <a:latin typeface="+mj-lt"/>
                </a:rPr>
                <a:t>1/3</a:t>
              </a:r>
            </a:p>
          </p:txBody>
        </p:sp>
        <p:cxnSp>
          <p:nvCxnSpPr>
            <p:cNvPr id="30" name="Straight Connector 29">
              <a:extLst>
                <a:ext uri="{FF2B5EF4-FFF2-40B4-BE49-F238E27FC236}">
                  <a16:creationId xmlns:a16="http://schemas.microsoft.com/office/drawing/2014/main" id="{B0CCDDD9-F718-42DD-9953-F3C0F5A004DB}"/>
                </a:ext>
              </a:extLst>
            </p:cNvPr>
            <p:cNvCxnSpPr/>
            <p:nvPr/>
          </p:nvCxnSpPr>
          <p:spPr>
            <a:xfrm>
              <a:off x="8079867" y="0"/>
              <a:ext cx="0" cy="6858000"/>
            </a:xfrm>
            <a:prstGeom prst="line">
              <a:avLst/>
            </a:prstGeom>
            <a:ln w="9525">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AA959F0-8A07-4583-8311-09FD4C033F39}"/>
                </a:ext>
              </a:extLst>
            </p:cNvPr>
            <p:cNvSpPr txBox="1"/>
            <p:nvPr/>
          </p:nvSpPr>
          <p:spPr>
            <a:xfrm rot="16200000">
              <a:off x="7866363" y="4478954"/>
              <a:ext cx="427018"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b="1" i="0" u="none" strike="noStrike" cap="all" spc="0" normalizeH="0" baseline="0">
                  <a:ln>
                    <a:noFill/>
                  </a:ln>
                  <a:solidFill>
                    <a:schemeClr val="accent6"/>
                  </a:solidFill>
                  <a:effectLst/>
                  <a:uLnTx/>
                  <a:uFillTx/>
                  <a:cs typeface="+mn-cs"/>
                </a:defRPr>
              </a:lvl1pPr>
            </a:lstStyle>
            <a:p>
              <a:r>
                <a:rPr lang="en-US">
                  <a:solidFill>
                    <a:schemeClr val="tx1"/>
                  </a:solidFill>
                  <a:latin typeface="+mj-lt"/>
                </a:rPr>
                <a:t>1/3</a:t>
              </a:r>
            </a:p>
          </p:txBody>
        </p:sp>
        <p:cxnSp>
          <p:nvCxnSpPr>
            <p:cNvPr id="43" name="Straight Connector 42">
              <a:extLst>
                <a:ext uri="{FF2B5EF4-FFF2-40B4-BE49-F238E27FC236}">
                  <a16:creationId xmlns:a16="http://schemas.microsoft.com/office/drawing/2014/main" id="{B379A127-2523-6CF2-2BC6-39A7D15F368D}"/>
                </a:ext>
              </a:extLst>
            </p:cNvPr>
            <p:cNvCxnSpPr/>
            <p:nvPr/>
          </p:nvCxnSpPr>
          <p:spPr>
            <a:xfrm>
              <a:off x="6210300" y="0"/>
              <a:ext cx="0" cy="6858000"/>
            </a:xfrm>
            <a:prstGeom prst="line">
              <a:avLst/>
            </a:prstGeom>
            <a:ln w="9525">
              <a:solidFill>
                <a:srgbClr val="FFC000"/>
              </a:solidFill>
              <a:prstDash val="lg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29A13EF-E494-223C-F7B8-A9701C475718}"/>
                </a:ext>
              </a:extLst>
            </p:cNvPr>
            <p:cNvCxnSpPr/>
            <p:nvPr/>
          </p:nvCxnSpPr>
          <p:spPr>
            <a:xfrm>
              <a:off x="1287678"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6CA7C0D-B2D7-88ED-7C39-C0B6AD0856BC}"/>
                </a:ext>
              </a:extLst>
            </p:cNvPr>
            <p:cNvCxnSpPr/>
            <p:nvPr/>
          </p:nvCxnSpPr>
          <p:spPr>
            <a:xfrm>
              <a:off x="15113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88FFCBF-3334-49FB-C1F9-8274FFBCE51C}"/>
                </a:ext>
              </a:extLst>
            </p:cNvPr>
            <p:cNvCxnSpPr/>
            <p:nvPr/>
          </p:nvCxnSpPr>
          <p:spPr>
            <a:xfrm>
              <a:off x="2229853"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35342CC-E75A-ABDE-DA7F-223369DAEF1D}"/>
                </a:ext>
              </a:extLst>
            </p:cNvPr>
            <p:cNvCxnSpPr/>
            <p:nvPr/>
          </p:nvCxnSpPr>
          <p:spPr>
            <a:xfrm>
              <a:off x="24511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950D12A-517E-370D-815A-6490986E4160}"/>
                </a:ext>
              </a:extLst>
            </p:cNvPr>
            <p:cNvCxnSpPr/>
            <p:nvPr/>
          </p:nvCxnSpPr>
          <p:spPr>
            <a:xfrm>
              <a:off x="31623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CA9AA7B-75C5-72BA-72CA-378E1794DCDC}"/>
                </a:ext>
              </a:extLst>
            </p:cNvPr>
            <p:cNvCxnSpPr/>
            <p:nvPr/>
          </p:nvCxnSpPr>
          <p:spPr>
            <a:xfrm>
              <a:off x="33909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7466F15-6D0A-6B7F-6D81-9D6D2B97AC58}"/>
                </a:ext>
              </a:extLst>
            </p:cNvPr>
            <p:cNvCxnSpPr/>
            <p:nvPr/>
          </p:nvCxnSpPr>
          <p:spPr>
            <a:xfrm>
              <a:off x="50419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D22C867-1764-545B-641A-48A50EF0F4FB}"/>
                </a:ext>
              </a:extLst>
            </p:cNvPr>
            <p:cNvCxnSpPr/>
            <p:nvPr/>
          </p:nvCxnSpPr>
          <p:spPr>
            <a:xfrm>
              <a:off x="52705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C9E0F01-55E5-BDD3-6D22-F69D85B54E93}"/>
                </a:ext>
              </a:extLst>
            </p:cNvPr>
            <p:cNvCxnSpPr/>
            <p:nvPr/>
          </p:nvCxnSpPr>
          <p:spPr>
            <a:xfrm>
              <a:off x="69215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026C93C-AB5C-2CA6-E79C-8480877B8098}"/>
                </a:ext>
              </a:extLst>
            </p:cNvPr>
            <p:cNvCxnSpPr/>
            <p:nvPr/>
          </p:nvCxnSpPr>
          <p:spPr>
            <a:xfrm>
              <a:off x="71501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2672E68-D7A1-3CE4-BC59-5DD93C242449}"/>
                </a:ext>
              </a:extLst>
            </p:cNvPr>
            <p:cNvCxnSpPr/>
            <p:nvPr/>
          </p:nvCxnSpPr>
          <p:spPr>
            <a:xfrm>
              <a:off x="8804443"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0DFCA6D-4862-4D76-2B9E-CFC7FB2BB5E9}"/>
                </a:ext>
              </a:extLst>
            </p:cNvPr>
            <p:cNvCxnSpPr/>
            <p:nvPr/>
          </p:nvCxnSpPr>
          <p:spPr>
            <a:xfrm>
              <a:off x="90297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9DE279D-FE84-AC3D-89C0-4F6339A42274}"/>
                </a:ext>
              </a:extLst>
            </p:cNvPr>
            <p:cNvCxnSpPr/>
            <p:nvPr/>
          </p:nvCxnSpPr>
          <p:spPr>
            <a:xfrm>
              <a:off x="97409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44DC0B7-837E-ED8E-A961-F9DFBB87B3DF}"/>
                </a:ext>
              </a:extLst>
            </p:cNvPr>
            <p:cNvCxnSpPr/>
            <p:nvPr/>
          </p:nvCxnSpPr>
          <p:spPr>
            <a:xfrm>
              <a:off x="99695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6017606-F3B4-F4ED-D7C7-4B472D76118D}"/>
                </a:ext>
              </a:extLst>
            </p:cNvPr>
            <p:cNvCxnSpPr/>
            <p:nvPr/>
          </p:nvCxnSpPr>
          <p:spPr>
            <a:xfrm>
              <a:off x="106807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271C914-4F14-8855-A714-280F8B58696A}"/>
                </a:ext>
              </a:extLst>
            </p:cNvPr>
            <p:cNvCxnSpPr/>
            <p:nvPr/>
          </p:nvCxnSpPr>
          <p:spPr>
            <a:xfrm>
              <a:off x="10909300" y="0"/>
              <a:ext cx="0" cy="685800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E0B65-CB0E-DBA7-1433-C39E02FE953E}"/>
                </a:ext>
              </a:extLst>
            </p:cNvPr>
            <p:cNvCxnSpPr>
              <a:cxnSpLocks/>
            </p:cNvCxnSpPr>
            <p:nvPr/>
          </p:nvCxnSpPr>
          <p:spPr>
            <a:xfrm>
              <a:off x="0" y="5297177"/>
              <a:ext cx="12192000" cy="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D596FA9-6AB6-0A66-5C54-914984F275C6}"/>
                </a:ext>
              </a:extLst>
            </p:cNvPr>
            <p:cNvSpPr txBox="1"/>
            <p:nvPr/>
          </p:nvSpPr>
          <p:spPr>
            <a:xfrm>
              <a:off x="1723474" y="5166207"/>
              <a:ext cx="30895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a:t>1/5</a:t>
              </a:r>
            </a:p>
          </p:txBody>
        </p:sp>
        <p:cxnSp>
          <p:nvCxnSpPr>
            <p:cNvPr id="62" name="Straight Connector 61">
              <a:extLst>
                <a:ext uri="{FF2B5EF4-FFF2-40B4-BE49-F238E27FC236}">
                  <a16:creationId xmlns:a16="http://schemas.microsoft.com/office/drawing/2014/main" id="{B7DDA005-14B5-EFAA-DF93-863C49CD3FC0}"/>
                </a:ext>
              </a:extLst>
            </p:cNvPr>
            <p:cNvCxnSpPr>
              <a:cxnSpLocks/>
            </p:cNvCxnSpPr>
            <p:nvPr/>
          </p:nvCxnSpPr>
          <p:spPr>
            <a:xfrm>
              <a:off x="0" y="4114800"/>
              <a:ext cx="12192000" cy="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D207759-042E-3B17-A33F-40798F53D499}"/>
                </a:ext>
              </a:extLst>
            </p:cNvPr>
            <p:cNvSpPr txBox="1"/>
            <p:nvPr/>
          </p:nvSpPr>
          <p:spPr>
            <a:xfrm>
              <a:off x="1723474" y="3983830"/>
              <a:ext cx="30895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a:t>1/5</a:t>
              </a:r>
            </a:p>
          </p:txBody>
        </p:sp>
        <p:cxnSp>
          <p:nvCxnSpPr>
            <p:cNvPr id="64" name="Straight Connector 63">
              <a:extLst>
                <a:ext uri="{FF2B5EF4-FFF2-40B4-BE49-F238E27FC236}">
                  <a16:creationId xmlns:a16="http://schemas.microsoft.com/office/drawing/2014/main" id="{A952D00A-58B9-A282-F9DA-676BF40C01AF}"/>
                </a:ext>
              </a:extLst>
            </p:cNvPr>
            <p:cNvCxnSpPr>
              <a:cxnSpLocks/>
            </p:cNvCxnSpPr>
            <p:nvPr/>
          </p:nvCxnSpPr>
          <p:spPr>
            <a:xfrm>
              <a:off x="0" y="2743200"/>
              <a:ext cx="12192000" cy="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F8FCEE85-BB1D-52D3-4D10-C4F01553DAAF}"/>
                </a:ext>
              </a:extLst>
            </p:cNvPr>
            <p:cNvSpPr txBox="1"/>
            <p:nvPr/>
          </p:nvSpPr>
          <p:spPr>
            <a:xfrm>
              <a:off x="1723474" y="2612230"/>
              <a:ext cx="30895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a:t>1/5</a:t>
              </a:r>
            </a:p>
          </p:txBody>
        </p:sp>
        <p:cxnSp>
          <p:nvCxnSpPr>
            <p:cNvPr id="66" name="Straight Connector 65">
              <a:extLst>
                <a:ext uri="{FF2B5EF4-FFF2-40B4-BE49-F238E27FC236}">
                  <a16:creationId xmlns:a16="http://schemas.microsoft.com/office/drawing/2014/main" id="{BBD7564E-0E20-7ED6-427F-00B437D17F42}"/>
                </a:ext>
              </a:extLst>
            </p:cNvPr>
            <p:cNvCxnSpPr>
              <a:cxnSpLocks/>
            </p:cNvCxnSpPr>
            <p:nvPr/>
          </p:nvCxnSpPr>
          <p:spPr>
            <a:xfrm>
              <a:off x="0" y="1560824"/>
              <a:ext cx="12192000" cy="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59B5945A-21A9-093E-F785-BA54F3C659B1}"/>
                </a:ext>
              </a:extLst>
            </p:cNvPr>
            <p:cNvSpPr txBox="1"/>
            <p:nvPr/>
          </p:nvSpPr>
          <p:spPr>
            <a:xfrm>
              <a:off x="1723474" y="1429854"/>
              <a:ext cx="30895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a:t>1/5</a:t>
              </a:r>
            </a:p>
          </p:txBody>
        </p:sp>
        <p:sp>
          <p:nvSpPr>
            <p:cNvPr id="21" name="TextBox 20">
              <a:extLst>
                <a:ext uri="{FF2B5EF4-FFF2-40B4-BE49-F238E27FC236}">
                  <a16:creationId xmlns:a16="http://schemas.microsoft.com/office/drawing/2014/main" id="{C751D34C-91DE-4DF7-BB26-FA67291F67B2}"/>
                </a:ext>
              </a:extLst>
            </p:cNvPr>
            <p:cNvSpPr txBox="1"/>
            <p:nvPr/>
          </p:nvSpPr>
          <p:spPr>
            <a:xfrm rot="16200000">
              <a:off x="5760320" y="1937791"/>
              <a:ext cx="695426" cy="261939"/>
            </a:xfrm>
            <a:prstGeom prst="rect">
              <a:avLst/>
            </a:prstGeom>
            <a:noFill/>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all" spc="0" normalizeH="0" baseline="0" noProof="0">
                  <a:ln>
                    <a:noFill/>
                  </a:ln>
                  <a:effectLst/>
                  <a:uLnTx/>
                  <a:uFillTx/>
                  <a:latin typeface="+mj-lt"/>
                  <a:ea typeface="+mn-ea"/>
                  <a:cs typeface="+mn-cs"/>
                </a:rPr>
                <a:t>Center</a:t>
              </a:r>
            </a:p>
          </p:txBody>
        </p:sp>
        <p:sp>
          <p:nvSpPr>
            <p:cNvPr id="14" name="TextBox 13">
              <a:extLst>
                <a:ext uri="{FF2B5EF4-FFF2-40B4-BE49-F238E27FC236}">
                  <a16:creationId xmlns:a16="http://schemas.microsoft.com/office/drawing/2014/main" id="{5760C6A3-CD0E-41D1-BA40-6D58E1169FB2}"/>
                </a:ext>
              </a:extLst>
            </p:cNvPr>
            <p:cNvSpPr txBox="1"/>
            <p:nvPr/>
          </p:nvSpPr>
          <p:spPr>
            <a:xfrm rot="16200000">
              <a:off x="244596" y="5360889"/>
              <a:ext cx="660400" cy="261939"/>
            </a:xfrm>
            <a:prstGeom prst="rect">
              <a:avLst/>
            </a:prstGeom>
            <a:solidFill>
              <a:schemeClr val="bg1"/>
            </a:solidFill>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all" spc="0" normalizeH="0" baseline="0" noProof="0">
                  <a:ln>
                    <a:noFill/>
                  </a:ln>
                  <a:effectLst/>
                  <a:uLnTx/>
                  <a:uFillTx/>
                  <a:latin typeface="+mj-lt"/>
                  <a:ea typeface="+mn-ea"/>
                  <a:cs typeface="+mn-cs"/>
                </a:rPr>
                <a:t>Margin</a:t>
              </a:r>
            </a:p>
          </p:txBody>
        </p:sp>
        <p:sp>
          <p:nvSpPr>
            <p:cNvPr id="16" name="TextBox 15">
              <a:extLst>
                <a:ext uri="{FF2B5EF4-FFF2-40B4-BE49-F238E27FC236}">
                  <a16:creationId xmlns:a16="http://schemas.microsoft.com/office/drawing/2014/main" id="{77E60037-1A38-4060-92D3-FD25C4EA82BE}"/>
                </a:ext>
              </a:extLst>
            </p:cNvPr>
            <p:cNvSpPr txBox="1"/>
            <p:nvPr/>
          </p:nvSpPr>
          <p:spPr>
            <a:xfrm rot="16200000">
              <a:off x="11296319" y="5264951"/>
              <a:ext cx="660400" cy="261939"/>
            </a:xfrm>
            <a:prstGeom prst="rect">
              <a:avLst/>
            </a:prstGeom>
            <a:solidFill>
              <a:schemeClr val="bg1"/>
            </a:solidFill>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all" spc="0" normalizeH="0" baseline="0" noProof="0">
                  <a:ln>
                    <a:noFill/>
                  </a:ln>
                  <a:effectLst/>
                  <a:uLnTx/>
                  <a:uFillTx/>
                  <a:latin typeface="+mj-lt"/>
                  <a:ea typeface="+mn-ea"/>
                  <a:cs typeface="+mn-cs"/>
                </a:rPr>
                <a:t>Margin</a:t>
              </a:r>
            </a:p>
          </p:txBody>
        </p:sp>
        <p:cxnSp>
          <p:nvCxnSpPr>
            <p:cNvPr id="6" name="Straight Connector 5">
              <a:extLst>
                <a:ext uri="{FF2B5EF4-FFF2-40B4-BE49-F238E27FC236}">
                  <a16:creationId xmlns:a16="http://schemas.microsoft.com/office/drawing/2014/main" id="{D64FC853-3A39-E03F-30F2-7A2352A6F4F0}"/>
                </a:ext>
              </a:extLst>
            </p:cNvPr>
            <p:cNvCxnSpPr>
              <a:cxnSpLocks/>
            </p:cNvCxnSpPr>
            <p:nvPr/>
          </p:nvCxnSpPr>
          <p:spPr>
            <a:xfrm>
              <a:off x="0" y="1748783"/>
              <a:ext cx="12192000" cy="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92EB733-A377-1577-8C7C-4E0FE6920CA3}"/>
                </a:ext>
              </a:extLst>
            </p:cNvPr>
            <p:cNvSpPr txBox="1"/>
            <p:nvPr/>
          </p:nvSpPr>
          <p:spPr>
            <a:xfrm>
              <a:off x="1723474" y="1617813"/>
              <a:ext cx="30895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a:t>1/5</a:t>
              </a:r>
            </a:p>
          </p:txBody>
        </p:sp>
        <p:cxnSp>
          <p:nvCxnSpPr>
            <p:cNvPr id="8" name="Straight Connector 7">
              <a:extLst>
                <a:ext uri="{FF2B5EF4-FFF2-40B4-BE49-F238E27FC236}">
                  <a16:creationId xmlns:a16="http://schemas.microsoft.com/office/drawing/2014/main" id="{2E2A642A-B450-BBFE-2BA9-FD528486C8FD}"/>
                </a:ext>
              </a:extLst>
            </p:cNvPr>
            <p:cNvCxnSpPr>
              <a:cxnSpLocks/>
            </p:cNvCxnSpPr>
            <p:nvPr/>
          </p:nvCxnSpPr>
          <p:spPr>
            <a:xfrm>
              <a:off x="0" y="2933702"/>
              <a:ext cx="12192000" cy="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D1BE66E-0B7D-5DAD-C084-BA3FE2DEA3F1}"/>
                </a:ext>
              </a:extLst>
            </p:cNvPr>
            <p:cNvSpPr txBox="1"/>
            <p:nvPr/>
          </p:nvSpPr>
          <p:spPr>
            <a:xfrm>
              <a:off x="1723474" y="2802732"/>
              <a:ext cx="30895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a:t>1/5</a:t>
              </a:r>
            </a:p>
          </p:txBody>
        </p:sp>
        <p:cxnSp>
          <p:nvCxnSpPr>
            <p:cNvPr id="19" name="Straight Connector 18">
              <a:extLst>
                <a:ext uri="{FF2B5EF4-FFF2-40B4-BE49-F238E27FC236}">
                  <a16:creationId xmlns:a16="http://schemas.microsoft.com/office/drawing/2014/main" id="{C7987859-CEAE-652C-0738-5F1E811647F3}"/>
                </a:ext>
              </a:extLst>
            </p:cNvPr>
            <p:cNvCxnSpPr>
              <a:cxnSpLocks/>
            </p:cNvCxnSpPr>
            <p:nvPr/>
          </p:nvCxnSpPr>
          <p:spPr>
            <a:xfrm>
              <a:off x="0" y="3926543"/>
              <a:ext cx="12192000" cy="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64C5E3B-62DA-5018-EC42-5188B18C25A1}"/>
                </a:ext>
              </a:extLst>
            </p:cNvPr>
            <p:cNvSpPr txBox="1"/>
            <p:nvPr/>
          </p:nvSpPr>
          <p:spPr>
            <a:xfrm>
              <a:off x="1723474" y="3795573"/>
              <a:ext cx="30895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a:t>1/5</a:t>
              </a:r>
            </a:p>
          </p:txBody>
        </p:sp>
        <p:cxnSp>
          <p:nvCxnSpPr>
            <p:cNvPr id="33" name="Straight Connector 32">
              <a:extLst>
                <a:ext uri="{FF2B5EF4-FFF2-40B4-BE49-F238E27FC236}">
                  <a16:creationId xmlns:a16="http://schemas.microsoft.com/office/drawing/2014/main" id="{E9ED869E-0509-42B2-B1DD-7B44B0A1DCE5}"/>
                </a:ext>
              </a:extLst>
            </p:cNvPr>
            <p:cNvCxnSpPr>
              <a:cxnSpLocks/>
            </p:cNvCxnSpPr>
            <p:nvPr/>
          </p:nvCxnSpPr>
          <p:spPr>
            <a:xfrm>
              <a:off x="0" y="5104034"/>
              <a:ext cx="12192000" cy="0"/>
            </a:xfrm>
            <a:prstGeom prst="line">
              <a:avLst/>
            </a:prstGeom>
            <a:ln w="9525">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5FE2774E-3058-E3DB-91DA-0EBCA0EFF4B1}"/>
                </a:ext>
              </a:extLst>
            </p:cNvPr>
            <p:cNvSpPr txBox="1"/>
            <p:nvPr/>
          </p:nvSpPr>
          <p:spPr>
            <a:xfrm>
              <a:off x="1723474" y="4973064"/>
              <a:ext cx="308951" cy="261939"/>
            </a:xfrm>
            <a:prstGeom prst="rect">
              <a:avLst/>
            </a:prstGeom>
            <a:solidFill>
              <a:schemeClr val="bg1"/>
            </a:solidFill>
          </p:spPr>
          <p:txBody>
            <a:bodyPr wrap="none" lIns="0" tIns="0" rIns="0" bIns="0" rtlCol="0" anchor="ctr">
              <a:no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all" spc="0" normalizeH="0" baseline="0">
                  <a:ln>
                    <a:noFill/>
                  </a:ln>
                  <a:solidFill>
                    <a:schemeClr val="tx2"/>
                  </a:solidFill>
                  <a:effectLst/>
                  <a:uLnTx/>
                  <a:uFillTx/>
                  <a:latin typeface="+mj-lt"/>
                  <a:cs typeface="+mn-cs"/>
                </a:defRPr>
              </a:lvl1pPr>
            </a:lstStyle>
            <a:p>
              <a:r>
                <a:rPr lang="en-US"/>
                <a:t>1/5</a:t>
              </a:r>
            </a:p>
          </p:txBody>
        </p:sp>
      </p:grpSp>
      <p:sp>
        <p:nvSpPr>
          <p:cNvPr id="44" name="Rectangle 43">
            <a:extLst>
              <a:ext uri="{FF2B5EF4-FFF2-40B4-BE49-F238E27FC236}">
                <a16:creationId xmlns:a16="http://schemas.microsoft.com/office/drawing/2014/main" id="{D83AF781-871B-459A-9A5F-78E08DDCD452}"/>
              </a:ext>
            </a:extLst>
          </p:cNvPr>
          <p:cNvSpPr/>
          <p:nvPr/>
        </p:nvSpPr>
        <p:spPr>
          <a:xfrm>
            <a:off x="8577846" y="901671"/>
            <a:ext cx="2592748" cy="15934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lstStyle/>
          <a:p>
            <a:pPr>
              <a:spcBef>
                <a:spcPts val="600"/>
              </a:spcBef>
            </a:pPr>
            <a:r>
              <a:rPr lang="en-US" sz="1050" b="1" cap="all"/>
              <a:t>Grid INSTRUCTIONS</a:t>
            </a:r>
          </a:p>
          <a:p>
            <a:pPr>
              <a:spcBef>
                <a:spcPts val="600"/>
              </a:spcBef>
            </a:pPr>
            <a:r>
              <a:rPr lang="en-US" sz="1050"/>
              <a:t>Use the grid to keep </a:t>
            </a:r>
            <a:br>
              <a:rPr lang="en-US" sz="1050"/>
            </a:br>
            <a:r>
              <a:rPr lang="en-US" sz="1050"/>
              <a:t>consistent placement throughout </a:t>
            </a:r>
            <a:br>
              <a:rPr lang="en-US" sz="1050"/>
            </a:br>
            <a:r>
              <a:rPr lang="en-US" sz="1050"/>
              <a:t>a presentation. </a:t>
            </a:r>
          </a:p>
          <a:p>
            <a:pPr>
              <a:spcBef>
                <a:spcPts val="600"/>
              </a:spcBef>
            </a:pPr>
            <a:r>
              <a:rPr lang="en-US" sz="1050"/>
              <a:t>Turn gridlines on/off by right </a:t>
            </a:r>
            <a:br>
              <a:rPr lang="en-US" sz="1050"/>
            </a:br>
            <a:r>
              <a:rPr lang="en-US" sz="1050"/>
              <a:t>clicking off of the slide &gt; Grid and Guides &gt; Check /Uncheck “Guides.”</a:t>
            </a:r>
          </a:p>
        </p:txBody>
      </p:sp>
      <p:sp>
        <p:nvSpPr>
          <p:cNvPr id="3" name="Date Placeholder 2">
            <a:extLst>
              <a:ext uri="{FF2B5EF4-FFF2-40B4-BE49-F238E27FC236}">
                <a16:creationId xmlns:a16="http://schemas.microsoft.com/office/drawing/2014/main" id="{575B3E0D-AFB4-B402-34E7-CDE749923ED3}"/>
              </a:ext>
              <a:ext uri="{C183D7F6-B498-43B3-948B-1728B52AA6E4}">
                <adec:decorative xmlns:adec="http://schemas.microsoft.com/office/drawing/2017/decorative" val="1"/>
              </a:ext>
            </a:extLst>
          </p:cNvPr>
          <p:cNvSpPr>
            <a:spLocks noGrp="1"/>
          </p:cNvSpPr>
          <p:nvPr>
            <p:ph type="dt" sz="half" idx="10"/>
          </p:nvPr>
        </p:nvSpPr>
        <p:spPr/>
        <p:txBody>
          <a:bodyPr/>
          <a:lstStyle/>
          <a:p>
            <a:fld id="{62B91642-F186-48D6-BBE2-4F57E7552891}" type="datetimeyyyy">
              <a:rPr lang="en-US" smtClean="0"/>
              <a:t>2025</a:t>
            </a:fld>
            <a:endParaRPr lang="en-US"/>
          </a:p>
        </p:txBody>
      </p:sp>
      <p:sp>
        <p:nvSpPr>
          <p:cNvPr id="4" name="Footer Placeholder 3">
            <a:extLst>
              <a:ext uri="{FF2B5EF4-FFF2-40B4-BE49-F238E27FC236}">
                <a16:creationId xmlns:a16="http://schemas.microsoft.com/office/drawing/2014/main" id="{8D86C7EF-E37E-1AC1-1DB3-8E26ED18AEAF}"/>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88725D1B-D5AD-4A3B-A38A-6791C9E9D92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159</a:t>
            </a:fld>
            <a:endParaRPr lang="en-US"/>
          </a:p>
        </p:txBody>
      </p:sp>
    </p:spTree>
    <p:extLst>
      <p:ext uri="{BB962C8B-B14F-4D97-AF65-F5344CB8AC3E}">
        <p14:creationId xmlns:p14="http://schemas.microsoft.com/office/powerpoint/2010/main" val="78817215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FFCD5-744E-44BE-84C3-482C459D9593}"/>
              </a:ext>
            </a:extLst>
          </p:cNvPr>
          <p:cNvSpPr>
            <a:spLocks noGrp="1"/>
          </p:cNvSpPr>
          <p:nvPr>
            <p:ph type="title"/>
          </p:nvPr>
        </p:nvSpPr>
        <p:spPr/>
        <p:txBody>
          <a:bodyPr/>
          <a:lstStyle/>
          <a:p>
            <a:r>
              <a:rPr lang="en-US"/>
              <a:t>Theme colors (i.e., our brand colors)</a:t>
            </a:r>
          </a:p>
        </p:txBody>
      </p:sp>
      <p:sp>
        <p:nvSpPr>
          <p:cNvPr id="61" name="Text Box 4">
            <a:extLst>
              <a:ext uri="{FF2B5EF4-FFF2-40B4-BE49-F238E27FC236}">
                <a16:creationId xmlns:a16="http://schemas.microsoft.com/office/drawing/2014/main" id="{06743AB8-DE8C-4A34-9EC0-06F3B9DAFBE8}"/>
              </a:ext>
            </a:extLst>
          </p:cNvPr>
          <p:cNvSpPr txBox="1">
            <a:spLocks noChangeArrowheads="1"/>
          </p:cNvSpPr>
          <p:nvPr/>
        </p:nvSpPr>
        <p:spPr bwMode="auto">
          <a:xfrm>
            <a:off x="9926163" y="281160"/>
            <a:ext cx="122948" cy="123112"/>
          </a:xfrm>
          <a:prstGeom prst="rect">
            <a:avLst/>
          </a:prstGeom>
          <a:solidFill>
            <a:schemeClr val="accent1"/>
          </a:solidFill>
          <a:ln w="57150" algn="ctr">
            <a:solidFill>
              <a:schemeClr val="accent1"/>
            </a:solidFill>
            <a:miter lim="800000"/>
            <a:headEnd/>
            <a:tailEnd/>
          </a:ln>
          <a:effectLst/>
        </p:spPr>
        <p:style>
          <a:lnRef idx="0">
            <a:scrgbClr r="0" g="0" b="0"/>
          </a:lnRef>
          <a:fillRef idx="1001">
            <a:schemeClr val="dk2"/>
          </a:fillRef>
          <a:effectRef idx="0">
            <a:scrgbClr r="0" g="0" b="0"/>
          </a:effectRef>
          <a:fontRef idx="major"/>
        </p:style>
        <p:txBody>
          <a:bodyPr wrap="square" lIns="180000" tIns="72000" rIns="180000" bIns="72000" anchor="ctr">
            <a:noAutofit/>
          </a:bodyPr>
          <a:lstStyle>
            <a:lvl1pPr eaLnBrk="0" hangingPunct="0">
              <a:tabLst>
                <a:tab pos="342900" algn="l"/>
              </a:tabLst>
              <a:defRPr sz="2000" b="1">
                <a:solidFill>
                  <a:schemeClr val="tx1"/>
                </a:solidFill>
                <a:latin typeface="+mn-lt"/>
                <a:ea typeface="+mn-ea"/>
                <a:cs typeface="+mn-cs"/>
              </a:defRPr>
            </a:lvl1pPr>
            <a:lvl2pPr marL="742950" indent="-285750" eaLnBrk="0" hangingPunct="0">
              <a:tabLst>
                <a:tab pos="342900" algn="l"/>
              </a:tabLst>
              <a:defRPr sz="2000" b="1">
                <a:solidFill>
                  <a:schemeClr val="tx1"/>
                </a:solidFill>
                <a:latin typeface="+mn-lt"/>
                <a:ea typeface="+mn-ea"/>
                <a:cs typeface="+mn-cs"/>
              </a:defRPr>
            </a:lvl2pPr>
            <a:lvl3pPr marL="1143000" indent="-228600" eaLnBrk="0" hangingPunct="0">
              <a:tabLst>
                <a:tab pos="342900" algn="l"/>
              </a:tabLst>
              <a:defRPr sz="2000" b="1">
                <a:solidFill>
                  <a:schemeClr val="tx1"/>
                </a:solidFill>
                <a:latin typeface="+mn-lt"/>
                <a:ea typeface="+mn-ea"/>
                <a:cs typeface="+mn-cs"/>
              </a:defRPr>
            </a:lvl3pPr>
            <a:lvl4pPr marL="1600200" indent="-228600" eaLnBrk="0" hangingPunct="0">
              <a:tabLst>
                <a:tab pos="342900" algn="l"/>
              </a:tabLst>
              <a:defRPr sz="2000" b="1">
                <a:solidFill>
                  <a:schemeClr val="tx1"/>
                </a:solidFill>
                <a:latin typeface="+mn-lt"/>
                <a:ea typeface="+mn-ea"/>
                <a:cs typeface="+mn-cs"/>
              </a:defRPr>
            </a:lvl4pPr>
            <a:lvl5pPr marL="2057400" indent="-228600" eaLnBrk="0" hangingPunct="0">
              <a:tabLst>
                <a:tab pos="342900" algn="l"/>
              </a:tabLst>
              <a:defRPr sz="2000" b="1">
                <a:solidFill>
                  <a:schemeClr val="tx1"/>
                </a:solidFill>
                <a:latin typeface="+mn-lt"/>
                <a:ea typeface="+mn-ea"/>
                <a:cs typeface="+mn-cs"/>
              </a:defRPr>
            </a:lvl5pPr>
            <a:lvl6pPr marL="2514600" indent="-228600" eaLnBrk="0" fontAlgn="base" hangingPunct="0">
              <a:spcBef>
                <a:spcPct val="0"/>
              </a:spcBef>
              <a:spcAft>
                <a:spcPct val="0"/>
              </a:spcAft>
              <a:tabLst>
                <a:tab pos="342900" algn="l"/>
              </a:tabLst>
              <a:defRPr sz="2000" b="1">
                <a:solidFill>
                  <a:schemeClr val="tx1"/>
                </a:solidFill>
                <a:latin typeface="+mn-lt"/>
                <a:ea typeface="+mn-ea"/>
                <a:cs typeface="+mn-cs"/>
              </a:defRPr>
            </a:lvl6pPr>
            <a:lvl7pPr marL="2971800" indent="-228600" eaLnBrk="0" fontAlgn="base" hangingPunct="0">
              <a:spcBef>
                <a:spcPct val="0"/>
              </a:spcBef>
              <a:spcAft>
                <a:spcPct val="0"/>
              </a:spcAft>
              <a:tabLst>
                <a:tab pos="342900" algn="l"/>
              </a:tabLst>
              <a:defRPr sz="2000" b="1">
                <a:solidFill>
                  <a:schemeClr val="tx1"/>
                </a:solidFill>
                <a:latin typeface="+mn-lt"/>
                <a:ea typeface="+mn-ea"/>
                <a:cs typeface="+mn-cs"/>
              </a:defRPr>
            </a:lvl7pPr>
            <a:lvl8pPr marL="3429000" indent="-228600" eaLnBrk="0" fontAlgn="base" hangingPunct="0">
              <a:spcBef>
                <a:spcPct val="0"/>
              </a:spcBef>
              <a:spcAft>
                <a:spcPct val="0"/>
              </a:spcAft>
              <a:tabLst>
                <a:tab pos="342900" algn="l"/>
              </a:tabLst>
              <a:defRPr sz="2000" b="1">
                <a:solidFill>
                  <a:schemeClr val="tx1"/>
                </a:solidFill>
                <a:latin typeface="+mn-lt"/>
                <a:ea typeface="+mn-ea"/>
                <a:cs typeface="+mn-cs"/>
              </a:defRPr>
            </a:lvl8pPr>
            <a:lvl9pPr marL="3886200" indent="-228600" eaLnBrk="0" fontAlgn="base" hangingPunct="0">
              <a:spcBef>
                <a:spcPct val="0"/>
              </a:spcBef>
              <a:spcAft>
                <a:spcPct val="0"/>
              </a:spcAft>
              <a:tabLst>
                <a:tab pos="342900" algn="l"/>
              </a:tabLst>
              <a:defRPr sz="2000" b="1">
                <a:solidFill>
                  <a:schemeClr val="tx1"/>
                </a:solidFill>
                <a:latin typeface="+mn-lt"/>
                <a:ea typeface="+mn-ea"/>
                <a:cs typeface="+mn-cs"/>
              </a:defRPr>
            </a:lvl9pPr>
          </a:lstStyle>
          <a:p>
            <a:pPr algn="ctr" eaLnBrk="1" hangingPunct="1">
              <a:buClr>
                <a:srgbClr val="962A2A"/>
              </a:buClr>
              <a:buSzPct val="60000"/>
              <a:buFont typeface="Avenir Next LT Pro" panose="020B0504020202020204" pitchFamily="34" charset="0"/>
              <a:buNone/>
              <a:defRPr/>
            </a:pPr>
            <a:r>
              <a:rPr lang="en-US" sz="800">
                <a:solidFill>
                  <a:schemeClr val="bg1"/>
                </a:solidFill>
                <a:latin typeface="+mn-lt"/>
              </a:rPr>
              <a:t>1</a:t>
            </a:r>
            <a:endParaRPr lang="en-CA" sz="800">
              <a:solidFill>
                <a:schemeClr val="bg1"/>
              </a:solidFill>
              <a:latin typeface="+mn-lt"/>
            </a:endParaRPr>
          </a:p>
        </p:txBody>
      </p:sp>
      <p:sp>
        <p:nvSpPr>
          <p:cNvPr id="64" name="Text Box 4">
            <a:extLst>
              <a:ext uri="{FF2B5EF4-FFF2-40B4-BE49-F238E27FC236}">
                <a16:creationId xmlns:a16="http://schemas.microsoft.com/office/drawing/2014/main" id="{34868D1B-4595-4634-9C02-D9337B026BC1}"/>
              </a:ext>
            </a:extLst>
          </p:cNvPr>
          <p:cNvSpPr txBox="1">
            <a:spLocks noChangeArrowheads="1"/>
          </p:cNvSpPr>
          <p:nvPr/>
        </p:nvSpPr>
        <p:spPr bwMode="auto">
          <a:xfrm>
            <a:off x="612591" y="1773832"/>
            <a:ext cx="139411" cy="139597"/>
          </a:xfrm>
          <a:prstGeom prst="rect">
            <a:avLst/>
          </a:prstGeom>
          <a:solidFill>
            <a:schemeClr val="accent1"/>
          </a:solidFill>
          <a:ln w="57150" algn="ctr">
            <a:solidFill>
              <a:schemeClr val="accent1"/>
            </a:solidFill>
            <a:miter lim="800000"/>
            <a:headEnd/>
            <a:tailEnd/>
          </a:ln>
          <a:effectLst/>
        </p:spPr>
        <p:style>
          <a:lnRef idx="0">
            <a:scrgbClr r="0" g="0" b="0"/>
          </a:lnRef>
          <a:fillRef idx="1001">
            <a:schemeClr val="dk2"/>
          </a:fillRef>
          <a:effectRef idx="0">
            <a:scrgbClr r="0" g="0" b="0"/>
          </a:effectRef>
          <a:fontRef idx="major"/>
        </p:style>
        <p:txBody>
          <a:bodyPr wrap="square" lIns="180000" tIns="72000" rIns="180000" bIns="72000" anchor="ctr">
            <a:noAutofit/>
          </a:bodyPr>
          <a:lstStyle>
            <a:lvl1pPr eaLnBrk="0" hangingPunct="0">
              <a:tabLst>
                <a:tab pos="342900" algn="l"/>
              </a:tabLst>
              <a:defRPr sz="2000" b="1">
                <a:solidFill>
                  <a:schemeClr val="tx1"/>
                </a:solidFill>
                <a:latin typeface="+mn-lt"/>
                <a:ea typeface="+mn-ea"/>
                <a:cs typeface="+mn-cs"/>
              </a:defRPr>
            </a:lvl1pPr>
            <a:lvl2pPr marL="742950" indent="-285750" eaLnBrk="0" hangingPunct="0">
              <a:tabLst>
                <a:tab pos="342900" algn="l"/>
              </a:tabLst>
              <a:defRPr sz="2000" b="1">
                <a:solidFill>
                  <a:schemeClr val="tx1"/>
                </a:solidFill>
                <a:latin typeface="+mn-lt"/>
                <a:ea typeface="+mn-ea"/>
                <a:cs typeface="+mn-cs"/>
              </a:defRPr>
            </a:lvl2pPr>
            <a:lvl3pPr marL="1143000" indent="-228600" eaLnBrk="0" hangingPunct="0">
              <a:tabLst>
                <a:tab pos="342900" algn="l"/>
              </a:tabLst>
              <a:defRPr sz="2000" b="1">
                <a:solidFill>
                  <a:schemeClr val="tx1"/>
                </a:solidFill>
                <a:latin typeface="+mn-lt"/>
                <a:ea typeface="+mn-ea"/>
                <a:cs typeface="+mn-cs"/>
              </a:defRPr>
            </a:lvl3pPr>
            <a:lvl4pPr marL="1600200" indent="-228600" eaLnBrk="0" hangingPunct="0">
              <a:tabLst>
                <a:tab pos="342900" algn="l"/>
              </a:tabLst>
              <a:defRPr sz="2000" b="1">
                <a:solidFill>
                  <a:schemeClr val="tx1"/>
                </a:solidFill>
                <a:latin typeface="+mn-lt"/>
                <a:ea typeface="+mn-ea"/>
                <a:cs typeface="+mn-cs"/>
              </a:defRPr>
            </a:lvl4pPr>
            <a:lvl5pPr marL="2057400" indent="-228600" eaLnBrk="0" hangingPunct="0">
              <a:tabLst>
                <a:tab pos="342900" algn="l"/>
              </a:tabLst>
              <a:defRPr sz="2000" b="1">
                <a:solidFill>
                  <a:schemeClr val="tx1"/>
                </a:solidFill>
                <a:latin typeface="+mn-lt"/>
                <a:ea typeface="+mn-ea"/>
                <a:cs typeface="+mn-cs"/>
              </a:defRPr>
            </a:lvl5pPr>
            <a:lvl6pPr marL="2514600" indent="-228600" eaLnBrk="0" fontAlgn="base" hangingPunct="0">
              <a:spcBef>
                <a:spcPct val="0"/>
              </a:spcBef>
              <a:spcAft>
                <a:spcPct val="0"/>
              </a:spcAft>
              <a:tabLst>
                <a:tab pos="342900" algn="l"/>
              </a:tabLst>
              <a:defRPr sz="2000" b="1">
                <a:solidFill>
                  <a:schemeClr val="tx1"/>
                </a:solidFill>
                <a:latin typeface="+mn-lt"/>
                <a:ea typeface="+mn-ea"/>
                <a:cs typeface="+mn-cs"/>
              </a:defRPr>
            </a:lvl6pPr>
            <a:lvl7pPr marL="2971800" indent="-228600" eaLnBrk="0" fontAlgn="base" hangingPunct="0">
              <a:spcBef>
                <a:spcPct val="0"/>
              </a:spcBef>
              <a:spcAft>
                <a:spcPct val="0"/>
              </a:spcAft>
              <a:tabLst>
                <a:tab pos="342900" algn="l"/>
              </a:tabLst>
              <a:defRPr sz="2000" b="1">
                <a:solidFill>
                  <a:schemeClr val="tx1"/>
                </a:solidFill>
                <a:latin typeface="+mn-lt"/>
                <a:ea typeface="+mn-ea"/>
                <a:cs typeface="+mn-cs"/>
              </a:defRPr>
            </a:lvl7pPr>
            <a:lvl8pPr marL="3429000" indent="-228600" eaLnBrk="0" fontAlgn="base" hangingPunct="0">
              <a:spcBef>
                <a:spcPct val="0"/>
              </a:spcBef>
              <a:spcAft>
                <a:spcPct val="0"/>
              </a:spcAft>
              <a:tabLst>
                <a:tab pos="342900" algn="l"/>
              </a:tabLst>
              <a:defRPr sz="2000" b="1">
                <a:solidFill>
                  <a:schemeClr val="tx1"/>
                </a:solidFill>
                <a:latin typeface="+mn-lt"/>
                <a:ea typeface="+mn-ea"/>
                <a:cs typeface="+mn-cs"/>
              </a:defRPr>
            </a:lvl8pPr>
            <a:lvl9pPr marL="3886200" indent="-228600" eaLnBrk="0" fontAlgn="base" hangingPunct="0">
              <a:spcBef>
                <a:spcPct val="0"/>
              </a:spcBef>
              <a:spcAft>
                <a:spcPct val="0"/>
              </a:spcAft>
              <a:tabLst>
                <a:tab pos="342900" algn="l"/>
              </a:tabLst>
              <a:defRPr sz="2000" b="1">
                <a:solidFill>
                  <a:schemeClr val="tx1"/>
                </a:solidFill>
                <a:latin typeface="+mn-lt"/>
                <a:ea typeface="+mn-ea"/>
                <a:cs typeface="+mn-cs"/>
              </a:defRPr>
            </a:lvl9pPr>
          </a:lstStyle>
          <a:p>
            <a:pPr algn="ctr" eaLnBrk="1" hangingPunct="1">
              <a:buClr>
                <a:srgbClr val="962A2A"/>
              </a:buClr>
              <a:buSzPct val="60000"/>
              <a:buFont typeface="Avenir Next LT Pro" panose="020B0504020202020204" pitchFamily="34" charset="0"/>
              <a:buNone/>
              <a:defRPr/>
            </a:pPr>
            <a:r>
              <a:rPr lang="en-US" sz="800">
                <a:solidFill>
                  <a:schemeClr val="bg1"/>
                </a:solidFill>
                <a:latin typeface="+mn-lt"/>
              </a:rPr>
              <a:t>1</a:t>
            </a:r>
            <a:endParaRPr lang="en-CA" sz="800">
              <a:solidFill>
                <a:schemeClr val="bg1"/>
              </a:solidFill>
              <a:latin typeface="+mn-lt"/>
            </a:endParaRPr>
          </a:p>
        </p:txBody>
      </p:sp>
      <p:sp>
        <p:nvSpPr>
          <p:cNvPr id="71" name="TextBox 70">
            <a:extLst>
              <a:ext uri="{FF2B5EF4-FFF2-40B4-BE49-F238E27FC236}">
                <a16:creationId xmlns:a16="http://schemas.microsoft.com/office/drawing/2014/main" id="{05CE9861-F68A-40B9-85B3-503A5248C3A6}"/>
              </a:ext>
            </a:extLst>
          </p:cNvPr>
          <p:cNvSpPr txBox="1"/>
          <p:nvPr/>
        </p:nvSpPr>
        <p:spPr>
          <a:xfrm>
            <a:off x="894764" y="1729330"/>
            <a:ext cx="3341674" cy="228600"/>
          </a:xfrm>
          <a:prstGeom prst="rect">
            <a:avLst/>
          </a:prstGeom>
          <a:noFill/>
        </p:spPr>
        <p:txBody>
          <a:bodyPr wrap="square" lIns="0" tIns="0" rIns="0" bIns="0" rtlCol="0">
            <a:noAutofit/>
          </a:bodyPr>
          <a:lstStyle/>
          <a:p>
            <a:r>
              <a:rPr lang="en-US" sz="1400" b="1">
                <a:cs typeface="+mn-cs"/>
              </a:rPr>
              <a:t>Theme Colors </a:t>
            </a:r>
            <a:r>
              <a:rPr lang="en-US" sz="1400">
                <a:cs typeface="+mn-cs"/>
              </a:rPr>
              <a:t>(HEX codes displayed)</a:t>
            </a:r>
          </a:p>
        </p:txBody>
      </p:sp>
      <p:sp>
        <p:nvSpPr>
          <p:cNvPr id="49" name="TextBox 48">
            <a:extLst>
              <a:ext uri="{FF2B5EF4-FFF2-40B4-BE49-F238E27FC236}">
                <a16:creationId xmlns:a16="http://schemas.microsoft.com/office/drawing/2014/main" id="{4441A4C9-4FA6-475A-8E1E-1A9C1BFF56A9}"/>
              </a:ext>
            </a:extLst>
          </p:cNvPr>
          <p:cNvSpPr txBox="1"/>
          <p:nvPr/>
        </p:nvSpPr>
        <p:spPr>
          <a:xfrm>
            <a:off x="589546" y="2057400"/>
            <a:ext cx="1827764" cy="351462"/>
          </a:xfrm>
          <a:prstGeom prst="rect">
            <a:avLst/>
          </a:prstGeom>
          <a:noFill/>
        </p:spPr>
        <p:txBody>
          <a:bodyPr wrap="square" lIns="0" tIns="0" rIns="0" bIns="0" rtlCol="0">
            <a:noAutofit/>
          </a:bodyPr>
          <a:lstStyle/>
          <a:p>
            <a:r>
              <a:rPr lang="en-US" sz="1400">
                <a:cs typeface="+mn-cs"/>
              </a:rPr>
              <a:t>Background &amp; text</a:t>
            </a:r>
          </a:p>
        </p:txBody>
      </p:sp>
      <p:sp>
        <p:nvSpPr>
          <p:cNvPr id="65" name="TextBox 64">
            <a:extLst>
              <a:ext uri="{FF2B5EF4-FFF2-40B4-BE49-F238E27FC236}">
                <a16:creationId xmlns:a16="http://schemas.microsoft.com/office/drawing/2014/main" id="{EB822010-0B46-45F3-8EE9-A5FDCA349104}"/>
              </a:ext>
              <a:ext uri="{C183D7F6-B498-43B3-948B-1728B52AA6E4}">
                <adec:decorative xmlns:adec="http://schemas.microsoft.com/office/drawing/2017/decorative" val="0"/>
              </a:ext>
            </a:extLst>
          </p:cNvPr>
          <p:cNvSpPr txBox="1"/>
          <p:nvPr/>
        </p:nvSpPr>
        <p:spPr>
          <a:xfrm>
            <a:off x="6142687" y="2057400"/>
            <a:ext cx="1827764" cy="351462"/>
          </a:xfrm>
          <a:prstGeom prst="rect">
            <a:avLst/>
          </a:prstGeom>
          <a:noFill/>
        </p:spPr>
        <p:txBody>
          <a:bodyPr wrap="square" lIns="0" tIns="0" rIns="0" bIns="0" rtlCol="0">
            <a:noAutofit/>
          </a:bodyPr>
          <a:lstStyle/>
          <a:p>
            <a:r>
              <a:rPr lang="en-US" sz="1400">
                <a:cs typeface="+mn-cs"/>
              </a:rPr>
              <a:t>Accents</a:t>
            </a:r>
          </a:p>
        </p:txBody>
      </p:sp>
      <p:sp>
        <p:nvSpPr>
          <p:cNvPr id="29" name="TextBox 28">
            <a:extLst>
              <a:ext uri="{FF2B5EF4-FFF2-40B4-BE49-F238E27FC236}">
                <a16:creationId xmlns:a16="http://schemas.microsoft.com/office/drawing/2014/main" id="{2110406D-C048-4A31-B532-143486B9D1DC}"/>
              </a:ext>
              <a:ext uri="{C183D7F6-B498-43B3-948B-1728B52AA6E4}">
                <adec:decorative xmlns:adec="http://schemas.microsoft.com/office/drawing/2017/decorative" val="0"/>
              </a:ext>
            </a:extLst>
          </p:cNvPr>
          <p:cNvSpPr txBox="1"/>
          <p:nvPr/>
        </p:nvSpPr>
        <p:spPr>
          <a:xfrm>
            <a:off x="6142687" y="4312124"/>
            <a:ext cx="5601887" cy="228600"/>
          </a:xfrm>
          <a:prstGeom prst="rect">
            <a:avLst/>
          </a:prstGeom>
          <a:noFill/>
        </p:spPr>
        <p:txBody>
          <a:bodyPr wrap="square" lIns="0" tIns="0" rIns="0" bIns="0" rtlCol="0" anchor="ctr">
            <a:noAutofit/>
          </a:bodyPr>
          <a:lstStyle/>
          <a:p>
            <a:r>
              <a:rPr lang="en-US" sz="800" b="1">
                <a:cs typeface="+mn-cs"/>
              </a:rPr>
              <a:t>Charts will auto-plot with these colors in this order</a:t>
            </a:r>
          </a:p>
          <a:p>
            <a:r>
              <a:rPr lang="en-US" sz="800"/>
              <a:t>Accent names shown in italics are auto-assigned by PowerPoint. Please refer to Slalom accent names within boxes above.</a:t>
            </a:r>
            <a:endParaRPr lang="en-US" sz="800" b="1">
              <a:cs typeface="+mn-cs"/>
            </a:endParaRPr>
          </a:p>
        </p:txBody>
      </p:sp>
      <p:sp>
        <p:nvSpPr>
          <p:cNvPr id="3" name="Date Placeholder 2">
            <a:extLst>
              <a:ext uri="{FF2B5EF4-FFF2-40B4-BE49-F238E27FC236}">
                <a16:creationId xmlns:a16="http://schemas.microsoft.com/office/drawing/2014/main" id="{5557D835-6B2D-0F6E-E9DB-10EE617FBFC7}"/>
              </a:ext>
              <a:ext uri="{C183D7F6-B498-43B3-948B-1728B52AA6E4}">
                <adec:decorative xmlns:adec="http://schemas.microsoft.com/office/drawing/2017/decorative" val="1"/>
              </a:ext>
            </a:extLst>
          </p:cNvPr>
          <p:cNvSpPr>
            <a:spLocks noGrp="1"/>
          </p:cNvSpPr>
          <p:nvPr>
            <p:ph type="dt" sz="half" idx="10"/>
          </p:nvPr>
        </p:nvSpPr>
        <p:spPr/>
        <p:txBody>
          <a:bodyPr/>
          <a:lstStyle/>
          <a:p>
            <a:fld id="{C971C9F2-8A3B-41B1-8CC4-72E7F1DDF6AD}" type="datetimeyyyy">
              <a:rPr lang="en-US" smtClean="0"/>
              <a:t>2025</a:t>
            </a:fld>
            <a:endParaRPr lang="en-US"/>
          </a:p>
        </p:txBody>
      </p:sp>
      <p:sp>
        <p:nvSpPr>
          <p:cNvPr id="5" name="Footer Placeholder 4">
            <a:extLst>
              <a:ext uri="{FF2B5EF4-FFF2-40B4-BE49-F238E27FC236}">
                <a16:creationId xmlns:a16="http://schemas.microsoft.com/office/drawing/2014/main" id="{D0FA2513-FCB2-7A8D-CBFE-B95D5CF6C6A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A00760C9-7455-40FB-7E54-D07815B8EAB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160</a:t>
            </a:fld>
            <a:endParaRPr lang="en-US"/>
          </a:p>
        </p:txBody>
      </p:sp>
      <p:cxnSp>
        <p:nvCxnSpPr>
          <p:cNvPr id="38" name="Straight Connector 37">
            <a:extLst>
              <a:ext uri="{FF2B5EF4-FFF2-40B4-BE49-F238E27FC236}">
                <a16:creationId xmlns:a16="http://schemas.microsoft.com/office/drawing/2014/main" id="{4DEE16C2-317D-4D53-93D4-21FD6C4087D6}"/>
              </a:ext>
              <a:ext uri="{C183D7F6-B498-43B3-948B-1728B52AA6E4}">
                <adec:decorative xmlns:adec="http://schemas.microsoft.com/office/drawing/2017/decorative" val="1"/>
              </a:ext>
            </a:extLst>
          </p:cNvPr>
          <p:cNvCxnSpPr>
            <a:cxnSpLocks/>
          </p:cNvCxnSpPr>
          <p:nvPr/>
        </p:nvCxnSpPr>
        <p:spPr>
          <a:xfrm>
            <a:off x="5725041" y="2077869"/>
            <a:ext cx="0" cy="241793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A511992-C160-419E-B20D-B0BA997AB3B9}"/>
              </a:ext>
              <a:ext uri="{C183D7F6-B498-43B3-948B-1728B52AA6E4}">
                <adec:decorative xmlns:adec="http://schemas.microsoft.com/office/drawing/2017/decorative" val="1"/>
              </a:ext>
            </a:extLst>
          </p:cNvPr>
          <p:cNvCxnSpPr>
            <a:cxnSpLocks/>
          </p:cNvCxnSpPr>
          <p:nvPr/>
        </p:nvCxnSpPr>
        <p:spPr>
          <a:xfrm>
            <a:off x="2844374" y="2408862"/>
            <a:ext cx="0" cy="2133599"/>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1802C67F-BBFD-43AC-8B73-49D84D7BC318}"/>
              </a:ext>
              <a:ext uri="{C183D7F6-B498-43B3-948B-1728B52AA6E4}">
                <adec:decorative xmlns:adec="http://schemas.microsoft.com/office/drawing/2017/decorative" val="1"/>
              </a:ext>
            </a:extLst>
          </p:cNvPr>
          <p:cNvSpPr/>
          <p:nvPr/>
        </p:nvSpPr>
        <p:spPr>
          <a:xfrm>
            <a:off x="7056569" y="2400300"/>
            <a:ext cx="914400" cy="13716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r>
              <a:rPr lang="en-US" sz="800" b="1">
                <a:solidFill>
                  <a:schemeClr val="bg1"/>
                </a:solidFill>
              </a:rPr>
              <a:t>Dark Blue</a:t>
            </a:r>
          </a:p>
          <a:p>
            <a:pPr lvl="0"/>
            <a:r>
              <a:rPr lang="en-US" sz="800">
                <a:solidFill>
                  <a:schemeClr val="bg1"/>
                </a:solidFill>
              </a:rPr>
              <a:t>#002FAF</a:t>
            </a:r>
          </a:p>
        </p:txBody>
      </p:sp>
      <p:sp>
        <p:nvSpPr>
          <p:cNvPr id="24" name="Rectangle 23">
            <a:extLst>
              <a:ext uri="{FF2B5EF4-FFF2-40B4-BE49-F238E27FC236}">
                <a16:creationId xmlns:a16="http://schemas.microsoft.com/office/drawing/2014/main" id="{49AA72E7-78FD-48AC-915C-DF86915AFB5A}"/>
              </a:ext>
              <a:ext uri="{C183D7F6-B498-43B3-948B-1728B52AA6E4}">
                <adec:decorative xmlns:adec="http://schemas.microsoft.com/office/drawing/2017/decorative" val="1"/>
              </a:ext>
            </a:extLst>
          </p:cNvPr>
          <p:cNvSpPr/>
          <p:nvPr/>
        </p:nvSpPr>
        <p:spPr>
          <a:xfrm>
            <a:off x="8884333" y="2400300"/>
            <a:ext cx="914400" cy="13716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r>
              <a:rPr lang="en-US" sz="800" b="1">
                <a:solidFill>
                  <a:schemeClr val="tx1"/>
                </a:solidFill>
              </a:rPr>
              <a:t>Coral Red</a:t>
            </a:r>
          </a:p>
          <a:p>
            <a:pPr lvl="0"/>
            <a:r>
              <a:rPr lang="en-US" sz="800">
                <a:solidFill>
                  <a:schemeClr val="tx1"/>
                </a:solidFill>
              </a:rPr>
              <a:t>#FF4D5F</a:t>
            </a:r>
          </a:p>
        </p:txBody>
      </p:sp>
      <p:sp>
        <p:nvSpPr>
          <p:cNvPr id="25" name="Rectangle 24">
            <a:extLst>
              <a:ext uri="{FF2B5EF4-FFF2-40B4-BE49-F238E27FC236}">
                <a16:creationId xmlns:a16="http://schemas.microsoft.com/office/drawing/2014/main" id="{1776C2AA-7864-4E75-B008-CFE7AD6E0CF6}"/>
              </a:ext>
              <a:ext uri="{C183D7F6-B498-43B3-948B-1728B52AA6E4}">
                <adec:decorative xmlns:adec="http://schemas.microsoft.com/office/drawing/2017/decorative" val="1"/>
              </a:ext>
            </a:extLst>
          </p:cNvPr>
          <p:cNvSpPr/>
          <p:nvPr/>
        </p:nvSpPr>
        <p:spPr>
          <a:xfrm>
            <a:off x="7970451" y="2400300"/>
            <a:ext cx="914400" cy="13716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r>
              <a:rPr lang="en-US" sz="800" b="1">
                <a:solidFill>
                  <a:schemeClr val="tx1"/>
                </a:solidFill>
              </a:rPr>
              <a:t>Cyan</a:t>
            </a:r>
          </a:p>
          <a:p>
            <a:pPr lvl="0"/>
            <a:r>
              <a:rPr lang="en-US" sz="800">
                <a:solidFill>
                  <a:schemeClr val="tx1"/>
                </a:solidFill>
              </a:rPr>
              <a:t>#1BE1F2</a:t>
            </a:r>
          </a:p>
        </p:txBody>
      </p:sp>
      <p:sp>
        <p:nvSpPr>
          <p:cNvPr id="23" name="Rectangle 22">
            <a:extLst>
              <a:ext uri="{FF2B5EF4-FFF2-40B4-BE49-F238E27FC236}">
                <a16:creationId xmlns:a16="http://schemas.microsoft.com/office/drawing/2014/main" id="{27657A94-8010-4AA0-9F4A-E6C44F73BCBB}"/>
              </a:ext>
              <a:ext uri="{C183D7F6-B498-43B3-948B-1728B52AA6E4}">
                <adec:decorative xmlns:adec="http://schemas.microsoft.com/office/drawing/2017/decorative" val="1"/>
              </a:ext>
            </a:extLst>
          </p:cNvPr>
          <p:cNvSpPr/>
          <p:nvPr/>
        </p:nvSpPr>
        <p:spPr>
          <a:xfrm>
            <a:off x="6142687" y="2400300"/>
            <a:ext cx="914400" cy="1371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r>
              <a:rPr lang="en-US" sz="800" b="1">
                <a:solidFill>
                  <a:schemeClr val="bg1"/>
                </a:solidFill>
              </a:rPr>
              <a:t>Slalom Blue</a:t>
            </a:r>
          </a:p>
          <a:p>
            <a:pPr lvl="0"/>
            <a:r>
              <a:rPr lang="en-US" sz="800">
                <a:solidFill>
                  <a:schemeClr val="bg1"/>
                </a:solidFill>
              </a:rPr>
              <a:t>#0C62FB</a:t>
            </a:r>
          </a:p>
        </p:txBody>
      </p:sp>
      <p:sp>
        <p:nvSpPr>
          <p:cNvPr id="27" name="Rectangle 26">
            <a:extLst>
              <a:ext uri="{FF2B5EF4-FFF2-40B4-BE49-F238E27FC236}">
                <a16:creationId xmlns:a16="http://schemas.microsoft.com/office/drawing/2014/main" id="{4A23EE30-A394-48B7-B43E-2A24E40A9434}"/>
              </a:ext>
              <a:ext uri="{C183D7F6-B498-43B3-948B-1728B52AA6E4}">
                <adec:decorative xmlns:adec="http://schemas.microsoft.com/office/drawing/2017/decorative" val="1"/>
              </a:ext>
            </a:extLst>
          </p:cNvPr>
          <p:cNvSpPr/>
          <p:nvPr/>
        </p:nvSpPr>
        <p:spPr>
          <a:xfrm>
            <a:off x="10712097" y="2400300"/>
            <a:ext cx="914400" cy="13716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r>
              <a:rPr lang="en-US" sz="800" b="1">
                <a:solidFill>
                  <a:schemeClr val="tx1"/>
                </a:solidFill>
              </a:rPr>
              <a:t>Chartreuse</a:t>
            </a:r>
          </a:p>
          <a:p>
            <a:pPr lvl="0"/>
            <a:r>
              <a:rPr lang="en-US" sz="800">
                <a:solidFill>
                  <a:schemeClr val="tx1"/>
                </a:solidFill>
              </a:rPr>
              <a:t>#DEFF4D</a:t>
            </a:r>
          </a:p>
        </p:txBody>
      </p:sp>
      <p:sp>
        <p:nvSpPr>
          <p:cNvPr id="28" name="Rectangle 27">
            <a:extLst>
              <a:ext uri="{FF2B5EF4-FFF2-40B4-BE49-F238E27FC236}">
                <a16:creationId xmlns:a16="http://schemas.microsoft.com/office/drawing/2014/main" id="{57ED7729-F9C9-492A-842A-D074EF0A7012}"/>
              </a:ext>
              <a:ext uri="{C183D7F6-B498-43B3-948B-1728B52AA6E4}">
                <adec:decorative xmlns:adec="http://schemas.microsoft.com/office/drawing/2017/decorative" val="1"/>
              </a:ext>
            </a:extLst>
          </p:cNvPr>
          <p:cNvSpPr/>
          <p:nvPr/>
        </p:nvSpPr>
        <p:spPr>
          <a:xfrm>
            <a:off x="9798215" y="2400300"/>
            <a:ext cx="914400" cy="137160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r>
              <a:rPr lang="en-US" sz="800" b="1">
                <a:solidFill>
                  <a:schemeClr val="tx1"/>
                </a:solidFill>
              </a:rPr>
              <a:t>Purple</a:t>
            </a:r>
          </a:p>
          <a:p>
            <a:pPr lvl="0"/>
            <a:r>
              <a:rPr lang="en-US" sz="800">
                <a:solidFill>
                  <a:schemeClr val="tx1"/>
                </a:solidFill>
              </a:rPr>
              <a:t>#C7B9FF</a:t>
            </a:r>
          </a:p>
        </p:txBody>
      </p:sp>
      <p:sp>
        <p:nvSpPr>
          <p:cNvPr id="31" name="Rectangle 30">
            <a:extLst>
              <a:ext uri="{FF2B5EF4-FFF2-40B4-BE49-F238E27FC236}">
                <a16:creationId xmlns:a16="http://schemas.microsoft.com/office/drawing/2014/main" id="{CA14D0B6-0FAB-401F-8080-907655FEA47C}"/>
              </a:ext>
              <a:ext uri="{C183D7F6-B498-43B3-948B-1728B52AA6E4}">
                <adec:decorative xmlns:adec="http://schemas.microsoft.com/office/drawing/2017/decorative" val="1"/>
              </a:ext>
            </a:extLst>
          </p:cNvPr>
          <p:cNvSpPr/>
          <p:nvPr/>
        </p:nvSpPr>
        <p:spPr>
          <a:xfrm>
            <a:off x="589545" y="2400300"/>
            <a:ext cx="914400" cy="1371600"/>
          </a:xfrm>
          <a:prstGeom prst="rect">
            <a:avLst/>
          </a:prstGeom>
          <a:solidFill>
            <a:schemeClr val="bg1"/>
          </a:solidFill>
          <a:ln w="9525">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800" b="1">
                <a:solidFill>
                  <a:schemeClr val="tx1"/>
                </a:solidFill>
              </a:rPr>
              <a:t>White</a:t>
            </a:r>
          </a:p>
          <a:p>
            <a:r>
              <a:rPr lang="en-US" sz="800">
                <a:solidFill>
                  <a:schemeClr val="tx1"/>
                </a:solidFill>
              </a:rPr>
              <a:t>#FFFFFF</a:t>
            </a:r>
          </a:p>
        </p:txBody>
      </p:sp>
      <p:sp>
        <p:nvSpPr>
          <p:cNvPr id="32" name="TextBox 31">
            <a:extLst>
              <a:ext uri="{FF2B5EF4-FFF2-40B4-BE49-F238E27FC236}">
                <a16:creationId xmlns:a16="http://schemas.microsoft.com/office/drawing/2014/main" id="{F98A5209-66A6-4CBA-898C-931E37D4C6A1}"/>
              </a:ext>
              <a:ext uri="{C183D7F6-B498-43B3-948B-1728B52AA6E4}">
                <adec:decorative xmlns:adec="http://schemas.microsoft.com/office/drawing/2017/decorative" val="1"/>
              </a:ext>
            </a:extLst>
          </p:cNvPr>
          <p:cNvSpPr txBox="1"/>
          <p:nvPr/>
        </p:nvSpPr>
        <p:spPr>
          <a:xfrm>
            <a:off x="1512328" y="3771900"/>
            <a:ext cx="914400" cy="540224"/>
          </a:xfrm>
          <a:prstGeom prst="rect">
            <a:avLst/>
          </a:prstGeom>
          <a:noFill/>
        </p:spPr>
        <p:txBody>
          <a:bodyPr wrap="square" lIns="0" tIns="0" rIns="0" bIns="0" rtlCol="0" anchor="ctr">
            <a:noAutofit/>
          </a:bodyPr>
          <a:lstStyle/>
          <a:p>
            <a:r>
              <a:rPr lang="en-US" sz="800">
                <a:cs typeface="+mn-cs"/>
              </a:rPr>
              <a:t>Black,</a:t>
            </a:r>
          </a:p>
          <a:p>
            <a:r>
              <a:rPr lang="en-US" sz="800">
                <a:cs typeface="+mn-cs"/>
              </a:rPr>
              <a:t>Text 1</a:t>
            </a:r>
          </a:p>
        </p:txBody>
      </p:sp>
      <p:sp>
        <p:nvSpPr>
          <p:cNvPr id="33" name="TextBox 32">
            <a:extLst>
              <a:ext uri="{FF2B5EF4-FFF2-40B4-BE49-F238E27FC236}">
                <a16:creationId xmlns:a16="http://schemas.microsoft.com/office/drawing/2014/main" id="{2804B1E6-C405-41DC-B749-06F8109DA194}"/>
              </a:ext>
              <a:ext uri="{C183D7F6-B498-43B3-948B-1728B52AA6E4}">
                <adec:decorative xmlns:adec="http://schemas.microsoft.com/office/drawing/2017/decorative" val="1"/>
              </a:ext>
            </a:extLst>
          </p:cNvPr>
          <p:cNvSpPr txBox="1"/>
          <p:nvPr/>
        </p:nvSpPr>
        <p:spPr>
          <a:xfrm>
            <a:off x="589545" y="3771900"/>
            <a:ext cx="914400" cy="540224"/>
          </a:xfrm>
          <a:prstGeom prst="rect">
            <a:avLst/>
          </a:prstGeom>
          <a:noFill/>
        </p:spPr>
        <p:txBody>
          <a:bodyPr wrap="square" lIns="0" tIns="0" rIns="0" bIns="0" rtlCol="0" anchor="ctr">
            <a:noAutofit/>
          </a:bodyPr>
          <a:lstStyle/>
          <a:p>
            <a:r>
              <a:rPr lang="en-US" sz="800">
                <a:cs typeface="+mn-cs"/>
              </a:rPr>
              <a:t>White,</a:t>
            </a:r>
          </a:p>
          <a:p>
            <a:r>
              <a:rPr lang="en-US" sz="800">
                <a:cs typeface="+mn-cs"/>
              </a:rPr>
              <a:t>Background 1</a:t>
            </a:r>
          </a:p>
        </p:txBody>
      </p:sp>
      <p:sp>
        <p:nvSpPr>
          <p:cNvPr id="36" name="TextBox 35">
            <a:extLst>
              <a:ext uri="{FF2B5EF4-FFF2-40B4-BE49-F238E27FC236}">
                <a16:creationId xmlns:a16="http://schemas.microsoft.com/office/drawing/2014/main" id="{AFA9F3F7-AB04-476F-A0D7-79B9BD7C2810}"/>
              </a:ext>
              <a:ext uri="{C183D7F6-B498-43B3-948B-1728B52AA6E4}">
                <adec:decorative xmlns:adec="http://schemas.microsoft.com/office/drawing/2017/decorative" val="1"/>
              </a:ext>
            </a:extLst>
          </p:cNvPr>
          <p:cNvSpPr txBox="1"/>
          <p:nvPr/>
        </p:nvSpPr>
        <p:spPr>
          <a:xfrm>
            <a:off x="3262020" y="3771900"/>
            <a:ext cx="914400" cy="540224"/>
          </a:xfrm>
          <a:prstGeom prst="rect">
            <a:avLst/>
          </a:prstGeom>
          <a:noFill/>
        </p:spPr>
        <p:txBody>
          <a:bodyPr wrap="square" lIns="0" tIns="0" rIns="0" bIns="0" rtlCol="0" anchor="ctr">
            <a:noAutofit/>
          </a:bodyPr>
          <a:lstStyle/>
          <a:p>
            <a:r>
              <a:rPr lang="en-US" sz="800">
                <a:cs typeface="+mn-cs"/>
              </a:rPr>
              <a:t>Light Gray,</a:t>
            </a:r>
          </a:p>
          <a:p>
            <a:r>
              <a:rPr lang="en-US" sz="800">
                <a:cs typeface="+mn-cs"/>
              </a:rPr>
              <a:t>Background 2</a:t>
            </a:r>
          </a:p>
        </p:txBody>
      </p:sp>
      <p:sp>
        <p:nvSpPr>
          <p:cNvPr id="37" name="TextBox 36">
            <a:extLst>
              <a:ext uri="{FF2B5EF4-FFF2-40B4-BE49-F238E27FC236}">
                <a16:creationId xmlns:a16="http://schemas.microsoft.com/office/drawing/2014/main" id="{865F3330-8157-4F74-9A1E-BB114735F3D1}"/>
              </a:ext>
              <a:ext uri="{C183D7F6-B498-43B3-948B-1728B52AA6E4}">
                <adec:decorative xmlns:adec="http://schemas.microsoft.com/office/drawing/2017/decorative" val="1"/>
              </a:ext>
            </a:extLst>
          </p:cNvPr>
          <p:cNvSpPr txBox="1"/>
          <p:nvPr/>
        </p:nvSpPr>
        <p:spPr>
          <a:xfrm>
            <a:off x="4176420" y="3771900"/>
            <a:ext cx="914400" cy="540224"/>
          </a:xfrm>
          <a:prstGeom prst="rect">
            <a:avLst/>
          </a:prstGeom>
          <a:noFill/>
        </p:spPr>
        <p:txBody>
          <a:bodyPr wrap="square" lIns="0" tIns="0" rIns="0" bIns="0" rtlCol="0" anchor="ctr">
            <a:noAutofit/>
          </a:bodyPr>
          <a:lstStyle/>
          <a:p>
            <a:r>
              <a:rPr lang="en-US" sz="800">
                <a:cs typeface="+mn-cs"/>
              </a:rPr>
              <a:t>Gray,</a:t>
            </a:r>
          </a:p>
          <a:p>
            <a:r>
              <a:rPr lang="en-US" sz="800">
                <a:cs typeface="+mn-cs"/>
              </a:rPr>
              <a:t>Text 2</a:t>
            </a:r>
          </a:p>
        </p:txBody>
      </p:sp>
      <p:sp>
        <p:nvSpPr>
          <p:cNvPr id="40" name="TextBox 39">
            <a:extLst>
              <a:ext uri="{FF2B5EF4-FFF2-40B4-BE49-F238E27FC236}">
                <a16:creationId xmlns:a16="http://schemas.microsoft.com/office/drawing/2014/main" id="{4B4EA758-CF56-4B75-8E1C-E13F1694307A}"/>
              </a:ext>
              <a:ext uri="{C183D7F6-B498-43B3-948B-1728B52AA6E4}">
                <adec:decorative xmlns:adec="http://schemas.microsoft.com/office/drawing/2017/decorative" val="1"/>
              </a:ext>
            </a:extLst>
          </p:cNvPr>
          <p:cNvSpPr txBox="1"/>
          <p:nvPr/>
        </p:nvSpPr>
        <p:spPr>
          <a:xfrm>
            <a:off x="3257830" y="4312123"/>
            <a:ext cx="1837182" cy="228600"/>
          </a:xfrm>
          <a:prstGeom prst="rect">
            <a:avLst/>
          </a:prstGeom>
          <a:noFill/>
        </p:spPr>
        <p:txBody>
          <a:bodyPr wrap="square" lIns="0" tIns="0" rIns="0" bIns="0" rtlCol="0" anchor="ctr">
            <a:noAutofit/>
          </a:bodyPr>
          <a:lstStyle/>
          <a:p>
            <a:r>
              <a:rPr lang="en-US" sz="800" b="1">
                <a:cs typeface="+mn-cs"/>
              </a:rPr>
              <a:t>Line colors</a:t>
            </a:r>
          </a:p>
        </p:txBody>
      </p:sp>
      <p:sp>
        <p:nvSpPr>
          <p:cNvPr id="41" name="TextBox 40">
            <a:extLst>
              <a:ext uri="{FF2B5EF4-FFF2-40B4-BE49-F238E27FC236}">
                <a16:creationId xmlns:a16="http://schemas.microsoft.com/office/drawing/2014/main" id="{AA5630A0-9BAA-4864-BAA1-7F982C573225}"/>
              </a:ext>
              <a:ext uri="{C183D7F6-B498-43B3-948B-1728B52AA6E4}">
                <adec:decorative xmlns:adec="http://schemas.microsoft.com/office/drawing/2017/decorative" val="1"/>
              </a:ext>
            </a:extLst>
          </p:cNvPr>
          <p:cNvSpPr txBox="1"/>
          <p:nvPr/>
        </p:nvSpPr>
        <p:spPr>
          <a:xfrm>
            <a:off x="6142687" y="3771900"/>
            <a:ext cx="914400" cy="540224"/>
          </a:xfrm>
          <a:prstGeom prst="rect">
            <a:avLst/>
          </a:prstGeom>
          <a:noFill/>
        </p:spPr>
        <p:txBody>
          <a:bodyPr wrap="square" lIns="0" tIns="0" rIns="0" bIns="0" rtlCol="0" anchor="ctr">
            <a:noAutofit/>
          </a:bodyPr>
          <a:lstStyle/>
          <a:p>
            <a:r>
              <a:rPr lang="en-US" sz="800">
                <a:cs typeface="+mn-cs"/>
              </a:rPr>
              <a:t>Dark Blue,</a:t>
            </a:r>
          </a:p>
          <a:p>
            <a:r>
              <a:rPr lang="en-US" sz="800">
                <a:cs typeface="+mn-cs"/>
              </a:rPr>
              <a:t>Accent 1</a:t>
            </a:r>
          </a:p>
        </p:txBody>
      </p:sp>
      <p:sp>
        <p:nvSpPr>
          <p:cNvPr id="43" name="TextBox 42">
            <a:extLst>
              <a:ext uri="{FF2B5EF4-FFF2-40B4-BE49-F238E27FC236}">
                <a16:creationId xmlns:a16="http://schemas.microsoft.com/office/drawing/2014/main" id="{608AB60C-ECB1-4977-ACFF-11678CD5F0D9}"/>
              </a:ext>
              <a:ext uri="{C183D7F6-B498-43B3-948B-1728B52AA6E4}">
                <adec:decorative xmlns:adec="http://schemas.microsoft.com/office/drawing/2017/decorative" val="1"/>
              </a:ext>
            </a:extLst>
          </p:cNvPr>
          <p:cNvSpPr txBox="1"/>
          <p:nvPr/>
        </p:nvSpPr>
        <p:spPr>
          <a:xfrm>
            <a:off x="7056569" y="3771901"/>
            <a:ext cx="914400" cy="540224"/>
          </a:xfrm>
          <a:prstGeom prst="rect">
            <a:avLst/>
          </a:prstGeom>
          <a:noFill/>
        </p:spPr>
        <p:txBody>
          <a:bodyPr wrap="square" lIns="0" tIns="0" rIns="0" bIns="0" rtlCol="0" anchor="ctr">
            <a:noAutofit/>
          </a:bodyPr>
          <a:lstStyle/>
          <a:p>
            <a:r>
              <a:rPr lang="en-US" sz="800">
                <a:cs typeface="+mn-cs"/>
              </a:rPr>
              <a:t>Blue,</a:t>
            </a:r>
          </a:p>
          <a:p>
            <a:r>
              <a:rPr lang="en-US" sz="800">
                <a:cs typeface="+mn-cs"/>
              </a:rPr>
              <a:t>Accent 2</a:t>
            </a:r>
          </a:p>
        </p:txBody>
      </p:sp>
      <p:sp>
        <p:nvSpPr>
          <p:cNvPr id="44" name="TextBox 43">
            <a:extLst>
              <a:ext uri="{FF2B5EF4-FFF2-40B4-BE49-F238E27FC236}">
                <a16:creationId xmlns:a16="http://schemas.microsoft.com/office/drawing/2014/main" id="{175EFA52-A214-4C31-8AF7-A495307E26E7}"/>
              </a:ext>
              <a:ext uri="{C183D7F6-B498-43B3-948B-1728B52AA6E4}">
                <adec:decorative xmlns:adec="http://schemas.microsoft.com/office/drawing/2017/decorative" val="1"/>
              </a:ext>
            </a:extLst>
          </p:cNvPr>
          <p:cNvSpPr txBox="1"/>
          <p:nvPr/>
        </p:nvSpPr>
        <p:spPr>
          <a:xfrm>
            <a:off x="7970451" y="3771901"/>
            <a:ext cx="914400" cy="540224"/>
          </a:xfrm>
          <a:prstGeom prst="rect">
            <a:avLst/>
          </a:prstGeom>
          <a:noFill/>
        </p:spPr>
        <p:txBody>
          <a:bodyPr wrap="square" lIns="0" tIns="0" rIns="0" bIns="0" rtlCol="0" anchor="ctr">
            <a:noAutofit/>
          </a:bodyPr>
          <a:lstStyle/>
          <a:p>
            <a:r>
              <a:rPr lang="en-US" sz="800">
                <a:cs typeface="+mn-cs"/>
              </a:rPr>
              <a:t>Turquoise,</a:t>
            </a:r>
          </a:p>
          <a:p>
            <a:r>
              <a:rPr lang="en-US" sz="800">
                <a:cs typeface="+mn-cs"/>
              </a:rPr>
              <a:t>Accent 3</a:t>
            </a:r>
          </a:p>
        </p:txBody>
      </p:sp>
      <p:sp>
        <p:nvSpPr>
          <p:cNvPr id="45" name="TextBox 44">
            <a:extLst>
              <a:ext uri="{FF2B5EF4-FFF2-40B4-BE49-F238E27FC236}">
                <a16:creationId xmlns:a16="http://schemas.microsoft.com/office/drawing/2014/main" id="{56085B95-54B1-4C3E-99A3-3FFE9C9CC162}"/>
              </a:ext>
              <a:ext uri="{C183D7F6-B498-43B3-948B-1728B52AA6E4}">
                <adec:decorative xmlns:adec="http://schemas.microsoft.com/office/drawing/2017/decorative" val="1"/>
              </a:ext>
            </a:extLst>
          </p:cNvPr>
          <p:cNvSpPr txBox="1"/>
          <p:nvPr/>
        </p:nvSpPr>
        <p:spPr>
          <a:xfrm>
            <a:off x="8884333" y="3771901"/>
            <a:ext cx="914400" cy="540224"/>
          </a:xfrm>
          <a:prstGeom prst="rect">
            <a:avLst/>
          </a:prstGeom>
          <a:noFill/>
        </p:spPr>
        <p:txBody>
          <a:bodyPr wrap="square" lIns="0" tIns="0" rIns="0" bIns="0" rtlCol="0" anchor="ctr">
            <a:noAutofit/>
          </a:bodyPr>
          <a:lstStyle/>
          <a:p>
            <a:r>
              <a:rPr lang="en-US" sz="800">
                <a:cs typeface="+mn-cs"/>
              </a:rPr>
              <a:t>Rose,</a:t>
            </a:r>
          </a:p>
          <a:p>
            <a:r>
              <a:rPr lang="en-US" sz="800">
                <a:cs typeface="+mn-cs"/>
              </a:rPr>
              <a:t>Accent 4</a:t>
            </a:r>
          </a:p>
        </p:txBody>
      </p:sp>
      <p:sp>
        <p:nvSpPr>
          <p:cNvPr id="46" name="TextBox 45">
            <a:extLst>
              <a:ext uri="{FF2B5EF4-FFF2-40B4-BE49-F238E27FC236}">
                <a16:creationId xmlns:a16="http://schemas.microsoft.com/office/drawing/2014/main" id="{9EED9278-6E81-4AC6-A806-9FAA681B5086}"/>
              </a:ext>
              <a:ext uri="{C183D7F6-B498-43B3-948B-1728B52AA6E4}">
                <adec:decorative xmlns:adec="http://schemas.microsoft.com/office/drawing/2017/decorative" val="1"/>
              </a:ext>
            </a:extLst>
          </p:cNvPr>
          <p:cNvSpPr txBox="1"/>
          <p:nvPr/>
        </p:nvSpPr>
        <p:spPr>
          <a:xfrm>
            <a:off x="9798215" y="3771901"/>
            <a:ext cx="914400" cy="540224"/>
          </a:xfrm>
          <a:prstGeom prst="rect">
            <a:avLst/>
          </a:prstGeom>
          <a:noFill/>
        </p:spPr>
        <p:txBody>
          <a:bodyPr wrap="square" lIns="0" tIns="0" rIns="0" bIns="0" rtlCol="0" anchor="ctr">
            <a:noAutofit/>
          </a:bodyPr>
          <a:lstStyle/>
          <a:p>
            <a:r>
              <a:rPr lang="en-US" sz="800">
                <a:cs typeface="+mn-cs"/>
              </a:rPr>
              <a:t>Light </a:t>
            </a:r>
            <a:r>
              <a:rPr lang="en-US" sz="800"/>
              <a:t>Purple</a:t>
            </a:r>
            <a:r>
              <a:rPr lang="en-US" sz="800">
                <a:cs typeface="+mn-cs"/>
              </a:rPr>
              <a:t>,</a:t>
            </a:r>
          </a:p>
          <a:p>
            <a:r>
              <a:rPr lang="en-US" sz="800">
                <a:cs typeface="+mn-cs"/>
              </a:rPr>
              <a:t>Accent 5</a:t>
            </a:r>
          </a:p>
        </p:txBody>
      </p:sp>
      <p:sp>
        <p:nvSpPr>
          <p:cNvPr id="47" name="TextBox 46">
            <a:extLst>
              <a:ext uri="{FF2B5EF4-FFF2-40B4-BE49-F238E27FC236}">
                <a16:creationId xmlns:a16="http://schemas.microsoft.com/office/drawing/2014/main" id="{55BEBC1C-8DEB-4805-9806-B441E7B28916}"/>
              </a:ext>
              <a:ext uri="{C183D7F6-B498-43B3-948B-1728B52AA6E4}">
                <adec:decorative xmlns:adec="http://schemas.microsoft.com/office/drawing/2017/decorative" val="1"/>
              </a:ext>
            </a:extLst>
          </p:cNvPr>
          <p:cNvSpPr txBox="1"/>
          <p:nvPr/>
        </p:nvSpPr>
        <p:spPr>
          <a:xfrm>
            <a:off x="10712097" y="3771901"/>
            <a:ext cx="914400" cy="540224"/>
          </a:xfrm>
          <a:prstGeom prst="rect">
            <a:avLst/>
          </a:prstGeom>
          <a:noFill/>
        </p:spPr>
        <p:txBody>
          <a:bodyPr wrap="square" lIns="0" tIns="0" rIns="0" bIns="0" rtlCol="0" anchor="ctr">
            <a:noAutofit/>
          </a:bodyPr>
          <a:lstStyle/>
          <a:p>
            <a:r>
              <a:rPr lang="en-US" sz="800">
                <a:cs typeface="+mn-cs"/>
              </a:rPr>
              <a:t>Lime,</a:t>
            </a:r>
          </a:p>
          <a:p>
            <a:r>
              <a:rPr lang="en-US" sz="800">
                <a:cs typeface="+mn-cs"/>
              </a:rPr>
              <a:t>Accent 6</a:t>
            </a:r>
          </a:p>
        </p:txBody>
      </p:sp>
      <p:cxnSp>
        <p:nvCxnSpPr>
          <p:cNvPr id="4" name="Straight Connector 3">
            <a:extLst>
              <a:ext uri="{FF2B5EF4-FFF2-40B4-BE49-F238E27FC236}">
                <a16:creationId xmlns:a16="http://schemas.microsoft.com/office/drawing/2014/main" id="{ED91957C-EFB6-444B-B727-DA3CF24568B9}"/>
              </a:ext>
              <a:ext uri="{C183D7F6-B498-43B3-948B-1728B52AA6E4}">
                <adec:decorative xmlns:adec="http://schemas.microsoft.com/office/drawing/2017/decorative" val="1"/>
              </a:ext>
            </a:extLst>
          </p:cNvPr>
          <p:cNvCxnSpPr>
            <a:cxnSpLocks/>
          </p:cNvCxnSpPr>
          <p:nvPr/>
        </p:nvCxnSpPr>
        <p:spPr>
          <a:xfrm>
            <a:off x="571500" y="4660669"/>
            <a:ext cx="11032183"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70" name="Text Box 4">
            <a:extLst>
              <a:ext uri="{FF2B5EF4-FFF2-40B4-BE49-F238E27FC236}">
                <a16:creationId xmlns:a16="http://schemas.microsoft.com/office/drawing/2014/main" id="{F2F5F359-BA06-4015-98AB-B3952B0AE633}"/>
              </a:ext>
            </a:extLst>
          </p:cNvPr>
          <p:cNvSpPr txBox="1">
            <a:spLocks noChangeArrowheads="1"/>
          </p:cNvSpPr>
          <p:nvPr/>
        </p:nvSpPr>
        <p:spPr bwMode="auto">
          <a:xfrm>
            <a:off x="612591" y="4834302"/>
            <a:ext cx="139411" cy="139597"/>
          </a:xfrm>
          <a:prstGeom prst="rect">
            <a:avLst/>
          </a:prstGeom>
          <a:solidFill>
            <a:schemeClr val="accent1"/>
          </a:solidFill>
          <a:ln w="57150" algn="ctr">
            <a:solidFill>
              <a:schemeClr val="accent1"/>
            </a:solidFill>
            <a:miter lim="800000"/>
            <a:headEnd/>
            <a:tailEnd/>
          </a:ln>
          <a:effectLst/>
        </p:spPr>
        <p:style>
          <a:lnRef idx="0">
            <a:scrgbClr r="0" g="0" b="0"/>
          </a:lnRef>
          <a:fillRef idx="1001">
            <a:schemeClr val="dk2"/>
          </a:fillRef>
          <a:effectRef idx="0">
            <a:scrgbClr r="0" g="0" b="0"/>
          </a:effectRef>
          <a:fontRef idx="major"/>
        </p:style>
        <p:txBody>
          <a:bodyPr wrap="square" lIns="180000" tIns="72000" rIns="180000" bIns="72000" anchor="ctr">
            <a:noAutofit/>
          </a:bodyPr>
          <a:lstStyle>
            <a:lvl1pPr eaLnBrk="0" hangingPunct="0">
              <a:tabLst>
                <a:tab pos="342900" algn="l"/>
              </a:tabLst>
              <a:defRPr sz="2000" b="1">
                <a:solidFill>
                  <a:schemeClr val="tx1"/>
                </a:solidFill>
                <a:latin typeface="+mn-lt"/>
                <a:ea typeface="+mn-ea"/>
                <a:cs typeface="+mn-cs"/>
              </a:defRPr>
            </a:lvl1pPr>
            <a:lvl2pPr marL="742950" indent="-285750" eaLnBrk="0" hangingPunct="0">
              <a:tabLst>
                <a:tab pos="342900" algn="l"/>
              </a:tabLst>
              <a:defRPr sz="2000" b="1">
                <a:solidFill>
                  <a:schemeClr val="tx1"/>
                </a:solidFill>
                <a:latin typeface="+mn-lt"/>
                <a:ea typeface="+mn-ea"/>
                <a:cs typeface="+mn-cs"/>
              </a:defRPr>
            </a:lvl2pPr>
            <a:lvl3pPr marL="1143000" indent="-228600" eaLnBrk="0" hangingPunct="0">
              <a:tabLst>
                <a:tab pos="342900" algn="l"/>
              </a:tabLst>
              <a:defRPr sz="2000" b="1">
                <a:solidFill>
                  <a:schemeClr val="tx1"/>
                </a:solidFill>
                <a:latin typeface="+mn-lt"/>
                <a:ea typeface="+mn-ea"/>
                <a:cs typeface="+mn-cs"/>
              </a:defRPr>
            </a:lvl3pPr>
            <a:lvl4pPr marL="1600200" indent="-228600" eaLnBrk="0" hangingPunct="0">
              <a:tabLst>
                <a:tab pos="342900" algn="l"/>
              </a:tabLst>
              <a:defRPr sz="2000" b="1">
                <a:solidFill>
                  <a:schemeClr val="tx1"/>
                </a:solidFill>
                <a:latin typeface="+mn-lt"/>
                <a:ea typeface="+mn-ea"/>
                <a:cs typeface="+mn-cs"/>
              </a:defRPr>
            </a:lvl4pPr>
            <a:lvl5pPr marL="2057400" indent="-228600" eaLnBrk="0" hangingPunct="0">
              <a:tabLst>
                <a:tab pos="342900" algn="l"/>
              </a:tabLst>
              <a:defRPr sz="2000" b="1">
                <a:solidFill>
                  <a:schemeClr val="tx1"/>
                </a:solidFill>
                <a:latin typeface="+mn-lt"/>
                <a:ea typeface="+mn-ea"/>
                <a:cs typeface="+mn-cs"/>
              </a:defRPr>
            </a:lvl5pPr>
            <a:lvl6pPr marL="2514600" indent="-228600" eaLnBrk="0" fontAlgn="base" hangingPunct="0">
              <a:spcBef>
                <a:spcPct val="0"/>
              </a:spcBef>
              <a:spcAft>
                <a:spcPct val="0"/>
              </a:spcAft>
              <a:tabLst>
                <a:tab pos="342900" algn="l"/>
              </a:tabLst>
              <a:defRPr sz="2000" b="1">
                <a:solidFill>
                  <a:schemeClr val="tx1"/>
                </a:solidFill>
                <a:latin typeface="+mn-lt"/>
                <a:ea typeface="+mn-ea"/>
                <a:cs typeface="+mn-cs"/>
              </a:defRPr>
            </a:lvl6pPr>
            <a:lvl7pPr marL="2971800" indent="-228600" eaLnBrk="0" fontAlgn="base" hangingPunct="0">
              <a:spcBef>
                <a:spcPct val="0"/>
              </a:spcBef>
              <a:spcAft>
                <a:spcPct val="0"/>
              </a:spcAft>
              <a:tabLst>
                <a:tab pos="342900" algn="l"/>
              </a:tabLst>
              <a:defRPr sz="2000" b="1">
                <a:solidFill>
                  <a:schemeClr val="tx1"/>
                </a:solidFill>
                <a:latin typeface="+mn-lt"/>
                <a:ea typeface="+mn-ea"/>
                <a:cs typeface="+mn-cs"/>
              </a:defRPr>
            </a:lvl7pPr>
            <a:lvl8pPr marL="3429000" indent="-228600" eaLnBrk="0" fontAlgn="base" hangingPunct="0">
              <a:spcBef>
                <a:spcPct val="0"/>
              </a:spcBef>
              <a:spcAft>
                <a:spcPct val="0"/>
              </a:spcAft>
              <a:tabLst>
                <a:tab pos="342900" algn="l"/>
              </a:tabLst>
              <a:defRPr sz="2000" b="1">
                <a:solidFill>
                  <a:schemeClr val="tx1"/>
                </a:solidFill>
                <a:latin typeface="+mn-lt"/>
                <a:ea typeface="+mn-ea"/>
                <a:cs typeface="+mn-cs"/>
              </a:defRPr>
            </a:lvl8pPr>
            <a:lvl9pPr marL="3886200" indent="-228600" eaLnBrk="0" fontAlgn="base" hangingPunct="0">
              <a:spcBef>
                <a:spcPct val="0"/>
              </a:spcBef>
              <a:spcAft>
                <a:spcPct val="0"/>
              </a:spcAft>
              <a:tabLst>
                <a:tab pos="342900" algn="l"/>
              </a:tabLst>
              <a:defRPr sz="2000" b="1">
                <a:solidFill>
                  <a:schemeClr val="tx1"/>
                </a:solidFill>
                <a:latin typeface="+mn-lt"/>
                <a:ea typeface="+mn-ea"/>
                <a:cs typeface="+mn-cs"/>
              </a:defRPr>
            </a:lvl9pPr>
          </a:lstStyle>
          <a:p>
            <a:pPr algn="ctr" eaLnBrk="1" hangingPunct="1">
              <a:buClr>
                <a:srgbClr val="962A2A"/>
              </a:buClr>
              <a:buSzPct val="60000"/>
              <a:buFont typeface="Avenir Next LT Pro" panose="020B0504020202020204" pitchFamily="34" charset="0"/>
              <a:buNone/>
              <a:defRPr/>
            </a:pPr>
            <a:r>
              <a:rPr lang="en-US" sz="800">
                <a:solidFill>
                  <a:schemeClr val="bg1"/>
                </a:solidFill>
                <a:latin typeface="+mn-lt"/>
              </a:rPr>
              <a:t>2</a:t>
            </a:r>
            <a:endParaRPr lang="en-CA" sz="800">
              <a:solidFill>
                <a:schemeClr val="bg1"/>
              </a:solidFill>
              <a:latin typeface="+mn-lt"/>
            </a:endParaRPr>
          </a:p>
        </p:txBody>
      </p:sp>
      <p:sp>
        <p:nvSpPr>
          <p:cNvPr id="63" name="TextBox 62">
            <a:extLst>
              <a:ext uri="{FF2B5EF4-FFF2-40B4-BE49-F238E27FC236}">
                <a16:creationId xmlns:a16="http://schemas.microsoft.com/office/drawing/2014/main" id="{57EE7D98-FC0F-499C-8DB7-488B50E21E51}"/>
              </a:ext>
            </a:extLst>
          </p:cNvPr>
          <p:cNvSpPr txBox="1"/>
          <p:nvPr/>
        </p:nvSpPr>
        <p:spPr>
          <a:xfrm>
            <a:off x="855923" y="4789800"/>
            <a:ext cx="2930959" cy="228600"/>
          </a:xfrm>
          <a:prstGeom prst="rect">
            <a:avLst/>
          </a:prstGeom>
          <a:noFill/>
        </p:spPr>
        <p:txBody>
          <a:bodyPr wrap="square" lIns="0" tIns="0" rIns="0" bIns="0" rtlCol="0">
            <a:noAutofit/>
          </a:bodyPr>
          <a:lstStyle/>
          <a:p>
            <a:r>
              <a:rPr lang="en-US" sz="1400" b="1">
                <a:cs typeface="+mn-cs"/>
              </a:rPr>
              <a:t>Custom Colors</a:t>
            </a:r>
          </a:p>
        </p:txBody>
      </p:sp>
      <p:sp>
        <p:nvSpPr>
          <p:cNvPr id="93" name="TextBox 92">
            <a:extLst>
              <a:ext uri="{FF2B5EF4-FFF2-40B4-BE49-F238E27FC236}">
                <a16:creationId xmlns:a16="http://schemas.microsoft.com/office/drawing/2014/main" id="{3B099699-16FB-3401-05B4-B85D44BC6D7E}"/>
              </a:ext>
            </a:extLst>
          </p:cNvPr>
          <p:cNvSpPr txBox="1"/>
          <p:nvPr/>
        </p:nvSpPr>
        <p:spPr>
          <a:xfrm>
            <a:off x="589546" y="5125227"/>
            <a:ext cx="4501274" cy="453242"/>
          </a:xfrm>
          <a:prstGeom prst="rect">
            <a:avLst/>
          </a:prstGeom>
          <a:noFill/>
        </p:spPr>
        <p:txBody>
          <a:bodyPr wrap="square" lIns="0" tIns="0" rIns="0" bIns="0" rtlCol="0">
            <a:noAutofit/>
          </a:bodyPr>
          <a:lstStyle/>
          <a:p>
            <a:r>
              <a:rPr lang="en-US" sz="1400">
                <a:cs typeface="+mn-cs"/>
              </a:rPr>
              <a:t>To be used for shapes and graphs only, not for text</a:t>
            </a:r>
            <a:r>
              <a:rPr lang="en-US" sz="1400"/>
              <a:t>. </a:t>
            </a:r>
            <a:br>
              <a:rPr lang="en-US" sz="1400"/>
            </a:br>
            <a:r>
              <a:rPr lang="en-US" sz="1400"/>
              <a:t>Text on these colors will not be accessible (learn more about accessibility in our </a:t>
            </a:r>
            <a:r>
              <a:rPr lang="en-US" sz="1400">
                <a:hlinkClick r:id="rId2" action="ppaction://hlinksldjump"/>
              </a:rPr>
              <a:t>tips and tricks section</a:t>
            </a:r>
            <a:r>
              <a:rPr lang="en-US" sz="1400"/>
              <a:t>.</a:t>
            </a:r>
            <a:endParaRPr lang="en-US" sz="1400">
              <a:cs typeface="+mn-cs"/>
            </a:endParaRPr>
          </a:p>
        </p:txBody>
      </p:sp>
      <p:grpSp>
        <p:nvGrpSpPr>
          <p:cNvPr id="14" name="Group 13">
            <a:extLst>
              <a:ext uri="{FF2B5EF4-FFF2-40B4-BE49-F238E27FC236}">
                <a16:creationId xmlns:a16="http://schemas.microsoft.com/office/drawing/2014/main" id="{128738AC-01CB-9946-5536-631FE52975E7}"/>
              </a:ext>
              <a:ext uri="{C183D7F6-B498-43B3-948B-1728B52AA6E4}">
                <adec:decorative xmlns:adec="http://schemas.microsoft.com/office/drawing/2017/decorative" val="1"/>
              </a:ext>
            </a:extLst>
          </p:cNvPr>
          <p:cNvGrpSpPr/>
          <p:nvPr/>
        </p:nvGrpSpPr>
        <p:grpSpPr>
          <a:xfrm>
            <a:off x="6142687" y="4834302"/>
            <a:ext cx="5483810" cy="1143000"/>
            <a:chOff x="6142687" y="4800601"/>
            <a:chExt cx="5483810" cy="1143000"/>
          </a:xfrm>
        </p:grpSpPr>
        <p:grpSp>
          <p:nvGrpSpPr>
            <p:cNvPr id="10" name="Group 9">
              <a:extLst>
                <a:ext uri="{FF2B5EF4-FFF2-40B4-BE49-F238E27FC236}">
                  <a16:creationId xmlns:a16="http://schemas.microsoft.com/office/drawing/2014/main" id="{9A858537-7FA3-6A33-364A-5E6FC4DD62AF}"/>
                </a:ext>
              </a:extLst>
            </p:cNvPr>
            <p:cNvGrpSpPr/>
            <p:nvPr/>
          </p:nvGrpSpPr>
          <p:grpSpPr>
            <a:xfrm>
              <a:off x="6142687" y="4800601"/>
              <a:ext cx="5483810" cy="285995"/>
              <a:chOff x="6142687" y="4800601"/>
              <a:chExt cx="5483810" cy="285995"/>
            </a:xfrm>
          </p:grpSpPr>
          <p:sp>
            <p:nvSpPr>
              <p:cNvPr id="48" name="Rectangle 47">
                <a:extLst>
                  <a:ext uri="{FF2B5EF4-FFF2-40B4-BE49-F238E27FC236}">
                    <a16:creationId xmlns:a16="http://schemas.microsoft.com/office/drawing/2014/main" id="{6E0AA2CD-3C98-4959-9D3D-BF350A32698B}"/>
                  </a:ext>
                </a:extLst>
              </p:cNvPr>
              <p:cNvSpPr/>
              <p:nvPr/>
            </p:nvSpPr>
            <p:spPr>
              <a:xfrm>
                <a:off x="7056569" y="4800601"/>
                <a:ext cx="914400" cy="285995"/>
              </a:xfrm>
              <a:prstGeom prst="rect">
                <a:avLst/>
              </a:prstGeom>
              <a:solidFill>
                <a:srgbClr val="05C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bg1"/>
                  </a:solidFill>
                </a:endParaRPr>
              </a:p>
            </p:txBody>
          </p:sp>
          <p:sp>
            <p:nvSpPr>
              <p:cNvPr id="50" name="Rectangle 49">
                <a:extLst>
                  <a:ext uri="{FF2B5EF4-FFF2-40B4-BE49-F238E27FC236}">
                    <a16:creationId xmlns:a16="http://schemas.microsoft.com/office/drawing/2014/main" id="{99FE53C0-B24F-47D8-ABEB-FBD329CDC775}"/>
                  </a:ext>
                </a:extLst>
              </p:cNvPr>
              <p:cNvSpPr/>
              <p:nvPr/>
            </p:nvSpPr>
            <p:spPr>
              <a:xfrm>
                <a:off x="8884333" y="4800601"/>
                <a:ext cx="914400" cy="285995"/>
              </a:xfrm>
              <a:prstGeom prst="rect">
                <a:avLst/>
              </a:prstGeom>
              <a:solidFill>
                <a:srgbClr val="60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a:solidFill>
                    <a:schemeClr val="tx1"/>
                  </a:solidFill>
                </a:endParaRPr>
              </a:p>
            </p:txBody>
          </p:sp>
          <p:sp>
            <p:nvSpPr>
              <p:cNvPr id="51" name="Rectangle 50">
                <a:extLst>
                  <a:ext uri="{FF2B5EF4-FFF2-40B4-BE49-F238E27FC236}">
                    <a16:creationId xmlns:a16="http://schemas.microsoft.com/office/drawing/2014/main" id="{6276CFD0-02D2-4AAB-95A7-A606CFAA24A9}"/>
                  </a:ext>
                </a:extLst>
              </p:cNvPr>
              <p:cNvSpPr/>
              <p:nvPr/>
            </p:nvSpPr>
            <p:spPr>
              <a:xfrm>
                <a:off x="7970451" y="4800601"/>
                <a:ext cx="914400" cy="285995"/>
              </a:xfrm>
              <a:prstGeom prst="rect">
                <a:avLst/>
              </a:prstGeom>
              <a:solidFill>
                <a:srgbClr val="0ED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bg1"/>
                  </a:solidFill>
                </a:endParaRPr>
              </a:p>
            </p:txBody>
          </p:sp>
          <p:sp>
            <p:nvSpPr>
              <p:cNvPr id="52" name="Rectangle 51">
                <a:extLst>
                  <a:ext uri="{FF2B5EF4-FFF2-40B4-BE49-F238E27FC236}">
                    <a16:creationId xmlns:a16="http://schemas.microsoft.com/office/drawing/2014/main" id="{1E8E6ED8-0986-474B-BD28-527CB397F9C7}"/>
                  </a:ext>
                </a:extLst>
              </p:cNvPr>
              <p:cNvSpPr/>
              <p:nvPr/>
            </p:nvSpPr>
            <p:spPr>
              <a:xfrm>
                <a:off x="6142687" y="4800601"/>
                <a:ext cx="914400" cy="285995"/>
              </a:xfrm>
              <a:prstGeom prst="rect">
                <a:avLst/>
              </a:prstGeom>
              <a:solidFill>
                <a:srgbClr val="00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a:solidFill>
                    <a:schemeClr val="bg1"/>
                  </a:solidFill>
                </a:endParaRPr>
              </a:p>
            </p:txBody>
          </p:sp>
          <p:sp>
            <p:nvSpPr>
              <p:cNvPr id="53" name="Rectangle 52">
                <a:extLst>
                  <a:ext uri="{FF2B5EF4-FFF2-40B4-BE49-F238E27FC236}">
                    <a16:creationId xmlns:a16="http://schemas.microsoft.com/office/drawing/2014/main" id="{8AF3241C-C1FB-4DD2-8633-67DD173440FB}"/>
                  </a:ext>
                </a:extLst>
              </p:cNvPr>
              <p:cNvSpPr/>
              <p:nvPr/>
            </p:nvSpPr>
            <p:spPr>
              <a:xfrm>
                <a:off x="10712097" y="4800601"/>
                <a:ext cx="914400" cy="285995"/>
              </a:xfrm>
              <a:prstGeom prst="rect">
                <a:avLst/>
              </a:prstGeom>
              <a:solidFill>
                <a:srgbClr val="D1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tx1"/>
                  </a:solidFill>
                </a:endParaRPr>
              </a:p>
            </p:txBody>
          </p:sp>
          <p:sp>
            <p:nvSpPr>
              <p:cNvPr id="54" name="Rectangle 53">
                <a:extLst>
                  <a:ext uri="{FF2B5EF4-FFF2-40B4-BE49-F238E27FC236}">
                    <a16:creationId xmlns:a16="http://schemas.microsoft.com/office/drawing/2014/main" id="{25DD67CA-05F4-4DF3-9450-31138CA7939A}"/>
                  </a:ext>
                </a:extLst>
              </p:cNvPr>
              <p:cNvSpPr/>
              <p:nvPr/>
            </p:nvSpPr>
            <p:spPr>
              <a:xfrm>
                <a:off x="9798215" y="4800601"/>
                <a:ext cx="914400" cy="285995"/>
              </a:xfrm>
              <a:prstGeom prst="rect">
                <a:avLst/>
              </a:prstGeom>
              <a:solidFill>
                <a:srgbClr val="8CF0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tx1"/>
                  </a:solidFill>
                </a:endParaRPr>
              </a:p>
            </p:txBody>
          </p:sp>
        </p:grpSp>
        <p:grpSp>
          <p:nvGrpSpPr>
            <p:cNvPr id="11" name="Group 10">
              <a:extLst>
                <a:ext uri="{FF2B5EF4-FFF2-40B4-BE49-F238E27FC236}">
                  <a16:creationId xmlns:a16="http://schemas.microsoft.com/office/drawing/2014/main" id="{267606DB-F37E-2C14-D2B6-B29C7CD958DD}"/>
                </a:ext>
              </a:extLst>
            </p:cNvPr>
            <p:cNvGrpSpPr/>
            <p:nvPr/>
          </p:nvGrpSpPr>
          <p:grpSpPr>
            <a:xfrm>
              <a:off x="6142687" y="5086269"/>
              <a:ext cx="5483810" cy="285995"/>
              <a:chOff x="6142687" y="5085767"/>
              <a:chExt cx="5483810" cy="285995"/>
            </a:xfrm>
          </p:grpSpPr>
          <p:sp>
            <p:nvSpPr>
              <p:cNvPr id="72" name="Rectangle 71">
                <a:extLst>
                  <a:ext uri="{FF2B5EF4-FFF2-40B4-BE49-F238E27FC236}">
                    <a16:creationId xmlns:a16="http://schemas.microsoft.com/office/drawing/2014/main" id="{4CF71288-387A-5925-0A06-321A3C49E3A1}"/>
                  </a:ext>
                </a:extLst>
              </p:cNvPr>
              <p:cNvSpPr/>
              <p:nvPr/>
            </p:nvSpPr>
            <p:spPr>
              <a:xfrm>
                <a:off x="7056569" y="5085767"/>
                <a:ext cx="914400" cy="285995"/>
              </a:xfrm>
              <a:prstGeom prst="rect">
                <a:avLst/>
              </a:prstGeom>
              <a:solidFill>
                <a:srgbClr val="F121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bg1"/>
                  </a:solidFill>
                </a:endParaRPr>
              </a:p>
            </p:txBody>
          </p:sp>
          <p:sp>
            <p:nvSpPr>
              <p:cNvPr id="73" name="Rectangle 72">
                <a:extLst>
                  <a:ext uri="{FF2B5EF4-FFF2-40B4-BE49-F238E27FC236}">
                    <a16:creationId xmlns:a16="http://schemas.microsoft.com/office/drawing/2014/main" id="{0D76A222-FB56-FB75-3D02-0EF74FA839D3}"/>
                  </a:ext>
                </a:extLst>
              </p:cNvPr>
              <p:cNvSpPr/>
              <p:nvPr/>
            </p:nvSpPr>
            <p:spPr>
              <a:xfrm>
                <a:off x="8884333" y="5085767"/>
                <a:ext cx="914400" cy="285995"/>
              </a:xfrm>
              <a:prstGeom prst="rect">
                <a:avLst/>
              </a:prstGeom>
              <a:solidFill>
                <a:srgbClr val="FF5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a:solidFill>
                    <a:schemeClr val="tx1"/>
                  </a:solidFill>
                </a:endParaRPr>
              </a:p>
            </p:txBody>
          </p:sp>
          <p:sp>
            <p:nvSpPr>
              <p:cNvPr id="74" name="Rectangle 73">
                <a:extLst>
                  <a:ext uri="{FF2B5EF4-FFF2-40B4-BE49-F238E27FC236}">
                    <a16:creationId xmlns:a16="http://schemas.microsoft.com/office/drawing/2014/main" id="{619112B0-5A8C-C0C4-8C24-9A21E3D459DF}"/>
                  </a:ext>
                </a:extLst>
              </p:cNvPr>
              <p:cNvSpPr/>
              <p:nvPr/>
            </p:nvSpPr>
            <p:spPr>
              <a:xfrm>
                <a:off x="7970451" y="5085767"/>
                <a:ext cx="914400" cy="285995"/>
              </a:xfrm>
              <a:prstGeom prst="rect">
                <a:avLst/>
              </a:prstGeom>
              <a:solidFill>
                <a:srgbClr val="F539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bg1"/>
                  </a:solidFill>
                </a:endParaRPr>
              </a:p>
            </p:txBody>
          </p:sp>
          <p:sp>
            <p:nvSpPr>
              <p:cNvPr id="75" name="Rectangle 74">
                <a:extLst>
                  <a:ext uri="{FF2B5EF4-FFF2-40B4-BE49-F238E27FC236}">
                    <a16:creationId xmlns:a16="http://schemas.microsoft.com/office/drawing/2014/main" id="{22819578-A7B7-21E7-973F-7D58A24785AF}"/>
                  </a:ext>
                </a:extLst>
              </p:cNvPr>
              <p:cNvSpPr/>
              <p:nvPr/>
            </p:nvSpPr>
            <p:spPr>
              <a:xfrm>
                <a:off x="6142687" y="5085767"/>
                <a:ext cx="914400" cy="285995"/>
              </a:xfrm>
              <a:prstGeom prst="rect">
                <a:avLst/>
              </a:prstGeom>
              <a:solidFill>
                <a:srgbClr val="E61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a:solidFill>
                    <a:schemeClr val="bg1"/>
                  </a:solidFill>
                </a:endParaRPr>
              </a:p>
            </p:txBody>
          </p:sp>
          <p:sp>
            <p:nvSpPr>
              <p:cNvPr id="76" name="Rectangle 75">
                <a:extLst>
                  <a:ext uri="{FF2B5EF4-FFF2-40B4-BE49-F238E27FC236}">
                    <a16:creationId xmlns:a16="http://schemas.microsoft.com/office/drawing/2014/main" id="{DFBA44C2-7A6F-11C0-D7BF-0B2FCF8F83D0}"/>
                  </a:ext>
                </a:extLst>
              </p:cNvPr>
              <p:cNvSpPr/>
              <p:nvPr/>
            </p:nvSpPr>
            <p:spPr>
              <a:xfrm>
                <a:off x="10712097" y="5085767"/>
                <a:ext cx="914400" cy="285995"/>
              </a:xfrm>
              <a:prstGeom prst="rect">
                <a:avLst/>
              </a:prstGeom>
              <a:solidFill>
                <a:srgbClr val="FFD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tx1"/>
                  </a:solidFill>
                </a:endParaRPr>
              </a:p>
            </p:txBody>
          </p:sp>
          <p:sp>
            <p:nvSpPr>
              <p:cNvPr id="77" name="Rectangle 76">
                <a:extLst>
                  <a:ext uri="{FF2B5EF4-FFF2-40B4-BE49-F238E27FC236}">
                    <a16:creationId xmlns:a16="http://schemas.microsoft.com/office/drawing/2014/main" id="{00EA5375-F75B-C0EA-4CE0-60F7C711F4D6}"/>
                  </a:ext>
                </a:extLst>
              </p:cNvPr>
              <p:cNvSpPr/>
              <p:nvPr/>
            </p:nvSpPr>
            <p:spPr>
              <a:xfrm>
                <a:off x="9798215" y="5085767"/>
                <a:ext cx="914400" cy="285995"/>
              </a:xfrm>
              <a:prstGeom prst="rect">
                <a:avLst/>
              </a:prstGeom>
              <a:solidFill>
                <a:srgbClr val="F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tx1"/>
                  </a:solidFill>
                </a:endParaRPr>
              </a:p>
            </p:txBody>
          </p:sp>
        </p:grpSp>
        <p:grpSp>
          <p:nvGrpSpPr>
            <p:cNvPr id="12" name="Group 11">
              <a:extLst>
                <a:ext uri="{FF2B5EF4-FFF2-40B4-BE49-F238E27FC236}">
                  <a16:creationId xmlns:a16="http://schemas.microsoft.com/office/drawing/2014/main" id="{58C255EC-15CE-7E04-CDD9-6311DE75C37F}"/>
                </a:ext>
              </a:extLst>
            </p:cNvPr>
            <p:cNvGrpSpPr/>
            <p:nvPr/>
          </p:nvGrpSpPr>
          <p:grpSpPr>
            <a:xfrm>
              <a:off x="6142687" y="5371937"/>
              <a:ext cx="5483810" cy="285995"/>
              <a:chOff x="6142687" y="5371852"/>
              <a:chExt cx="5483810" cy="285995"/>
            </a:xfrm>
          </p:grpSpPr>
          <p:sp>
            <p:nvSpPr>
              <p:cNvPr id="79" name="Rectangle 78">
                <a:extLst>
                  <a:ext uri="{FF2B5EF4-FFF2-40B4-BE49-F238E27FC236}">
                    <a16:creationId xmlns:a16="http://schemas.microsoft.com/office/drawing/2014/main" id="{6F58A02A-B4B4-0CEF-3DD7-B8D0E9E15F55}"/>
                  </a:ext>
                </a:extLst>
              </p:cNvPr>
              <p:cNvSpPr/>
              <p:nvPr/>
            </p:nvSpPr>
            <p:spPr>
              <a:xfrm>
                <a:off x="7056569" y="5371852"/>
                <a:ext cx="914400" cy="285995"/>
              </a:xfrm>
              <a:prstGeom prst="rect">
                <a:avLst/>
              </a:prstGeom>
              <a:solidFill>
                <a:srgbClr val="A09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bg1"/>
                  </a:solidFill>
                </a:endParaRPr>
              </a:p>
            </p:txBody>
          </p:sp>
          <p:sp>
            <p:nvSpPr>
              <p:cNvPr id="80" name="Rectangle 79">
                <a:extLst>
                  <a:ext uri="{FF2B5EF4-FFF2-40B4-BE49-F238E27FC236}">
                    <a16:creationId xmlns:a16="http://schemas.microsoft.com/office/drawing/2014/main" id="{7E096B48-637F-3B88-FEE2-5C2C68A64F6D}"/>
                  </a:ext>
                </a:extLst>
              </p:cNvPr>
              <p:cNvSpPr/>
              <p:nvPr/>
            </p:nvSpPr>
            <p:spPr>
              <a:xfrm>
                <a:off x="8884333" y="5371852"/>
                <a:ext cx="914400" cy="285995"/>
              </a:xfrm>
              <a:prstGeom prst="rect">
                <a:avLst/>
              </a:prstGeom>
              <a:solidFill>
                <a:srgbClr val="CC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a:solidFill>
                    <a:schemeClr val="tx1"/>
                  </a:solidFill>
                </a:endParaRPr>
              </a:p>
            </p:txBody>
          </p:sp>
          <p:sp>
            <p:nvSpPr>
              <p:cNvPr id="81" name="Rectangle 80">
                <a:extLst>
                  <a:ext uri="{FF2B5EF4-FFF2-40B4-BE49-F238E27FC236}">
                    <a16:creationId xmlns:a16="http://schemas.microsoft.com/office/drawing/2014/main" id="{9B0232BB-4A76-A2F3-5D9D-2C43F53C24FA}"/>
                  </a:ext>
                </a:extLst>
              </p:cNvPr>
              <p:cNvSpPr/>
              <p:nvPr/>
            </p:nvSpPr>
            <p:spPr>
              <a:xfrm>
                <a:off x="7970451" y="5371852"/>
                <a:ext cx="914400" cy="285995"/>
              </a:xfrm>
              <a:prstGeom prst="rect">
                <a:avLst/>
              </a:prstGeom>
              <a:solidFill>
                <a:srgbClr val="B6A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bg1"/>
                  </a:solidFill>
                </a:endParaRPr>
              </a:p>
            </p:txBody>
          </p:sp>
          <p:sp>
            <p:nvSpPr>
              <p:cNvPr id="82" name="Rectangle 81">
                <a:extLst>
                  <a:ext uri="{FF2B5EF4-FFF2-40B4-BE49-F238E27FC236}">
                    <a16:creationId xmlns:a16="http://schemas.microsoft.com/office/drawing/2014/main" id="{B349202B-E953-32E8-1A16-1046AE5BB8B9}"/>
                  </a:ext>
                </a:extLst>
              </p:cNvPr>
              <p:cNvSpPr/>
              <p:nvPr/>
            </p:nvSpPr>
            <p:spPr>
              <a:xfrm>
                <a:off x="6142687" y="5371852"/>
                <a:ext cx="914400" cy="285995"/>
              </a:xfrm>
              <a:prstGeom prst="rect">
                <a:avLst/>
              </a:prstGeom>
              <a:solidFill>
                <a:srgbClr val="948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a:solidFill>
                    <a:schemeClr val="bg1"/>
                  </a:solidFill>
                </a:endParaRPr>
              </a:p>
            </p:txBody>
          </p:sp>
          <p:sp>
            <p:nvSpPr>
              <p:cNvPr id="83" name="Rectangle 82">
                <a:extLst>
                  <a:ext uri="{FF2B5EF4-FFF2-40B4-BE49-F238E27FC236}">
                    <a16:creationId xmlns:a16="http://schemas.microsoft.com/office/drawing/2014/main" id="{1CE411EA-C76D-B451-7930-B8F27A5410A9}"/>
                  </a:ext>
                </a:extLst>
              </p:cNvPr>
              <p:cNvSpPr/>
              <p:nvPr/>
            </p:nvSpPr>
            <p:spPr>
              <a:xfrm>
                <a:off x="10712097" y="5371852"/>
                <a:ext cx="914400" cy="285995"/>
              </a:xfrm>
              <a:prstGeom prst="rect">
                <a:avLst/>
              </a:prstGeom>
              <a:solidFill>
                <a:srgbClr val="EE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tx1"/>
                  </a:solidFill>
                </a:endParaRPr>
              </a:p>
            </p:txBody>
          </p:sp>
          <p:sp>
            <p:nvSpPr>
              <p:cNvPr id="84" name="Rectangle 83">
                <a:extLst>
                  <a:ext uri="{FF2B5EF4-FFF2-40B4-BE49-F238E27FC236}">
                    <a16:creationId xmlns:a16="http://schemas.microsoft.com/office/drawing/2014/main" id="{233A1709-F017-70A0-48C0-FC110AE23954}"/>
                  </a:ext>
                </a:extLst>
              </p:cNvPr>
              <p:cNvSpPr/>
              <p:nvPr/>
            </p:nvSpPr>
            <p:spPr>
              <a:xfrm>
                <a:off x="9798215" y="5371852"/>
                <a:ext cx="914400" cy="285995"/>
              </a:xfrm>
              <a:prstGeom prst="rect">
                <a:avLst/>
              </a:prstGeom>
              <a:solidFill>
                <a:srgbClr val="D3C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tx1"/>
                  </a:solidFill>
                </a:endParaRPr>
              </a:p>
            </p:txBody>
          </p:sp>
        </p:grpSp>
        <p:grpSp>
          <p:nvGrpSpPr>
            <p:cNvPr id="13" name="Group 12">
              <a:extLst>
                <a:ext uri="{FF2B5EF4-FFF2-40B4-BE49-F238E27FC236}">
                  <a16:creationId xmlns:a16="http://schemas.microsoft.com/office/drawing/2014/main" id="{9772C120-B7EB-AC2D-9A5B-2221305102DC}"/>
                </a:ext>
              </a:extLst>
            </p:cNvPr>
            <p:cNvGrpSpPr/>
            <p:nvPr/>
          </p:nvGrpSpPr>
          <p:grpSpPr>
            <a:xfrm>
              <a:off x="6142687" y="5657606"/>
              <a:ext cx="5483810" cy="285995"/>
              <a:chOff x="6142687" y="5657606"/>
              <a:chExt cx="5483810" cy="285995"/>
            </a:xfrm>
          </p:grpSpPr>
          <p:sp>
            <p:nvSpPr>
              <p:cNvPr id="86" name="Rectangle 85">
                <a:extLst>
                  <a:ext uri="{FF2B5EF4-FFF2-40B4-BE49-F238E27FC236}">
                    <a16:creationId xmlns:a16="http://schemas.microsoft.com/office/drawing/2014/main" id="{50E06420-07F8-9F44-9C9A-F874CFE2B777}"/>
                  </a:ext>
                </a:extLst>
              </p:cNvPr>
              <p:cNvSpPr/>
              <p:nvPr/>
            </p:nvSpPr>
            <p:spPr>
              <a:xfrm>
                <a:off x="7056569" y="5657606"/>
                <a:ext cx="914400" cy="285995"/>
              </a:xfrm>
              <a:prstGeom prst="rect">
                <a:avLst/>
              </a:prstGeom>
              <a:solidFill>
                <a:srgbClr val="BDDD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bg1"/>
                  </a:solidFill>
                </a:endParaRPr>
              </a:p>
            </p:txBody>
          </p:sp>
          <p:sp>
            <p:nvSpPr>
              <p:cNvPr id="87" name="Rectangle 86">
                <a:extLst>
                  <a:ext uri="{FF2B5EF4-FFF2-40B4-BE49-F238E27FC236}">
                    <a16:creationId xmlns:a16="http://schemas.microsoft.com/office/drawing/2014/main" id="{9EEB2C5E-D4D9-CF05-46C1-2368683895A4}"/>
                  </a:ext>
                </a:extLst>
              </p:cNvPr>
              <p:cNvSpPr/>
              <p:nvPr/>
            </p:nvSpPr>
            <p:spPr>
              <a:xfrm>
                <a:off x="8884333" y="5657606"/>
                <a:ext cx="914400" cy="285995"/>
              </a:xfrm>
              <a:prstGeom prst="rect">
                <a:avLst/>
              </a:prstGeom>
              <a:solidFill>
                <a:srgbClr val="E7F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a:solidFill>
                    <a:schemeClr val="tx1"/>
                  </a:solidFill>
                </a:endParaRPr>
              </a:p>
            </p:txBody>
          </p:sp>
          <p:sp>
            <p:nvSpPr>
              <p:cNvPr id="88" name="Rectangle 87">
                <a:extLst>
                  <a:ext uri="{FF2B5EF4-FFF2-40B4-BE49-F238E27FC236}">
                    <a16:creationId xmlns:a16="http://schemas.microsoft.com/office/drawing/2014/main" id="{7408672C-4BD1-4411-DBD3-F920A74B150D}"/>
                  </a:ext>
                </a:extLst>
              </p:cNvPr>
              <p:cNvSpPr/>
              <p:nvPr/>
            </p:nvSpPr>
            <p:spPr>
              <a:xfrm>
                <a:off x="7970451" y="5657606"/>
                <a:ext cx="914400" cy="285995"/>
              </a:xfrm>
              <a:prstGeom prst="rect">
                <a:avLst/>
              </a:prstGeom>
              <a:solidFill>
                <a:srgbClr val="CBE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bg1"/>
                  </a:solidFill>
                </a:endParaRPr>
              </a:p>
            </p:txBody>
          </p:sp>
          <p:sp>
            <p:nvSpPr>
              <p:cNvPr id="89" name="Rectangle 88">
                <a:extLst>
                  <a:ext uri="{FF2B5EF4-FFF2-40B4-BE49-F238E27FC236}">
                    <a16:creationId xmlns:a16="http://schemas.microsoft.com/office/drawing/2014/main" id="{AF75D452-2528-FEBE-A24A-1E0AF1780D27}"/>
                  </a:ext>
                </a:extLst>
              </p:cNvPr>
              <p:cNvSpPr/>
              <p:nvPr/>
            </p:nvSpPr>
            <p:spPr>
              <a:xfrm>
                <a:off x="6142687" y="5657606"/>
                <a:ext cx="914400" cy="285995"/>
              </a:xfrm>
              <a:prstGeom prst="rect">
                <a:avLst/>
              </a:prstGeom>
              <a:solidFill>
                <a:srgbClr val="B3C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a:solidFill>
                    <a:schemeClr val="bg1"/>
                  </a:solidFill>
                </a:endParaRPr>
              </a:p>
            </p:txBody>
          </p:sp>
          <p:sp>
            <p:nvSpPr>
              <p:cNvPr id="90" name="Rectangle 89">
                <a:extLst>
                  <a:ext uri="{FF2B5EF4-FFF2-40B4-BE49-F238E27FC236}">
                    <a16:creationId xmlns:a16="http://schemas.microsoft.com/office/drawing/2014/main" id="{3AAFC7FD-8308-1445-DF40-73807761F7EB}"/>
                  </a:ext>
                </a:extLst>
              </p:cNvPr>
              <p:cNvSpPr/>
              <p:nvPr/>
            </p:nvSpPr>
            <p:spPr>
              <a:xfrm>
                <a:off x="10712097" y="5657606"/>
                <a:ext cx="914400" cy="285995"/>
              </a:xfrm>
              <a:prstGeom prst="rect">
                <a:avLst/>
              </a:prstGeom>
              <a:solidFill>
                <a:srgbClr val="F7F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tx1"/>
                  </a:solidFill>
                </a:endParaRPr>
              </a:p>
            </p:txBody>
          </p:sp>
          <p:sp>
            <p:nvSpPr>
              <p:cNvPr id="91" name="Rectangle 90">
                <a:extLst>
                  <a:ext uri="{FF2B5EF4-FFF2-40B4-BE49-F238E27FC236}">
                    <a16:creationId xmlns:a16="http://schemas.microsoft.com/office/drawing/2014/main" id="{2138F3A7-A6E5-A1DD-D566-2C2B32F7F108}"/>
                  </a:ext>
                </a:extLst>
              </p:cNvPr>
              <p:cNvSpPr/>
              <p:nvPr/>
            </p:nvSpPr>
            <p:spPr>
              <a:xfrm>
                <a:off x="9798215" y="5657606"/>
                <a:ext cx="914400" cy="285995"/>
              </a:xfrm>
              <a:prstGeom prst="rect">
                <a:avLst/>
              </a:prstGeom>
              <a:solidFill>
                <a:srgbClr val="EFF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600" b="1">
                  <a:solidFill>
                    <a:schemeClr val="tx1"/>
                  </a:solidFill>
                </a:endParaRPr>
              </a:p>
            </p:txBody>
          </p:sp>
        </p:grpSp>
      </p:grpSp>
      <p:pic>
        <p:nvPicPr>
          <p:cNvPr id="6" name="Picture 5" descr="A picture containing chart&#10;&#10;Description automatically generated">
            <a:extLst>
              <a:ext uri="{FF2B5EF4-FFF2-40B4-BE49-F238E27FC236}">
                <a16:creationId xmlns:a16="http://schemas.microsoft.com/office/drawing/2014/main" id="{1878B8CC-2451-4D13-302F-B27DB20F5E7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94607" y="304144"/>
            <a:ext cx="1480397" cy="1858371"/>
          </a:xfrm>
          <a:prstGeom prst="rect">
            <a:avLst/>
          </a:prstGeom>
        </p:spPr>
      </p:pic>
      <p:sp>
        <p:nvSpPr>
          <p:cNvPr id="58" name="Rectangle 57">
            <a:extLst>
              <a:ext uri="{FF2B5EF4-FFF2-40B4-BE49-F238E27FC236}">
                <a16:creationId xmlns:a16="http://schemas.microsoft.com/office/drawing/2014/main" id="{9C14A75F-9DF9-4148-B2B6-77EA9961F495}"/>
              </a:ext>
            </a:extLst>
          </p:cNvPr>
          <p:cNvSpPr/>
          <p:nvPr/>
        </p:nvSpPr>
        <p:spPr>
          <a:xfrm>
            <a:off x="10144622" y="681517"/>
            <a:ext cx="1430382" cy="671037"/>
          </a:xfrm>
          <a:prstGeom prst="rect">
            <a:avLst/>
          </a:prstGeom>
          <a:solidFill>
            <a:schemeClr val="tx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00"/>
          </a:p>
        </p:txBody>
      </p:sp>
      <p:sp>
        <p:nvSpPr>
          <p:cNvPr id="59" name="Oval 21">
            <a:extLst>
              <a:ext uri="{FF2B5EF4-FFF2-40B4-BE49-F238E27FC236}">
                <a16:creationId xmlns:a16="http://schemas.microsoft.com/office/drawing/2014/main" id="{F5EF5463-4849-4699-A0D4-22F81C512195}"/>
              </a:ext>
            </a:extLst>
          </p:cNvPr>
          <p:cNvSpPr/>
          <p:nvPr/>
        </p:nvSpPr>
        <p:spPr>
          <a:xfrm>
            <a:off x="10094607" y="285832"/>
            <a:ext cx="1480397" cy="395684"/>
          </a:xfrm>
          <a:prstGeom prst="rect">
            <a:avLst/>
          </a:prstGeom>
          <a:noFill/>
          <a:ln w="5715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60" name="Oval 21">
            <a:extLst>
              <a:ext uri="{FF2B5EF4-FFF2-40B4-BE49-F238E27FC236}">
                <a16:creationId xmlns:a16="http://schemas.microsoft.com/office/drawing/2014/main" id="{CDD56AAD-CEE2-48C9-899F-9A2453C4631E}"/>
              </a:ext>
            </a:extLst>
          </p:cNvPr>
          <p:cNvSpPr/>
          <p:nvPr/>
        </p:nvSpPr>
        <p:spPr>
          <a:xfrm>
            <a:off x="10094607" y="1378939"/>
            <a:ext cx="1480397" cy="792762"/>
          </a:xfrm>
          <a:prstGeom prst="rect">
            <a:avLst/>
          </a:prstGeom>
          <a:noFill/>
          <a:ln w="5715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62" name="Text Box 4">
            <a:extLst>
              <a:ext uri="{FF2B5EF4-FFF2-40B4-BE49-F238E27FC236}">
                <a16:creationId xmlns:a16="http://schemas.microsoft.com/office/drawing/2014/main" id="{53FD4027-368F-434B-9A80-B972F24E807E}"/>
              </a:ext>
            </a:extLst>
          </p:cNvPr>
          <p:cNvSpPr txBox="1">
            <a:spLocks noChangeArrowheads="1"/>
          </p:cNvSpPr>
          <p:nvPr/>
        </p:nvSpPr>
        <p:spPr bwMode="auto">
          <a:xfrm>
            <a:off x="9947515" y="1378939"/>
            <a:ext cx="122948" cy="123112"/>
          </a:xfrm>
          <a:prstGeom prst="rect">
            <a:avLst/>
          </a:prstGeom>
          <a:solidFill>
            <a:schemeClr val="accent1"/>
          </a:solidFill>
          <a:ln w="57150" algn="ctr">
            <a:solidFill>
              <a:schemeClr val="accent1"/>
            </a:solidFill>
            <a:miter lim="800000"/>
            <a:headEnd/>
            <a:tailEnd/>
          </a:ln>
          <a:effectLst/>
        </p:spPr>
        <p:style>
          <a:lnRef idx="0">
            <a:scrgbClr r="0" g="0" b="0"/>
          </a:lnRef>
          <a:fillRef idx="1001">
            <a:schemeClr val="dk2"/>
          </a:fillRef>
          <a:effectRef idx="0">
            <a:scrgbClr r="0" g="0" b="0"/>
          </a:effectRef>
          <a:fontRef idx="major"/>
        </p:style>
        <p:txBody>
          <a:bodyPr wrap="square" lIns="180000" tIns="72000" rIns="180000" bIns="72000" anchor="ctr">
            <a:noAutofit/>
          </a:bodyPr>
          <a:lstStyle>
            <a:lvl1pPr eaLnBrk="0" hangingPunct="0">
              <a:tabLst>
                <a:tab pos="342900" algn="l"/>
              </a:tabLst>
              <a:defRPr sz="2000" b="1">
                <a:solidFill>
                  <a:schemeClr val="tx1"/>
                </a:solidFill>
                <a:latin typeface="+mn-lt"/>
                <a:ea typeface="+mn-ea"/>
                <a:cs typeface="+mn-cs"/>
              </a:defRPr>
            </a:lvl1pPr>
            <a:lvl2pPr marL="742950" indent="-285750" eaLnBrk="0" hangingPunct="0">
              <a:tabLst>
                <a:tab pos="342900" algn="l"/>
              </a:tabLst>
              <a:defRPr sz="2000" b="1">
                <a:solidFill>
                  <a:schemeClr val="tx1"/>
                </a:solidFill>
                <a:latin typeface="+mn-lt"/>
                <a:ea typeface="+mn-ea"/>
                <a:cs typeface="+mn-cs"/>
              </a:defRPr>
            </a:lvl2pPr>
            <a:lvl3pPr marL="1143000" indent="-228600" eaLnBrk="0" hangingPunct="0">
              <a:tabLst>
                <a:tab pos="342900" algn="l"/>
              </a:tabLst>
              <a:defRPr sz="2000" b="1">
                <a:solidFill>
                  <a:schemeClr val="tx1"/>
                </a:solidFill>
                <a:latin typeface="+mn-lt"/>
                <a:ea typeface="+mn-ea"/>
                <a:cs typeface="+mn-cs"/>
              </a:defRPr>
            </a:lvl3pPr>
            <a:lvl4pPr marL="1600200" indent="-228600" eaLnBrk="0" hangingPunct="0">
              <a:tabLst>
                <a:tab pos="342900" algn="l"/>
              </a:tabLst>
              <a:defRPr sz="2000" b="1">
                <a:solidFill>
                  <a:schemeClr val="tx1"/>
                </a:solidFill>
                <a:latin typeface="+mn-lt"/>
                <a:ea typeface="+mn-ea"/>
                <a:cs typeface="+mn-cs"/>
              </a:defRPr>
            </a:lvl4pPr>
            <a:lvl5pPr marL="2057400" indent="-228600" eaLnBrk="0" hangingPunct="0">
              <a:tabLst>
                <a:tab pos="342900" algn="l"/>
              </a:tabLst>
              <a:defRPr sz="2000" b="1">
                <a:solidFill>
                  <a:schemeClr val="tx1"/>
                </a:solidFill>
                <a:latin typeface="+mn-lt"/>
                <a:ea typeface="+mn-ea"/>
                <a:cs typeface="+mn-cs"/>
              </a:defRPr>
            </a:lvl5pPr>
            <a:lvl6pPr marL="2514600" indent="-228600" eaLnBrk="0" fontAlgn="base" hangingPunct="0">
              <a:spcBef>
                <a:spcPct val="0"/>
              </a:spcBef>
              <a:spcAft>
                <a:spcPct val="0"/>
              </a:spcAft>
              <a:tabLst>
                <a:tab pos="342900" algn="l"/>
              </a:tabLst>
              <a:defRPr sz="2000" b="1">
                <a:solidFill>
                  <a:schemeClr val="tx1"/>
                </a:solidFill>
                <a:latin typeface="+mn-lt"/>
                <a:ea typeface="+mn-ea"/>
                <a:cs typeface="+mn-cs"/>
              </a:defRPr>
            </a:lvl6pPr>
            <a:lvl7pPr marL="2971800" indent="-228600" eaLnBrk="0" fontAlgn="base" hangingPunct="0">
              <a:spcBef>
                <a:spcPct val="0"/>
              </a:spcBef>
              <a:spcAft>
                <a:spcPct val="0"/>
              </a:spcAft>
              <a:tabLst>
                <a:tab pos="342900" algn="l"/>
              </a:tabLst>
              <a:defRPr sz="2000" b="1">
                <a:solidFill>
                  <a:schemeClr val="tx1"/>
                </a:solidFill>
                <a:latin typeface="+mn-lt"/>
                <a:ea typeface="+mn-ea"/>
                <a:cs typeface="+mn-cs"/>
              </a:defRPr>
            </a:lvl7pPr>
            <a:lvl8pPr marL="3429000" indent="-228600" eaLnBrk="0" fontAlgn="base" hangingPunct="0">
              <a:spcBef>
                <a:spcPct val="0"/>
              </a:spcBef>
              <a:spcAft>
                <a:spcPct val="0"/>
              </a:spcAft>
              <a:tabLst>
                <a:tab pos="342900" algn="l"/>
              </a:tabLst>
              <a:defRPr sz="2000" b="1">
                <a:solidFill>
                  <a:schemeClr val="tx1"/>
                </a:solidFill>
                <a:latin typeface="+mn-lt"/>
                <a:ea typeface="+mn-ea"/>
                <a:cs typeface="+mn-cs"/>
              </a:defRPr>
            </a:lvl8pPr>
            <a:lvl9pPr marL="3886200" indent="-228600" eaLnBrk="0" fontAlgn="base" hangingPunct="0">
              <a:spcBef>
                <a:spcPct val="0"/>
              </a:spcBef>
              <a:spcAft>
                <a:spcPct val="0"/>
              </a:spcAft>
              <a:tabLst>
                <a:tab pos="342900" algn="l"/>
              </a:tabLst>
              <a:defRPr sz="2000" b="1">
                <a:solidFill>
                  <a:schemeClr val="tx1"/>
                </a:solidFill>
                <a:latin typeface="+mn-lt"/>
                <a:ea typeface="+mn-ea"/>
                <a:cs typeface="+mn-cs"/>
              </a:defRPr>
            </a:lvl9pPr>
          </a:lstStyle>
          <a:p>
            <a:pPr algn="ctr" eaLnBrk="1" hangingPunct="1">
              <a:buClr>
                <a:srgbClr val="962A2A"/>
              </a:buClr>
              <a:buSzPct val="60000"/>
              <a:buFont typeface="Avenir Next LT Pro" panose="020B0504020202020204" pitchFamily="34" charset="0"/>
              <a:buNone/>
              <a:defRPr/>
            </a:pPr>
            <a:r>
              <a:rPr lang="en-US" sz="800">
                <a:solidFill>
                  <a:schemeClr val="bg1"/>
                </a:solidFill>
                <a:latin typeface="+mn-lt"/>
              </a:rPr>
              <a:t>2</a:t>
            </a:r>
            <a:endParaRPr lang="en-CA" sz="800">
              <a:solidFill>
                <a:schemeClr val="bg1"/>
              </a:solidFill>
              <a:latin typeface="+mn-lt"/>
            </a:endParaRPr>
          </a:p>
        </p:txBody>
      </p:sp>
      <p:sp>
        <p:nvSpPr>
          <p:cNvPr id="9" name="Rectangle 8">
            <a:extLst>
              <a:ext uri="{FF2B5EF4-FFF2-40B4-BE49-F238E27FC236}">
                <a16:creationId xmlns:a16="http://schemas.microsoft.com/office/drawing/2014/main" id="{C854428B-8C13-6DEC-65C3-EA6277CB7D64}"/>
              </a:ext>
              <a:ext uri="{C183D7F6-B498-43B3-948B-1728B52AA6E4}">
                <adec:decorative xmlns:adec="http://schemas.microsoft.com/office/drawing/2017/decorative" val="1"/>
              </a:ext>
            </a:extLst>
          </p:cNvPr>
          <p:cNvSpPr/>
          <p:nvPr/>
        </p:nvSpPr>
        <p:spPr>
          <a:xfrm>
            <a:off x="3266219" y="2401220"/>
            <a:ext cx="914400"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800" b="1">
                <a:solidFill>
                  <a:schemeClr val="tx1"/>
                </a:solidFill>
              </a:rPr>
              <a:t>Light Gray</a:t>
            </a:r>
          </a:p>
          <a:p>
            <a:r>
              <a:rPr lang="en-US" sz="800">
                <a:solidFill>
                  <a:schemeClr val="tx1"/>
                </a:solidFill>
              </a:rPr>
              <a:t>#E6E6E6</a:t>
            </a:r>
          </a:p>
        </p:txBody>
      </p:sp>
      <p:sp>
        <p:nvSpPr>
          <p:cNvPr id="15" name="Rectangle 14">
            <a:extLst>
              <a:ext uri="{FF2B5EF4-FFF2-40B4-BE49-F238E27FC236}">
                <a16:creationId xmlns:a16="http://schemas.microsoft.com/office/drawing/2014/main" id="{3FF57969-2C61-FD38-1573-76D36C09C3B7}"/>
              </a:ext>
              <a:ext uri="{C183D7F6-B498-43B3-948B-1728B52AA6E4}">
                <adec:decorative xmlns:adec="http://schemas.microsoft.com/office/drawing/2017/decorative" val="1"/>
              </a:ext>
            </a:extLst>
          </p:cNvPr>
          <p:cNvSpPr/>
          <p:nvPr/>
        </p:nvSpPr>
        <p:spPr>
          <a:xfrm>
            <a:off x="4169429" y="2401698"/>
            <a:ext cx="914400" cy="1371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r>
              <a:rPr lang="en-US" sz="800" b="1">
                <a:solidFill>
                  <a:schemeClr val="bg1"/>
                </a:solidFill>
              </a:rPr>
              <a:t>Dark Gray</a:t>
            </a:r>
          </a:p>
          <a:p>
            <a:pPr lvl="0"/>
            <a:r>
              <a:rPr lang="en-US" sz="800">
                <a:solidFill>
                  <a:schemeClr val="bg1"/>
                </a:solidFill>
              </a:rPr>
              <a:t>#666666</a:t>
            </a:r>
          </a:p>
        </p:txBody>
      </p:sp>
      <p:sp>
        <p:nvSpPr>
          <p:cNvPr id="16" name="Rectangle 15">
            <a:extLst>
              <a:ext uri="{FF2B5EF4-FFF2-40B4-BE49-F238E27FC236}">
                <a16:creationId xmlns:a16="http://schemas.microsoft.com/office/drawing/2014/main" id="{FB4D2961-A503-65E6-27A8-AA8E31D38487}"/>
              </a:ext>
              <a:ext uri="{C183D7F6-B498-43B3-948B-1728B52AA6E4}">
                <adec:decorative xmlns:adec="http://schemas.microsoft.com/office/drawing/2017/decorative" val="1"/>
              </a:ext>
            </a:extLst>
          </p:cNvPr>
          <p:cNvSpPr/>
          <p:nvPr/>
        </p:nvSpPr>
        <p:spPr>
          <a:xfrm>
            <a:off x="1512328" y="2400300"/>
            <a:ext cx="914400" cy="13716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r>
              <a:rPr lang="en-US" sz="800" b="1">
                <a:solidFill>
                  <a:schemeClr val="bg1"/>
                </a:solidFill>
              </a:rPr>
              <a:t>Black</a:t>
            </a:r>
          </a:p>
          <a:p>
            <a:pPr lvl="0"/>
            <a:r>
              <a:rPr lang="en-US" sz="800">
                <a:solidFill>
                  <a:schemeClr val="bg1"/>
                </a:solidFill>
              </a:rPr>
              <a:t>#000000</a:t>
            </a:r>
          </a:p>
        </p:txBody>
      </p:sp>
    </p:spTree>
    <p:extLst>
      <p:ext uri="{BB962C8B-B14F-4D97-AF65-F5344CB8AC3E}">
        <p14:creationId xmlns:p14="http://schemas.microsoft.com/office/powerpoint/2010/main" val="24338922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chart&#10;&#10;Description automatically generated">
            <a:extLst>
              <a:ext uri="{FF2B5EF4-FFF2-40B4-BE49-F238E27FC236}">
                <a16:creationId xmlns:a16="http://schemas.microsoft.com/office/drawing/2014/main" id="{1FCDBBA7-AE02-C828-26A9-173CDD8F2F1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094607" y="304144"/>
            <a:ext cx="1480397" cy="1858371"/>
          </a:xfrm>
          <a:prstGeom prst="rect">
            <a:avLst/>
          </a:prstGeom>
        </p:spPr>
      </p:pic>
      <p:sp>
        <p:nvSpPr>
          <p:cNvPr id="2" name="Title 1">
            <a:extLst>
              <a:ext uri="{FF2B5EF4-FFF2-40B4-BE49-F238E27FC236}">
                <a16:creationId xmlns:a16="http://schemas.microsoft.com/office/drawing/2014/main" id="{82FFFCD5-744E-44BE-84C3-482C459D9593}"/>
              </a:ext>
            </a:extLst>
          </p:cNvPr>
          <p:cNvSpPr>
            <a:spLocks noGrp="1"/>
          </p:cNvSpPr>
          <p:nvPr>
            <p:ph type="title"/>
          </p:nvPr>
        </p:nvSpPr>
        <p:spPr/>
        <p:txBody>
          <a:bodyPr/>
          <a:lstStyle/>
          <a:p>
            <a:r>
              <a:rPr lang="en-US"/>
              <a:t>Approved text color combos </a:t>
            </a:r>
            <a:endParaRPr lang="en-US">
              <a:solidFill>
                <a:srgbClr val="000000"/>
              </a:solidFill>
            </a:endParaRPr>
          </a:p>
        </p:txBody>
      </p:sp>
      <p:grpSp>
        <p:nvGrpSpPr>
          <p:cNvPr id="6" name="Group 5">
            <a:extLst>
              <a:ext uri="{FF2B5EF4-FFF2-40B4-BE49-F238E27FC236}">
                <a16:creationId xmlns:a16="http://schemas.microsoft.com/office/drawing/2014/main" id="{D0A5E014-5B0A-5B32-2633-CC524A5E55AF}"/>
              </a:ext>
            </a:extLst>
          </p:cNvPr>
          <p:cNvGrpSpPr/>
          <p:nvPr/>
        </p:nvGrpSpPr>
        <p:grpSpPr>
          <a:xfrm>
            <a:off x="9889668" y="274100"/>
            <a:ext cx="1712786" cy="1897601"/>
            <a:chOff x="10364746" y="535676"/>
            <a:chExt cx="1279817" cy="1488020"/>
          </a:xfrm>
        </p:grpSpPr>
        <p:sp>
          <p:nvSpPr>
            <p:cNvPr id="58" name="Rectangle 57">
              <a:extLst>
                <a:ext uri="{FF2B5EF4-FFF2-40B4-BE49-F238E27FC236}">
                  <a16:creationId xmlns:a16="http://schemas.microsoft.com/office/drawing/2014/main" id="{9C14A75F-9DF9-4148-B2B6-77EA9961F495}"/>
                </a:ext>
              </a:extLst>
            </p:cNvPr>
            <p:cNvSpPr/>
            <p:nvPr/>
          </p:nvSpPr>
          <p:spPr>
            <a:xfrm>
              <a:off x="10526330" y="854549"/>
              <a:ext cx="1103402" cy="547925"/>
            </a:xfrm>
            <a:prstGeom prst="rect">
              <a:avLst/>
            </a:prstGeom>
            <a:solidFill>
              <a:schemeClr val="tx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00"/>
            </a:p>
          </p:txBody>
        </p:sp>
        <p:sp>
          <p:nvSpPr>
            <p:cNvPr id="59" name="Oval 21">
              <a:extLst>
                <a:ext uri="{FF2B5EF4-FFF2-40B4-BE49-F238E27FC236}">
                  <a16:creationId xmlns:a16="http://schemas.microsoft.com/office/drawing/2014/main" id="{F5EF5463-4849-4699-A0D4-22F81C512195}"/>
                </a:ext>
              </a:extLst>
            </p:cNvPr>
            <p:cNvSpPr/>
            <p:nvPr/>
          </p:nvSpPr>
          <p:spPr>
            <a:xfrm>
              <a:off x="10511838" y="535676"/>
              <a:ext cx="1132725" cy="324348"/>
            </a:xfrm>
            <a:prstGeom prst="rect">
              <a:avLst/>
            </a:prstGeom>
            <a:noFill/>
            <a:ln w="5715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60" name="Oval 21">
              <a:extLst>
                <a:ext uri="{FF2B5EF4-FFF2-40B4-BE49-F238E27FC236}">
                  <a16:creationId xmlns:a16="http://schemas.microsoft.com/office/drawing/2014/main" id="{CDD56AAD-CEE2-48C9-899F-9A2453C4631E}"/>
                </a:ext>
              </a:extLst>
            </p:cNvPr>
            <p:cNvSpPr/>
            <p:nvPr/>
          </p:nvSpPr>
          <p:spPr>
            <a:xfrm>
              <a:off x="10511838" y="1372030"/>
              <a:ext cx="1132725" cy="651666"/>
            </a:xfrm>
            <a:prstGeom prst="rect">
              <a:avLst/>
            </a:prstGeom>
            <a:noFill/>
            <a:ln w="5715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00"/>
            </a:p>
          </p:txBody>
        </p:sp>
        <p:sp>
          <p:nvSpPr>
            <p:cNvPr id="61" name="Text Box 4">
              <a:extLst>
                <a:ext uri="{FF2B5EF4-FFF2-40B4-BE49-F238E27FC236}">
                  <a16:creationId xmlns:a16="http://schemas.microsoft.com/office/drawing/2014/main" id="{06743AB8-DE8C-4A34-9EC0-06F3B9DAFBE8}"/>
                </a:ext>
              </a:extLst>
            </p:cNvPr>
            <p:cNvSpPr txBox="1">
              <a:spLocks noChangeArrowheads="1"/>
            </p:cNvSpPr>
            <p:nvPr/>
          </p:nvSpPr>
          <p:spPr bwMode="auto">
            <a:xfrm>
              <a:off x="10364746" y="535676"/>
              <a:ext cx="122948" cy="123112"/>
            </a:xfrm>
            <a:prstGeom prst="rect">
              <a:avLst/>
            </a:prstGeom>
            <a:solidFill>
              <a:schemeClr val="accent1"/>
            </a:solidFill>
            <a:ln w="57150" algn="ctr">
              <a:solidFill>
                <a:schemeClr val="accent1"/>
              </a:solidFill>
              <a:miter lim="800000"/>
              <a:headEnd/>
              <a:tailEnd/>
            </a:ln>
            <a:effectLst/>
          </p:spPr>
          <p:style>
            <a:lnRef idx="0">
              <a:scrgbClr r="0" g="0" b="0"/>
            </a:lnRef>
            <a:fillRef idx="1001">
              <a:schemeClr val="dk2"/>
            </a:fillRef>
            <a:effectRef idx="0">
              <a:scrgbClr r="0" g="0" b="0"/>
            </a:effectRef>
            <a:fontRef idx="major"/>
          </p:style>
          <p:txBody>
            <a:bodyPr wrap="square" lIns="180000" tIns="72000" rIns="180000" bIns="72000" anchor="ctr">
              <a:noAutofit/>
            </a:bodyPr>
            <a:lstStyle>
              <a:lvl1pPr eaLnBrk="0" hangingPunct="0">
                <a:tabLst>
                  <a:tab pos="342900" algn="l"/>
                </a:tabLst>
                <a:defRPr sz="2000" b="1">
                  <a:solidFill>
                    <a:schemeClr val="tx1"/>
                  </a:solidFill>
                  <a:latin typeface="+mn-lt"/>
                  <a:ea typeface="+mn-ea"/>
                  <a:cs typeface="+mn-cs"/>
                </a:defRPr>
              </a:lvl1pPr>
              <a:lvl2pPr marL="742950" indent="-285750" eaLnBrk="0" hangingPunct="0">
                <a:tabLst>
                  <a:tab pos="342900" algn="l"/>
                </a:tabLst>
                <a:defRPr sz="2000" b="1">
                  <a:solidFill>
                    <a:schemeClr val="tx1"/>
                  </a:solidFill>
                  <a:latin typeface="+mn-lt"/>
                  <a:ea typeface="+mn-ea"/>
                  <a:cs typeface="+mn-cs"/>
                </a:defRPr>
              </a:lvl2pPr>
              <a:lvl3pPr marL="1143000" indent="-228600" eaLnBrk="0" hangingPunct="0">
                <a:tabLst>
                  <a:tab pos="342900" algn="l"/>
                </a:tabLst>
                <a:defRPr sz="2000" b="1">
                  <a:solidFill>
                    <a:schemeClr val="tx1"/>
                  </a:solidFill>
                  <a:latin typeface="+mn-lt"/>
                  <a:ea typeface="+mn-ea"/>
                  <a:cs typeface="+mn-cs"/>
                </a:defRPr>
              </a:lvl3pPr>
              <a:lvl4pPr marL="1600200" indent="-228600" eaLnBrk="0" hangingPunct="0">
                <a:tabLst>
                  <a:tab pos="342900" algn="l"/>
                </a:tabLst>
                <a:defRPr sz="2000" b="1">
                  <a:solidFill>
                    <a:schemeClr val="tx1"/>
                  </a:solidFill>
                  <a:latin typeface="+mn-lt"/>
                  <a:ea typeface="+mn-ea"/>
                  <a:cs typeface="+mn-cs"/>
                </a:defRPr>
              </a:lvl4pPr>
              <a:lvl5pPr marL="2057400" indent="-228600" eaLnBrk="0" hangingPunct="0">
                <a:tabLst>
                  <a:tab pos="342900" algn="l"/>
                </a:tabLst>
                <a:defRPr sz="2000" b="1">
                  <a:solidFill>
                    <a:schemeClr val="tx1"/>
                  </a:solidFill>
                  <a:latin typeface="+mn-lt"/>
                  <a:ea typeface="+mn-ea"/>
                  <a:cs typeface="+mn-cs"/>
                </a:defRPr>
              </a:lvl5pPr>
              <a:lvl6pPr marL="2514600" indent="-228600" eaLnBrk="0" fontAlgn="base" hangingPunct="0">
                <a:spcBef>
                  <a:spcPct val="0"/>
                </a:spcBef>
                <a:spcAft>
                  <a:spcPct val="0"/>
                </a:spcAft>
                <a:tabLst>
                  <a:tab pos="342900" algn="l"/>
                </a:tabLst>
                <a:defRPr sz="2000" b="1">
                  <a:solidFill>
                    <a:schemeClr val="tx1"/>
                  </a:solidFill>
                  <a:latin typeface="+mn-lt"/>
                  <a:ea typeface="+mn-ea"/>
                  <a:cs typeface="+mn-cs"/>
                </a:defRPr>
              </a:lvl6pPr>
              <a:lvl7pPr marL="2971800" indent="-228600" eaLnBrk="0" fontAlgn="base" hangingPunct="0">
                <a:spcBef>
                  <a:spcPct val="0"/>
                </a:spcBef>
                <a:spcAft>
                  <a:spcPct val="0"/>
                </a:spcAft>
                <a:tabLst>
                  <a:tab pos="342900" algn="l"/>
                </a:tabLst>
                <a:defRPr sz="2000" b="1">
                  <a:solidFill>
                    <a:schemeClr val="tx1"/>
                  </a:solidFill>
                  <a:latin typeface="+mn-lt"/>
                  <a:ea typeface="+mn-ea"/>
                  <a:cs typeface="+mn-cs"/>
                </a:defRPr>
              </a:lvl7pPr>
              <a:lvl8pPr marL="3429000" indent="-228600" eaLnBrk="0" fontAlgn="base" hangingPunct="0">
                <a:spcBef>
                  <a:spcPct val="0"/>
                </a:spcBef>
                <a:spcAft>
                  <a:spcPct val="0"/>
                </a:spcAft>
                <a:tabLst>
                  <a:tab pos="342900" algn="l"/>
                </a:tabLst>
                <a:defRPr sz="2000" b="1">
                  <a:solidFill>
                    <a:schemeClr val="tx1"/>
                  </a:solidFill>
                  <a:latin typeface="+mn-lt"/>
                  <a:ea typeface="+mn-ea"/>
                  <a:cs typeface="+mn-cs"/>
                </a:defRPr>
              </a:lvl8pPr>
              <a:lvl9pPr marL="3886200" indent="-228600" eaLnBrk="0" fontAlgn="base" hangingPunct="0">
                <a:spcBef>
                  <a:spcPct val="0"/>
                </a:spcBef>
                <a:spcAft>
                  <a:spcPct val="0"/>
                </a:spcAft>
                <a:tabLst>
                  <a:tab pos="342900" algn="l"/>
                </a:tabLst>
                <a:defRPr sz="2000" b="1">
                  <a:solidFill>
                    <a:schemeClr val="tx1"/>
                  </a:solidFill>
                  <a:latin typeface="+mn-lt"/>
                  <a:ea typeface="+mn-ea"/>
                  <a:cs typeface="+mn-cs"/>
                </a:defRPr>
              </a:lvl9pPr>
            </a:lstStyle>
            <a:p>
              <a:pPr algn="ctr" eaLnBrk="1" hangingPunct="1">
                <a:buClr>
                  <a:srgbClr val="962A2A"/>
                </a:buClr>
                <a:buSzPct val="60000"/>
                <a:buFont typeface="Avenir Next LT Pro" panose="020B0504020202020204" pitchFamily="34" charset="0"/>
                <a:buNone/>
                <a:defRPr/>
              </a:pPr>
              <a:r>
                <a:rPr lang="en-US" sz="800">
                  <a:solidFill>
                    <a:schemeClr val="bg1"/>
                  </a:solidFill>
                  <a:latin typeface="+mn-lt"/>
                </a:rPr>
                <a:t>1</a:t>
              </a:r>
              <a:endParaRPr lang="en-CA" sz="800">
                <a:solidFill>
                  <a:schemeClr val="bg1"/>
                </a:solidFill>
                <a:latin typeface="+mn-lt"/>
              </a:endParaRPr>
            </a:p>
          </p:txBody>
        </p:sp>
        <p:sp>
          <p:nvSpPr>
            <p:cNvPr id="62" name="Text Box 4">
              <a:extLst>
                <a:ext uri="{FF2B5EF4-FFF2-40B4-BE49-F238E27FC236}">
                  <a16:creationId xmlns:a16="http://schemas.microsoft.com/office/drawing/2014/main" id="{53FD4027-368F-434B-9A80-B972F24E807E}"/>
                </a:ext>
              </a:extLst>
            </p:cNvPr>
            <p:cNvSpPr txBox="1">
              <a:spLocks noChangeArrowheads="1"/>
            </p:cNvSpPr>
            <p:nvPr/>
          </p:nvSpPr>
          <p:spPr bwMode="auto">
            <a:xfrm>
              <a:off x="10364746" y="1372030"/>
              <a:ext cx="122948" cy="123112"/>
            </a:xfrm>
            <a:prstGeom prst="rect">
              <a:avLst/>
            </a:prstGeom>
            <a:solidFill>
              <a:schemeClr val="accent1"/>
            </a:solidFill>
            <a:ln w="57150" algn="ctr">
              <a:solidFill>
                <a:schemeClr val="accent1"/>
              </a:solidFill>
              <a:miter lim="800000"/>
              <a:headEnd/>
              <a:tailEnd/>
            </a:ln>
            <a:effectLst/>
          </p:spPr>
          <p:style>
            <a:lnRef idx="0">
              <a:scrgbClr r="0" g="0" b="0"/>
            </a:lnRef>
            <a:fillRef idx="1001">
              <a:schemeClr val="dk2"/>
            </a:fillRef>
            <a:effectRef idx="0">
              <a:scrgbClr r="0" g="0" b="0"/>
            </a:effectRef>
            <a:fontRef idx="major"/>
          </p:style>
          <p:txBody>
            <a:bodyPr wrap="square" lIns="180000" tIns="72000" rIns="180000" bIns="72000" anchor="ctr">
              <a:noAutofit/>
            </a:bodyPr>
            <a:lstStyle>
              <a:lvl1pPr eaLnBrk="0" hangingPunct="0">
                <a:tabLst>
                  <a:tab pos="342900" algn="l"/>
                </a:tabLst>
                <a:defRPr sz="2000" b="1">
                  <a:solidFill>
                    <a:schemeClr val="tx1"/>
                  </a:solidFill>
                  <a:latin typeface="+mn-lt"/>
                  <a:ea typeface="+mn-ea"/>
                  <a:cs typeface="+mn-cs"/>
                </a:defRPr>
              </a:lvl1pPr>
              <a:lvl2pPr marL="742950" indent="-285750" eaLnBrk="0" hangingPunct="0">
                <a:tabLst>
                  <a:tab pos="342900" algn="l"/>
                </a:tabLst>
                <a:defRPr sz="2000" b="1">
                  <a:solidFill>
                    <a:schemeClr val="tx1"/>
                  </a:solidFill>
                  <a:latin typeface="+mn-lt"/>
                  <a:ea typeface="+mn-ea"/>
                  <a:cs typeface="+mn-cs"/>
                </a:defRPr>
              </a:lvl2pPr>
              <a:lvl3pPr marL="1143000" indent="-228600" eaLnBrk="0" hangingPunct="0">
                <a:tabLst>
                  <a:tab pos="342900" algn="l"/>
                </a:tabLst>
                <a:defRPr sz="2000" b="1">
                  <a:solidFill>
                    <a:schemeClr val="tx1"/>
                  </a:solidFill>
                  <a:latin typeface="+mn-lt"/>
                  <a:ea typeface="+mn-ea"/>
                  <a:cs typeface="+mn-cs"/>
                </a:defRPr>
              </a:lvl3pPr>
              <a:lvl4pPr marL="1600200" indent="-228600" eaLnBrk="0" hangingPunct="0">
                <a:tabLst>
                  <a:tab pos="342900" algn="l"/>
                </a:tabLst>
                <a:defRPr sz="2000" b="1">
                  <a:solidFill>
                    <a:schemeClr val="tx1"/>
                  </a:solidFill>
                  <a:latin typeface="+mn-lt"/>
                  <a:ea typeface="+mn-ea"/>
                  <a:cs typeface="+mn-cs"/>
                </a:defRPr>
              </a:lvl4pPr>
              <a:lvl5pPr marL="2057400" indent="-228600" eaLnBrk="0" hangingPunct="0">
                <a:tabLst>
                  <a:tab pos="342900" algn="l"/>
                </a:tabLst>
                <a:defRPr sz="2000" b="1">
                  <a:solidFill>
                    <a:schemeClr val="tx1"/>
                  </a:solidFill>
                  <a:latin typeface="+mn-lt"/>
                  <a:ea typeface="+mn-ea"/>
                  <a:cs typeface="+mn-cs"/>
                </a:defRPr>
              </a:lvl5pPr>
              <a:lvl6pPr marL="2514600" indent="-228600" eaLnBrk="0" fontAlgn="base" hangingPunct="0">
                <a:spcBef>
                  <a:spcPct val="0"/>
                </a:spcBef>
                <a:spcAft>
                  <a:spcPct val="0"/>
                </a:spcAft>
                <a:tabLst>
                  <a:tab pos="342900" algn="l"/>
                </a:tabLst>
                <a:defRPr sz="2000" b="1">
                  <a:solidFill>
                    <a:schemeClr val="tx1"/>
                  </a:solidFill>
                  <a:latin typeface="+mn-lt"/>
                  <a:ea typeface="+mn-ea"/>
                  <a:cs typeface="+mn-cs"/>
                </a:defRPr>
              </a:lvl6pPr>
              <a:lvl7pPr marL="2971800" indent="-228600" eaLnBrk="0" fontAlgn="base" hangingPunct="0">
                <a:spcBef>
                  <a:spcPct val="0"/>
                </a:spcBef>
                <a:spcAft>
                  <a:spcPct val="0"/>
                </a:spcAft>
                <a:tabLst>
                  <a:tab pos="342900" algn="l"/>
                </a:tabLst>
                <a:defRPr sz="2000" b="1">
                  <a:solidFill>
                    <a:schemeClr val="tx1"/>
                  </a:solidFill>
                  <a:latin typeface="+mn-lt"/>
                  <a:ea typeface="+mn-ea"/>
                  <a:cs typeface="+mn-cs"/>
                </a:defRPr>
              </a:lvl7pPr>
              <a:lvl8pPr marL="3429000" indent="-228600" eaLnBrk="0" fontAlgn="base" hangingPunct="0">
                <a:spcBef>
                  <a:spcPct val="0"/>
                </a:spcBef>
                <a:spcAft>
                  <a:spcPct val="0"/>
                </a:spcAft>
                <a:tabLst>
                  <a:tab pos="342900" algn="l"/>
                </a:tabLst>
                <a:defRPr sz="2000" b="1">
                  <a:solidFill>
                    <a:schemeClr val="tx1"/>
                  </a:solidFill>
                  <a:latin typeface="+mn-lt"/>
                  <a:ea typeface="+mn-ea"/>
                  <a:cs typeface="+mn-cs"/>
                </a:defRPr>
              </a:lvl8pPr>
              <a:lvl9pPr marL="3886200" indent="-228600" eaLnBrk="0" fontAlgn="base" hangingPunct="0">
                <a:spcBef>
                  <a:spcPct val="0"/>
                </a:spcBef>
                <a:spcAft>
                  <a:spcPct val="0"/>
                </a:spcAft>
                <a:tabLst>
                  <a:tab pos="342900" algn="l"/>
                </a:tabLst>
                <a:defRPr sz="2000" b="1">
                  <a:solidFill>
                    <a:schemeClr val="tx1"/>
                  </a:solidFill>
                  <a:latin typeface="+mn-lt"/>
                  <a:ea typeface="+mn-ea"/>
                  <a:cs typeface="+mn-cs"/>
                </a:defRPr>
              </a:lvl9pPr>
            </a:lstStyle>
            <a:p>
              <a:pPr algn="ctr" eaLnBrk="1" hangingPunct="1">
                <a:buClr>
                  <a:srgbClr val="962A2A"/>
                </a:buClr>
                <a:buSzPct val="60000"/>
                <a:buFont typeface="Avenir Next LT Pro" panose="020B0504020202020204" pitchFamily="34" charset="0"/>
                <a:buNone/>
                <a:defRPr/>
              </a:pPr>
              <a:r>
                <a:rPr lang="en-US" sz="800">
                  <a:solidFill>
                    <a:schemeClr val="bg1"/>
                  </a:solidFill>
                  <a:latin typeface="+mn-lt"/>
                </a:rPr>
                <a:t>2</a:t>
              </a:r>
              <a:endParaRPr lang="en-CA" sz="800">
                <a:solidFill>
                  <a:schemeClr val="bg1"/>
                </a:solidFill>
                <a:latin typeface="+mn-lt"/>
              </a:endParaRPr>
            </a:p>
          </p:txBody>
        </p:sp>
      </p:grpSp>
      <p:sp>
        <p:nvSpPr>
          <p:cNvPr id="3" name="Date Placeholder 2">
            <a:extLst>
              <a:ext uri="{FF2B5EF4-FFF2-40B4-BE49-F238E27FC236}">
                <a16:creationId xmlns:a16="http://schemas.microsoft.com/office/drawing/2014/main" id="{5557D835-6B2D-0F6E-E9DB-10EE617FBFC7}"/>
              </a:ext>
              <a:ext uri="{C183D7F6-B498-43B3-948B-1728B52AA6E4}">
                <adec:decorative xmlns:adec="http://schemas.microsoft.com/office/drawing/2017/decorative" val="1"/>
              </a:ext>
            </a:extLst>
          </p:cNvPr>
          <p:cNvSpPr>
            <a:spLocks noGrp="1"/>
          </p:cNvSpPr>
          <p:nvPr>
            <p:ph type="dt" sz="half" idx="10"/>
          </p:nvPr>
        </p:nvSpPr>
        <p:spPr/>
        <p:txBody>
          <a:bodyPr/>
          <a:lstStyle/>
          <a:p>
            <a:fld id="{C971C9F2-8A3B-41B1-8CC4-72E7F1DDF6AD}" type="datetimeyyyy">
              <a:rPr lang="en-US" smtClean="0"/>
              <a:t>2025</a:t>
            </a:fld>
            <a:endParaRPr lang="en-US"/>
          </a:p>
        </p:txBody>
      </p:sp>
      <p:sp>
        <p:nvSpPr>
          <p:cNvPr id="5" name="Footer Placeholder 4">
            <a:extLst>
              <a:ext uri="{FF2B5EF4-FFF2-40B4-BE49-F238E27FC236}">
                <a16:creationId xmlns:a16="http://schemas.microsoft.com/office/drawing/2014/main" id="{D0FA2513-FCB2-7A8D-CBFE-B95D5CF6C6A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A00760C9-7455-40FB-7E54-D07815B8EAB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161</a:t>
            </a:fld>
            <a:endParaRPr lang="en-US"/>
          </a:p>
        </p:txBody>
      </p:sp>
      <p:pic>
        <p:nvPicPr>
          <p:cNvPr id="8" name="Picture 7" descr="Graphical user interface, website&#10;&#10;Description automatically generated">
            <a:extLst>
              <a:ext uri="{FF2B5EF4-FFF2-40B4-BE49-F238E27FC236}">
                <a16:creationId xmlns:a16="http://schemas.microsoft.com/office/drawing/2014/main" id="{1CF174E0-CF0D-C678-9638-7639550FC7B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1500" y="1104713"/>
            <a:ext cx="9280274" cy="5222874"/>
          </a:xfrm>
          <a:prstGeom prst="rect">
            <a:avLst/>
          </a:prstGeom>
        </p:spPr>
      </p:pic>
      <p:sp>
        <p:nvSpPr>
          <p:cNvPr id="4" name="TextBox 3">
            <a:extLst>
              <a:ext uri="{FF2B5EF4-FFF2-40B4-BE49-F238E27FC236}">
                <a16:creationId xmlns:a16="http://schemas.microsoft.com/office/drawing/2014/main" id="{8D809ACA-187B-18FC-AEAD-D8290D807A6D}"/>
              </a:ext>
            </a:extLst>
          </p:cNvPr>
          <p:cNvSpPr txBox="1"/>
          <p:nvPr/>
        </p:nvSpPr>
        <p:spPr>
          <a:xfrm>
            <a:off x="1012371" y="1600199"/>
            <a:ext cx="3243944" cy="2677143"/>
          </a:xfrm>
          <a:prstGeom prst="rect">
            <a:avLst/>
          </a:prstGeom>
          <a:solidFill>
            <a:schemeClr val="bg1"/>
          </a:solid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Bef>
                <a:spcPts val="1000"/>
              </a:spcBef>
            </a:pPr>
            <a:r>
              <a:rPr lang="en-US" sz="1600"/>
              <a:t>To maintain brand integrity and accessibility, use ONLY these approved color combinations.</a:t>
            </a:r>
          </a:p>
          <a:p>
            <a:pPr>
              <a:lnSpc>
                <a:spcPct val="110000"/>
              </a:lnSpc>
              <a:spcBef>
                <a:spcPts val="1000"/>
              </a:spcBef>
            </a:pPr>
            <a:r>
              <a:rPr lang="en-US" sz="1600"/>
              <a:t>To avoid a "rainbowy" effect, guidance is to pair only ONE secondary color with Slalom Blue, Slalom Dark Blue, White and/or Black at a time.</a:t>
            </a:r>
          </a:p>
          <a:p>
            <a:pPr>
              <a:lnSpc>
                <a:spcPct val="110000"/>
              </a:lnSpc>
              <a:spcBef>
                <a:spcPts val="1000"/>
              </a:spcBef>
            </a:pPr>
            <a:endParaRPr lang="en-US" sz="1600"/>
          </a:p>
        </p:txBody>
      </p:sp>
    </p:spTree>
    <p:extLst>
      <p:ext uri="{BB962C8B-B14F-4D97-AF65-F5344CB8AC3E}">
        <p14:creationId xmlns:p14="http://schemas.microsoft.com/office/powerpoint/2010/main" val="42441496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27639D-A5C0-4F11-9F7E-8879F6667AC9}"/>
              </a:ext>
            </a:extLst>
          </p:cNvPr>
          <p:cNvSpPr>
            <a:spLocks noGrp="1"/>
          </p:cNvSpPr>
          <p:nvPr>
            <p:ph type="title"/>
          </p:nvPr>
        </p:nvSpPr>
        <p:spPr/>
        <p:txBody>
          <a:bodyPr/>
          <a:lstStyle/>
          <a:p>
            <a:r>
              <a:rPr lang="en-US"/>
              <a:t>Graphic elements</a:t>
            </a:r>
          </a:p>
        </p:txBody>
      </p:sp>
      <p:sp>
        <p:nvSpPr>
          <p:cNvPr id="9" name="Date Placeholder 8">
            <a:extLst>
              <a:ext uri="{FF2B5EF4-FFF2-40B4-BE49-F238E27FC236}">
                <a16:creationId xmlns:a16="http://schemas.microsoft.com/office/drawing/2014/main" id="{9564206B-555A-BA43-46F8-3B10D850E7D2}"/>
              </a:ext>
              <a:ext uri="{C183D7F6-B498-43B3-948B-1728B52AA6E4}">
                <adec:decorative xmlns:adec="http://schemas.microsoft.com/office/drawing/2017/decorative" val="1"/>
              </a:ext>
            </a:extLst>
          </p:cNvPr>
          <p:cNvSpPr>
            <a:spLocks noGrp="1"/>
          </p:cNvSpPr>
          <p:nvPr>
            <p:ph type="dt" sz="half" idx="10"/>
          </p:nvPr>
        </p:nvSpPr>
        <p:spPr/>
        <p:txBody>
          <a:bodyPr/>
          <a:lstStyle/>
          <a:p>
            <a:fld id="{9A4D0799-6822-4CAB-95E5-AC921098194A}" type="datetimeyyyy">
              <a:rPr lang="en-US" smtClean="0"/>
              <a:t>2025</a:t>
            </a:fld>
            <a:endParaRPr lang="en-US"/>
          </a:p>
        </p:txBody>
      </p:sp>
      <p:sp>
        <p:nvSpPr>
          <p:cNvPr id="10" name="Footer Placeholder 9">
            <a:extLst>
              <a:ext uri="{FF2B5EF4-FFF2-40B4-BE49-F238E27FC236}">
                <a16:creationId xmlns:a16="http://schemas.microsoft.com/office/drawing/2014/main" id="{6A481255-4E8D-D55D-A7FF-F71A4A3B61E3}"/>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7F827819-9F3E-846A-1179-BE4DDC311BF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162</a:t>
            </a:fld>
            <a:endParaRPr lang="en-US"/>
          </a:p>
        </p:txBody>
      </p:sp>
      <p:grpSp>
        <p:nvGrpSpPr>
          <p:cNvPr id="35" name="Group 34">
            <a:extLst>
              <a:ext uri="{FF2B5EF4-FFF2-40B4-BE49-F238E27FC236}">
                <a16:creationId xmlns:a16="http://schemas.microsoft.com/office/drawing/2014/main" id="{962D0CE0-A1E7-9F09-18A4-5DC21B3BCFE5}"/>
              </a:ext>
            </a:extLst>
          </p:cNvPr>
          <p:cNvGrpSpPr/>
          <p:nvPr/>
        </p:nvGrpSpPr>
        <p:grpSpPr>
          <a:xfrm>
            <a:off x="571500" y="4507787"/>
            <a:ext cx="5019538" cy="891233"/>
            <a:chOff x="571500" y="3989781"/>
            <a:chExt cx="6858000" cy="891233"/>
          </a:xfrm>
        </p:grpSpPr>
        <p:grpSp>
          <p:nvGrpSpPr>
            <p:cNvPr id="12" name="Group 11">
              <a:extLst>
                <a:ext uri="{FF2B5EF4-FFF2-40B4-BE49-F238E27FC236}">
                  <a16:creationId xmlns:a16="http://schemas.microsoft.com/office/drawing/2014/main" id="{FE3C9892-F3B4-AD6B-2834-698CA402AF49}"/>
                </a:ext>
                <a:ext uri="{C183D7F6-B498-43B3-948B-1728B52AA6E4}">
                  <adec:decorative xmlns:adec="http://schemas.microsoft.com/office/drawing/2017/decorative" val="1"/>
                </a:ext>
              </a:extLst>
            </p:cNvPr>
            <p:cNvGrpSpPr/>
            <p:nvPr/>
          </p:nvGrpSpPr>
          <p:grpSpPr>
            <a:xfrm flipV="1">
              <a:off x="571502" y="3989781"/>
              <a:ext cx="6857998" cy="137160"/>
              <a:chOff x="0" y="6720840"/>
              <a:chExt cx="12192000" cy="137160"/>
            </a:xfrm>
          </p:grpSpPr>
          <p:sp>
            <p:nvSpPr>
              <p:cNvPr id="13" name="Rectangle 12">
                <a:extLst>
                  <a:ext uri="{FF2B5EF4-FFF2-40B4-BE49-F238E27FC236}">
                    <a16:creationId xmlns:a16="http://schemas.microsoft.com/office/drawing/2014/main" id="{6BCB76F9-50D9-4605-DB96-F281A06660F0}"/>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600"/>
              </a:p>
            </p:txBody>
          </p:sp>
          <p:sp>
            <p:nvSpPr>
              <p:cNvPr id="14" name="Rectangle 13">
                <a:extLst>
                  <a:ext uri="{FF2B5EF4-FFF2-40B4-BE49-F238E27FC236}">
                    <a16:creationId xmlns:a16="http://schemas.microsoft.com/office/drawing/2014/main" id="{0C8226D6-1CA4-525A-879D-550F7A8539EE}"/>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600"/>
              </a:p>
            </p:txBody>
          </p:sp>
          <p:sp>
            <p:nvSpPr>
              <p:cNvPr id="18" name="Rectangle 17">
                <a:extLst>
                  <a:ext uri="{FF2B5EF4-FFF2-40B4-BE49-F238E27FC236}">
                    <a16:creationId xmlns:a16="http://schemas.microsoft.com/office/drawing/2014/main" id="{4404CDFC-385B-9CBF-F09F-9BE5CDB38FF8}"/>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600"/>
              </a:p>
            </p:txBody>
          </p:sp>
          <p:sp>
            <p:nvSpPr>
              <p:cNvPr id="19" name="Rectangle 18">
                <a:extLst>
                  <a:ext uri="{FF2B5EF4-FFF2-40B4-BE49-F238E27FC236}">
                    <a16:creationId xmlns:a16="http://schemas.microsoft.com/office/drawing/2014/main" id="{CEB92C0B-FC6E-8BCF-8ABA-B5C586AFE3A0}"/>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600"/>
              </a:p>
            </p:txBody>
          </p:sp>
          <p:sp>
            <p:nvSpPr>
              <p:cNvPr id="20" name="Rectangle 19">
                <a:extLst>
                  <a:ext uri="{FF2B5EF4-FFF2-40B4-BE49-F238E27FC236}">
                    <a16:creationId xmlns:a16="http://schemas.microsoft.com/office/drawing/2014/main" id="{F88F550F-6F1F-730D-3BF8-E3E3D4355532}"/>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endParaRPr lang="en-US" sz="1600"/>
              </a:p>
            </p:txBody>
          </p:sp>
        </p:grpSp>
        <p:grpSp>
          <p:nvGrpSpPr>
            <p:cNvPr id="21" name="Group 20">
              <a:extLst>
                <a:ext uri="{FF2B5EF4-FFF2-40B4-BE49-F238E27FC236}">
                  <a16:creationId xmlns:a16="http://schemas.microsoft.com/office/drawing/2014/main" id="{D9E1FF17-D553-481A-EA8F-5840D3363019}"/>
                </a:ext>
                <a:ext uri="{C183D7F6-B498-43B3-948B-1728B52AA6E4}">
                  <adec:decorative xmlns:adec="http://schemas.microsoft.com/office/drawing/2017/decorative" val="1"/>
                </a:ext>
              </a:extLst>
            </p:cNvPr>
            <p:cNvGrpSpPr/>
            <p:nvPr/>
          </p:nvGrpSpPr>
          <p:grpSpPr>
            <a:xfrm flipV="1">
              <a:off x="571500" y="4835294"/>
              <a:ext cx="6857998" cy="45720"/>
              <a:chOff x="0" y="6720840"/>
              <a:chExt cx="12192000" cy="137160"/>
            </a:xfrm>
          </p:grpSpPr>
          <p:sp>
            <p:nvSpPr>
              <p:cNvPr id="22" name="Rectangle 21">
                <a:extLst>
                  <a:ext uri="{FF2B5EF4-FFF2-40B4-BE49-F238E27FC236}">
                    <a16:creationId xmlns:a16="http://schemas.microsoft.com/office/drawing/2014/main" id="{7B955B22-73E9-42C1-00E7-A991665F4710}"/>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4" name="Rectangle 23">
                <a:extLst>
                  <a:ext uri="{FF2B5EF4-FFF2-40B4-BE49-F238E27FC236}">
                    <a16:creationId xmlns:a16="http://schemas.microsoft.com/office/drawing/2014/main" id="{ACA7A861-2B00-8B00-CFDB-B190AF36A93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5" name="Rectangle 24">
                <a:extLst>
                  <a:ext uri="{FF2B5EF4-FFF2-40B4-BE49-F238E27FC236}">
                    <a16:creationId xmlns:a16="http://schemas.microsoft.com/office/drawing/2014/main" id="{01E33184-4604-D204-7D9C-1FE3C22A922F}"/>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99DA9775-78A9-A9E6-ACE0-1BE845C1A099}"/>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30" name="Rectangle 29">
                <a:extLst>
                  <a:ext uri="{FF2B5EF4-FFF2-40B4-BE49-F238E27FC236}">
                    <a16:creationId xmlns:a16="http://schemas.microsoft.com/office/drawing/2014/main" id="{B541CC31-DA45-0BD1-67B6-9284AB18B85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grpSp>
      <p:sp>
        <p:nvSpPr>
          <p:cNvPr id="31" name="object 2">
            <a:extLst>
              <a:ext uri="{FF2B5EF4-FFF2-40B4-BE49-F238E27FC236}">
                <a16:creationId xmlns:a16="http://schemas.microsoft.com/office/drawing/2014/main" id="{A5EF4290-7A46-2B67-FEE0-6DB3BCB5F380}"/>
              </a:ext>
            </a:extLst>
          </p:cNvPr>
          <p:cNvSpPr txBox="1"/>
          <p:nvPr/>
        </p:nvSpPr>
        <p:spPr>
          <a:xfrm>
            <a:off x="576980" y="1764263"/>
            <a:ext cx="5019538" cy="1356365"/>
          </a:xfrm>
          <a:prstGeom prst="rect">
            <a:avLst/>
          </a:prstGeom>
        </p:spPr>
        <p:txBody>
          <a:bodyPr vert="horz" wrap="square" lIns="0" tIns="7315" rIns="0" bIns="0" rtlCol="0">
            <a:noAutofit/>
          </a:bodyPr>
          <a:lstStyle/>
          <a:p>
            <a:pPr marR="3080">
              <a:lnSpc>
                <a:spcPct val="110000"/>
              </a:lnSpc>
              <a:spcAft>
                <a:spcPts val="1000"/>
              </a:spcAft>
            </a:pPr>
            <a:r>
              <a:rPr lang="en-US" sz="1400" b="1">
                <a:ea typeface="+mj-ea"/>
                <a:cs typeface="+mj-cs"/>
              </a:rPr>
              <a:t>Color bars</a:t>
            </a:r>
          </a:p>
          <a:p>
            <a:pPr>
              <a:lnSpc>
                <a:spcPct val="110000"/>
              </a:lnSpc>
              <a:spcAft>
                <a:spcPts val="1000"/>
              </a:spcAft>
            </a:pPr>
            <a:r>
              <a:rPr lang="en-US" sz="1400"/>
              <a:t>Color bars reinforce our brand palette and add vibrancy to static layouts. They represent precision and are used as a framing device for layouts and images, or to emphasize text in headlines.</a:t>
            </a:r>
          </a:p>
          <a:p>
            <a:pPr>
              <a:lnSpc>
                <a:spcPct val="110000"/>
              </a:lnSpc>
              <a:spcAft>
                <a:spcPts val="1000"/>
              </a:spcAft>
            </a:pPr>
            <a:r>
              <a:rPr lang="en-US" sz="1400"/>
              <a:t>The color bar should be used in this order: Slalom blue, cyan, coral red, purple, and chartreuse. If bars are on a flood of color use the darkest shade from the custom color set as your background to ensure bar color is not lost.</a:t>
            </a:r>
          </a:p>
        </p:txBody>
      </p:sp>
      <p:sp>
        <p:nvSpPr>
          <p:cNvPr id="15" name="TextBox 14">
            <a:extLst>
              <a:ext uri="{FF2B5EF4-FFF2-40B4-BE49-F238E27FC236}">
                <a16:creationId xmlns:a16="http://schemas.microsoft.com/office/drawing/2014/main" id="{8A850E2A-0990-9849-74B8-4853C4FD6905}"/>
              </a:ext>
            </a:extLst>
          </p:cNvPr>
          <p:cNvSpPr txBox="1"/>
          <p:nvPr/>
        </p:nvSpPr>
        <p:spPr>
          <a:xfrm>
            <a:off x="485306" y="4736777"/>
            <a:ext cx="5105731" cy="215444"/>
          </a:xfrm>
          <a:prstGeom prst="rect">
            <a:avLst/>
          </a:prstGeom>
          <a:noFill/>
        </p:spPr>
        <p:txBody>
          <a:bodyPr wrap="square">
            <a:spAutoFit/>
          </a:bodyPr>
          <a:lstStyle/>
          <a:p>
            <a:r>
              <a:rPr lang="en-US" sz="800" b="1"/>
              <a:t>Option 1: </a:t>
            </a:r>
            <a:r>
              <a:rPr lang="en-US" sz="800"/>
              <a:t>The thick option should be use for framing layouts and images</a:t>
            </a:r>
          </a:p>
        </p:txBody>
      </p:sp>
      <p:sp>
        <p:nvSpPr>
          <p:cNvPr id="16" name="TextBox 15">
            <a:extLst>
              <a:ext uri="{FF2B5EF4-FFF2-40B4-BE49-F238E27FC236}">
                <a16:creationId xmlns:a16="http://schemas.microsoft.com/office/drawing/2014/main" id="{F30AD269-16A0-63CE-3270-F56B875D59C5}"/>
              </a:ext>
            </a:extLst>
          </p:cNvPr>
          <p:cNvSpPr txBox="1"/>
          <p:nvPr/>
        </p:nvSpPr>
        <p:spPr>
          <a:xfrm>
            <a:off x="485306" y="5490850"/>
            <a:ext cx="5105731" cy="215444"/>
          </a:xfrm>
          <a:prstGeom prst="rect">
            <a:avLst/>
          </a:prstGeom>
          <a:noFill/>
        </p:spPr>
        <p:txBody>
          <a:bodyPr wrap="square">
            <a:spAutoFit/>
          </a:bodyPr>
          <a:lstStyle/>
          <a:p>
            <a:r>
              <a:rPr lang="en-US" sz="800" b="1"/>
              <a:t>Option 2: </a:t>
            </a:r>
            <a:r>
              <a:rPr lang="en-US" sz="800"/>
              <a:t>The thin option should be used to underline text (headlines only)</a:t>
            </a:r>
          </a:p>
        </p:txBody>
      </p:sp>
      <p:sp>
        <p:nvSpPr>
          <p:cNvPr id="17" name="object 2">
            <a:extLst>
              <a:ext uri="{FF2B5EF4-FFF2-40B4-BE49-F238E27FC236}">
                <a16:creationId xmlns:a16="http://schemas.microsoft.com/office/drawing/2014/main" id="{35914D84-625C-651C-C48A-A4C293C8540B}"/>
              </a:ext>
            </a:extLst>
          </p:cNvPr>
          <p:cNvSpPr txBox="1"/>
          <p:nvPr/>
        </p:nvSpPr>
        <p:spPr>
          <a:xfrm>
            <a:off x="6230870" y="1764263"/>
            <a:ext cx="5389630" cy="1356365"/>
          </a:xfrm>
          <a:prstGeom prst="rect">
            <a:avLst/>
          </a:prstGeom>
        </p:spPr>
        <p:txBody>
          <a:bodyPr vert="horz" wrap="square" lIns="0" tIns="7315" rIns="0" bIns="0" rtlCol="0">
            <a:noAutofit/>
          </a:bodyPr>
          <a:lstStyle/>
          <a:p>
            <a:pPr marR="3080">
              <a:lnSpc>
                <a:spcPct val="110000"/>
              </a:lnSpc>
              <a:spcAft>
                <a:spcPts val="1000"/>
              </a:spcAft>
            </a:pPr>
            <a:r>
              <a:rPr lang="en-US" sz="1400" b="1">
                <a:ea typeface="+mj-ea"/>
                <a:cs typeface="+mj-cs"/>
              </a:rPr>
              <a:t>Bold single line</a:t>
            </a:r>
          </a:p>
          <a:p>
            <a:pPr>
              <a:lnSpc>
                <a:spcPct val="110000"/>
              </a:lnSpc>
              <a:spcAft>
                <a:spcPts val="1000"/>
              </a:spcAft>
            </a:pPr>
            <a:r>
              <a:rPr lang="en-US" sz="1400"/>
              <a:t>Friendly organic shapes and lines are featured prominently in our visual system. They are dynamic elements that reference the fluidity of our logo and the origins of our name—and imply navigation and flexibility.</a:t>
            </a:r>
          </a:p>
          <a:p>
            <a:pPr>
              <a:lnSpc>
                <a:spcPct val="110000"/>
              </a:lnSpc>
              <a:spcAft>
                <a:spcPts val="1000"/>
              </a:spcAft>
            </a:pPr>
            <a:r>
              <a:rPr lang="en-US" sz="1400"/>
              <a:t>They can be used on light content slides with minimal text to add visual interest or on an image as a branded element. Large lines in layouts can be the lightest tint of any brand color. When applying over an image, set the transparency to 50%.</a:t>
            </a:r>
          </a:p>
        </p:txBody>
      </p:sp>
      <p:pic>
        <p:nvPicPr>
          <p:cNvPr id="37" name="Picture 36" descr="A picture containing text, indoor, screenshot&#10;&#10;Description automatically generated">
            <a:extLst>
              <a:ext uri="{FF2B5EF4-FFF2-40B4-BE49-F238E27FC236}">
                <a16:creationId xmlns:a16="http://schemas.microsoft.com/office/drawing/2014/main" id="{5605F258-BFB8-351C-DFCD-1DF25A8BB846}"/>
              </a:ext>
            </a:extLst>
          </p:cNvPr>
          <p:cNvPicPr>
            <a:picLocks noChangeAspect="1"/>
          </p:cNvPicPr>
          <p:nvPr/>
        </p:nvPicPr>
        <p:blipFill>
          <a:blip r:embed="rId2"/>
          <a:stretch>
            <a:fillRect/>
          </a:stretch>
        </p:blipFill>
        <p:spPr>
          <a:xfrm>
            <a:off x="8948622" y="4465444"/>
            <a:ext cx="2453895" cy="1380476"/>
          </a:xfrm>
          <a:prstGeom prst="rect">
            <a:avLst/>
          </a:prstGeom>
          <a:ln>
            <a:solidFill>
              <a:schemeClr val="bg2"/>
            </a:solidFill>
          </a:ln>
        </p:spPr>
      </p:pic>
      <p:pic>
        <p:nvPicPr>
          <p:cNvPr id="39" name="Picture 38">
            <a:extLst>
              <a:ext uri="{FF2B5EF4-FFF2-40B4-BE49-F238E27FC236}">
                <a16:creationId xmlns:a16="http://schemas.microsoft.com/office/drawing/2014/main" id="{EAD55EA1-CDA6-FAE5-38C6-E5E685B31E38}"/>
              </a:ext>
            </a:extLst>
          </p:cNvPr>
          <p:cNvPicPr>
            <a:picLocks noChangeAspect="1"/>
          </p:cNvPicPr>
          <p:nvPr/>
        </p:nvPicPr>
        <p:blipFill>
          <a:blip r:embed="rId3"/>
          <a:srcRect/>
          <a:stretch/>
        </p:blipFill>
        <p:spPr>
          <a:xfrm>
            <a:off x="6230870" y="4465444"/>
            <a:ext cx="2453895" cy="1380476"/>
          </a:xfrm>
          <a:prstGeom prst="rect">
            <a:avLst/>
          </a:prstGeom>
          <a:ln>
            <a:solidFill>
              <a:schemeClr val="bg2"/>
            </a:solidFill>
          </a:ln>
        </p:spPr>
      </p:pic>
      <p:sp>
        <p:nvSpPr>
          <p:cNvPr id="40" name="TextBox 39">
            <a:extLst>
              <a:ext uri="{FF2B5EF4-FFF2-40B4-BE49-F238E27FC236}">
                <a16:creationId xmlns:a16="http://schemas.microsoft.com/office/drawing/2014/main" id="{C03B0616-0801-3DED-2E7C-03D47248B4DF}"/>
              </a:ext>
            </a:extLst>
          </p:cNvPr>
          <p:cNvSpPr txBox="1"/>
          <p:nvPr/>
        </p:nvSpPr>
        <p:spPr>
          <a:xfrm>
            <a:off x="6130906" y="5997260"/>
            <a:ext cx="2552866" cy="215444"/>
          </a:xfrm>
          <a:prstGeom prst="rect">
            <a:avLst/>
          </a:prstGeom>
          <a:noFill/>
        </p:spPr>
        <p:txBody>
          <a:bodyPr wrap="square">
            <a:spAutoFit/>
          </a:bodyPr>
          <a:lstStyle>
            <a:defPPr>
              <a:defRPr lang="en-US"/>
            </a:defPPr>
            <a:lvl1pPr>
              <a:defRPr sz="800" b="1"/>
            </a:lvl1pPr>
          </a:lstStyle>
          <a:p>
            <a:r>
              <a:rPr lang="en-US"/>
              <a:t>Large line</a:t>
            </a:r>
          </a:p>
        </p:txBody>
      </p:sp>
      <p:sp>
        <p:nvSpPr>
          <p:cNvPr id="41" name="TextBox 40">
            <a:extLst>
              <a:ext uri="{FF2B5EF4-FFF2-40B4-BE49-F238E27FC236}">
                <a16:creationId xmlns:a16="http://schemas.microsoft.com/office/drawing/2014/main" id="{B6D3122A-D547-D045-1551-8AEA401DF9EB}"/>
              </a:ext>
            </a:extLst>
          </p:cNvPr>
          <p:cNvSpPr txBox="1"/>
          <p:nvPr/>
        </p:nvSpPr>
        <p:spPr>
          <a:xfrm>
            <a:off x="8849651" y="5997260"/>
            <a:ext cx="2552866" cy="215444"/>
          </a:xfrm>
          <a:prstGeom prst="rect">
            <a:avLst/>
          </a:prstGeom>
          <a:noFill/>
        </p:spPr>
        <p:txBody>
          <a:bodyPr wrap="square">
            <a:spAutoFit/>
          </a:bodyPr>
          <a:lstStyle>
            <a:defPPr>
              <a:defRPr lang="en-US"/>
            </a:defPPr>
            <a:lvl1pPr>
              <a:defRPr sz="800" b="1"/>
            </a:lvl1pPr>
          </a:lstStyle>
          <a:p>
            <a:r>
              <a:rPr lang="en-US"/>
              <a:t>Image line</a:t>
            </a:r>
          </a:p>
        </p:txBody>
      </p:sp>
    </p:spTree>
    <p:extLst>
      <p:ext uri="{BB962C8B-B14F-4D97-AF65-F5344CB8AC3E}">
        <p14:creationId xmlns:p14="http://schemas.microsoft.com/office/powerpoint/2010/main" val="201442748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27639D-A5C0-4F11-9F7E-8879F6667AC9}"/>
              </a:ext>
            </a:extLst>
          </p:cNvPr>
          <p:cNvSpPr>
            <a:spLocks noGrp="1"/>
          </p:cNvSpPr>
          <p:nvPr>
            <p:ph type="title"/>
          </p:nvPr>
        </p:nvSpPr>
        <p:spPr/>
        <p:txBody>
          <a:bodyPr/>
          <a:lstStyle/>
          <a:p>
            <a:r>
              <a:rPr lang="en-US"/>
              <a:t>Style sheet</a:t>
            </a:r>
          </a:p>
        </p:txBody>
      </p:sp>
      <p:sp>
        <p:nvSpPr>
          <p:cNvPr id="26" name="Text Placeholder 3">
            <a:extLst>
              <a:ext uri="{FF2B5EF4-FFF2-40B4-BE49-F238E27FC236}">
                <a16:creationId xmlns:a16="http://schemas.microsoft.com/office/drawing/2014/main" id="{AD94FB4E-2B07-40A1-8E95-92907FD084CA}"/>
              </a:ext>
            </a:extLst>
          </p:cNvPr>
          <p:cNvSpPr txBox="1">
            <a:spLocks/>
          </p:cNvSpPr>
          <p:nvPr/>
        </p:nvSpPr>
        <p:spPr>
          <a:xfrm>
            <a:off x="685800" y="1790700"/>
            <a:ext cx="3149577" cy="571500"/>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buFont typeface="Avenir Next LT Pro" panose="020B0504020202020204" pitchFamily="34" charset="0"/>
              <a:buNone/>
              <a:defRPr sz="1600" b="1" kern="1200">
                <a:solidFill>
                  <a:schemeClr val="tx1"/>
                </a:solidFill>
                <a:latin typeface="+mn-lt"/>
                <a:ea typeface="+mn-ea"/>
                <a:cs typeface="+mn-cs"/>
              </a:defRPr>
            </a:lvl1pPr>
            <a:lvl2pPr marL="457200" indent="0" algn="l" defTabSz="914400" rtl="0" eaLnBrk="1" latinLnBrk="0" hangingPunct="1">
              <a:lnSpc>
                <a:spcPct val="100000"/>
              </a:lnSpc>
              <a:spcBef>
                <a:spcPts val="600"/>
              </a:spcBef>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00000"/>
              </a:lnSpc>
              <a:spcBef>
                <a:spcPts val="600"/>
              </a:spcBef>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00000"/>
              </a:lnSpc>
              <a:spcBef>
                <a:spcPts val="600"/>
              </a:spcBef>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00000"/>
              </a:lnSpc>
              <a:spcBef>
                <a:spcPts val="600"/>
              </a:spcBef>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9pPr>
          </a:lstStyle>
          <a:p>
            <a:r>
              <a:rPr lang="en-US"/>
              <a:t>Default shape</a:t>
            </a:r>
          </a:p>
        </p:txBody>
      </p:sp>
      <p:sp>
        <p:nvSpPr>
          <p:cNvPr id="2" name="Rectangle 1">
            <a:extLst>
              <a:ext uri="{FF2B5EF4-FFF2-40B4-BE49-F238E27FC236}">
                <a16:creationId xmlns:a16="http://schemas.microsoft.com/office/drawing/2014/main" id="{1FE4AB08-981D-4480-847E-55B32814D572}"/>
              </a:ext>
            </a:extLst>
          </p:cNvPr>
          <p:cNvSpPr/>
          <p:nvPr/>
        </p:nvSpPr>
        <p:spPr>
          <a:xfrm>
            <a:off x="685800" y="2743200"/>
            <a:ext cx="3149578" cy="16868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spcBef>
                <a:spcPts val="1000"/>
              </a:spcBef>
            </a:pPr>
            <a:r>
              <a:rPr lang="en-US" sz="1600"/>
              <a:t>Text</a:t>
            </a:r>
          </a:p>
        </p:txBody>
      </p:sp>
      <p:sp>
        <p:nvSpPr>
          <p:cNvPr id="15" name="TextBox 14">
            <a:extLst>
              <a:ext uri="{FF2B5EF4-FFF2-40B4-BE49-F238E27FC236}">
                <a16:creationId xmlns:a16="http://schemas.microsoft.com/office/drawing/2014/main" id="{02C7016B-BD11-405B-A479-9069F2788760}"/>
              </a:ext>
            </a:extLst>
          </p:cNvPr>
          <p:cNvSpPr txBox="1"/>
          <p:nvPr/>
        </p:nvSpPr>
        <p:spPr>
          <a:xfrm>
            <a:off x="685800" y="4800600"/>
            <a:ext cx="3149602" cy="1371600"/>
          </a:xfrm>
          <a:prstGeom prst="rect">
            <a:avLst/>
          </a:prstGeom>
          <a:noFill/>
        </p:spPr>
        <p:txBody>
          <a:bodyPr wrap="square" lIns="0" tIns="0" rIns="0" bIns="0" rtlCol="0" anchor="t">
            <a:noAutofit/>
          </a:bodyPr>
          <a:lstStyle/>
          <a:p>
            <a:r>
              <a:rPr lang="en-US" sz="800" b="1">
                <a:cs typeface="+mn-cs"/>
              </a:rPr>
              <a:t>Default</a:t>
            </a:r>
          </a:p>
          <a:p>
            <a:r>
              <a:rPr lang="en-US" sz="800">
                <a:cs typeface="+mn-cs"/>
              </a:rPr>
              <a:t>Slalom Blue, Accent 2</a:t>
            </a:r>
          </a:p>
          <a:p>
            <a:r>
              <a:rPr lang="en-US" sz="800">
                <a:cs typeface="+mn-cs"/>
              </a:rPr>
              <a:t>No line</a:t>
            </a:r>
          </a:p>
          <a:p>
            <a:r>
              <a:rPr lang="en-US" sz="800">
                <a:cs typeface="+mn-cs"/>
              </a:rPr>
              <a:t>White, Background 1, text, 16pt,</a:t>
            </a:r>
            <a:br>
              <a:rPr lang="en-US" sz="800">
                <a:cs typeface="+mn-cs"/>
              </a:rPr>
            </a:br>
            <a:r>
              <a:rPr lang="en-US" sz="800">
                <a:cs typeface="+mn-cs"/>
              </a:rPr>
              <a:t>Center aligned</a:t>
            </a:r>
          </a:p>
        </p:txBody>
      </p:sp>
      <p:cxnSp>
        <p:nvCxnSpPr>
          <p:cNvPr id="4" name="Straight Connector 3">
            <a:extLst>
              <a:ext uri="{FF2B5EF4-FFF2-40B4-BE49-F238E27FC236}">
                <a16:creationId xmlns:a16="http://schemas.microsoft.com/office/drawing/2014/main" id="{91D87EE3-0E48-426C-8E62-076BA05904CA}"/>
              </a:ext>
              <a:ext uri="{C183D7F6-B498-43B3-948B-1728B52AA6E4}">
                <adec:decorative xmlns:adec="http://schemas.microsoft.com/office/drawing/2017/decorative" val="1"/>
              </a:ext>
            </a:extLst>
          </p:cNvPr>
          <p:cNvCxnSpPr>
            <a:cxnSpLocks/>
          </p:cNvCxnSpPr>
          <p:nvPr/>
        </p:nvCxnSpPr>
        <p:spPr>
          <a:xfrm>
            <a:off x="4178300" y="2052880"/>
            <a:ext cx="0" cy="411932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9E055CF-4F0F-4008-90E5-1139B62CA4D2}"/>
              </a:ext>
              <a:ext uri="{C183D7F6-B498-43B3-948B-1728B52AA6E4}">
                <adec:decorative xmlns:adec="http://schemas.microsoft.com/office/drawing/2017/decorative" val="1"/>
              </a:ext>
            </a:extLst>
          </p:cNvPr>
          <p:cNvCxnSpPr>
            <a:cxnSpLocks/>
          </p:cNvCxnSpPr>
          <p:nvPr/>
        </p:nvCxnSpPr>
        <p:spPr>
          <a:xfrm>
            <a:off x="8013698" y="2052881"/>
            <a:ext cx="0" cy="4119319"/>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7" name="Text Placeholder 3">
            <a:extLst>
              <a:ext uri="{FF2B5EF4-FFF2-40B4-BE49-F238E27FC236}">
                <a16:creationId xmlns:a16="http://schemas.microsoft.com/office/drawing/2014/main" id="{14E901CD-112B-427C-99A5-D529635EBEA3}"/>
              </a:ext>
            </a:extLst>
          </p:cNvPr>
          <p:cNvSpPr txBox="1">
            <a:spLocks/>
          </p:cNvSpPr>
          <p:nvPr/>
        </p:nvSpPr>
        <p:spPr>
          <a:xfrm>
            <a:off x="4521199" y="1790700"/>
            <a:ext cx="3149577" cy="571500"/>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buFont typeface="Avenir Next LT Pro" panose="020B0504020202020204" pitchFamily="34" charset="0"/>
              <a:buNone/>
              <a:defRPr sz="1600" b="1" kern="1200">
                <a:solidFill>
                  <a:schemeClr val="tx1"/>
                </a:solidFill>
                <a:latin typeface="+mn-lt"/>
                <a:ea typeface="+mn-ea"/>
                <a:cs typeface="+mn-cs"/>
              </a:defRPr>
            </a:lvl1pPr>
            <a:lvl2pPr marL="457200" indent="0" algn="l" defTabSz="914400" rtl="0" eaLnBrk="1" latinLnBrk="0" hangingPunct="1">
              <a:lnSpc>
                <a:spcPct val="100000"/>
              </a:lnSpc>
              <a:spcBef>
                <a:spcPts val="600"/>
              </a:spcBef>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00000"/>
              </a:lnSpc>
              <a:spcBef>
                <a:spcPts val="600"/>
              </a:spcBef>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00000"/>
              </a:lnSpc>
              <a:spcBef>
                <a:spcPts val="600"/>
              </a:spcBef>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00000"/>
              </a:lnSpc>
              <a:spcBef>
                <a:spcPts val="600"/>
              </a:spcBef>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9pPr>
          </a:lstStyle>
          <a:p>
            <a:r>
              <a:rPr lang="en-US"/>
              <a:t>Default text Box</a:t>
            </a:r>
          </a:p>
        </p:txBody>
      </p:sp>
      <p:sp>
        <p:nvSpPr>
          <p:cNvPr id="3" name="TextBox 2">
            <a:extLst>
              <a:ext uri="{FF2B5EF4-FFF2-40B4-BE49-F238E27FC236}">
                <a16:creationId xmlns:a16="http://schemas.microsoft.com/office/drawing/2014/main" id="{36C14F39-8639-4919-B0F2-5DD704A62736}"/>
              </a:ext>
            </a:extLst>
          </p:cNvPr>
          <p:cNvSpPr txBox="1"/>
          <p:nvPr/>
        </p:nvSpPr>
        <p:spPr>
          <a:xfrm>
            <a:off x="4521199" y="2743200"/>
            <a:ext cx="3149600" cy="1686842"/>
          </a:xfrm>
          <a:prstGeom prst="rect">
            <a:avLst/>
          </a:prstGeom>
          <a:noFill/>
        </p:spPr>
        <p:txBody>
          <a:bodyPr wrap="square" lIns="0" tIns="0" rIns="0" bIns="0" rtlCol="0">
            <a:noAutofit/>
          </a:bodyPr>
          <a:lstStyle/>
          <a:p>
            <a:pPr>
              <a:lnSpc>
                <a:spcPct val="110000"/>
              </a:lnSpc>
              <a:spcAft>
                <a:spcPts val="1000"/>
              </a:spcAft>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r>
              <a:rPr lang="en-US" err="1"/>
              <a:t>ut</a:t>
            </a:r>
            <a:r>
              <a:rPr lang="en-US"/>
              <a:t> </a:t>
            </a:r>
            <a:r>
              <a:rPr lang="en-US" err="1"/>
              <a:t>enim</a:t>
            </a:r>
            <a:r>
              <a:rPr lang="en-US"/>
              <a:t> ad.</a:t>
            </a:r>
          </a:p>
        </p:txBody>
      </p:sp>
      <p:sp>
        <p:nvSpPr>
          <p:cNvPr id="16" name="TextBox 15">
            <a:extLst>
              <a:ext uri="{FF2B5EF4-FFF2-40B4-BE49-F238E27FC236}">
                <a16:creationId xmlns:a16="http://schemas.microsoft.com/office/drawing/2014/main" id="{765D3CF9-8BDF-4177-883C-2D4CD2F19FB1}"/>
              </a:ext>
            </a:extLst>
          </p:cNvPr>
          <p:cNvSpPr txBox="1"/>
          <p:nvPr/>
        </p:nvSpPr>
        <p:spPr>
          <a:xfrm>
            <a:off x="4521199" y="4800600"/>
            <a:ext cx="3149600" cy="1371600"/>
          </a:xfrm>
          <a:prstGeom prst="rect">
            <a:avLst/>
          </a:prstGeom>
          <a:noFill/>
        </p:spPr>
        <p:txBody>
          <a:bodyPr wrap="square" lIns="0" tIns="0" rIns="0" bIns="0" rtlCol="0" anchor="t">
            <a:noAutofit/>
          </a:bodyPr>
          <a:lstStyle/>
          <a:p>
            <a:r>
              <a:rPr lang="en-US" sz="800" b="1">
                <a:cs typeface="+mn-cs"/>
              </a:rPr>
              <a:t>Default</a:t>
            </a:r>
          </a:p>
          <a:p>
            <a:r>
              <a:rPr lang="en-US" sz="800">
                <a:cs typeface="+mn-cs"/>
              </a:rPr>
              <a:t>Black, Text 1</a:t>
            </a:r>
            <a:br>
              <a:rPr lang="en-US" sz="800">
                <a:cs typeface="+mn-cs"/>
              </a:rPr>
            </a:br>
            <a:r>
              <a:rPr lang="en-US" sz="800"/>
              <a:t>L</a:t>
            </a:r>
            <a:r>
              <a:rPr lang="en-US" sz="800">
                <a:cs typeface="+mn-cs"/>
              </a:rPr>
              <a:t>eft aligned</a:t>
            </a:r>
          </a:p>
          <a:p>
            <a:r>
              <a:rPr lang="en-US" sz="800">
                <a:cs typeface="+mn-cs"/>
              </a:rPr>
              <a:t>No line, no fill</a:t>
            </a:r>
          </a:p>
        </p:txBody>
      </p:sp>
      <p:sp>
        <p:nvSpPr>
          <p:cNvPr id="28" name="Text Placeholder 3">
            <a:extLst>
              <a:ext uri="{FF2B5EF4-FFF2-40B4-BE49-F238E27FC236}">
                <a16:creationId xmlns:a16="http://schemas.microsoft.com/office/drawing/2014/main" id="{DD677BDD-8D83-40B1-AD50-676D69ED397F}"/>
              </a:ext>
            </a:extLst>
          </p:cNvPr>
          <p:cNvSpPr txBox="1">
            <a:spLocks/>
          </p:cNvSpPr>
          <p:nvPr/>
        </p:nvSpPr>
        <p:spPr>
          <a:xfrm>
            <a:off x="8356621" y="1790700"/>
            <a:ext cx="3149577" cy="571500"/>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buFont typeface="Avenir Next LT Pro" panose="020B0504020202020204" pitchFamily="34" charset="0"/>
              <a:buNone/>
              <a:defRPr sz="1600" b="1" kern="1200">
                <a:solidFill>
                  <a:schemeClr val="tx1"/>
                </a:solidFill>
                <a:latin typeface="+mn-lt"/>
                <a:ea typeface="+mn-ea"/>
                <a:cs typeface="+mn-cs"/>
              </a:defRPr>
            </a:lvl1pPr>
            <a:lvl2pPr marL="457200" indent="0" algn="l" defTabSz="914400" rtl="0" eaLnBrk="1" latinLnBrk="0" hangingPunct="1">
              <a:lnSpc>
                <a:spcPct val="100000"/>
              </a:lnSpc>
              <a:spcBef>
                <a:spcPts val="600"/>
              </a:spcBef>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00000"/>
              </a:lnSpc>
              <a:spcBef>
                <a:spcPts val="600"/>
              </a:spcBef>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00000"/>
              </a:lnSpc>
              <a:spcBef>
                <a:spcPts val="600"/>
              </a:spcBef>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00000"/>
              </a:lnSpc>
              <a:spcBef>
                <a:spcPts val="600"/>
              </a:spcBef>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venir Next LT Pro" panose="020B0504020202020204" pitchFamily="34" charset="0"/>
              <a:buNone/>
              <a:defRPr sz="1600" b="1" kern="1200">
                <a:solidFill>
                  <a:schemeClr val="tx1"/>
                </a:solidFill>
                <a:latin typeface="+mn-lt"/>
                <a:ea typeface="+mn-ea"/>
                <a:cs typeface="+mn-cs"/>
              </a:defRPr>
            </a:lvl9pPr>
          </a:lstStyle>
          <a:p>
            <a:r>
              <a:rPr lang="en-US"/>
              <a:t>Default and suggested lines</a:t>
            </a:r>
          </a:p>
        </p:txBody>
      </p:sp>
      <p:sp>
        <p:nvSpPr>
          <p:cNvPr id="17" name="TextBox 16">
            <a:extLst>
              <a:ext uri="{FF2B5EF4-FFF2-40B4-BE49-F238E27FC236}">
                <a16:creationId xmlns:a16="http://schemas.microsoft.com/office/drawing/2014/main" id="{4A3794D7-A661-410C-8BBD-1DE4C5E82884}"/>
              </a:ext>
            </a:extLst>
          </p:cNvPr>
          <p:cNvSpPr txBox="1">
            <a:spLocks/>
          </p:cNvSpPr>
          <p:nvPr/>
        </p:nvSpPr>
        <p:spPr>
          <a:xfrm>
            <a:off x="9427422" y="2652519"/>
            <a:ext cx="2322813" cy="181363"/>
          </a:xfrm>
          <a:prstGeom prst="rect">
            <a:avLst/>
          </a:prstGeom>
          <a:noFill/>
        </p:spPr>
        <p:txBody>
          <a:bodyPr wrap="square" lIns="0" tIns="0" rIns="0" bIns="0" rtlCol="0" anchor="ctr">
            <a:noAutofit/>
          </a:bodyPr>
          <a:lstStyle/>
          <a:p>
            <a:r>
              <a:rPr lang="en-US" sz="700" b="1">
                <a:cs typeface="+mn-cs"/>
              </a:rPr>
              <a:t>Default, </a:t>
            </a:r>
            <a:r>
              <a:rPr lang="en-US" sz="700">
                <a:cs typeface="+mn-cs"/>
              </a:rPr>
              <a:t>Light Gray, Background 2, 0.75pt</a:t>
            </a:r>
          </a:p>
        </p:txBody>
      </p:sp>
      <p:sp>
        <p:nvSpPr>
          <p:cNvPr id="39" name="TextBox 38">
            <a:extLst>
              <a:ext uri="{FF2B5EF4-FFF2-40B4-BE49-F238E27FC236}">
                <a16:creationId xmlns:a16="http://schemas.microsoft.com/office/drawing/2014/main" id="{1832666F-1225-4A15-E87B-D22068282320}"/>
              </a:ext>
            </a:extLst>
          </p:cNvPr>
          <p:cNvSpPr txBox="1">
            <a:spLocks/>
          </p:cNvSpPr>
          <p:nvPr/>
        </p:nvSpPr>
        <p:spPr>
          <a:xfrm>
            <a:off x="9427422" y="2946048"/>
            <a:ext cx="2322813" cy="181363"/>
          </a:xfrm>
          <a:prstGeom prst="rect">
            <a:avLst/>
          </a:prstGeom>
          <a:noFill/>
        </p:spPr>
        <p:txBody>
          <a:bodyPr wrap="square" lIns="0" tIns="0" rIns="0" bIns="0" rtlCol="0" anchor="ctr">
            <a:noAutofit/>
          </a:bodyPr>
          <a:lstStyle/>
          <a:p>
            <a:r>
              <a:rPr lang="en-US" sz="700" b="1"/>
              <a:t>Black</a:t>
            </a:r>
            <a:r>
              <a:rPr lang="en-US" sz="700" b="1">
                <a:cs typeface="+mn-cs"/>
              </a:rPr>
              <a:t>, </a:t>
            </a:r>
            <a:r>
              <a:rPr lang="en-US" sz="700">
                <a:cs typeface="+mn-cs"/>
              </a:rPr>
              <a:t>Black, Text 1, 0.75pt</a:t>
            </a:r>
          </a:p>
        </p:txBody>
      </p:sp>
      <p:sp>
        <p:nvSpPr>
          <p:cNvPr id="36" name="TextBox 35">
            <a:extLst>
              <a:ext uri="{FF2B5EF4-FFF2-40B4-BE49-F238E27FC236}">
                <a16:creationId xmlns:a16="http://schemas.microsoft.com/office/drawing/2014/main" id="{C946598C-7C06-4012-B64C-E6FFA7919E1F}"/>
              </a:ext>
            </a:extLst>
          </p:cNvPr>
          <p:cNvSpPr txBox="1">
            <a:spLocks/>
          </p:cNvSpPr>
          <p:nvPr/>
        </p:nvSpPr>
        <p:spPr>
          <a:xfrm>
            <a:off x="9427422" y="3239577"/>
            <a:ext cx="2322813" cy="197710"/>
          </a:xfrm>
          <a:prstGeom prst="rect">
            <a:avLst/>
          </a:prstGeom>
          <a:noFill/>
        </p:spPr>
        <p:txBody>
          <a:bodyPr wrap="square" lIns="0" tIns="0" rIns="0" bIns="0" rtlCol="0" anchor="ctr">
            <a:noAutofit/>
          </a:bodyPr>
          <a:lstStyle/>
          <a:p>
            <a:r>
              <a:rPr lang="en-US" sz="700" b="1">
                <a:cs typeface="+mn-cs"/>
              </a:rPr>
              <a:t>Dash,</a:t>
            </a:r>
            <a:r>
              <a:rPr lang="en-US" sz="700" b="1"/>
              <a:t> </a:t>
            </a:r>
            <a:r>
              <a:rPr lang="en-US" sz="700">
                <a:cs typeface="+mn-cs"/>
              </a:rPr>
              <a:t>Light Gray, Background 2, Dash, 1.5pt</a:t>
            </a:r>
          </a:p>
        </p:txBody>
      </p:sp>
      <p:sp>
        <p:nvSpPr>
          <p:cNvPr id="33" name="TextBox 32">
            <a:extLst>
              <a:ext uri="{FF2B5EF4-FFF2-40B4-BE49-F238E27FC236}">
                <a16:creationId xmlns:a16="http://schemas.microsoft.com/office/drawing/2014/main" id="{7B04B1C6-9C6B-4F07-97B9-369A43FFA6BC}"/>
              </a:ext>
            </a:extLst>
          </p:cNvPr>
          <p:cNvSpPr txBox="1">
            <a:spLocks/>
          </p:cNvSpPr>
          <p:nvPr/>
        </p:nvSpPr>
        <p:spPr>
          <a:xfrm>
            <a:off x="9427422" y="3549453"/>
            <a:ext cx="2322813" cy="181364"/>
          </a:xfrm>
          <a:prstGeom prst="rect">
            <a:avLst/>
          </a:prstGeom>
          <a:noFill/>
        </p:spPr>
        <p:txBody>
          <a:bodyPr wrap="square" lIns="0" tIns="0" rIns="0" bIns="0" rtlCol="0" anchor="ctr">
            <a:noAutofit/>
          </a:bodyPr>
          <a:lstStyle/>
          <a:p>
            <a:r>
              <a:rPr lang="en-US" sz="700" b="1">
                <a:cs typeface="+mn-cs"/>
              </a:rPr>
              <a:t>Thick</a:t>
            </a:r>
            <a:r>
              <a:rPr lang="en-US" sz="700" b="1"/>
              <a:t>, </a:t>
            </a:r>
            <a:r>
              <a:rPr lang="en-US" sz="700">
                <a:cs typeface="+mn-cs"/>
              </a:rPr>
              <a:t>Light Gray, Background 2, 3pt </a:t>
            </a:r>
          </a:p>
        </p:txBody>
      </p:sp>
      <p:sp>
        <p:nvSpPr>
          <p:cNvPr id="43" name="TextBox 42">
            <a:extLst>
              <a:ext uri="{FF2B5EF4-FFF2-40B4-BE49-F238E27FC236}">
                <a16:creationId xmlns:a16="http://schemas.microsoft.com/office/drawing/2014/main" id="{DBA3A4BA-2D50-B29A-9E1E-03ECB6BE550D}"/>
              </a:ext>
            </a:extLst>
          </p:cNvPr>
          <p:cNvSpPr txBox="1">
            <a:spLocks/>
          </p:cNvSpPr>
          <p:nvPr/>
        </p:nvSpPr>
        <p:spPr>
          <a:xfrm>
            <a:off x="9427422" y="3842983"/>
            <a:ext cx="2322813" cy="181364"/>
          </a:xfrm>
          <a:prstGeom prst="rect">
            <a:avLst/>
          </a:prstGeom>
          <a:noFill/>
        </p:spPr>
        <p:txBody>
          <a:bodyPr wrap="square" lIns="0" tIns="0" rIns="0" bIns="0" rtlCol="0" anchor="ctr">
            <a:noAutofit/>
          </a:bodyPr>
          <a:lstStyle/>
          <a:p>
            <a:r>
              <a:rPr lang="en-US" sz="700" b="1">
                <a:cs typeface="+mn-cs"/>
              </a:rPr>
              <a:t>Blue 1</a:t>
            </a:r>
            <a:r>
              <a:rPr lang="en-US" sz="700" b="1"/>
              <a:t>, </a:t>
            </a:r>
            <a:r>
              <a:rPr lang="en-US" sz="700">
                <a:cs typeface="+mn-cs"/>
              </a:rPr>
              <a:t>Slalom Blue, Accent 2, 1.5pt</a:t>
            </a:r>
          </a:p>
        </p:txBody>
      </p:sp>
      <p:sp>
        <p:nvSpPr>
          <p:cNvPr id="37" name="TextBox 36">
            <a:extLst>
              <a:ext uri="{FF2B5EF4-FFF2-40B4-BE49-F238E27FC236}">
                <a16:creationId xmlns:a16="http://schemas.microsoft.com/office/drawing/2014/main" id="{2B232685-109C-7824-4FCD-2C0C26D990BB}"/>
              </a:ext>
            </a:extLst>
          </p:cNvPr>
          <p:cNvSpPr txBox="1">
            <a:spLocks/>
          </p:cNvSpPr>
          <p:nvPr/>
        </p:nvSpPr>
        <p:spPr>
          <a:xfrm>
            <a:off x="9427422" y="4136513"/>
            <a:ext cx="2322813" cy="181364"/>
          </a:xfrm>
          <a:prstGeom prst="rect">
            <a:avLst/>
          </a:prstGeom>
          <a:noFill/>
        </p:spPr>
        <p:txBody>
          <a:bodyPr wrap="square" lIns="0" tIns="0" rIns="0" bIns="0" rtlCol="0" anchor="ctr">
            <a:noAutofit/>
          </a:bodyPr>
          <a:lstStyle/>
          <a:p>
            <a:r>
              <a:rPr lang="en-US" sz="700" b="1">
                <a:cs typeface="+mn-cs"/>
              </a:rPr>
              <a:t>Blue 2</a:t>
            </a:r>
            <a:r>
              <a:rPr lang="en-US" sz="700" b="1"/>
              <a:t>, </a:t>
            </a:r>
            <a:r>
              <a:rPr lang="en-US" sz="700">
                <a:cs typeface="+mn-cs"/>
              </a:rPr>
              <a:t>Slalom Blue, Accent 2, 3pt</a:t>
            </a:r>
          </a:p>
        </p:txBody>
      </p:sp>
      <p:sp>
        <p:nvSpPr>
          <p:cNvPr id="41" name="TextBox 40">
            <a:extLst>
              <a:ext uri="{FF2B5EF4-FFF2-40B4-BE49-F238E27FC236}">
                <a16:creationId xmlns:a16="http://schemas.microsoft.com/office/drawing/2014/main" id="{7E826D92-AA82-B89D-374F-92DCB992F92D}"/>
              </a:ext>
            </a:extLst>
          </p:cNvPr>
          <p:cNvSpPr txBox="1">
            <a:spLocks/>
          </p:cNvSpPr>
          <p:nvPr/>
        </p:nvSpPr>
        <p:spPr>
          <a:xfrm>
            <a:off x="9427422" y="4430042"/>
            <a:ext cx="2322813" cy="181364"/>
          </a:xfrm>
          <a:prstGeom prst="rect">
            <a:avLst/>
          </a:prstGeom>
          <a:noFill/>
        </p:spPr>
        <p:txBody>
          <a:bodyPr wrap="square" lIns="0" tIns="0" rIns="0" bIns="0" rtlCol="0" anchor="ctr">
            <a:noAutofit/>
          </a:bodyPr>
          <a:lstStyle/>
          <a:p>
            <a:r>
              <a:rPr lang="en-US" sz="700" b="1">
                <a:cs typeface="+mn-cs"/>
              </a:rPr>
              <a:t>Blue 3</a:t>
            </a:r>
            <a:r>
              <a:rPr lang="en-US" sz="700" b="1"/>
              <a:t>, </a:t>
            </a:r>
            <a:r>
              <a:rPr lang="en-US" sz="700">
                <a:cs typeface="+mn-cs"/>
              </a:rPr>
              <a:t>Slalom Blue, Accent 2, 6pt</a:t>
            </a:r>
          </a:p>
        </p:txBody>
      </p:sp>
      <p:sp>
        <p:nvSpPr>
          <p:cNvPr id="53" name="TextBox 52">
            <a:extLst>
              <a:ext uri="{FF2B5EF4-FFF2-40B4-BE49-F238E27FC236}">
                <a16:creationId xmlns:a16="http://schemas.microsoft.com/office/drawing/2014/main" id="{D9EF2C54-D03D-CCE6-ED0E-ECE12A8FD599}"/>
              </a:ext>
              <a:ext uri="{C183D7F6-B498-43B3-948B-1728B52AA6E4}">
                <adec:decorative xmlns:adec="http://schemas.microsoft.com/office/drawing/2017/decorative" val="0"/>
              </a:ext>
            </a:extLst>
          </p:cNvPr>
          <p:cNvSpPr txBox="1">
            <a:spLocks/>
          </p:cNvSpPr>
          <p:nvPr/>
        </p:nvSpPr>
        <p:spPr>
          <a:xfrm>
            <a:off x="9427421" y="4731257"/>
            <a:ext cx="2560320" cy="181364"/>
          </a:xfrm>
          <a:prstGeom prst="rect">
            <a:avLst/>
          </a:prstGeom>
          <a:noFill/>
        </p:spPr>
        <p:txBody>
          <a:bodyPr wrap="square" lIns="0" tIns="0" rIns="0" bIns="0" rtlCol="0" anchor="ctr">
            <a:noAutofit/>
          </a:bodyPr>
          <a:lstStyle/>
          <a:p>
            <a:r>
              <a:rPr lang="en-US" sz="700" b="1"/>
              <a:t>Round Pointer, </a:t>
            </a:r>
            <a:r>
              <a:rPr lang="en-US" sz="700">
                <a:cs typeface="+mn-cs"/>
              </a:rPr>
              <a:t>Black, Text 1, 1.5pt, Oval Arrow, Size 5</a:t>
            </a:r>
          </a:p>
        </p:txBody>
      </p:sp>
      <p:sp>
        <p:nvSpPr>
          <p:cNvPr id="47" name="TextBox 46">
            <a:extLst>
              <a:ext uri="{FF2B5EF4-FFF2-40B4-BE49-F238E27FC236}">
                <a16:creationId xmlns:a16="http://schemas.microsoft.com/office/drawing/2014/main" id="{D9B4C40B-8CFB-4C3B-86BB-47BE3ED53A32}"/>
              </a:ext>
            </a:extLst>
          </p:cNvPr>
          <p:cNvSpPr txBox="1">
            <a:spLocks/>
          </p:cNvSpPr>
          <p:nvPr/>
        </p:nvSpPr>
        <p:spPr>
          <a:xfrm>
            <a:off x="9427422" y="5179972"/>
            <a:ext cx="2322813" cy="161486"/>
          </a:xfrm>
          <a:prstGeom prst="rect">
            <a:avLst/>
          </a:prstGeom>
          <a:noFill/>
        </p:spPr>
        <p:txBody>
          <a:bodyPr wrap="square" lIns="0" tIns="0" rIns="0" bIns="0" rtlCol="0" anchor="ctr">
            <a:noAutofit/>
          </a:bodyPr>
          <a:lstStyle/>
          <a:p>
            <a:r>
              <a:rPr lang="en-US" sz="700">
                <a:cs typeface="+mn-cs"/>
              </a:rPr>
              <a:t>Arrow Type: Open Arrow, Arrow Size: Arrow L Size 5</a:t>
            </a:r>
          </a:p>
        </p:txBody>
      </p:sp>
      <p:sp>
        <p:nvSpPr>
          <p:cNvPr id="50" name="TextBox 49">
            <a:extLst>
              <a:ext uri="{FF2B5EF4-FFF2-40B4-BE49-F238E27FC236}">
                <a16:creationId xmlns:a16="http://schemas.microsoft.com/office/drawing/2014/main" id="{4A435B4C-8F2D-4C34-9670-CBBB342B90FF}"/>
              </a:ext>
            </a:extLst>
          </p:cNvPr>
          <p:cNvSpPr txBox="1">
            <a:spLocks/>
          </p:cNvSpPr>
          <p:nvPr/>
        </p:nvSpPr>
        <p:spPr>
          <a:xfrm>
            <a:off x="9427422" y="5402486"/>
            <a:ext cx="2322813" cy="161486"/>
          </a:xfrm>
          <a:prstGeom prst="rect">
            <a:avLst/>
          </a:prstGeom>
          <a:noFill/>
        </p:spPr>
        <p:txBody>
          <a:bodyPr wrap="square" lIns="0" tIns="0" rIns="0" bIns="0" rtlCol="0" anchor="ctr">
            <a:noAutofit/>
          </a:bodyPr>
          <a:lstStyle/>
          <a:p>
            <a:r>
              <a:rPr lang="en-US" sz="700">
                <a:cs typeface="+mn-cs"/>
              </a:rPr>
              <a:t>Arrow Type: Open Arrow, Arrow Size: Arrow R Size 5</a:t>
            </a:r>
          </a:p>
        </p:txBody>
      </p:sp>
      <p:sp>
        <p:nvSpPr>
          <p:cNvPr id="52" name="TextBox 51">
            <a:extLst>
              <a:ext uri="{FF2B5EF4-FFF2-40B4-BE49-F238E27FC236}">
                <a16:creationId xmlns:a16="http://schemas.microsoft.com/office/drawing/2014/main" id="{FFB18D08-9258-457E-96FA-5BE8BD3F257E}"/>
              </a:ext>
            </a:extLst>
          </p:cNvPr>
          <p:cNvSpPr txBox="1">
            <a:spLocks/>
          </p:cNvSpPr>
          <p:nvPr/>
        </p:nvSpPr>
        <p:spPr>
          <a:xfrm>
            <a:off x="9427422" y="5624999"/>
            <a:ext cx="2322813" cy="161486"/>
          </a:xfrm>
          <a:prstGeom prst="rect">
            <a:avLst/>
          </a:prstGeom>
          <a:noFill/>
        </p:spPr>
        <p:txBody>
          <a:bodyPr wrap="square" lIns="0" tIns="0" rIns="0" bIns="0" rtlCol="0" anchor="ctr">
            <a:noAutofit/>
          </a:bodyPr>
          <a:lstStyle/>
          <a:p>
            <a:r>
              <a:rPr lang="en-US" sz="700">
                <a:cs typeface="+mn-cs"/>
              </a:rPr>
              <a:t>Arrow Type: Open Arrow,</a:t>
            </a:r>
            <a:r>
              <a:rPr lang="en-US" sz="700"/>
              <a:t> </a:t>
            </a:r>
            <a:r>
              <a:rPr lang="en-US" sz="700">
                <a:cs typeface="+mn-cs"/>
              </a:rPr>
              <a:t>Arrow Size: Arrow L&amp;R Size 5</a:t>
            </a:r>
          </a:p>
        </p:txBody>
      </p:sp>
      <p:sp>
        <p:nvSpPr>
          <p:cNvPr id="48" name="TextBox 47">
            <a:extLst>
              <a:ext uri="{FF2B5EF4-FFF2-40B4-BE49-F238E27FC236}">
                <a16:creationId xmlns:a16="http://schemas.microsoft.com/office/drawing/2014/main" id="{49421E6A-5564-4F5E-B6A0-0F841934B6DF}"/>
              </a:ext>
            </a:extLst>
          </p:cNvPr>
          <p:cNvSpPr txBox="1"/>
          <p:nvPr/>
        </p:nvSpPr>
        <p:spPr>
          <a:xfrm>
            <a:off x="8356597" y="5904618"/>
            <a:ext cx="1280160" cy="303238"/>
          </a:xfrm>
          <a:prstGeom prst="rect">
            <a:avLst/>
          </a:prstGeom>
          <a:noFill/>
        </p:spPr>
        <p:txBody>
          <a:bodyPr wrap="square" lIns="0" tIns="0" rIns="0" bIns="0" rtlCol="0" anchor="t">
            <a:noAutofit/>
          </a:bodyPr>
          <a:lstStyle/>
          <a:p>
            <a:r>
              <a:rPr lang="en-US" sz="800" b="1">
                <a:cs typeface="+mn-cs"/>
              </a:rPr>
              <a:t>Arrows</a:t>
            </a:r>
          </a:p>
          <a:p>
            <a:r>
              <a:rPr lang="en-US" sz="800">
                <a:cs typeface="+mn-cs"/>
              </a:rPr>
              <a:t>Black Text 1, 0.75pt </a:t>
            </a:r>
          </a:p>
        </p:txBody>
      </p:sp>
      <p:cxnSp>
        <p:nvCxnSpPr>
          <p:cNvPr id="46" name="Straight Connector 45">
            <a:extLst>
              <a:ext uri="{FF2B5EF4-FFF2-40B4-BE49-F238E27FC236}">
                <a16:creationId xmlns:a16="http://schemas.microsoft.com/office/drawing/2014/main" id="{292204BE-284A-4CBC-8DD4-574B5E61F65C}"/>
              </a:ext>
              <a:ext uri="{C183D7F6-B498-43B3-948B-1728B52AA6E4}">
                <adec:decorative xmlns:adec="http://schemas.microsoft.com/office/drawing/2017/decorative" val="1"/>
              </a:ext>
            </a:extLst>
          </p:cNvPr>
          <p:cNvCxnSpPr>
            <a:cxnSpLocks/>
          </p:cNvCxnSpPr>
          <p:nvPr/>
        </p:nvCxnSpPr>
        <p:spPr>
          <a:xfrm>
            <a:off x="8356621" y="5260715"/>
            <a:ext cx="942229" cy="0"/>
          </a:xfrm>
          <a:prstGeom prst="line">
            <a:avLst/>
          </a:prstGeom>
          <a:ln w="9525" cap="flat">
            <a:solidFill>
              <a:schemeClr val="tx1"/>
            </a:solidFill>
            <a:headEnd type="arrow" w="med" len="med"/>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5E9DAA44-5067-41DF-9FC2-89A624021AF8}"/>
              </a:ext>
              <a:ext uri="{C183D7F6-B498-43B3-948B-1728B52AA6E4}">
                <adec:decorative xmlns:adec="http://schemas.microsoft.com/office/drawing/2017/decorative" val="1"/>
              </a:ext>
            </a:extLst>
          </p:cNvPr>
          <p:cNvCxnSpPr>
            <a:cxnSpLocks/>
          </p:cNvCxnSpPr>
          <p:nvPr/>
        </p:nvCxnSpPr>
        <p:spPr>
          <a:xfrm>
            <a:off x="8356621" y="5483229"/>
            <a:ext cx="942229" cy="0"/>
          </a:xfrm>
          <a:prstGeom prst="line">
            <a:avLst/>
          </a:prstGeom>
          <a:ln w="9525" cap="flat">
            <a:solidFill>
              <a:schemeClr val="tx1"/>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CCC8A82F-8DD5-439C-BB8F-2AEE0925D455}"/>
              </a:ext>
              <a:ext uri="{C183D7F6-B498-43B3-948B-1728B52AA6E4}">
                <adec:decorative xmlns:adec="http://schemas.microsoft.com/office/drawing/2017/decorative" val="1"/>
              </a:ext>
            </a:extLst>
          </p:cNvPr>
          <p:cNvCxnSpPr>
            <a:cxnSpLocks/>
          </p:cNvCxnSpPr>
          <p:nvPr/>
        </p:nvCxnSpPr>
        <p:spPr>
          <a:xfrm>
            <a:off x="8356621" y="5705742"/>
            <a:ext cx="942229" cy="0"/>
          </a:xfrm>
          <a:prstGeom prst="line">
            <a:avLst/>
          </a:prstGeom>
          <a:ln w="9525" cap="flat">
            <a:solidFill>
              <a:schemeClr val="tx1"/>
            </a:solidFill>
            <a:headEnd type="arrow" w="med" len="med"/>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29EAA78-C7BA-4BF7-9075-90446ABC048B}"/>
              </a:ext>
              <a:ext uri="{C183D7F6-B498-43B3-948B-1728B52AA6E4}">
                <adec:decorative xmlns:adec="http://schemas.microsoft.com/office/drawing/2017/decorative" val="1"/>
              </a:ext>
            </a:extLst>
          </p:cNvPr>
          <p:cNvCxnSpPr>
            <a:cxnSpLocks/>
          </p:cNvCxnSpPr>
          <p:nvPr/>
        </p:nvCxnSpPr>
        <p:spPr>
          <a:xfrm>
            <a:off x="8356621" y="2743200"/>
            <a:ext cx="942229"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F72E540-CCBD-48B1-9B0C-3362762C05F2}"/>
              </a:ext>
              <a:ext uri="{C183D7F6-B498-43B3-948B-1728B52AA6E4}">
                <adec:decorative xmlns:adec="http://schemas.microsoft.com/office/drawing/2017/decorative" val="1"/>
              </a:ext>
            </a:extLst>
          </p:cNvPr>
          <p:cNvCxnSpPr>
            <a:cxnSpLocks/>
          </p:cNvCxnSpPr>
          <p:nvPr/>
        </p:nvCxnSpPr>
        <p:spPr>
          <a:xfrm>
            <a:off x="8356621" y="3335708"/>
            <a:ext cx="942229" cy="0"/>
          </a:xfrm>
          <a:prstGeom prst="line">
            <a:avLst/>
          </a:prstGeom>
          <a:ln w="19050" cap="flat">
            <a:solidFill>
              <a:schemeClr val="bg2"/>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16A619F-6BC6-365F-27BC-C47A137C229A}"/>
              </a:ext>
              <a:ext uri="{C183D7F6-B498-43B3-948B-1728B52AA6E4}">
                <adec:decorative xmlns:adec="http://schemas.microsoft.com/office/drawing/2017/decorative" val="1"/>
              </a:ext>
            </a:extLst>
          </p:cNvPr>
          <p:cNvCxnSpPr>
            <a:cxnSpLocks/>
          </p:cNvCxnSpPr>
          <p:nvPr/>
        </p:nvCxnSpPr>
        <p:spPr>
          <a:xfrm>
            <a:off x="8356621" y="3039454"/>
            <a:ext cx="942229" cy="0"/>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AC8A296-1CD8-4A25-8BEC-C120FB4DDC74}"/>
              </a:ext>
              <a:ext uri="{C183D7F6-B498-43B3-948B-1728B52AA6E4}">
                <adec:decorative xmlns:adec="http://schemas.microsoft.com/office/drawing/2017/decorative" val="1"/>
              </a:ext>
            </a:extLst>
          </p:cNvPr>
          <p:cNvCxnSpPr>
            <a:cxnSpLocks/>
          </p:cNvCxnSpPr>
          <p:nvPr/>
        </p:nvCxnSpPr>
        <p:spPr>
          <a:xfrm>
            <a:off x="8356621" y="3631962"/>
            <a:ext cx="942229" cy="0"/>
          </a:xfrm>
          <a:prstGeom prst="line">
            <a:avLst/>
          </a:prstGeom>
          <a:ln w="38100"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D16528-59CA-F5DB-F815-A3BCC2364709}"/>
              </a:ext>
              <a:ext uri="{C183D7F6-B498-43B3-948B-1728B52AA6E4}">
                <adec:decorative xmlns:adec="http://schemas.microsoft.com/office/drawing/2017/decorative" val="1"/>
              </a:ext>
            </a:extLst>
          </p:cNvPr>
          <p:cNvCxnSpPr>
            <a:cxnSpLocks/>
          </p:cNvCxnSpPr>
          <p:nvPr/>
        </p:nvCxnSpPr>
        <p:spPr>
          <a:xfrm>
            <a:off x="8356621" y="4224470"/>
            <a:ext cx="942229" cy="0"/>
          </a:xfrm>
          <a:prstGeom prst="line">
            <a:avLst/>
          </a:prstGeom>
          <a:ln w="38100" cap="flat">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59C46A70-9D31-3B94-AC9C-D419F32BCE1A}"/>
              </a:ext>
              <a:ext uri="{C183D7F6-B498-43B3-948B-1728B52AA6E4}">
                <adec:decorative xmlns:adec="http://schemas.microsoft.com/office/drawing/2017/decorative" val="1"/>
              </a:ext>
            </a:extLst>
          </p:cNvPr>
          <p:cNvCxnSpPr>
            <a:cxnSpLocks/>
          </p:cNvCxnSpPr>
          <p:nvPr/>
        </p:nvCxnSpPr>
        <p:spPr>
          <a:xfrm>
            <a:off x="8356621" y="4520724"/>
            <a:ext cx="942229" cy="0"/>
          </a:xfrm>
          <a:prstGeom prst="line">
            <a:avLst/>
          </a:prstGeom>
          <a:ln w="76200" cap="flat">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28DB123E-D457-2357-9B66-A1A9C1A10A00}"/>
              </a:ext>
              <a:ext uri="{C183D7F6-B498-43B3-948B-1728B52AA6E4}">
                <adec:decorative xmlns:adec="http://schemas.microsoft.com/office/drawing/2017/decorative" val="1"/>
              </a:ext>
            </a:extLst>
          </p:cNvPr>
          <p:cNvCxnSpPr>
            <a:cxnSpLocks/>
          </p:cNvCxnSpPr>
          <p:nvPr/>
        </p:nvCxnSpPr>
        <p:spPr>
          <a:xfrm>
            <a:off x="8356621" y="3928216"/>
            <a:ext cx="942229" cy="0"/>
          </a:xfrm>
          <a:prstGeom prst="line">
            <a:avLst/>
          </a:prstGeom>
          <a:ln w="19050" cap="flat">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51F80D0E-795D-0955-790D-16F9A02BCE9F}"/>
              </a:ext>
              <a:ext uri="{C183D7F6-B498-43B3-948B-1728B52AA6E4}">
                <adec:decorative xmlns:adec="http://schemas.microsoft.com/office/drawing/2017/decorative" val="1"/>
              </a:ext>
            </a:extLst>
          </p:cNvPr>
          <p:cNvCxnSpPr>
            <a:cxnSpLocks/>
          </p:cNvCxnSpPr>
          <p:nvPr/>
        </p:nvCxnSpPr>
        <p:spPr>
          <a:xfrm rot="5400000">
            <a:off x="8827736" y="4345864"/>
            <a:ext cx="0" cy="942229"/>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9" name="Date Placeholder 8">
            <a:extLst>
              <a:ext uri="{FF2B5EF4-FFF2-40B4-BE49-F238E27FC236}">
                <a16:creationId xmlns:a16="http://schemas.microsoft.com/office/drawing/2014/main" id="{9564206B-555A-BA43-46F8-3B10D850E7D2}"/>
              </a:ext>
              <a:ext uri="{C183D7F6-B498-43B3-948B-1728B52AA6E4}">
                <adec:decorative xmlns:adec="http://schemas.microsoft.com/office/drawing/2017/decorative" val="1"/>
              </a:ext>
            </a:extLst>
          </p:cNvPr>
          <p:cNvSpPr>
            <a:spLocks noGrp="1"/>
          </p:cNvSpPr>
          <p:nvPr>
            <p:ph type="dt" sz="half" idx="10"/>
          </p:nvPr>
        </p:nvSpPr>
        <p:spPr/>
        <p:txBody>
          <a:bodyPr/>
          <a:lstStyle/>
          <a:p>
            <a:fld id="{9A4D0799-6822-4CAB-95E5-AC921098194A}" type="datetimeyyyy">
              <a:rPr lang="en-US" smtClean="0"/>
              <a:t>2025</a:t>
            </a:fld>
            <a:endParaRPr lang="en-US"/>
          </a:p>
        </p:txBody>
      </p:sp>
      <p:sp>
        <p:nvSpPr>
          <p:cNvPr id="10" name="Footer Placeholder 9">
            <a:extLst>
              <a:ext uri="{FF2B5EF4-FFF2-40B4-BE49-F238E27FC236}">
                <a16:creationId xmlns:a16="http://schemas.microsoft.com/office/drawing/2014/main" id="{6A481255-4E8D-D55D-A7FF-F71A4A3B61E3}"/>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7F827819-9F3E-846A-1179-BE4DDC311BF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163</a:t>
            </a:fld>
            <a:endParaRPr lang="en-US"/>
          </a:p>
        </p:txBody>
      </p:sp>
    </p:spTree>
    <p:extLst>
      <p:ext uri="{BB962C8B-B14F-4D97-AF65-F5344CB8AC3E}">
        <p14:creationId xmlns:p14="http://schemas.microsoft.com/office/powerpoint/2010/main" val="341950384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379642-8087-41C3-8051-A969501503F8}"/>
              </a:ext>
            </a:extLst>
          </p:cNvPr>
          <p:cNvSpPr>
            <a:spLocks noGrp="1"/>
          </p:cNvSpPr>
          <p:nvPr>
            <p:ph type="title"/>
          </p:nvPr>
        </p:nvSpPr>
        <p:spPr/>
        <p:txBody>
          <a:bodyPr/>
          <a:lstStyle/>
          <a:p>
            <a:r>
              <a:rPr lang="en-US"/>
              <a:t>Brand fonts</a:t>
            </a:r>
          </a:p>
        </p:txBody>
      </p:sp>
      <p:sp>
        <p:nvSpPr>
          <p:cNvPr id="6" name="Rectangle 5">
            <a:extLst>
              <a:ext uri="{FF2B5EF4-FFF2-40B4-BE49-F238E27FC236}">
                <a16:creationId xmlns:a16="http://schemas.microsoft.com/office/drawing/2014/main" id="{7A667C7E-3E90-F3BD-5C87-8EC538F6085B}"/>
              </a:ext>
              <a:ext uri="{C183D7F6-B498-43B3-948B-1728B52AA6E4}">
                <adec:decorative xmlns:adec="http://schemas.microsoft.com/office/drawing/2017/decorative" val="1"/>
              </a:ext>
            </a:extLst>
          </p:cNvPr>
          <p:cNvSpPr/>
          <p:nvPr/>
        </p:nvSpPr>
        <p:spPr>
          <a:xfrm>
            <a:off x="7150100" y="0"/>
            <a:ext cx="5041900" cy="6858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TextBox 15">
            <a:extLst>
              <a:ext uri="{FF2B5EF4-FFF2-40B4-BE49-F238E27FC236}">
                <a16:creationId xmlns:a16="http://schemas.microsoft.com/office/drawing/2014/main" id="{672165E7-E5A7-6C87-E007-E0907E7331AD}"/>
              </a:ext>
            </a:extLst>
          </p:cNvPr>
          <p:cNvSpPr txBox="1">
            <a:spLocks/>
          </p:cNvSpPr>
          <p:nvPr/>
        </p:nvSpPr>
        <p:spPr>
          <a:xfrm>
            <a:off x="582863" y="1752600"/>
            <a:ext cx="5398837" cy="1106150"/>
          </a:xfrm>
          <a:prstGeom prst="rect">
            <a:avLst/>
          </a:prstGeom>
          <a:noFill/>
        </p:spPr>
        <p:txBody>
          <a:bodyPr wrap="square" lIns="0" tIns="0" rIns="0" bIns="0" rtlCol="0" anchor="t">
            <a:noAutofit/>
          </a:bodyPr>
          <a:lstStyle/>
          <a:p>
            <a:pPr lvl="0">
              <a:lnSpc>
                <a:spcPct val="110000"/>
              </a:lnSpc>
              <a:spcAft>
                <a:spcPts val="1000"/>
              </a:spcAft>
              <a:defRPr/>
            </a:pPr>
            <a:r>
              <a:rPr kumimoji="0" lang="en-US" sz="1400" b="0" i="0" u="none" strike="noStrike" kern="1200" cap="none" spc="0" normalizeH="0" baseline="0" noProof="0">
                <a:ln>
                  <a:noFill/>
                </a:ln>
                <a:effectLst/>
                <a:uLnTx/>
                <a:uFillTx/>
                <a:ea typeface="+mn-ea"/>
                <a:cs typeface="+mn-cs"/>
              </a:rPr>
              <a:t>This document contains an </a:t>
            </a:r>
            <a:r>
              <a:rPr kumimoji="0" lang="en-US" sz="1400" b="1" i="0" u="none" strike="noStrike" kern="1200" cap="none" spc="0" normalizeH="0" baseline="0" noProof="0">
                <a:ln>
                  <a:noFill/>
                </a:ln>
                <a:effectLst/>
                <a:uLnTx/>
                <a:uFillTx/>
                <a:ea typeface="+mn-ea"/>
                <a:cs typeface="+mn-cs"/>
              </a:rPr>
              <a:t>embedded</a:t>
            </a:r>
            <a:r>
              <a:rPr kumimoji="0" lang="en-US" sz="1400" b="0" i="0" u="none" strike="noStrike" kern="1200" cap="none" spc="0" normalizeH="0" baseline="0" noProof="0">
                <a:ln>
                  <a:noFill/>
                </a:ln>
                <a:effectLst/>
                <a:uLnTx/>
                <a:uFillTx/>
                <a:ea typeface="+mn-ea"/>
                <a:cs typeface="+mn-cs"/>
              </a:rPr>
              <a:t> </a:t>
            </a:r>
            <a:r>
              <a:rPr kumimoji="0" lang="en-US" sz="1400" b="1" i="0" u="none" strike="noStrike" kern="1200" cap="none" spc="0" normalizeH="0" baseline="0" noProof="0">
                <a:ln>
                  <a:noFill/>
                </a:ln>
                <a:effectLst/>
                <a:uLnTx/>
                <a:uFillTx/>
                <a:ea typeface="+mn-ea"/>
                <a:cs typeface="+mn-cs"/>
              </a:rPr>
              <a:t>Microsoft 365 Cloud Font (Avenir Next LT Pro)</a:t>
            </a:r>
            <a:r>
              <a:rPr lang="en-US" sz="1400" b="1"/>
              <a:t>. </a:t>
            </a:r>
            <a:r>
              <a:rPr lang="en-US" sz="1400"/>
              <a:t>Cloud fonts render accurately inside and outside of Slalom.</a:t>
            </a:r>
          </a:p>
          <a:p>
            <a:pPr>
              <a:lnSpc>
                <a:spcPct val="110000"/>
              </a:lnSpc>
              <a:spcAft>
                <a:spcPts val="1000"/>
              </a:spcAft>
              <a:defRPr/>
            </a:pPr>
            <a:r>
              <a:rPr lang="en-US" sz="1400" b="1"/>
              <a:t>Does your type look like this?*</a:t>
            </a:r>
            <a:r>
              <a:rPr lang="en-US" sz="1400"/>
              <a:t> The image and live font shown below should match. </a:t>
            </a:r>
            <a:endParaRPr lang="en-US" sz="1400" b="1"/>
          </a:p>
          <a:p>
            <a:pPr lvl="0">
              <a:lnSpc>
                <a:spcPct val="110000"/>
              </a:lnSpc>
              <a:spcAft>
                <a:spcPts val="1000"/>
              </a:spcAft>
              <a:defRPr/>
            </a:pPr>
            <a:br>
              <a:rPr kumimoji="0" lang="en-US" sz="1400" b="0" i="0" u="none" strike="noStrike" kern="1200" cap="none" spc="0" normalizeH="0" baseline="0" noProof="0">
                <a:ln>
                  <a:noFill/>
                </a:ln>
                <a:effectLst/>
                <a:uLnTx/>
                <a:uFillTx/>
                <a:ea typeface="+mn-ea"/>
                <a:cs typeface="+mn-cs"/>
              </a:rPr>
            </a:br>
            <a:endParaRPr kumimoji="0" lang="en-US" sz="1400" b="0" i="0" u="none" strike="noStrike" kern="1200" cap="none" spc="0" normalizeH="0" baseline="0" noProof="0">
              <a:ln>
                <a:noFill/>
              </a:ln>
              <a:effectLst/>
              <a:uLnTx/>
              <a:uFillTx/>
              <a:ea typeface="+mn-ea"/>
              <a:cs typeface="+mn-cs"/>
            </a:endParaRPr>
          </a:p>
        </p:txBody>
      </p:sp>
      <p:sp>
        <p:nvSpPr>
          <p:cNvPr id="19" name="object 5">
            <a:extLst>
              <a:ext uri="{FF2B5EF4-FFF2-40B4-BE49-F238E27FC236}">
                <a16:creationId xmlns:a16="http://schemas.microsoft.com/office/drawing/2014/main" id="{6012048F-C587-5B33-905B-CAE7862009E0}"/>
              </a:ext>
            </a:extLst>
          </p:cNvPr>
          <p:cNvSpPr txBox="1"/>
          <p:nvPr/>
        </p:nvSpPr>
        <p:spPr>
          <a:xfrm>
            <a:off x="577850" y="3219406"/>
            <a:ext cx="1879600" cy="164385"/>
          </a:xfrm>
          <a:prstGeom prst="rect">
            <a:avLst/>
          </a:prstGeom>
        </p:spPr>
        <p:txBody>
          <a:bodyPr vert="horz" wrap="square" lIns="0" tIns="10395" rIns="0" bIns="0" rtlCol="0" anchor="ctr">
            <a:noAutofit/>
          </a:bodyPr>
          <a:lstStyle/>
          <a:p>
            <a:pPr marL="7700">
              <a:spcBef>
                <a:spcPts val="82"/>
              </a:spcBef>
            </a:pPr>
            <a:r>
              <a:rPr lang="en-US" sz="1200" b="1" cap="all" spc="150">
                <a:solidFill>
                  <a:schemeClr val="accent1"/>
                </a:solidFill>
                <a:ea typeface="+mj-ea"/>
                <a:cs typeface="+mj-cs"/>
              </a:rPr>
              <a:t>Image</a:t>
            </a:r>
          </a:p>
        </p:txBody>
      </p:sp>
      <p:pic>
        <p:nvPicPr>
          <p:cNvPr id="7" name="Picture 6">
            <a:extLst>
              <a:ext uri="{FF2B5EF4-FFF2-40B4-BE49-F238E27FC236}">
                <a16:creationId xmlns:a16="http://schemas.microsoft.com/office/drawing/2014/main" id="{B1EB9E26-F46A-2E93-2532-EF29B7E5C14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77850" y="3580577"/>
            <a:ext cx="2108201" cy="365555"/>
          </a:xfrm>
          <a:prstGeom prst="rect">
            <a:avLst/>
          </a:prstGeom>
        </p:spPr>
      </p:pic>
      <p:sp>
        <p:nvSpPr>
          <p:cNvPr id="20" name="object 5">
            <a:extLst>
              <a:ext uri="{FF2B5EF4-FFF2-40B4-BE49-F238E27FC236}">
                <a16:creationId xmlns:a16="http://schemas.microsoft.com/office/drawing/2014/main" id="{8C5D8D66-596A-FA65-B988-1FBFA365D1D5}"/>
              </a:ext>
            </a:extLst>
          </p:cNvPr>
          <p:cNvSpPr txBox="1"/>
          <p:nvPr/>
        </p:nvSpPr>
        <p:spPr>
          <a:xfrm>
            <a:off x="3378200" y="3219406"/>
            <a:ext cx="1879600" cy="164385"/>
          </a:xfrm>
          <a:prstGeom prst="rect">
            <a:avLst/>
          </a:prstGeom>
        </p:spPr>
        <p:txBody>
          <a:bodyPr vert="horz" wrap="square" lIns="0" tIns="10395" rIns="0" bIns="0" rtlCol="0" anchor="ctr">
            <a:noAutofit/>
          </a:bodyPr>
          <a:lstStyle/>
          <a:p>
            <a:pPr marL="7700">
              <a:spcBef>
                <a:spcPts val="82"/>
              </a:spcBef>
            </a:pPr>
            <a:r>
              <a:rPr lang="en-US" sz="1200" b="1" cap="all" spc="150">
                <a:solidFill>
                  <a:schemeClr val="accent1"/>
                </a:solidFill>
                <a:ea typeface="+mj-ea"/>
                <a:cs typeface="+mj-cs"/>
              </a:rPr>
              <a:t>Live font</a:t>
            </a:r>
          </a:p>
        </p:txBody>
      </p:sp>
      <p:sp>
        <p:nvSpPr>
          <p:cNvPr id="21" name="Title 8">
            <a:extLst>
              <a:ext uri="{FF2B5EF4-FFF2-40B4-BE49-F238E27FC236}">
                <a16:creationId xmlns:a16="http://schemas.microsoft.com/office/drawing/2014/main" id="{8BD4ACD6-0E26-A287-C1CD-F6A092F3B2A4}"/>
              </a:ext>
            </a:extLst>
          </p:cNvPr>
          <p:cNvSpPr txBox="1">
            <a:spLocks/>
          </p:cNvSpPr>
          <p:nvPr/>
        </p:nvSpPr>
        <p:spPr>
          <a:xfrm>
            <a:off x="3378200" y="3580577"/>
            <a:ext cx="2178050" cy="39178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err="1"/>
              <a:t>AaBbCcDd</a:t>
            </a:r>
            <a:endParaRPr lang="en-US"/>
          </a:p>
        </p:txBody>
      </p:sp>
      <p:sp>
        <p:nvSpPr>
          <p:cNvPr id="2" name="TextBox 1">
            <a:extLst>
              <a:ext uri="{FF2B5EF4-FFF2-40B4-BE49-F238E27FC236}">
                <a16:creationId xmlns:a16="http://schemas.microsoft.com/office/drawing/2014/main" id="{4AE43E90-41CE-DED1-FA8D-80BC99CB58F4}"/>
              </a:ext>
            </a:extLst>
          </p:cNvPr>
          <p:cNvSpPr txBox="1">
            <a:spLocks/>
          </p:cNvSpPr>
          <p:nvPr/>
        </p:nvSpPr>
        <p:spPr>
          <a:xfrm>
            <a:off x="582863" y="4909185"/>
            <a:ext cx="5398837" cy="990600"/>
          </a:xfrm>
          <a:prstGeom prst="rect">
            <a:avLst/>
          </a:prstGeom>
          <a:noFill/>
        </p:spPr>
        <p:txBody>
          <a:bodyPr wrap="square" lIns="0" tIns="0" rIns="0" bIns="0" rtlCol="0" anchor="t">
            <a:noAutofit/>
          </a:bodyPr>
          <a:lstStyle/>
          <a:p>
            <a:pPr algn="l">
              <a:lnSpc>
                <a:spcPct val="110000"/>
              </a:lnSpc>
              <a:spcAft>
                <a:spcPts val="1000"/>
              </a:spcAft>
            </a:pPr>
            <a:r>
              <a:rPr lang="en-US" sz="1400" b="1"/>
              <a:t>*PowerPoint Online</a:t>
            </a:r>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Avenir Next LT Pro Bold may not render correctly when </a:t>
            </a:r>
            <a:r>
              <a:rPr lang="en-US" sz="1400"/>
              <a:t>editing in PowerPoint Online. Presentation mode is not affected. Open in the PowerPoint desktop app if this is of concern.</a:t>
            </a:r>
            <a:endParaRPr kumimoji="0" lang="en-US" sz="1400" b="0" i="0" u="none" strike="noStrike" kern="1200" cap="none" spc="0" normalizeH="0" baseline="0" noProof="0">
              <a:ln>
                <a:noFill/>
              </a:ln>
              <a:effectLst/>
              <a:uLnTx/>
              <a:uFillTx/>
              <a:ea typeface="+mn-ea"/>
              <a:cs typeface="+mn-cs"/>
            </a:endParaRPr>
          </a:p>
        </p:txBody>
      </p:sp>
      <p:sp>
        <p:nvSpPr>
          <p:cNvPr id="23" name="TextBox 22">
            <a:extLst>
              <a:ext uri="{FF2B5EF4-FFF2-40B4-BE49-F238E27FC236}">
                <a16:creationId xmlns:a16="http://schemas.microsoft.com/office/drawing/2014/main" id="{FAC4AC30-6A20-A7AD-6390-E3702E222428}"/>
              </a:ext>
            </a:extLst>
          </p:cNvPr>
          <p:cNvSpPr txBox="1">
            <a:spLocks/>
          </p:cNvSpPr>
          <p:nvPr/>
        </p:nvSpPr>
        <p:spPr>
          <a:xfrm>
            <a:off x="7861300" y="571501"/>
            <a:ext cx="3759200" cy="5714998"/>
          </a:xfrm>
          <a:prstGeom prst="rect">
            <a:avLst/>
          </a:prstGeom>
          <a:noFill/>
        </p:spPr>
        <p:txBody>
          <a:bodyPr wrap="square" lIns="0" tIns="0" rIns="0" bIns="0" rtlCol="0" anchor="ctr">
            <a:noAutofit/>
          </a:bodyPr>
          <a:lstStyle/>
          <a:p>
            <a:pPr algn="l">
              <a:lnSpc>
                <a:spcPct val="90000"/>
              </a:lnSpc>
              <a:spcBef>
                <a:spcPts val="1200"/>
              </a:spcBef>
              <a:spcAft>
                <a:spcPts val="1000"/>
              </a:spcAft>
            </a:pPr>
            <a:r>
              <a:rPr lang="en-US" sz="2200" b="1">
                <a:latin typeface="+mj-lt"/>
              </a:rPr>
              <a:t>Avenir Next LT Pro </a:t>
            </a:r>
            <a:br>
              <a:rPr lang="en-US" sz="2200" b="1">
                <a:latin typeface="+mj-lt"/>
              </a:rPr>
            </a:br>
            <a:r>
              <a:rPr lang="en-US" sz="2200" b="1">
                <a:latin typeface="+mj-lt"/>
              </a:rPr>
              <a:t>(Headings) Bold</a:t>
            </a:r>
          </a:p>
          <a:p>
            <a:pPr marL="0" marR="0" lvl="0" indent="0" algn="l" defTabSz="914400" rtl="0" eaLnBrk="1" fontAlgn="auto" latinLnBrk="0" hangingPunct="1">
              <a:lnSpc>
                <a:spcPct val="110000"/>
              </a:lnSpc>
              <a:spcAft>
                <a:spcPts val="1000"/>
              </a:spcAft>
              <a:buClrTx/>
              <a:buSzTx/>
              <a:buFontTx/>
              <a:buNone/>
              <a:tabLst/>
              <a:defRPr/>
            </a:pPr>
            <a:r>
              <a:rPr kumimoji="0" lang="en-US" sz="1400" b="0" i="0" u="none" strike="noStrike" kern="1200" cap="none" spc="0" normalizeH="0" baseline="0" noProof="0">
                <a:ln>
                  <a:noFill/>
                </a:ln>
                <a:effectLst/>
                <a:uLnTx/>
                <a:uFillTx/>
                <a:ea typeface="+mn-ea"/>
                <a:cs typeface="+mn-cs"/>
              </a:rPr>
              <a:t>This typeface weight is used for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all slide headlines and where further </a:t>
            </a:r>
            <a:br>
              <a:rPr kumimoji="0" lang="en-US" sz="1400" b="0" i="0" u="none" strike="noStrike" kern="1200" cap="none" spc="0" normalizeH="0" baseline="0" noProof="0">
                <a:ln>
                  <a:noFill/>
                </a:ln>
                <a:effectLst/>
                <a:uLnTx/>
                <a:uFillTx/>
                <a:ea typeface="+mn-ea"/>
                <a:cs typeface="+mn-cs"/>
              </a:rPr>
            </a:br>
            <a:r>
              <a:rPr kumimoji="0" lang="en-US" sz="1400" b="0" i="0" u="none" strike="noStrike" kern="1200" cap="none" spc="0" normalizeH="0" baseline="0" noProof="0">
                <a:ln>
                  <a:noFill/>
                </a:ln>
                <a:effectLst/>
                <a:uLnTx/>
                <a:uFillTx/>
                <a:ea typeface="+mn-ea"/>
                <a:cs typeface="+mn-cs"/>
              </a:rPr>
              <a:t>emphasis is needed.</a:t>
            </a:r>
          </a:p>
          <a:p>
            <a:pPr marL="0" marR="0" lvl="0" indent="0" algn="l" defTabSz="914400" rtl="0" eaLnBrk="1" fontAlgn="auto" latinLnBrk="0" hangingPunct="1">
              <a:lnSpc>
                <a:spcPct val="90000"/>
              </a:lnSpc>
              <a:spcBef>
                <a:spcPts val="2400"/>
              </a:spcBef>
              <a:spcAft>
                <a:spcPts val="1000"/>
              </a:spcAft>
              <a:buClrTx/>
              <a:buSzTx/>
              <a:buFontTx/>
              <a:buNone/>
              <a:tabLst/>
              <a:defRPr/>
            </a:pPr>
            <a:r>
              <a:rPr kumimoji="0" lang="en-US" sz="2200" b="0" i="0" u="none" strike="noStrike" kern="1200" cap="none" spc="0" normalizeH="0" baseline="0" noProof="0">
                <a:ln>
                  <a:noFill/>
                </a:ln>
                <a:effectLst/>
                <a:uLnTx/>
                <a:uFillTx/>
                <a:latin typeface="Avenir Next LT Pro"/>
                <a:ea typeface="+mn-ea"/>
                <a:cs typeface="+mn-cs"/>
              </a:rPr>
              <a:t>Avenir Next LT Pro (Body) </a:t>
            </a:r>
          </a:p>
          <a:p>
            <a:pPr marL="0" marR="0" lvl="0" indent="0" algn="l" defTabSz="914400" rtl="0" eaLnBrk="1" fontAlgn="auto" latinLnBrk="0" hangingPunct="1">
              <a:lnSpc>
                <a:spcPct val="110000"/>
              </a:lnSpc>
              <a:spcAft>
                <a:spcPts val="1000"/>
              </a:spcAft>
              <a:buClrTx/>
              <a:buSzTx/>
              <a:buFontTx/>
              <a:buNone/>
              <a:tabLst/>
              <a:defRPr/>
            </a:pPr>
            <a:r>
              <a:rPr lang="en-US" sz="1400"/>
              <a:t>This typeface weight is primarily used for paragraph introductions and body copy. </a:t>
            </a:r>
          </a:p>
          <a:p>
            <a:pPr marL="7700" marR="0" lvl="0" indent="0" algn="l" defTabSz="914400" rtl="0" eaLnBrk="1" fontAlgn="auto" latinLnBrk="0" hangingPunct="1">
              <a:lnSpc>
                <a:spcPct val="90000"/>
              </a:lnSpc>
              <a:spcBef>
                <a:spcPts val="2400"/>
              </a:spcBef>
              <a:spcAft>
                <a:spcPts val="1000"/>
              </a:spcAft>
              <a:buClrTx/>
              <a:buSzTx/>
              <a:buFontTx/>
              <a:buNone/>
              <a:tabLst/>
              <a:defRPr/>
            </a:pPr>
            <a:r>
              <a:rPr kumimoji="0" lang="en-US" sz="1200" b="1" i="0" u="none" strike="noStrike" kern="1200" cap="all" spc="150" normalizeH="0" baseline="0" noProof="0">
                <a:ln>
                  <a:noFill/>
                </a:ln>
                <a:solidFill>
                  <a:schemeClr val="accent1"/>
                </a:solidFill>
                <a:effectLst/>
                <a:uLnTx/>
                <a:uFillTx/>
                <a:latin typeface="Avenir Next LT Pro"/>
                <a:ea typeface="+mn-ea"/>
                <a:cs typeface="+mn-cs"/>
              </a:rPr>
              <a:t>Avenir Next LT Pro (Body) bold, </a:t>
            </a:r>
            <a:br>
              <a:rPr kumimoji="0" lang="en-US" sz="1200" b="1" i="0" u="none" strike="noStrike" kern="1200" cap="all" spc="150" normalizeH="0" baseline="0" noProof="0">
                <a:ln>
                  <a:noFill/>
                </a:ln>
                <a:solidFill>
                  <a:schemeClr val="accent1"/>
                </a:solidFill>
                <a:effectLst/>
                <a:uLnTx/>
                <a:uFillTx/>
                <a:latin typeface="Avenir Next LT Pro"/>
                <a:ea typeface="+mn-ea"/>
                <a:cs typeface="+mn-cs"/>
              </a:rPr>
            </a:br>
            <a:r>
              <a:rPr kumimoji="0" lang="en-US" sz="1200" b="1" i="0" u="none" strike="noStrike" kern="1200" cap="all" spc="150" normalizeH="0" baseline="0" noProof="0">
                <a:ln>
                  <a:noFill/>
                </a:ln>
                <a:solidFill>
                  <a:schemeClr val="accent1"/>
                </a:solidFill>
                <a:effectLst/>
                <a:uLnTx/>
                <a:uFillTx/>
                <a:latin typeface="Avenir Next LT Pro"/>
                <a:ea typeface="+mn-ea"/>
                <a:cs typeface="+mn-cs"/>
              </a:rPr>
              <a:t>all caps, blue </a:t>
            </a:r>
          </a:p>
          <a:p>
            <a:pPr>
              <a:lnSpc>
                <a:spcPct val="110000"/>
              </a:lnSpc>
              <a:spcAft>
                <a:spcPts val="1000"/>
              </a:spcAft>
              <a:defRPr/>
            </a:pPr>
            <a:r>
              <a:rPr lang="en-US" sz="1400"/>
              <a:t>This typeface is used to provide scale </a:t>
            </a:r>
            <a:br>
              <a:rPr lang="en-US" sz="1400"/>
            </a:br>
            <a:r>
              <a:rPr lang="en-US" sz="1400"/>
              <a:t>and visual cues. Please use sparingly and </a:t>
            </a:r>
            <a:br>
              <a:rPr lang="en-US" sz="1400"/>
            </a:br>
            <a:r>
              <a:rPr lang="en-US" sz="1400"/>
              <a:t>keep the caps lock on. If you forget, </a:t>
            </a:r>
            <a:br>
              <a:rPr lang="en-US" sz="1400"/>
            </a:br>
            <a:r>
              <a:rPr lang="en-US" sz="1400"/>
              <a:t>you can navigate to the ‘Change Case’ selector above and choose ‘UPPERCASE’. ‘More Spacing’ is set to 1.5 point.</a:t>
            </a:r>
          </a:p>
        </p:txBody>
      </p:sp>
      <p:sp>
        <p:nvSpPr>
          <p:cNvPr id="4" name="Date Placeholder 3">
            <a:extLst>
              <a:ext uri="{FF2B5EF4-FFF2-40B4-BE49-F238E27FC236}">
                <a16:creationId xmlns:a16="http://schemas.microsoft.com/office/drawing/2014/main" id="{F63F671A-2067-46BE-AAD5-1929BDDF27BB}"/>
              </a:ext>
              <a:ext uri="{C183D7F6-B498-43B3-948B-1728B52AA6E4}">
                <adec:decorative xmlns:adec="http://schemas.microsoft.com/office/drawing/2017/decorative" val="1"/>
              </a:ext>
            </a:extLst>
          </p:cNvPr>
          <p:cNvSpPr>
            <a:spLocks noGrp="1"/>
          </p:cNvSpPr>
          <p:nvPr>
            <p:ph type="dt" sz="half" idx="10"/>
          </p:nvPr>
        </p:nvSpPr>
        <p:spPr/>
        <p:txBody>
          <a:bodyPr/>
          <a:lstStyle/>
          <a:p>
            <a:fld id="{73BDDA52-3201-402B-A3B2-C7EF9291913B}" type="datetimeyyyy">
              <a:rPr lang="en-US" smtClean="0"/>
              <a:t>2025</a:t>
            </a:fld>
            <a:endParaRPr lang="en-US"/>
          </a:p>
        </p:txBody>
      </p:sp>
      <p:sp>
        <p:nvSpPr>
          <p:cNvPr id="3" name="Footer Placeholder 2">
            <a:extLst>
              <a:ext uri="{FF2B5EF4-FFF2-40B4-BE49-F238E27FC236}">
                <a16:creationId xmlns:a16="http://schemas.microsoft.com/office/drawing/2014/main" id="{12376B03-F586-43AB-762F-17DC9D16569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45E54801-169F-7D18-B015-27A80C90A7C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164</a:t>
            </a:fld>
            <a:endParaRPr lang="en-US"/>
          </a:p>
        </p:txBody>
      </p:sp>
      <p:cxnSp>
        <p:nvCxnSpPr>
          <p:cNvPr id="12" name="Straight Connector 11">
            <a:extLst>
              <a:ext uri="{FF2B5EF4-FFF2-40B4-BE49-F238E27FC236}">
                <a16:creationId xmlns:a16="http://schemas.microsoft.com/office/drawing/2014/main" id="{FA036637-C617-ADAB-7A21-73D11D36E810}"/>
              </a:ext>
              <a:ext uri="{C183D7F6-B498-43B3-948B-1728B52AA6E4}">
                <adec:decorative xmlns:adec="http://schemas.microsoft.com/office/drawing/2017/decorative" val="1"/>
              </a:ext>
            </a:extLst>
          </p:cNvPr>
          <p:cNvCxnSpPr/>
          <p:nvPr/>
        </p:nvCxnSpPr>
        <p:spPr>
          <a:xfrm>
            <a:off x="577850" y="4760259"/>
            <a:ext cx="540385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242808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27639D-A5C0-4F11-9F7E-8879F6667AC9}"/>
              </a:ext>
            </a:extLst>
          </p:cNvPr>
          <p:cNvSpPr>
            <a:spLocks noGrp="1"/>
          </p:cNvSpPr>
          <p:nvPr>
            <p:ph type="title"/>
          </p:nvPr>
        </p:nvSpPr>
        <p:spPr/>
        <p:txBody>
          <a:bodyPr/>
          <a:lstStyle/>
          <a:p>
            <a:r>
              <a:rPr lang="en-US"/>
              <a:t>Typography</a:t>
            </a:r>
          </a:p>
        </p:txBody>
      </p:sp>
      <p:sp>
        <p:nvSpPr>
          <p:cNvPr id="20" name="Title 6">
            <a:extLst>
              <a:ext uri="{FF2B5EF4-FFF2-40B4-BE49-F238E27FC236}">
                <a16:creationId xmlns:a16="http://schemas.microsoft.com/office/drawing/2014/main" id="{D04D6EA8-573A-4AE8-9323-AED4B9C16A3E}"/>
              </a:ext>
            </a:extLst>
          </p:cNvPr>
          <p:cNvSpPr txBox="1">
            <a:spLocks/>
          </p:cNvSpPr>
          <p:nvPr/>
        </p:nvSpPr>
        <p:spPr>
          <a:xfrm>
            <a:off x="571500" y="1342216"/>
            <a:ext cx="10820400" cy="1343024"/>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sz="3200" b="1"/>
              <a:t>For titles, select Avenir Next LT Pro (Headings) from the font menu. Titles should be bold, black, 32pt, and sentence case. Use </a:t>
            </a:r>
            <a:r>
              <a:rPr lang="en-US" sz="3200" b="1">
                <a:solidFill>
                  <a:schemeClr val="accent1"/>
                </a:solidFill>
              </a:rPr>
              <a:t>Slalom Blue </a:t>
            </a:r>
            <a:r>
              <a:rPr lang="en-US" sz="3200" b="1"/>
              <a:t>for emphasis.</a:t>
            </a:r>
          </a:p>
        </p:txBody>
      </p:sp>
      <p:sp>
        <p:nvSpPr>
          <p:cNvPr id="9" name="Title 6">
            <a:extLst>
              <a:ext uri="{FF2B5EF4-FFF2-40B4-BE49-F238E27FC236}">
                <a16:creationId xmlns:a16="http://schemas.microsoft.com/office/drawing/2014/main" id="{65830756-2AA9-4BE8-6805-EF8805557E4D}"/>
              </a:ext>
            </a:extLst>
          </p:cNvPr>
          <p:cNvSpPr txBox="1">
            <a:spLocks/>
          </p:cNvSpPr>
          <p:nvPr/>
        </p:nvSpPr>
        <p:spPr>
          <a:xfrm>
            <a:off x="571500" y="2944604"/>
            <a:ext cx="10820400" cy="266699"/>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sz="2200" err="1">
                <a:latin typeface="+mn-lt"/>
              </a:rPr>
              <a:t>Subheaders</a:t>
            </a:r>
            <a:r>
              <a:rPr lang="en-US" sz="2200">
                <a:latin typeface="+mn-lt"/>
              </a:rPr>
              <a:t> are Avenir Next LT Pro (Body) in black, size 22pt. Use sentence case. </a:t>
            </a:r>
            <a:endParaRPr lang="en-US" sz="2200">
              <a:solidFill>
                <a:srgbClr val="FF0000"/>
              </a:solidFill>
              <a:latin typeface="+mn-lt"/>
            </a:endParaRPr>
          </a:p>
        </p:txBody>
      </p:sp>
      <p:sp>
        <p:nvSpPr>
          <p:cNvPr id="10" name="Title 6">
            <a:extLst>
              <a:ext uri="{FF2B5EF4-FFF2-40B4-BE49-F238E27FC236}">
                <a16:creationId xmlns:a16="http://schemas.microsoft.com/office/drawing/2014/main" id="{15F15595-7B6C-82C3-24B0-5319AC64F565}"/>
              </a:ext>
            </a:extLst>
          </p:cNvPr>
          <p:cNvSpPr txBox="1">
            <a:spLocks/>
          </p:cNvSpPr>
          <p:nvPr/>
        </p:nvSpPr>
        <p:spPr>
          <a:xfrm>
            <a:off x="571500" y="3470667"/>
            <a:ext cx="10820400" cy="210739"/>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sz="1200" b="1" cap="all" spc="150">
                <a:solidFill>
                  <a:schemeClr val="accent1"/>
                </a:solidFill>
                <a:latin typeface="+mn-lt"/>
              </a:rPr>
              <a:t>Content headers ARE Avenir Next LT Pro (Body), IN bold, slalom blue, All caps. Details: 12pt, 1.5 expand </a:t>
            </a:r>
          </a:p>
        </p:txBody>
      </p:sp>
      <p:sp>
        <p:nvSpPr>
          <p:cNvPr id="21" name="Title 6">
            <a:extLst>
              <a:ext uri="{FF2B5EF4-FFF2-40B4-BE49-F238E27FC236}">
                <a16:creationId xmlns:a16="http://schemas.microsoft.com/office/drawing/2014/main" id="{E03A451B-5839-4A4B-93D9-301FFDAA4FF0}"/>
              </a:ext>
            </a:extLst>
          </p:cNvPr>
          <p:cNvSpPr txBox="1">
            <a:spLocks/>
          </p:cNvSpPr>
          <p:nvPr/>
        </p:nvSpPr>
        <p:spPr>
          <a:xfrm>
            <a:off x="571500" y="3940770"/>
            <a:ext cx="10820400" cy="266699"/>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sz="1400" b="1">
                <a:latin typeface="+mn-lt"/>
              </a:rPr>
              <a:t>Body headers are Avenir Next LT Pro (Body), in bold, black, 14pt, 12pt, or 10pt. Use sentence case. </a:t>
            </a:r>
          </a:p>
        </p:txBody>
      </p:sp>
      <p:sp>
        <p:nvSpPr>
          <p:cNvPr id="19" name="Content Placeholder 18">
            <a:extLst>
              <a:ext uri="{FF2B5EF4-FFF2-40B4-BE49-F238E27FC236}">
                <a16:creationId xmlns:a16="http://schemas.microsoft.com/office/drawing/2014/main" id="{627DA588-DCCB-4BFC-905F-D75F008CD5FC}"/>
              </a:ext>
            </a:extLst>
          </p:cNvPr>
          <p:cNvSpPr>
            <a:spLocks noGrp="1"/>
          </p:cNvSpPr>
          <p:nvPr>
            <p:ph sz="quarter" idx="13"/>
          </p:nvPr>
        </p:nvSpPr>
        <p:spPr>
          <a:xfrm>
            <a:off x="571499" y="4358754"/>
            <a:ext cx="11048999" cy="1508646"/>
          </a:xfrm>
        </p:spPr>
        <p:txBody>
          <a:bodyPr/>
          <a:lstStyle/>
          <a:p>
            <a:r>
              <a:rPr lang="en-US"/>
              <a:t>Main body text is Avenir Next LT Pro (Body), black, in 14pt, 12pt, or 10pt. Use sentence case, </a:t>
            </a:r>
            <a:br>
              <a:rPr lang="en-US"/>
            </a:br>
            <a:r>
              <a:rPr lang="en-US"/>
              <a:t>use </a:t>
            </a:r>
            <a:r>
              <a:rPr lang="en-US" b="1"/>
              <a:t>bold</a:t>
            </a:r>
            <a:r>
              <a:rPr lang="en-US"/>
              <a:t> for emphasis. Details: line spacing (multiple): 1.1, paragraph spacing (after): 10pt</a:t>
            </a:r>
          </a:p>
          <a:p>
            <a:r>
              <a:rPr lang="en-US"/>
              <a:t>Text Level 1, Avenir Next LT Pro (Body), black, 14pt, </a:t>
            </a:r>
            <a:r>
              <a:rPr lang="en-US" b="1"/>
              <a:t>bold</a:t>
            </a:r>
            <a:r>
              <a:rPr lang="en-US"/>
              <a:t> for emphasis</a:t>
            </a:r>
          </a:p>
          <a:p>
            <a:pPr lvl="1"/>
            <a:r>
              <a:rPr lang="en-US"/>
              <a:t>Text Level 2, Avenir Next LT Pro (Body), black, 12pt, </a:t>
            </a:r>
            <a:r>
              <a:rPr lang="en-US" b="1"/>
              <a:t>bold</a:t>
            </a:r>
            <a:r>
              <a:rPr lang="en-US"/>
              <a:t> for emphasis</a:t>
            </a:r>
          </a:p>
          <a:p>
            <a:pPr lvl="2"/>
            <a:r>
              <a:rPr lang="en-US"/>
              <a:t>Text Level 3, Avenir Next LT Pro (Body), black, 10pt, </a:t>
            </a:r>
            <a:r>
              <a:rPr lang="en-US" b="1"/>
              <a:t>bold</a:t>
            </a:r>
            <a:r>
              <a:rPr lang="en-US"/>
              <a:t> for emphasis</a:t>
            </a:r>
          </a:p>
        </p:txBody>
      </p:sp>
      <p:sp>
        <p:nvSpPr>
          <p:cNvPr id="15" name="Content Placeholder 18">
            <a:extLst>
              <a:ext uri="{FF2B5EF4-FFF2-40B4-BE49-F238E27FC236}">
                <a16:creationId xmlns:a16="http://schemas.microsoft.com/office/drawing/2014/main" id="{A2113533-B9B2-4753-EB44-AC428CE393D6}"/>
              </a:ext>
            </a:extLst>
          </p:cNvPr>
          <p:cNvSpPr txBox="1">
            <a:spLocks/>
          </p:cNvSpPr>
          <p:nvPr/>
        </p:nvSpPr>
        <p:spPr>
          <a:xfrm>
            <a:off x="571500" y="6057555"/>
            <a:ext cx="10820400" cy="149326"/>
          </a:xfrm>
          <a:prstGeom prst="rect">
            <a:avLst/>
          </a:prstGeom>
        </p:spPr>
        <p:txBody>
          <a:bodyPr vert="horz" lIns="0" tIns="0" rIns="0" bIns="0" rtlCol="0">
            <a:noAutofit/>
          </a:bodyPr>
          <a:lstStyle>
            <a:lvl1pPr marL="227013" indent="-227013" algn="l" defTabSz="914400" rtl="0" eaLnBrk="1" latinLnBrk="0" hangingPunct="1">
              <a:lnSpc>
                <a:spcPct val="120000"/>
              </a:lnSpc>
              <a:spcBef>
                <a:spcPts val="1200"/>
              </a:spcBef>
              <a:buFont typeface="Avenir Next LT Pro" panose="020B0504020202020204" pitchFamily="34" charset="0"/>
              <a:buChar char="•"/>
              <a:defRPr sz="1600" kern="1200">
                <a:solidFill>
                  <a:schemeClr val="tx1"/>
                </a:solidFill>
                <a:latin typeface="+mn-lt"/>
                <a:ea typeface="+mn-ea"/>
                <a:cs typeface="+mn-cs"/>
              </a:defRPr>
            </a:lvl1pPr>
            <a:lvl2pPr marL="460375" indent="-233363" algn="l" defTabSz="914400" rtl="0" eaLnBrk="1" latinLnBrk="0" hangingPunct="1">
              <a:lnSpc>
                <a:spcPct val="120000"/>
              </a:lnSpc>
              <a:spcBef>
                <a:spcPts val="600"/>
              </a:spcBef>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3pPr>
            <a:lvl4pPr marL="798513" indent="-173038"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4pPr>
            <a:lvl5pPr marL="969963" indent="-171450" algn="l" defTabSz="914400" rtl="0" eaLnBrk="1" latinLnBrk="0" hangingPunct="1">
              <a:lnSpc>
                <a:spcPct val="120000"/>
              </a:lnSpc>
              <a:spcBef>
                <a:spcPts val="600"/>
              </a:spcBef>
              <a:buFont typeface="Avenir Next LT Pro" panose="020B05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a:lstStyle>
          <a:p>
            <a:pPr marL="0" indent="0">
              <a:buFont typeface="Avenir Next LT Pro" panose="020B0504020202020204" pitchFamily="34" charset="0"/>
              <a:buNone/>
            </a:pPr>
            <a:r>
              <a:rPr lang="en-US" sz="1000"/>
              <a:t>Smallest font formatting allowable is 10pt. Use for footers, graph labels, etc. only. Font is Avenir Next LT Pro (Body) in black.</a:t>
            </a:r>
          </a:p>
        </p:txBody>
      </p:sp>
      <p:sp>
        <p:nvSpPr>
          <p:cNvPr id="3" name="Rectangle 2">
            <a:extLst>
              <a:ext uri="{FF2B5EF4-FFF2-40B4-BE49-F238E27FC236}">
                <a16:creationId xmlns:a16="http://schemas.microsoft.com/office/drawing/2014/main" id="{2C67146B-7FE3-09B8-BDFD-91103EAE0535}"/>
              </a:ext>
            </a:extLst>
          </p:cNvPr>
          <p:cNvSpPr/>
          <p:nvPr/>
        </p:nvSpPr>
        <p:spPr>
          <a:xfrm>
            <a:off x="9911642" y="4114799"/>
            <a:ext cx="1708855" cy="10361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1000" b="1"/>
              <a:t>Tip</a:t>
            </a:r>
          </a:p>
          <a:p>
            <a:pPr algn="ctr">
              <a:lnSpc>
                <a:spcPct val="120000"/>
              </a:lnSpc>
            </a:pPr>
            <a:r>
              <a:rPr lang="en-US" sz="1000"/>
              <a:t>Use copy &amp; paste formatting to pull these text styles and apply to other text in your deck.</a:t>
            </a:r>
          </a:p>
        </p:txBody>
      </p:sp>
      <p:sp>
        <p:nvSpPr>
          <p:cNvPr id="2" name="Rectangle 1">
            <a:extLst>
              <a:ext uri="{FF2B5EF4-FFF2-40B4-BE49-F238E27FC236}">
                <a16:creationId xmlns:a16="http://schemas.microsoft.com/office/drawing/2014/main" id="{8800C5CD-EBD6-CBDF-1B99-6583BBE217A8}"/>
              </a:ext>
            </a:extLst>
          </p:cNvPr>
          <p:cNvSpPr/>
          <p:nvPr/>
        </p:nvSpPr>
        <p:spPr>
          <a:xfrm>
            <a:off x="9911643" y="5221677"/>
            <a:ext cx="1708855" cy="10648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1000" b="1"/>
              <a:t>Please note</a:t>
            </a:r>
          </a:p>
          <a:p>
            <a:pPr algn="ctr">
              <a:lnSpc>
                <a:spcPct val="120000"/>
              </a:lnSpc>
            </a:pPr>
            <a:r>
              <a:rPr lang="en-US" sz="1000"/>
              <a:t>Body header size </a:t>
            </a:r>
            <a:br>
              <a:rPr lang="en-US" sz="1000"/>
            </a:br>
            <a:r>
              <a:rPr lang="en-US" sz="1000"/>
              <a:t>should match body text size but in bold. </a:t>
            </a:r>
            <a:br>
              <a:rPr lang="en-US" sz="1000"/>
            </a:br>
            <a:r>
              <a:rPr lang="en-US" sz="1000"/>
              <a:t>I.E., </a:t>
            </a:r>
            <a:r>
              <a:rPr lang="en-US" sz="1000" b="1"/>
              <a:t>14</a:t>
            </a:r>
            <a:r>
              <a:rPr lang="en-US" sz="1000"/>
              <a:t>/14, </a:t>
            </a:r>
            <a:r>
              <a:rPr lang="en-US" sz="1000" b="1"/>
              <a:t>12</a:t>
            </a:r>
            <a:r>
              <a:rPr lang="en-US" sz="1000"/>
              <a:t>/12, </a:t>
            </a:r>
            <a:r>
              <a:rPr lang="en-US" sz="1000" b="1"/>
              <a:t>10</a:t>
            </a:r>
            <a:r>
              <a:rPr lang="en-US" sz="1000"/>
              <a:t>/10</a:t>
            </a:r>
          </a:p>
        </p:txBody>
      </p:sp>
      <p:sp>
        <p:nvSpPr>
          <p:cNvPr id="24" name="Date Placeholder 23">
            <a:extLst>
              <a:ext uri="{FF2B5EF4-FFF2-40B4-BE49-F238E27FC236}">
                <a16:creationId xmlns:a16="http://schemas.microsoft.com/office/drawing/2014/main" id="{DF4E429C-FDEE-425C-AD7C-29256E0FA371}"/>
              </a:ext>
              <a:ext uri="{C183D7F6-B498-43B3-948B-1728B52AA6E4}">
                <adec:decorative xmlns:adec="http://schemas.microsoft.com/office/drawing/2017/decorative" val="1"/>
              </a:ext>
            </a:extLst>
          </p:cNvPr>
          <p:cNvSpPr>
            <a:spLocks noGrp="1"/>
          </p:cNvSpPr>
          <p:nvPr>
            <p:ph type="dt" sz="half" idx="10"/>
          </p:nvPr>
        </p:nvSpPr>
        <p:spPr/>
        <p:txBody>
          <a:bodyPr/>
          <a:lstStyle/>
          <a:p>
            <a:fld id="{E0D358C2-7B45-4B10-8A6C-3DC36B4F3A86}" type="datetimeyyyy">
              <a:rPr lang="en-US" smtClean="0"/>
              <a:t>2025</a:t>
            </a:fld>
            <a:endParaRPr lang="en-US"/>
          </a:p>
        </p:txBody>
      </p:sp>
      <p:sp>
        <p:nvSpPr>
          <p:cNvPr id="25" name="Footer Placeholder 24">
            <a:extLst>
              <a:ext uri="{FF2B5EF4-FFF2-40B4-BE49-F238E27FC236}">
                <a16:creationId xmlns:a16="http://schemas.microsoft.com/office/drawing/2014/main" id="{DA552090-BBFE-4165-B308-9CCDBD818E00}"/>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26" name="Slide Number Placeholder 25">
            <a:extLst>
              <a:ext uri="{FF2B5EF4-FFF2-40B4-BE49-F238E27FC236}">
                <a16:creationId xmlns:a16="http://schemas.microsoft.com/office/drawing/2014/main" id="{C6082DDF-679A-4594-8902-3B118C98AE68}"/>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165</a:t>
            </a:fld>
            <a:endParaRPr lang="en-US"/>
          </a:p>
        </p:txBody>
      </p:sp>
    </p:spTree>
    <p:extLst>
      <p:ext uri="{BB962C8B-B14F-4D97-AF65-F5344CB8AC3E}">
        <p14:creationId xmlns:p14="http://schemas.microsoft.com/office/powerpoint/2010/main" val="321975639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173AC0D-A980-6755-9EC9-BACA9F52087F}"/>
              </a:ext>
              <a:ext uri="{C183D7F6-B498-43B3-948B-1728B52AA6E4}">
                <adec:decorative xmlns:adec="http://schemas.microsoft.com/office/drawing/2017/decorative" val="1"/>
              </a:ext>
            </a:extLst>
          </p:cNvPr>
          <p:cNvSpPr/>
          <p:nvPr/>
        </p:nvSpPr>
        <p:spPr>
          <a:xfrm>
            <a:off x="8097520" y="3391312"/>
            <a:ext cx="3525837" cy="2483708"/>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0B875C17-7BCC-FC3A-6959-D0307B675190}"/>
              </a:ext>
              <a:ext uri="{C183D7F6-B498-43B3-948B-1728B52AA6E4}">
                <adec:decorative xmlns:adec="http://schemas.microsoft.com/office/drawing/2017/decorative" val="1"/>
              </a:ext>
            </a:extLst>
          </p:cNvPr>
          <p:cNvSpPr/>
          <p:nvPr/>
        </p:nvSpPr>
        <p:spPr>
          <a:xfrm>
            <a:off x="4338320" y="3391312"/>
            <a:ext cx="3525837" cy="2483708"/>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0" name="Title 9">
            <a:extLst>
              <a:ext uri="{FF2B5EF4-FFF2-40B4-BE49-F238E27FC236}">
                <a16:creationId xmlns:a16="http://schemas.microsoft.com/office/drawing/2014/main" id="{2497C449-9743-4556-38B5-1AFBC1794ED5}"/>
              </a:ext>
            </a:extLst>
          </p:cNvPr>
          <p:cNvSpPr>
            <a:spLocks noGrp="1"/>
          </p:cNvSpPr>
          <p:nvPr>
            <p:ph type="title"/>
          </p:nvPr>
        </p:nvSpPr>
        <p:spPr/>
        <p:txBody>
          <a:bodyPr/>
          <a:lstStyle/>
          <a:p>
            <a:r>
              <a:rPr lang="en-US"/>
              <a:t>Using the icon library </a:t>
            </a:r>
          </a:p>
        </p:txBody>
      </p:sp>
      <p:sp>
        <p:nvSpPr>
          <p:cNvPr id="5" name="TextBox 4">
            <a:extLst>
              <a:ext uri="{FF2B5EF4-FFF2-40B4-BE49-F238E27FC236}">
                <a16:creationId xmlns:a16="http://schemas.microsoft.com/office/drawing/2014/main" id="{9C8AE05D-E276-2469-37C4-7C19D93D9214}"/>
              </a:ext>
            </a:extLst>
          </p:cNvPr>
          <p:cNvSpPr txBox="1">
            <a:spLocks/>
          </p:cNvSpPr>
          <p:nvPr/>
        </p:nvSpPr>
        <p:spPr>
          <a:xfrm>
            <a:off x="579121" y="1752601"/>
            <a:ext cx="2590800" cy="4513106"/>
          </a:xfrm>
          <a:prstGeom prst="rect">
            <a:avLst/>
          </a:prstGeom>
          <a:noFill/>
        </p:spPr>
        <p:txBody>
          <a:bodyPr wrap="square" lIns="0" tIns="0" rIns="0" bIns="0" rtlCol="0" anchor="t">
            <a:noAutofit/>
          </a:bodyPr>
          <a:lstStyle/>
          <a:p>
            <a:pPr lvl="0">
              <a:lnSpc>
                <a:spcPct val="110000"/>
              </a:lnSpc>
              <a:spcAft>
                <a:spcPts val="1000"/>
              </a:spcAft>
              <a:defRPr/>
            </a:pPr>
            <a:r>
              <a:rPr lang="en-US" sz="1400" dirty="0"/>
              <a:t>This template comes with a custom set of iconography.</a:t>
            </a:r>
          </a:p>
          <a:p>
            <a:pPr lvl="0">
              <a:lnSpc>
                <a:spcPct val="110000"/>
              </a:lnSpc>
              <a:spcAft>
                <a:spcPts val="1000"/>
              </a:spcAft>
              <a:defRPr/>
            </a:pPr>
            <a:r>
              <a:rPr lang="en-US" sz="1400" dirty="0"/>
              <a:t>Please do not use icons </a:t>
            </a:r>
            <a:br>
              <a:rPr lang="en-US" sz="1400" dirty="0"/>
            </a:br>
            <a:r>
              <a:rPr lang="en-US" sz="1400" dirty="0"/>
              <a:t>outside of this set. </a:t>
            </a:r>
          </a:p>
          <a:p>
            <a:pPr lvl="0">
              <a:lnSpc>
                <a:spcPct val="110000"/>
              </a:lnSpc>
              <a:spcAft>
                <a:spcPts val="1000"/>
              </a:spcAft>
              <a:defRPr/>
            </a:pPr>
            <a:r>
              <a:rPr lang="en-US" sz="1400" b="1" dirty="0"/>
              <a:t>Hold the shift key </a:t>
            </a:r>
            <a:r>
              <a:rPr lang="en-US" sz="1400" dirty="0"/>
              <a:t>while </a:t>
            </a:r>
            <a:br>
              <a:rPr lang="en-US" sz="1400" dirty="0"/>
            </a:br>
            <a:r>
              <a:rPr lang="en-US" sz="1400" dirty="0"/>
              <a:t>re-sizing your icons to maintain their dimensions. </a:t>
            </a:r>
          </a:p>
          <a:p>
            <a:pPr lvl="0">
              <a:lnSpc>
                <a:spcPct val="110000"/>
              </a:lnSpc>
              <a:spcAft>
                <a:spcPts val="1000"/>
              </a:spcAft>
              <a:defRPr/>
            </a:pPr>
            <a:r>
              <a:rPr lang="en-US" sz="1400" dirty="0"/>
              <a:t>Use the </a:t>
            </a:r>
            <a:r>
              <a:rPr lang="en-US" sz="1400" b="1" dirty="0"/>
              <a:t>fill palette </a:t>
            </a:r>
            <a:r>
              <a:rPr lang="en-US" sz="1400" dirty="0"/>
              <a:t>to recolor your icons. </a:t>
            </a:r>
            <a:r>
              <a:rPr lang="en-US" sz="1400" b="1" dirty="0">
                <a:solidFill>
                  <a:schemeClr val="accent4"/>
                </a:solidFill>
                <a:latin typeface="Avenir Next LT Pro" panose="020B0504020202020204" pitchFamily="34" charset="77"/>
              </a:rPr>
              <a:t>Important </a:t>
            </a:r>
            <a:r>
              <a:rPr lang="en-US" sz="1400" b="1" dirty="0">
                <a:latin typeface="Avenir Next LT Pro" panose="020B0504020202020204" pitchFamily="34" charset="77"/>
              </a:rPr>
              <a:t>— </a:t>
            </a:r>
            <a:r>
              <a:rPr lang="en-US" sz="1400" dirty="0">
                <a:latin typeface="Avenir Next LT Pro" panose="020B0504020202020204" pitchFamily="34" charset="77"/>
              </a:rPr>
              <a:t>our icons should never be reversed out to white on a color field.</a:t>
            </a:r>
            <a:endParaRPr lang="en-US" sz="1400" b="1" dirty="0">
              <a:latin typeface="Avenir Next LT Pro" panose="020B0504020202020204" pitchFamily="34" charset="77"/>
            </a:endParaRPr>
          </a:p>
        </p:txBody>
      </p:sp>
      <p:sp>
        <p:nvSpPr>
          <p:cNvPr id="22" name="TextBox 21">
            <a:extLst>
              <a:ext uri="{FF2B5EF4-FFF2-40B4-BE49-F238E27FC236}">
                <a16:creationId xmlns:a16="http://schemas.microsoft.com/office/drawing/2014/main" id="{850A47A1-ED5B-3259-FFB8-57EF7AF5C92E}"/>
              </a:ext>
            </a:extLst>
          </p:cNvPr>
          <p:cNvSpPr txBox="1">
            <a:spLocks/>
          </p:cNvSpPr>
          <p:nvPr/>
        </p:nvSpPr>
        <p:spPr>
          <a:xfrm>
            <a:off x="4338320" y="2942623"/>
            <a:ext cx="3525836" cy="266865"/>
          </a:xfrm>
          <a:prstGeom prst="rect">
            <a:avLst/>
          </a:prstGeom>
          <a:noFill/>
        </p:spPr>
        <p:txBody>
          <a:bodyPr wrap="square" lIns="0" tIns="0" rIns="0" bIns="0" rtlCol="0" anchor="t">
            <a:noAutofit/>
          </a:bodyPr>
          <a:lstStyle/>
          <a:p>
            <a:pPr lvl="0">
              <a:lnSpc>
                <a:spcPct val="120000"/>
              </a:lnSpc>
              <a:spcBef>
                <a:spcPts val="1200"/>
              </a:spcBef>
              <a:defRPr/>
            </a:pPr>
            <a:r>
              <a:rPr lang="en-US" sz="1400" b="1"/>
              <a:t>Resize Icons</a:t>
            </a:r>
          </a:p>
        </p:txBody>
      </p:sp>
      <p:pic>
        <p:nvPicPr>
          <p:cNvPr id="8" name="Graphic 7">
            <a:extLst>
              <a:ext uri="{FF2B5EF4-FFF2-40B4-BE49-F238E27FC236}">
                <a16:creationId xmlns:a16="http://schemas.microsoft.com/office/drawing/2014/main" id="{97E60A00-2553-684C-6A4C-7DF36BB9016E}"/>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42461" y="4001029"/>
            <a:ext cx="457201" cy="457200"/>
          </a:xfrm>
          <a:prstGeom prst="rect">
            <a:avLst/>
          </a:prstGeom>
        </p:spPr>
      </p:pic>
      <p:cxnSp>
        <p:nvCxnSpPr>
          <p:cNvPr id="13" name="Straight Arrow Connector 12">
            <a:extLst>
              <a:ext uri="{FF2B5EF4-FFF2-40B4-BE49-F238E27FC236}">
                <a16:creationId xmlns:a16="http://schemas.microsoft.com/office/drawing/2014/main" id="{38BA96BE-0745-52D2-6493-80C5BE4B3260}"/>
              </a:ext>
              <a:ext uri="{C183D7F6-B498-43B3-948B-1728B52AA6E4}">
                <adec:decorative xmlns:adec="http://schemas.microsoft.com/office/drawing/2017/decorative" val="1"/>
              </a:ext>
            </a:extLst>
          </p:cNvPr>
          <p:cNvCxnSpPr>
            <a:cxnSpLocks/>
          </p:cNvCxnSpPr>
          <p:nvPr/>
        </p:nvCxnSpPr>
        <p:spPr>
          <a:xfrm>
            <a:off x="5259302" y="4152003"/>
            <a:ext cx="537333" cy="0"/>
          </a:xfrm>
          <a:prstGeom prst="straightConnector1">
            <a:avLst/>
          </a:prstGeom>
          <a:ln w="9525" cap="flat">
            <a:solidFill>
              <a:schemeClr val="tx1"/>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237CFC9-A6EB-5501-B1BC-F874DCE9C42A}"/>
              </a:ext>
              <a:ext uri="{C183D7F6-B498-43B3-948B-1728B52AA6E4}">
                <adec:decorative xmlns:adec="http://schemas.microsoft.com/office/drawing/2017/decorative" val="1"/>
              </a:ext>
            </a:extLst>
          </p:cNvPr>
          <p:cNvSpPr txBox="1"/>
          <p:nvPr/>
        </p:nvSpPr>
        <p:spPr>
          <a:xfrm>
            <a:off x="5141052" y="4212118"/>
            <a:ext cx="724404" cy="254303"/>
          </a:xfrm>
          <a:prstGeom prst="rect">
            <a:avLst/>
          </a:prstGeom>
          <a:noFill/>
        </p:spPr>
        <p:txBody>
          <a:bodyPr wrap="none" lIns="0" tIns="0" rIns="0" bIns="0" rtlCol="0">
            <a:noAutofit/>
          </a:bodyPr>
          <a:lstStyle/>
          <a:p>
            <a:pPr algn="ctr">
              <a:lnSpc>
                <a:spcPct val="120000"/>
              </a:lnSpc>
              <a:spcBef>
                <a:spcPts val="1200"/>
              </a:spcBef>
            </a:pPr>
            <a:r>
              <a:rPr lang="en-US" sz="1400" b="1">
                <a:latin typeface="+mj-lt"/>
              </a:rPr>
              <a:t>+ Shift</a:t>
            </a:r>
          </a:p>
        </p:txBody>
      </p:sp>
      <p:pic>
        <p:nvPicPr>
          <p:cNvPr id="11" name="Graphic 10">
            <a:extLst>
              <a:ext uri="{FF2B5EF4-FFF2-40B4-BE49-F238E27FC236}">
                <a16:creationId xmlns:a16="http://schemas.microsoft.com/office/drawing/2014/main" id="{EACB0A06-74D1-34B8-9DE8-B768731F920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816028" y="3640251"/>
            <a:ext cx="1828800" cy="1828800"/>
          </a:xfrm>
          <a:prstGeom prst="rect">
            <a:avLst/>
          </a:prstGeom>
        </p:spPr>
      </p:pic>
      <p:sp>
        <p:nvSpPr>
          <p:cNvPr id="33" name="TextBox 32">
            <a:extLst>
              <a:ext uri="{FF2B5EF4-FFF2-40B4-BE49-F238E27FC236}">
                <a16:creationId xmlns:a16="http://schemas.microsoft.com/office/drawing/2014/main" id="{5527852F-F384-B3AB-CD4F-D691BC2C2D6C}"/>
              </a:ext>
            </a:extLst>
          </p:cNvPr>
          <p:cNvSpPr txBox="1">
            <a:spLocks/>
          </p:cNvSpPr>
          <p:nvPr/>
        </p:nvSpPr>
        <p:spPr>
          <a:xfrm>
            <a:off x="8097520" y="2942623"/>
            <a:ext cx="3525836" cy="266865"/>
          </a:xfrm>
          <a:prstGeom prst="rect">
            <a:avLst/>
          </a:prstGeom>
          <a:noFill/>
        </p:spPr>
        <p:txBody>
          <a:bodyPr wrap="square" lIns="0" tIns="0" rIns="0" bIns="0" rtlCol="0" anchor="t">
            <a:noAutofit/>
          </a:bodyPr>
          <a:lstStyle/>
          <a:p>
            <a:pPr lvl="0">
              <a:lnSpc>
                <a:spcPct val="120000"/>
              </a:lnSpc>
              <a:spcBef>
                <a:spcPts val="1200"/>
              </a:spcBef>
              <a:defRPr/>
            </a:pPr>
            <a:r>
              <a:rPr lang="en-US" sz="1400" b="1"/>
              <a:t>Recolor Icons</a:t>
            </a:r>
          </a:p>
        </p:txBody>
      </p:sp>
      <p:pic>
        <p:nvPicPr>
          <p:cNvPr id="16" name="Graphic 15">
            <a:extLst>
              <a:ext uri="{FF2B5EF4-FFF2-40B4-BE49-F238E27FC236}">
                <a16:creationId xmlns:a16="http://schemas.microsoft.com/office/drawing/2014/main" id="{65BE24B6-8621-F0FA-95DB-FB5C4BA92C05}"/>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296642" y="3640251"/>
            <a:ext cx="914401" cy="914400"/>
          </a:xfrm>
          <a:prstGeom prst="rect">
            <a:avLst/>
          </a:prstGeom>
        </p:spPr>
      </p:pic>
      <p:cxnSp>
        <p:nvCxnSpPr>
          <p:cNvPr id="21" name="Straight Arrow Connector 20">
            <a:extLst>
              <a:ext uri="{FF2B5EF4-FFF2-40B4-BE49-F238E27FC236}">
                <a16:creationId xmlns:a16="http://schemas.microsoft.com/office/drawing/2014/main" id="{7CFE5B5D-CBEF-CBCD-361C-3309AC1ECE32}"/>
              </a:ext>
              <a:ext uri="{C183D7F6-B498-43B3-948B-1728B52AA6E4}">
                <adec:decorative xmlns:adec="http://schemas.microsoft.com/office/drawing/2017/decorative" val="1"/>
              </a:ext>
            </a:extLst>
          </p:cNvPr>
          <p:cNvCxnSpPr>
            <a:cxnSpLocks/>
          </p:cNvCxnSpPr>
          <p:nvPr/>
        </p:nvCxnSpPr>
        <p:spPr>
          <a:xfrm>
            <a:off x="9211043" y="4097451"/>
            <a:ext cx="1287571" cy="0"/>
          </a:xfrm>
          <a:prstGeom prst="straightConnector1">
            <a:avLst/>
          </a:prstGeom>
          <a:ln w="9525" cap="flat">
            <a:solidFill>
              <a:schemeClr val="tx1"/>
            </a:solidFill>
            <a:tailEnd type="arrow" w="med" len="med"/>
          </a:ln>
          <a:effectLst/>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42220C0A-D407-6A40-6EC1-D3A2C0D011AB}"/>
              </a:ext>
              <a:ext uri="{C183D7F6-B498-43B3-948B-1728B52AA6E4}">
                <adec:decorative xmlns:adec="http://schemas.microsoft.com/office/drawing/2017/decorative" val="1"/>
              </a:ext>
            </a:extLst>
          </p:cNvPr>
          <p:cNvGrpSpPr/>
          <p:nvPr/>
        </p:nvGrpSpPr>
        <p:grpSpPr>
          <a:xfrm>
            <a:off x="9296808" y="4190645"/>
            <a:ext cx="1116041" cy="1618656"/>
            <a:chOff x="9334245" y="4574361"/>
            <a:chExt cx="1704990" cy="2472840"/>
          </a:xfrm>
        </p:grpSpPr>
        <p:pic>
          <p:nvPicPr>
            <p:cNvPr id="29" name="Picture 28">
              <a:extLst>
                <a:ext uri="{FF2B5EF4-FFF2-40B4-BE49-F238E27FC236}">
                  <a16:creationId xmlns:a16="http://schemas.microsoft.com/office/drawing/2014/main" id="{9B168977-2C8D-C3F7-4FA1-93F015B6F00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1168" t="1219" b="3604"/>
            <a:stretch/>
          </p:blipFill>
          <p:spPr>
            <a:xfrm>
              <a:off x="9382188" y="4807725"/>
              <a:ext cx="1657047" cy="2239476"/>
            </a:xfrm>
            <a:prstGeom prst="rect">
              <a:avLst/>
            </a:prstGeom>
          </p:spPr>
        </p:pic>
        <p:pic>
          <p:nvPicPr>
            <p:cNvPr id="31" name="Picture 30">
              <a:extLst>
                <a:ext uri="{FF2B5EF4-FFF2-40B4-BE49-F238E27FC236}">
                  <a16:creationId xmlns:a16="http://schemas.microsoft.com/office/drawing/2014/main" id="{54F751C7-6728-2084-BA15-B6EE588143D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b="-1952"/>
            <a:stretch/>
          </p:blipFill>
          <p:spPr>
            <a:xfrm>
              <a:off x="9334245" y="4574361"/>
              <a:ext cx="952632" cy="289361"/>
            </a:xfrm>
            <a:prstGeom prst="rect">
              <a:avLst/>
            </a:prstGeom>
          </p:spPr>
        </p:pic>
      </p:grpSp>
      <p:pic>
        <p:nvPicPr>
          <p:cNvPr id="20" name="Graphic 19">
            <a:extLst>
              <a:ext uri="{FF2B5EF4-FFF2-40B4-BE49-F238E27FC236}">
                <a16:creationId xmlns:a16="http://schemas.microsoft.com/office/drawing/2014/main" id="{7237E954-9C14-EE76-FE2E-B1B0FFDB2663}"/>
              </a:ext>
              <a:ext uri="{C183D7F6-B498-43B3-948B-1728B52AA6E4}">
                <adec:decorative xmlns:adec="http://schemas.microsoft.com/office/drawing/2017/decorative" val="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498614" y="3640251"/>
            <a:ext cx="914401" cy="914400"/>
          </a:xfrm>
          <a:prstGeom prst="rect">
            <a:avLst/>
          </a:prstGeom>
        </p:spPr>
      </p:pic>
      <p:sp>
        <p:nvSpPr>
          <p:cNvPr id="2" name="Date Placeholder 1">
            <a:extLst>
              <a:ext uri="{FF2B5EF4-FFF2-40B4-BE49-F238E27FC236}">
                <a16:creationId xmlns:a16="http://schemas.microsoft.com/office/drawing/2014/main" id="{1D3C780B-4E81-3F98-A377-2045D884D825}"/>
              </a:ext>
              <a:ext uri="{C183D7F6-B498-43B3-948B-1728B52AA6E4}">
                <adec:decorative xmlns:adec="http://schemas.microsoft.com/office/drawing/2017/decorative" val="1"/>
              </a:ext>
            </a:extLst>
          </p:cNvPr>
          <p:cNvSpPr>
            <a:spLocks noGrp="1"/>
          </p:cNvSpPr>
          <p:nvPr>
            <p:ph type="dt" sz="half" idx="10"/>
          </p:nvPr>
        </p:nvSpPr>
        <p:spPr/>
        <p:txBody>
          <a:bodyPr/>
          <a:lstStyle/>
          <a:p>
            <a:fld id="{5E580763-9BE1-4002-AAC2-0DCFAF17052C}" type="datetimeyyyy">
              <a:rPr lang="en-US" smtClean="0"/>
              <a:t>2025</a:t>
            </a:fld>
            <a:endParaRPr lang="en-US"/>
          </a:p>
        </p:txBody>
      </p:sp>
      <p:sp>
        <p:nvSpPr>
          <p:cNvPr id="3" name="Footer Placeholder 2">
            <a:extLst>
              <a:ext uri="{FF2B5EF4-FFF2-40B4-BE49-F238E27FC236}">
                <a16:creationId xmlns:a16="http://schemas.microsoft.com/office/drawing/2014/main" id="{5F282B54-DB30-35CE-7DFB-AC1EDDF7945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65BCAE9-F511-8315-6E3B-BC631F4059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166</a:t>
            </a:fld>
            <a:endParaRPr lang="en-US"/>
          </a:p>
        </p:txBody>
      </p:sp>
    </p:spTree>
    <p:extLst>
      <p:ext uri="{BB962C8B-B14F-4D97-AF65-F5344CB8AC3E}">
        <p14:creationId xmlns:p14="http://schemas.microsoft.com/office/powerpoint/2010/main" val="111353485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32DBD1C-6F0C-C0EB-1C5B-153C6C3F8E3E}"/>
              </a:ext>
            </a:extLst>
          </p:cNvPr>
          <p:cNvSpPr/>
          <p:nvPr/>
        </p:nvSpPr>
        <p:spPr>
          <a:xfrm>
            <a:off x="9390628" y="0"/>
            <a:ext cx="2819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spcBef>
                <a:spcPts val="1000"/>
              </a:spcBef>
            </a:pPr>
            <a:endParaRPr lang="en-US" sz="1600"/>
          </a:p>
        </p:txBody>
      </p:sp>
      <p:sp>
        <p:nvSpPr>
          <p:cNvPr id="25" name="Rectangle 24">
            <a:extLst>
              <a:ext uri="{FF2B5EF4-FFF2-40B4-BE49-F238E27FC236}">
                <a16:creationId xmlns:a16="http://schemas.microsoft.com/office/drawing/2014/main" id="{65A62B16-F841-9CF8-0650-1A4CA1D900E9}"/>
              </a:ext>
            </a:extLst>
          </p:cNvPr>
          <p:cNvSpPr/>
          <p:nvPr/>
        </p:nvSpPr>
        <p:spPr>
          <a:xfrm>
            <a:off x="6571228" y="0"/>
            <a:ext cx="28194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spcBef>
                <a:spcPts val="1000"/>
              </a:spcBef>
            </a:pPr>
            <a:endParaRPr lang="en-US" sz="1600"/>
          </a:p>
        </p:txBody>
      </p:sp>
      <p:sp>
        <p:nvSpPr>
          <p:cNvPr id="24" name="Rectangle 23">
            <a:extLst>
              <a:ext uri="{FF2B5EF4-FFF2-40B4-BE49-F238E27FC236}">
                <a16:creationId xmlns:a16="http://schemas.microsoft.com/office/drawing/2014/main" id="{73961118-03E0-B6D3-1636-5011E2828439}"/>
              </a:ext>
            </a:extLst>
          </p:cNvPr>
          <p:cNvSpPr/>
          <p:nvPr/>
        </p:nvSpPr>
        <p:spPr>
          <a:xfrm>
            <a:off x="3750311" y="0"/>
            <a:ext cx="28194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spcBef>
                <a:spcPts val="1000"/>
              </a:spcBef>
            </a:pPr>
            <a:endParaRPr lang="en-US" sz="1600"/>
          </a:p>
        </p:txBody>
      </p:sp>
      <p:sp>
        <p:nvSpPr>
          <p:cNvPr id="10" name="Title 9">
            <a:extLst>
              <a:ext uri="{FF2B5EF4-FFF2-40B4-BE49-F238E27FC236}">
                <a16:creationId xmlns:a16="http://schemas.microsoft.com/office/drawing/2014/main" id="{2497C449-9743-4556-38B5-1AFBC1794ED5}"/>
              </a:ext>
            </a:extLst>
          </p:cNvPr>
          <p:cNvSpPr>
            <a:spLocks noGrp="1"/>
          </p:cNvSpPr>
          <p:nvPr>
            <p:ph type="title"/>
          </p:nvPr>
        </p:nvSpPr>
        <p:spPr/>
        <p:txBody>
          <a:bodyPr/>
          <a:lstStyle/>
          <a:p>
            <a:r>
              <a:rPr lang="en-US"/>
              <a:t>Illustrations</a:t>
            </a:r>
          </a:p>
        </p:txBody>
      </p:sp>
      <p:sp>
        <p:nvSpPr>
          <p:cNvPr id="5" name="TextBox 4">
            <a:extLst>
              <a:ext uri="{FF2B5EF4-FFF2-40B4-BE49-F238E27FC236}">
                <a16:creationId xmlns:a16="http://schemas.microsoft.com/office/drawing/2014/main" id="{9C8AE05D-E276-2469-37C4-7C19D93D9214}"/>
              </a:ext>
            </a:extLst>
          </p:cNvPr>
          <p:cNvSpPr txBox="1">
            <a:spLocks/>
          </p:cNvSpPr>
          <p:nvPr/>
        </p:nvSpPr>
        <p:spPr>
          <a:xfrm>
            <a:off x="579121" y="1752601"/>
            <a:ext cx="2590800" cy="4513106"/>
          </a:xfrm>
          <a:prstGeom prst="rect">
            <a:avLst/>
          </a:prstGeom>
          <a:noFill/>
        </p:spPr>
        <p:txBody>
          <a:bodyPr wrap="square" lIns="0" tIns="0" rIns="0" bIns="0" rtlCol="0" anchor="t">
            <a:noAutofit/>
          </a:bodyPr>
          <a:lstStyle/>
          <a:p>
            <a:pPr lvl="0">
              <a:lnSpc>
                <a:spcPct val="110000"/>
              </a:lnSpc>
              <a:spcAft>
                <a:spcPts val="1000"/>
              </a:spcAft>
              <a:defRPr/>
            </a:pPr>
            <a:r>
              <a:rPr lang="en-US" sz="1400" dirty="0"/>
              <a:t>Illustrations are available to use from our Creative Library—you can access them here: </a:t>
            </a:r>
            <a:r>
              <a:rPr lang="en-US" sz="1400" dirty="0">
                <a:hlinkClick r:id="rId2"/>
              </a:rPr>
              <a:t>People</a:t>
            </a:r>
            <a:r>
              <a:rPr lang="en-US" sz="1400" dirty="0"/>
              <a:t> </a:t>
            </a:r>
          </a:p>
          <a:p>
            <a:pPr lvl="0">
              <a:lnSpc>
                <a:spcPct val="110000"/>
              </a:lnSpc>
              <a:spcAft>
                <a:spcPts val="1000"/>
              </a:spcAft>
              <a:defRPr/>
            </a:pPr>
            <a:r>
              <a:rPr lang="en-US" sz="1400" dirty="0"/>
              <a:t>Note: People illustrations available in three skin tone pattern fills.</a:t>
            </a:r>
          </a:p>
          <a:p>
            <a:pPr lvl="0">
              <a:lnSpc>
                <a:spcPct val="110000"/>
              </a:lnSpc>
              <a:spcAft>
                <a:spcPts val="1000"/>
              </a:spcAft>
              <a:defRPr/>
            </a:pPr>
            <a:r>
              <a:rPr lang="en-US" sz="1400" b="1" dirty="0"/>
              <a:t>Hold the shift key </a:t>
            </a:r>
            <a:r>
              <a:rPr lang="en-US" sz="1400" dirty="0"/>
              <a:t>while </a:t>
            </a:r>
            <a:br>
              <a:rPr lang="en-US" sz="1400" dirty="0"/>
            </a:br>
            <a:r>
              <a:rPr lang="en-US" sz="1400" dirty="0"/>
              <a:t>re-sizing your illustrations to maintain their dimensions. </a:t>
            </a:r>
          </a:p>
          <a:p>
            <a:pPr lvl="0">
              <a:lnSpc>
                <a:spcPct val="110000"/>
              </a:lnSpc>
              <a:spcAft>
                <a:spcPts val="1000"/>
              </a:spcAft>
              <a:defRPr/>
            </a:pPr>
            <a:r>
              <a:rPr lang="en-US" sz="1400" dirty="0"/>
              <a:t>Use the </a:t>
            </a:r>
            <a:r>
              <a:rPr lang="en-US" sz="1400" b="1" dirty="0"/>
              <a:t>fill palette </a:t>
            </a:r>
            <a:r>
              <a:rPr lang="en-US" sz="1400" dirty="0"/>
              <a:t>to recolor your illustrations in either black, Slalom Blue or Dark Blue only. </a:t>
            </a:r>
            <a:r>
              <a:rPr lang="en-US" sz="1400" b="1" dirty="0">
                <a:solidFill>
                  <a:schemeClr val="accent4"/>
                </a:solidFill>
                <a:latin typeface="Avenir Next LT Pro" panose="020B0504020202020204" pitchFamily="34" charset="77"/>
              </a:rPr>
              <a:t>Important </a:t>
            </a:r>
            <a:r>
              <a:rPr lang="en-US" sz="1400" b="1" dirty="0">
                <a:latin typeface="Avenir Next LT Pro" panose="020B0504020202020204" pitchFamily="34" charset="77"/>
              </a:rPr>
              <a:t>— </a:t>
            </a:r>
            <a:r>
              <a:rPr lang="en-US" sz="1400" dirty="0">
                <a:latin typeface="Avenir Next LT Pro" panose="020B0504020202020204" pitchFamily="34" charset="77"/>
              </a:rPr>
              <a:t>our illustrations should never be reversed out </a:t>
            </a:r>
            <a:br>
              <a:rPr lang="en-US" sz="1400" dirty="0">
                <a:latin typeface="Avenir Next LT Pro" panose="020B0504020202020204" pitchFamily="34" charset="77"/>
              </a:rPr>
            </a:br>
            <a:r>
              <a:rPr lang="en-US" sz="1400" dirty="0">
                <a:latin typeface="Avenir Next LT Pro" panose="020B0504020202020204" pitchFamily="34" charset="77"/>
              </a:rPr>
              <a:t>to white on a color field.</a:t>
            </a:r>
            <a:endParaRPr lang="en-US" sz="1400" b="1" dirty="0">
              <a:latin typeface="Avenir Next LT Pro" panose="020B0504020202020204" pitchFamily="34" charset="77"/>
            </a:endParaRPr>
          </a:p>
        </p:txBody>
      </p:sp>
      <p:sp>
        <p:nvSpPr>
          <p:cNvPr id="2" name="Date Placeholder 1">
            <a:extLst>
              <a:ext uri="{FF2B5EF4-FFF2-40B4-BE49-F238E27FC236}">
                <a16:creationId xmlns:a16="http://schemas.microsoft.com/office/drawing/2014/main" id="{1D3C780B-4E81-3F98-A377-2045D884D825}"/>
              </a:ext>
              <a:ext uri="{C183D7F6-B498-43B3-948B-1728B52AA6E4}">
                <adec:decorative xmlns:adec="http://schemas.microsoft.com/office/drawing/2017/decorative" val="1"/>
              </a:ext>
            </a:extLst>
          </p:cNvPr>
          <p:cNvSpPr>
            <a:spLocks noGrp="1"/>
          </p:cNvSpPr>
          <p:nvPr>
            <p:ph type="dt" sz="half" idx="10"/>
          </p:nvPr>
        </p:nvSpPr>
        <p:spPr/>
        <p:txBody>
          <a:bodyPr/>
          <a:lstStyle/>
          <a:p>
            <a:fld id="{5E580763-9BE1-4002-AAC2-0DCFAF17052C}" type="datetimeyyyy">
              <a:rPr lang="en-US" smtClean="0"/>
              <a:t>2025</a:t>
            </a:fld>
            <a:endParaRPr lang="en-US"/>
          </a:p>
        </p:txBody>
      </p:sp>
      <p:sp>
        <p:nvSpPr>
          <p:cNvPr id="3" name="Footer Placeholder 2">
            <a:extLst>
              <a:ext uri="{FF2B5EF4-FFF2-40B4-BE49-F238E27FC236}">
                <a16:creationId xmlns:a16="http://schemas.microsoft.com/office/drawing/2014/main" id="{5F282B54-DB30-35CE-7DFB-AC1EDDF7945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65BCAE9-F511-8315-6E3B-BC631F4059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167</a:t>
            </a:fld>
            <a:endParaRPr lang="en-US"/>
          </a:p>
        </p:txBody>
      </p:sp>
      <p:pic>
        <p:nvPicPr>
          <p:cNvPr id="7" name="Graphic 6">
            <a:extLst>
              <a:ext uri="{FF2B5EF4-FFF2-40B4-BE49-F238E27FC236}">
                <a16:creationId xmlns:a16="http://schemas.microsoft.com/office/drawing/2014/main" id="{D9180296-CF42-70A6-6298-8E60C317F6E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30700" y="2420184"/>
            <a:ext cx="1651000" cy="2694240"/>
          </a:xfrm>
          <a:prstGeom prst="rect">
            <a:avLst/>
          </a:prstGeom>
        </p:spPr>
      </p:pic>
      <p:pic>
        <p:nvPicPr>
          <p:cNvPr id="13" name="Picture 12">
            <a:extLst>
              <a:ext uri="{FF2B5EF4-FFF2-40B4-BE49-F238E27FC236}">
                <a16:creationId xmlns:a16="http://schemas.microsoft.com/office/drawing/2014/main" id="{CE116337-4371-D777-B762-1FBE7A43DD5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974489" y="2638425"/>
            <a:ext cx="2013935" cy="2247900"/>
          </a:xfrm>
          <a:prstGeom prst="rect">
            <a:avLst/>
          </a:prstGeom>
        </p:spPr>
      </p:pic>
      <p:pic>
        <p:nvPicPr>
          <p:cNvPr id="14" name="Picture 13">
            <a:extLst>
              <a:ext uri="{FF2B5EF4-FFF2-40B4-BE49-F238E27FC236}">
                <a16:creationId xmlns:a16="http://schemas.microsoft.com/office/drawing/2014/main" id="{0A0000AD-1FFB-5AF5-6BEC-FE52E4CE1E63}"/>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068311" y="2283024"/>
            <a:ext cx="1739513" cy="2763766"/>
          </a:xfrm>
          <a:prstGeom prst="rect">
            <a:avLst/>
          </a:prstGeom>
        </p:spPr>
      </p:pic>
    </p:spTree>
    <p:extLst>
      <p:ext uri="{BB962C8B-B14F-4D97-AF65-F5344CB8AC3E}">
        <p14:creationId xmlns:p14="http://schemas.microsoft.com/office/powerpoint/2010/main" val="346657363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497C449-9743-4556-38B5-1AFBC1794ED5}"/>
              </a:ext>
            </a:extLst>
          </p:cNvPr>
          <p:cNvSpPr>
            <a:spLocks noGrp="1"/>
          </p:cNvSpPr>
          <p:nvPr>
            <p:ph type="title"/>
          </p:nvPr>
        </p:nvSpPr>
        <p:spPr/>
        <p:txBody>
          <a:bodyPr/>
          <a:lstStyle/>
          <a:p>
            <a:r>
              <a:rPr lang="en-US"/>
              <a:t>Using icon layouts</a:t>
            </a:r>
          </a:p>
        </p:txBody>
      </p:sp>
      <p:sp>
        <p:nvSpPr>
          <p:cNvPr id="8" name="TextBox 7">
            <a:extLst>
              <a:ext uri="{FF2B5EF4-FFF2-40B4-BE49-F238E27FC236}">
                <a16:creationId xmlns:a16="http://schemas.microsoft.com/office/drawing/2014/main" id="{437991D8-F451-2F9B-3752-C47A0E142773}"/>
              </a:ext>
            </a:extLst>
          </p:cNvPr>
          <p:cNvSpPr txBox="1">
            <a:spLocks/>
          </p:cNvSpPr>
          <p:nvPr/>
        </p:nvSpPr>
        <p:spPr>
          <a:xfrm>
            <a:off x="571500" y="1752600"/>
            <a:ext cx="2590800" cy="4533899"/>
          </a:xfrm>
          <a:prstGeom prst="rect">
            <a:avLst/>
          </a:prstGeom>
          <a:noFill/>
        </p:spPr>
        <p:txBody>
          <a:bodyPr wrap="square" lIns="0" tIns="0" rIns="0" bIns="0" rtlCol="0" anchor="t">
            <a:noAutofit/>
          </a:bodyPr>
          <a:lstStyle/>
          <a:p>
            <a:pPr lvl="0">
              <a:lnSpc>
                <a:spcPct val="110000"/>
              </a:lnSpc>
              <a:spcAft>
                <a:spcPts val="1000"/>
              </a:spcAft>
              <a:defRPr/>
            </a:pPr>
            <a:r>
              <a:rPr lang="en-US" sz="1400"/>
              <a:t>You will see a few layouts </a:t>
            </a:r>
            <a:br>
              <a:rPr lang="en-US" sz="1400"/>
            </a:br>
            <a:r>
              <a:rPr lang="en-US" sz="1400"/>
              <a:t>that have </a:t>
            </a:r>
            <a:r>
              <a:rPr lang="en-US" sz="1400" b="1"/>
              <a:t>“with icon” </a:t>
            </a:r>
            <a:r>
              <a:rPr lang="en-US" sz="1400"/>
              <a:t>options. These layouts leave room between the content placeholders for iconography. </a:t>
            </a:r>
          </a:p>
          <a:p>
            <a:pPr lvl="0">
              <a:lnSpc>
                <a:spcPct val="110000"/>
              </a:lnSpc>
              <a:spcAft>
                <a:spcPts val="1000"/>
              </a:spcAft>
              <a:defRPr/>
            </a:pPr>
            <a:r>
              <a:rPr lang="en-US" sz="1400"/>
              <a:t>Copy an icon from the Iconography slide, click on an image placeholder and paste the icon into place. </a:t>
            </a:r>
            <a:br>
              <a:rPr lang="en-US" sz="1400"/>
            </a:br>
            <a:r>
              <a:rPr lang="en-US" sz="1400"/>
              <a:t>Do not resize the icons. </a:t>
            </a:r>
            <a:br>
              <a:rPr lang="en-US" sz="1400"/>
            </a:br>
            <a:r>
              <a:rPr lang="en-US" sz="1400"/>
              <a:t>Icons may be recolored as shown on the previous slide.</a:t>
            </a:r>
          </a:p>
        </p:txBody>
      </p:sp>
      <p:sp>
        <p:nvSpPr>
          <p:cNvPr id="17" name="TextBox 16">
            <a:extLst>
              <a:ext uri="{FF2B5EF4-FFF2-40B4-BE49-F238E27FC236}">
                <a16:creationId xmlns:a16="http://schemas.microsoft.com/office/drawing/2014/main" id="{4413553A-1C17-5688-9CE2-F5E254953391}"/>
              </a:ext>
            </a:extLst>
          </p:cNvPr>
          <p:cNvSpPr txBox="1">
            <a:spLocks/>
          </p:cNvSpPr>
          <p:nvPr/>
        </p:nvSpPr>
        <p:spPr>
          <a:xfrm>
            <a:off x="4341357" y="2943298"/>
            <a:ext cx="3530600" cy="293197"/>
          </a:xfrm>
          <a:prstGeom prst="rect">
            <a:avLst/>
          </a:prstGeom>
          <a:noFill/>
        </p:spPr>
        <p:txBody>
          <a:bodyPr wrap="square" lIns="0" tIns="0" rIns="0" bIns="0" rtlCol="0" anchor="t">
            <a:noAutofit/>
          </a:bodyPr>
          <a:lstStyle/>
          <a:p>
            <a:pPr lvl="0">
              <a:lnSpc>
                <a:spcPct val="120000"/>
              </a:lnSpc>
              <a:spcBef>
                <a:spcPts val="1200"/>
              </a:spcBef>
              <a:defRPr/>
            </a:pPr>
            <a:r>
              <a:rPr lang="en-US" sz="1400" b="1"/>
              <a:t>3 Columns</a:t>
            </a:r>
          </a:p>
        </p:txBody>
      </p:sp>
      <p:pic>
        <p:nvPicPr>
          <p:cNvPr id="13" name="Picture 12" descr="Sample slide screenshot">
            <a:extLst>
              <a:ext uri="{FF2B5EF4-FFF2-40B4-BE49-F238E27FC236}">
                <a16:creationId xmlns:a16="http://schemas.microsoft.com/office/drawing/2014/main" id="{33EF1F91-EB11-4E7A-CB7D-A248C01124C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41357" y="3394203"/>
            <a:ext cx="3515180" cy="1974907"/>
          </a:xfrm>
          <a:prstGeom prst="rect">
            <a:avLst/>
          </a:prstGeom>
          <a:solidFill>
            <a:schemeClr val="tx2"/>
          </a:solidFill>
          <a:ln>
            <a:solidFill>
              <a:schemeClr val="bg2"/>
            </a:solidFill>
          </a:ln>
        </p:spPr>
      </p:pic>
      <p:sp>
        <p:nvSpPr>
          <p:cNvPr id="18" name="TextBox 17">
            <a:extLst>
              <a:ext uri="{FF2B5EF4-FFF2-40B4-BE49-F238E27FC236}">
                <a16:creationId xmlns:a16="http://schemas.microsoft.com/office/drawing/2014/main" id="{7D807D85-C263-F5A8-08BA-3D5ACC86C615}"/>
              </a:ext>
            </a:extLst>
          </p:cNvPr>
          <p:cNvSpPr txBox="1">
            <a:spLocks/>
          </p:cNvSpPr>
          <p:nvPr/>
        </p:nvSpPr>
        <p:spPr>
          <a:xfrm>
            <a:off x="8111214" y="2943298"/>
            <a:ext cx="3530600" cy="293197"/>
          </a:xfrm>
          <a:prstGeom prst="rect">
            <a:avLst/>
          </a:prstGeom>
          <a:noFill/>
        </p:spPr>
        <p:txBody>
          <a:bodyPr wrap="square" lIns="0" tIns="0" rIns="0" bIns="0" rtlCol="0" anchor="t">
            <a:noAutofit/>
          </a:bodyPr>
          <a:lstStyle/>
          <a:p>
            <a:pPr lvl="0">
              <a:lnSpc>
                <a:spcPct val="120000"/>
              </a:lnSpc>
              <a:spcBef>
                <a:spcPts val="1200"/>
              </a:spcBef>
              <a:defRPr/>
            </a:pPr>
            <a:r>
              <a:rPr lang="en-US" sz="1400" b="1"/>
              <a:t>3 Columns with Icons</a:t>
            </a:r>
          </a:p>
        </p:txBody>
      </p:sp>
      <p:pic>
        <p:nvPicPr>
          <p:cNvPr id="15" name="Picture 14" descr="Sample slide screenshot">
            <a:extLst>
              <a:ext uri="{FF2B5EF4-FFF2-40B4-BE49-F238E27FC236}">
                <a16:creationId xmlns:a16="http://schemas.microsoft.com/office/drawing/2014/main" id="{74B6D0E1-0BF9-E62D-7997-EC7D218F055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104602" y="3394202"/>
            <a:ext cx="3508568" cy="1977944"/>
          </a:xfrm>
          <a:prstGeom prst="rect">
            <a:avLst/>
          </a:prstGeom>
          <a:solidFill>
            <a:schemeClr val="tx2"/>
          </a:solidFill>
          <a:ln>
            <a:solidFill>
              <a:schemeClr val="bg2"/>
            </a:solidFill>
          </a:ln>
        </p:spPr>
      </p:pic>
      <p:sp>
        <p:nvSpPr>
          <p:cNvPr id="2" name="Date Placeholder 1">
            <a:extLst>
              <a:ext uri="{FF2B5EF4-FFF2-40B4-BE49-F238E27FC236}">
                <a16:creationId xmlns:a16="http://schemas.microsoft.com/office/drawing/2014/main" id="{1D3C780B-4E81-3F98-A377-2045D884D825}"/>
              </a:ext>
              <a:ext uri="{C183D7F6-B498-43B3-948B-1728B52AA6E4}">
                <adec:decorative xmlns:adec="http://schemas.microsoft.com/office/drawing/2017/decorative" val="1"/>
              </a:ext>
            </a:extLst>
          </p:cNvPr>
          <p:cNvSpPr>
            <a:spLocks noGrp="1"/>
          </p:cNvSpPr>
          <p:nvPr>
            <p:ph type="dt" sz="half" idx="10"/>
          </p:nvPr>
        </p:nvSpPr>
        <p:spPr/>
        <p:txBody>
          <a:bodyPr/>
          <a:lstStyle/>
          <a:p>
            <a:fld id="{E0A4C2C1-1F61-4EBC-A372-0C8A3D231DC9}" type="datetimeyyyy">
              <a:rPr lang="en-US" smtClean="0"/>
              <a:t>2025</a:t>
            </a:fld>
            <a:endParaRPr lang="en-US"/>
          </a:p>
        </p:txBody>
      </p:sp>
      <p:sp>
        <p:nvSpPr>
          <p:cNvPr id="3" name="Footer Placeholder 2">
            <a:extLst>
              <a:ext uri="{FF2B5EF4-FFF2-40B4-BE49-F238E27FC236}">
                <a16:creationId xmlns:a16="http://schemas.microsoft.com/office/drawing/2014/main" id="{5F282B54-DB30-35CE-7DFB-AC1EDDF7945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565BCAE9-F511-8315-6E3B-BC631F4059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168</a:t>
            </a:fld>
            <a:endParaRPr lang="en-US"/>
          </a:p>
        </p:txBody>
      </p:sp>
    </p:spTree>
    <p:extLst>
      <p:ext uri="{BB962C8B-B14F-4D97-AF65-F5344CB8AC3E}">
        <p14:creationId xmlns:p14="http://schemas.microsoft.com/office/powerpoint/2010/main" val="247708945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B44C6C-8B7C-FBAC-6300-2BD69E6187AE}"/>
              </a:ext>
            </a:extLst>
          </p:cNvPr>
          <p:cNvSpPr>
            <a:spLocks noGrp="1"/>
          </p:cNvSpPr>
          <p:nvPr>
            <p:ph type="title"/>
          </p:nvPr>
        </p:nvSpPr>
        <p:spPr/>
        <p:txBody>
          <a:bodyPr/>
          <a:lstStyle/>
          <a:p>
            <a:r>
              <a:rPr lang="en-US"/>
              <a:t>Device library – Apple </a:t>
            </a:r>
          </a:p>
        </p:txBody>
      </p:sp>
      <p:sp>
        <p:nvSpPr>
          <p:cNvPr id="2" name="Date Placeholder 1">
            <a:extLst>
              <a:ext uri="{FF2B5EF4-FFF2-40B4-BE49-F238E27FC236}">
                <a16:creationId xmlns:a16="http://schemas.microsoft.com/office/drawing/2014/main" id="{2BB56D98-652D-2A99-ACA0-0FC299999104}"/>
              </a:ext>
              <a:ext uri="{C183D7F6-B498-43B3-948B-1728B52AA6E4}">
                <adec:decorative xmlns:adec="http://schemas.microsoft.com/office/drawing/2017/decorative" val="1"/>
              </a:ext>
            </a:extLst>
          </p:cNvPr>
          <p:cNvSpPr>
            <a:spLocks noGrp="1"/>
          </p:cNvSpPr>
          <p:nvPr>
            <p:ph type="dt" sz="half" idx="10"/>
          </p:nvPr>
        </p:nvSpPr>
        <p:spPr/>
        <p:txBody>
          <a:bodyPr/>
          <a:lstStyle/>
          <a:p>
            <a:fld id="{1B9163FD-726C-4B90-B55F-41BE5959E6E7}" type="datetimeyyyy">
              <a:rPr lang="en-US" smtClean="0"/>
              <a:t>2025</a:t>
            </a:fld>
            <a:endParaRPr lang="en-US"/>
          </a:p>
        </p:txBody>
      </p:sp>
      <p:sp>
        <p:nvSpPr>
          <p:cNvPr id="3" name="Footer Placeholder 2">
            <a:extLst>
              <a:ext uri="{FF2B5EF4-FFF2-40B4-BE49-F238E27FC236}">
                <a16:creationId xmlns:a16="http://schemas.microsoft.com/office/drawing/2014/main" id="{B3CECA1D-DBC6-4667-208F-BBBBDEED1FC3}"/>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4" name="Slide Number Placeholder 3">
            <a:extLst>
              <a:ext uri="{FF2B5EF4-FFF2-40B4-BE49-F238E27FC236}">
                <a16:creationId xmlns:a16="http://schemas.microsoft.com/office/drawing/2014/main" id="{65EE8A7D-B988-EFF0-BDEB-BCF5777CB8E4}"/>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169</a:t>
            </a:fld>
            <a:endParaRPr lang="en-US"/>
          </a:p>
        </p:txBody>
      </p:sp>
      <p:grpSp>
        <p:nvGrpSpPr>
          <p:cNvPr id="6" name="Group 5">
            <a:extLst>
              <a:ext uri="{FF2B5EF4-FFF2-40B4-BE49-F238E27FC236}">
                <a16:creationId xmlns:a16="http://schemas.microsoft.com/office/drawing/2014/main" id="{7F5F3088-F7F3-A56D-931A-BB7B5EA1C89E}"/>
              </a:ext>
            </a:extLst>
          </p:cNvPr>
          <p:cNvGrpSpPr/>
          <p:nvPr/>
        </p:nvGrpSpPr>
        <p:grpSpPr>
          <a:xfrm>
            <a:off x="571500" y="1768510"/>
            <a:ext cx="4823609" cy="3951310"/>
            <a:chOff x="571500" y="1768510"/>
            <a:chExt cx="4823609" cy="3951310"/>
          </a:xfrm>
        </p:grpSpPr>
        <p:pic>
          <p:nvPicPr>
            <p:cNvPr id="51" name="Picture 50">
              <a:extLst>
                <a:ext uri="{FF2B5EF4-FFF2-40B4-BE49-F238E27FC236}">
                  <a16:creationId xmlns:a16="http://schemas.microsoft.com/office/drawing/2014/main" id="{C3F4E8A2-C16B-52BA-8206-68F17913994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72721" y="1858955"/>
              <a:ext cx="4621169" cy="2700762"/>
            </a:xfrm>
            <a:prstGeom prst="rect">
              <a:avLst/>
            </a:prstGeom>
          </p:spPr>
        </p:pic>
        <p:pic>
          <p:nvPicPr>
            <p:cNvPr id="36" name="Picture 35" descr="A picture containing text, display&#10;&#10;Description automatically generated">
              <a:extLst>
                <a:ext uri="{FF2B5EF4-FFF2-40B4-BE49-F238E27FC236}">
                  <a16:creationId xmlns:a16="http://schemas.microsoft.com/office/drawing/2014/main" id="{02A9D5D3-B418-95B0-30B1-54AD50D36C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1500" y="1768510"/>
              <a:ext cx="4823609" cy="3951310"/>
            </a:xfrm>
            <a:prstGeom prst="rect">
              <a:avLst/>
            </a:prstGeom>
          </p:spPr>
        </p:pic>
      </p:grpSp>
      <p:grpSp>
        <p:nvGrpSpPr>
          <p:cNvPr id="45" name="Group 44" descr="Tablet with screenshot">
            <a:extLst>
              <a:ext uri="{FF2B5EF4-FFF2-40B4-BE49-F238E27FC236}">
                <a16:creationId xmlns:a16="http://schemas.microsoft.com/office/drawing/2014/main" id="{A82C2677-A6AB-B7E9-FE99-D489E510151A}"/>
              </a:ext>
              <a:ext uri="{C183D7F6-B498-43B3-948B-1728B52AA6E4}">
                <adec:decorative xmlns:adec="http://schemas.microsoft.com/office/drawing/2017/decorative" val="0"/>
              </a:ext>
            </a:extLst>
          </p:cNvPr>
          <p:cNvGrpSpPr/>
          <p:nvPr/>
        </p:nvGrpSpPr>
        <p:grpSpPr>
          <a:xfrm>
            <a:off x="4881855" y="2644626"/>
            <a:ext cx="2134043" cy="3075194"/>
            <a:chOff x="4039436" y="2532282"/>
            <a:chExt cx="2134043" cy="3075194"/>
          </a:xfrm>
        </p:grpSpPr>
        <p:pic>
          <p:nvPicPr>
            <p:cNvPr id="42" name="Picture 41">
              <a:extLst>
                <a:ext uri="{FF2B5EF4-FFF2-40B4-BE49-F238E27FC236}">
                  <a16:creationId xmlns:a16="http://schemas.microsoft.com/office/drawing/2014/main" id="{9F0331C6-E4B6-4446-6844-C77C32893C4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07523" y="2586241"/>
              <a:ext cx="1997870" cy="2967279"/>
            </a:xfrm>
            <a:prstGeom prst="rect">
              <a:avLst/>
            </a:prstGeom>
          </p:spPr>
        </p:pic>
        <p:pic>
          <p:nvPicPr>
            <p:cNvPr id="34" name="Picture 33" descr="Shape&#10;&#10;Description automatically generated">
              <a:extLst>
                <a:ext uri="{FF2B5EF4-FFF2-40B4-BE49-F238E27FC236}">
                  <a16:creationId xmlns:a16="http://schemas.microsoft.com/office/drawing/2014/main" id="{F41C1F1F-D9C3-D227-B8AC-361DE71FD4B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039436" y="2532282"/>
              <a:ext cx="2134043" cy="3075194"/>
            </a:xfrm>
            <a:prstGeom prst="rect">
              <a:avLst/>
            </a:prstGeom>
          </p:spPr>
        </p:pic>
      </p:grpSp>
      <p:grpSp>
        <p:nvGrpSpPr>
          <p:cNvPr id="49" name="Group 48" descr="Smart watch with screenshot">
            <a:extLst>
              <a:ext uri="{FF2B5EF4-FFF2-40B4-BE49-F238E27FC236}">
                <a16:creationId xmlns:a16="http://schemas.microsoft.com/office/drawing/2014/main" id="{6498E649-47A4-D1D8-7277-5C7E1DBD23A7}"/>
              </a:ext>
              <a:ext uri="{C183D7F6-B498-43B3-948B-1728B52AA6E4}">
                <adec:decorative xmlns:adec="http://schemas.microsoft.com/office/drawing/2017/decorative" val="0"/>
              </a:ext>
            </a:extLst>
          </p:cNvPr>
          <p:cNvGrpSpPr/>
          <p:nvPr/>
        </p:nvGrpSpPr>
        <p:grpSpPr>
          <a:xfrm>
            <a:off x="7446807" y="2961168"/>
            <a:ext cx="348698" cy="591509"/>
            <a:chOff x="7297696" y="5097372"/>
            <a:chExt cx="348698" cy="591509"/>
          </a:xfrm>
        </p:grpSpPr>
        <p:pic>
          <p:nvPicPr>
            <p:cNvPr id="43" name="Picture 42">
              <a:extLst>
                <a:ext uri="{FF2B5EF4-FFF2-40B4-BE49-F238E27FC236}">
                  <a16:creationId xmlns:a16="http://schemas.microsoft.com/office/drawing/2014/main" id="{675D5F4B-899E-02D5-8711-C1A341A9EC0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331724" y="5224088"/>
              <a:ext cx="270647" cy="324777"/>
            </a:xfrm>
            <a:prstGeom prst="rect">
              <a:avLst/>
            </a:prstGeom>
          </p:spPr>
        </p:pic>
        <p:pic>
          <p:nvPicPr>
            <p:cNvPr id="38" name="Picture 37" descr="A close-up of a light bulb&#10;&#10;Description automatically generated with medium confidence">
              <a:extLst>
                <a:ext uri="{FF2B5EF4-FFF2-40B4-BE49-F238E27FC236}">
                  <a16:creationId xmlns:a16="http://schemas.microsoft.com/office/drawing/2014/main" id="{157871FC-B5BC-41CF-E18F-A1EB6630C53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297696" y="5097372"/>
              <a:ext cx="348698" cy="591509"/>
            </a:xfrm>
            <a:prstGeom prst="rect">
              <a:avLst/>
            </a:prstGeom>
          </p:spPr>
        </p:pic>
      </p:grpSp>
      <p:grpSp>
        <p:nvGrpSpPr>
          <p:cNvPr id="22" name="Group 21" descr="Smartphone with screenshot">
            <a:extLst>
              <a:ext uri="{FF2B5EF4-FFF2-40B4-BE49-F238E27FC236}">
                <a16:creationId xmlns:a16="http://schemas.microsoft.com/office/drawing/2014/main" id="{910BFEDB-67FA-923A-DE53-5589281DDE17}"/>
              </a:ext>
              <a:ext uri="{C183D7F6-B498-43B3-948B-1728B52AA6E4}">
                <adec:decorative xmlns:adec="http://schemas.microsoft.com/office/drawing/2017/decorative" val="0"/>
              </a:ext>
            </a:extLst>
          </p:cNvPr>
          <p:cNvGrpSpPr/>
          <p:nvPr/>
        </p:nvGrpSpPr>
        <p:grpSpPr>
          <a:xfrm>
            <a:off x="7239626" y="3798732"/>
            <a:ext cx="763059" cy="1521970"/>
            <a:chOff x="2552926" y="2217862"/>
            <a:chExt cx="1432036" cy="2856289"/>
          </a:xfrm>
        </p:grpSpPr>
        <p:pic>
          <p:nvPicPr>
            <p:cNvPr id="19" name="Picture 18">
              <a:extLst>
                <a:ext uri="{FF2B5EF4-FFF2-40B4-BE49-F238E27FC236}">
                  <a16:creationId xmlns:a16="http://schemas.microsoft.com/office/drawing/2014/main" id="{8006A33C-832B-A834-29BE-8C222336A6A1}"/>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610520" y="2298207"/>
              <a:ext cx="1316850" cy="2737341"/>
            </a:xfrm>
            <a:prstGeom prst="rect">
              <a:avLst/>
            </a:prstGeom>
          </p:spPr>
        </p:pic>
        <p:pic>
          <p:nvPicPr>
            <p:cNvPr id="18" name="Picture 17">
              <a:extLst>
                <a:ext uri="{FF2B5EF4-FFF2-40B4-BE49-F238E27FC236}">
                  <a16:creationId xmlns:a16="http://schemas.microsoft.com/office/drawing/2014/main" id="{18FE6BFF-1B17-50B6-1BDE-E5658E8FF3A2}"/>
                </a:ext>
              </a:extLst>
            </p:cNvPr>
            <p:cNvPicPr>
              <a:picLocks noChangeAspect="1"/>
            </p:cNvPicPr>
            <p:nvPr/>
          </p:nvPicPr>
          <p:blipFill>
            <a:blip r:embed="rId9" cstate="email">
              <a:extLst>
                <a:ext uri="{28A0092B-C50C-407E-A947-70E740481C1C}">
                  <a14:useLocalDpi xmlns:a14="http://schemas.microsoft.com/office/drawing/2010/main"/>
                </a:ext>
              </a:extLst>
            </a:blip>
            <a:srcRect/>
            <a:stretch/>
          </p:blipFill>
          <p:spPr>
            <a:xfrm>
              <a:off x="2552926" y="2217862"/>
              <a:ext cx="1432036" cy="2856289"/>
            </a:xfrm>
            <a:prstGeom prst="rect">
              <a:avLst/>
            </a:prstGeom>
          </p:spPr>
        </p:pic>
      </p:grpSp>
      <p:grpSp>
        <p:nvGrpSpPr>
          <p:cNvPr id="23" name="Group 22" descr="Laptop with screenshot">
            <a:extLst>
              <a:ext uri="{FF2B5EF4-FFF2-40B4-BE49-F238E27FC236}">
                <a16:creationId xmlns:a16="http://schemas.microsoft.com/office/drawing/2014/main" id="{CE288177-861F-C95C-2A14-0B54E053DBF6}"/>
              </a:ext>
              <a:ext uri="{C183D7F6-B498-43B3-948B-1728B52AA6E4}">
                <adec:decorative xmlns:adec="http://schemas.microsoft.com/office/drawing/2017/decorative" val="0"/>
              </a:ext>
            </a:extLst>
          </p:cNvPr>
          <p:cNvGrpSpPr/>
          <p:nvPr/>
        </p:nvGrpSpPr>
        <p:grpSpPr>
          <a:xfrm>
            <a:off x="7914798" y="3541784"/>
            <a:ext cx="3705702" cy="2178036"/>
            <a:chOff x="5318179" y="2381012"/>
            <a:chExt cx="4591050" cy="2698402"/>
          </a:xfrm>
        </p:grpSpPr>
        <p:pic>
          <p:nvPicPr>
            <p:cNvPr id="20" name="Picture 19">
              <a:extLst>
                <a:ext uri="{FF2B5EF4-FFF2-40B4-BE49-F238E27FC236}">
                  <a16:creationId xmlns:a16="http://schemas.microsoft.com/office/drawing/2014/main" id="{0CA9C1E5-815C-40EF-A2E2-6CA524A20EC9}"/>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796939" y="2493356"/>
              <a:ext cx="3633531" cy="2365453"/>
            </a:xfrm>
            <a:prstGeom prst="rect">
              <a:avLst/>
            </a:prstGeom>
          </p:spPr>
        </p:pic>
        <p:pic>
          <p:nvPicPr>
            <p:cNvPr id="10" name="Picture 9" descr="A black screen with a white background&#10;&#10;Description automatically generated with low confidence">
              <a:extLst>
                <a:ext uri="{FF2B5EF4-FFF2-40B4-BE49-F238E27FC236}">
                  <a16:creationId xmlns:a16="http://schemas.microsoft.com/office/drawing/2014/main" id="{66A219EF-FC6B-3538-454A-3189A8BEA1C5}"/>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5318179" y="2381012"/>
              <a:ext cx="4591050" cy="2698402"/>
            </a:xfrm>
            <a:prstGeom prst="rect">
              <a:avLst/>
            </a:prstGeom>
          </p:spPr>
        </p:pic>
      </p:grpSp>
    </p:spTree>
    <p:extLst>
      <p:ext uri="{BB962C8B-B14F-4D97-AF65-F5344CB8AC3E}">
        <p14:creationId xmlns:p14="http://schemas.microsoft.com/office/powerpoint/2010/main" val="391338862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DFDB9-FDDA-1816-89D1-550839AB7707}"/>
              </a:ext>
            </a:extLst>
          </p:cNvPr>
          <p:cNvSpPr>
            <a:spLocks noGrp="1"/>
          </p:cNvSpPr>
          <p:nvPr>
            <p:ph type="title"/>
          </p:nvPr>
        </p:nvSpPr>
        <p:spPr/>
        <p:txBody>
          <a:bodyPr/>
          <a:lstStyle/>
          <a:p>
            <a:r>
              <a:rPr lang="en-CA"/>
              <a:t>Device library – Android/Windows </a:t>
            </a:r>
          </a:p>
        </p:txBody>
      </p:sp>
      <p:sp>
        <p:nvSpPr>
          <p:cNvPr id="3" name="Footer Placeholder 2">
            <a:extLst>
              <a:ext uri="{FF2B5EF4-FFF2-40B4-BE49-F238E27FC236}">
                <a16:creationId xmlns:a16="http://schemas.microsoft.com/office/drawing/2014/main" id="{60A0EE12-08E7-8A7C-D9D1-B2E842E7150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B2CFFA88-F070-4B9A-7062-20F5A2C98740}"/>
              </a:ext>
              <a:ext uri="{C183D7F6-B498-43B3-948B-1728B52AA6E4}">
                <adec:decorative xmlns:adec="http://schemas.microsoft.com/office/drawing/2017/decorative" val="1"/>
              </a:ext>
            </a:extLst>
          </p:cNvPr>
          <p:cNvSpPr>
            <a:spLocks noGrp="1"/>
          </p:cNvSpPr>
          <p:nvPr>
            <p:ph type="dt" sz="half" idx="11"/>
          </p:nvPr>
        </p:nvSpPr>
        <p:spPr/>
        <p:txBody>
          <a:bodyPr/>
          <a:lstStyle/>
          <a:p>
            <a:fld id="{74944995-F68D-4178-B0CC-322BEDC40716}" type="datetimeyyyy">
              <a:rPr lang="en-US" smtClean="0"/>
              <a:t>2025</a:t>
            </a:fld>
            <a:endParaRPr lang="en-US"/>
          </a:p>
        </p:txBody>
      </p:sp>
      <p:sp>
        <p:nvSpPr>
          <p:cNvPr id="5" name="Slide Number Placeholder 4">
            <a:extLst>
              <a:ext uri="{FF2B5EF4-FFF2-40B4-BE49-F238E27FC236}">
                <a16:creationId xmlns:a16="http://schemas.microsoft.com/office/drawing/2014/main" id="{39A1B1C8-537C-C4A2-E145-983A226ECDB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170</a:t>
            </a:fld>
            <a:endParaRPr lang="en-US"/>
          </a:p>
        </p:txBody>
      </p:sp>
      <p:grpSp>
        <p:nvGrpSpPr>
          <p:cNvPr id="41" name="Group 40" descr="Computer monitor with screenshot">
            <a:extLst>
              <a:ext uri="{FF2B5EF4-FFF2-40B4-BE49-F238E27FC236}">
                <a16:creationId xmlns:a16="http://schemas.microsoft.com/office/drawing/2014/main" id="{2CA96539-3110-88A4-7C65-7654918AE33E}"/>
              </a:ext>
              <a:ext uri="{C183D7F6-B498-43B3-948B-1728B52AA6E4}">
                <adec:decorative xmlns:adec="http://schemas.microsoft.com/office/drawing/2017/decorative" val="0"/>
              </a:ext>
            </a:extLst>
          </p:cNvPr>
          <p:cNvGrpSpPr/>
          <p:nvPr/>
        </p:nvGrpSpPr>
        <p:grpSpPr>
          <a:xfrm>
            <a:off x="504404" y="2356440"/>
            <a:ext cx="4800724" cy="3415120"/>
            <a:chOff x="504404" y="2407240"/>
            <a:chExt cx="4800724" cy="3415120"/>
          </a:xfrm>
        </p:grpSpPr>
        <p:pic>
          <p:nvPicPr>
            <p:cNvPr id="10" name="Picture 9">
              <a:extLst>
                <a:ext uri="{FF2B5EF4-FFF2-40B4-BE49-F238E27FC236}">
                  <a16:creationId xmlns:a16="http://schemas.microsoft.com/office/drawing/2014/main" id="{7CA61DEB-EA40-618C-FF94-8856EA71D9C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9015" y="2568591"/>
              <a:ext cx="4500869" cy="2474557"/>
            </a:xfrm>
            <a:prstGeom prst="rect">
              <a:avLst/>
            </a:prstGeom>
          </p:spPr>
        </p:pic>
        <p:pic>
          <p:nvPicPr>
            <p:cNvPr id="20" name="Picture 19" descr="A picture containing text, monitor, electronics, indoor&#10;&#10;Description automatically generated">
              <a:extLst>
                <a:ext uri="{FF2B5EF4-FFF2-40B4-BE49-F238E27FC236}">
                  <a16:creationId xmlns:a16="http://schemas.microsoft.com/office/drawing/2014/main" id="{38FC7BCC-6668-ADB3-A461-C83D4E11371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4404" y="2407240"/>
              <a:ext cx="4800724" cy="3415120"/>
            </a:xfrm>
            <a:prstGeom prst="rect">
              <a:avLst/>
            </a:prstGeom>
          </p:spPr>
        </p:pic>
      </p:grpSp>
      <p:grpSp>
        <p:nvGrpSpPr>
          <p:cNvPr id="42" name="Group 41" descr="Tablet with screenshot">
            <a:extLst>
              <a:ext uri="{FF2B5EF4-FFF2-40B4-BE49-F238E27FC236}">
                <a16:creationId xmlns:a16="http://schemas.microsoft.com/office/drawing/2014/main" id="{D1B2B52C-6948-2F5C-261E-75B81CADE1E9}"/>
              </a:ext>
              <a:ext uri="{C183D7F6-B498-43B3-948B-1728B52AA6E4}">
                <adec:decorative xmlns:adec="http://schemas.microsoft.com/office/drawing/2017/decorative" val="0"/>
              </a:ext>
            </a:extLst>
          </p:cNvPr>
          <p:cNvGrpSpPr/>
          <p:nvPr/>
        </p:nvGrpSpPr>
        <p:grpSpPr>
          <a:xfrm>
            <a:off x="4572000" y="3709093"/>
            <a:ext cx="2820343" cy="2030770"/>
            <a:chOff x="5487007" y="3658830"/>
            <a:chExt cx="2820343" cy="2030770"/>
          </a:xfrm>
        </p:grpSpPr>
        <p:pic>
          <p:nvPicPr>
            <p:cNvPr id="21" name="Picture 20">
              <a:extLst>
                <a:ext uri="{FF2B5EF4-FFF2-40B4-BE49-F238E27FC236}">
                  <a16:creationId xmlns:a16="http://schemas.microsoft.com/office/drawing/2014/main" id="{8A6D1FD4-8811-3039-0667-27646BCBEC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637674" y="3766967"/>
              <a:ext cx="2542252" cy="1816765"/>
            </a:xfrm>
            <a:prstGeom prst="rect">
              <a:avLst/>
            </a:prstGeom>
          </p:spPr>
        </p:pic>
        <p:pic>
          <p:nvPicPr>
            <p:cNvPr id="14" name="Picture 13" descr="A picture containing text, monitor, computer, electronics&#10;&#10;Description automatically generated">
              <a:extLst>
                <a:ext uri="{FF2B5EF4-FFF2-40B4-BE49-F238E27FC236}">
                  <a16:creationId xmlns:a16="http://schemas.microsoft.com/office/drawing/2014/main" id="{466041A8-984D-52F4-7D9A-E64D7A75650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487007" y="3658830"/>
              <a:ext cx="2820343" cy="2030770"/>
            </a:xfrm>
            <a:prstGeom prst="rect">
              <a:avLst/>
            </a:prstGeom>
          </p:spPr>
        </p:pic>
      </p:grpSp>
      <p:grpSp>
        <p:nvGrpSpPr>
          <p:cNvPr id="44" name="Group 43" descr="Smart watch with screenshot">
            <a:extLst>
              <a:ext uri="{FF2B5EF4-FFF2-40B4-BE49-F238E27FC236}">
                <a16:creationId xmlns:a16="http://schemas.microsoft.com/office/drawing/2014/main" id="{78CB1EB0-E724-5E8E-FFB5-4A1518069B96}"/>
              </a:ext>
              <a:ext uri="{C183D7F6-B498-43B3-948B-1728B52AA6E4}">
                <adec:decorative xmlns:adec="http://schemas.microsoft.com/office/drawing/2017/decorative" val="0"/>
              </a:ext>
            </a:extLst>
          </p:cNvPr>
          <p:cNvGrpSpPr/>
          <p:nvPr/>
        </p:nvGrpSpPr>
        <p:grpSpPr>
          <a:xfrm>
            <a:off x="7618822" y="2463447"/>
            <a:ext cx="806441" cy="1199826"/>
            <a:chOff x="7856537" y="1797374"/>
            <a:chExt cx="806441" cy="1199826"/>
          </a:xfrm>
        </p:grpSpPr>
        <p:pic>
          <p:nvPicPr>
            <p:cNvPr id="18" name="Picture 17">
              <a:extLst>
                <a:ext uri="{FF2B5EF4-FFF2-40B4-BE49-F238E27FC236}">
                  <a16:creationId xmlns:a16="http://schemas.microsoft.com/office/drawing/2014/main" id="{CAA44B52-31AF-9830-A588-CCB89A7A28A3}"/>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918031" y="2066572"/>
              <a:ext cx="646232" cy="646232"/>
            </a:xfrm>
            <a:prstGeom prst="rect">
              <a:avLst/>
            </a:prstGeom>
          </p:spPr>
        </p:pic>
        <p:pic>
          <p:nvPicPr>
            <p:cNvPr id="16" name="Picture 15" descr="A close-up of a magnifying glass&#10;&#10;Description automatically generated with medium confidence">
              <a:extLst>
                <a:ext uri="{FF2B5EF4-FFF2-40B4-BE49-F238E27FC236}">
                  <a16:creationId xmlns:a16="http://schemas.microsoft.com/office/drawing/2014/main" id="{C65063FA-7709-B0A2-6A39-0822207250E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856537" y="1797374"/>
              <a:ext cx="806441" cy="1199826"/>
            </a:xfrm>
            <a:prstGeom prst="rect">
              <a:avLst/>
            </a:prstGeom>
          </p:spPr>
        </p:pic>
      </p:grpSp>
      <p:grpSp>
        <p:nvGrpSpPr>
          <p:cNvPr id="45" name="Group 44" descr="Smartphone with screenshot">
            <a:extLst>
              <a:ext uri="{FF2B5EF4-FFF2-40B4-BE49-F238E27FC236}">
                <a16:creationId xmlns:a16="http://schemas.microsoft.com/office/drawing/2014/main" id="{353768AD-BF41-7BD0-58B6-27949B984E34}"/>
              </a:ext>
              <a:ext uri="{C183D7F6-B498-43B3-948B-1728B52AA6E4}">
                <adec:decorative xmlns:adec="http://schemas.microsoft.com/office/drawing/2017/decorative" val="0"/>
              </a:ext>
            </a:extLst>
          </p:cNvPr>
          <p:cNvGrpSpPr/>
          <p:nvPr/>
        </p:nvGrpSpPr>
        <p:grpSpPr>
          <a:xfrm>
            <a:off x="7620966" y="3794640"/>
            <a:ext cx="804297" cy="1623915"/>
            <a:chOff x="6032499" y="1389109"/>
            <a:chExt cx="1010323" cy="2039891"/>
          </a:xfrm>
        </p:grpSpPr>
        <p:pic>
          <p:nvPicPr>
            <p:cNvPr id="15" name="Picture 14">
              <a:extLst>
                <a:ext uri="{FF2B5EF4-FFF2-40B4-BE49-F238E27FC236}">
                  <a16:creationId xmlns:a16="http://schemas.microsoft.com/office/drawing/2014/main" id="{39D396ED-899D-0C2E-7A18-B7B1C9449D0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110029" y="1451255"/>
              <a:ext cx="865707" cy="1914310"/>
            </a:xfrm>
            <a:prstGeom prst="rect">
              <a:avLst/>
            </a:prstGeom>
          </p:spPr>
        </p:pic>
        <p:pic>
          <p:nvPicPr>
            <p:cNvPr id="12" name="Picture 11" descr="Background pattern&#10;&#10;Description automatically generated with low confidence">
              <a:extLst>
                <a:ext uri="{FF2B5EF4-FFF2-40B4-BE49-F238E27FC236}">
                  <a16:creationId xmlns:a16="http://schemas.microsoft.com/office/drawing/2014/main" id="{16DFA369-89AA-C749-A86E-D3E2428B8DA1}"/>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032499" y="1389109"/>
              <a:ext cx="1010323" cy="2039891"/>
            </a:xfrm>
            <a:prstGeom prst="rect">
              <a:avLst/>
            </a:prstGeom>
          </p:spPr>
        </p:pic>
      </p:grpSp>
      <p:grpSp>
        <p:nvGrpSpPr>
          <p:cNvPr id="43" name="Group 42" descr="Laptop with screenshot">
            <a:extLst>
              <a:ext uri="{FF2B5EF4-FFF2-40B4-BE49-F238E27FC236}">
                <a16:creationId xmlns:a16="http://schemas.microsoft.com/office/drawing/2014/main" id="{31E7A608-1AB4-A86E-1D75-B87930226854}"/>
              </a:ext>
              <a:ext uri="{C183D7F6-B498-43B3-948B-1728B52AA6E4}">
                <adec:decorative xmlns:adec="http://schemas.microsoft.com/office/drawing/2017/decorative" val="0"/>
              </a:ext>
            </a:extLst>
          </p:cNvPr>
          <p:cNvGrpSpPr/>
          <p:nvPr/>
        </p:nvGrpSpPr>
        <p:grpSpPr>
          <a:xfrm>
            <a:off x="8577187" y="3448374"/>
            <a:ext cx="3132212" cy="2318366"/>
            <a:chOff x="8488287" y="3600774"/>
            <a:chExt cx="3132212" cy="2318366"/>
          </a:xfrm>
        </p:grpSpPr>
        <p:pic>
          <p:nvPicPr>
            <p:cNvPr id="26" name="Picture 25">
              <a:extLst>
                <a:ext uri="{FF2B5EF4-FFF2-40B4-BE49-F238E27FC236}">
                  <a16:creationId xmlns:a16="http://schemas.microsoft.com/office/drawing/2014/main" id="{D04315DA-BE63-F834-4178-39670AD72B51}"/>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716910" y="3710904"/>
              <a:ext cx="2670279" cy="1743607"/>
            </a:xfrm>
            <a:prstGeom prst="rect">
              <a:avLst/>
            </a:prstGeom>
          </p:spPr>
        </p:pic>
        <p:pic>
          <p:nvPicPr>
            <p:cNvPr id="8" name="Picture 7" descr="A picture containing text, electronics, computer, indoor&#10;&#10;Description automatically generated">
              <a:extLst>
                <a:ext uri="{FF2B5EF4-FFF2-40B4-BE49-F238E27FC236}">
                  <a16:creationId xmlns:a16="http://schemas.microsoft.com/office/drawing/2014/main" id="{97A9574E-813A-C685-7759-408034A8F1E3}"/>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8488287" y="3600774"/>
              <a:ext cx="3132212" cy="2318366"/>
            </a:xfrm>
            <a:prstGeom prst="rect">
              <a:avLst/>
            </a:prstGeom>
          </p:spPr>
        </p:pic>
      </p:grpSp>
    </p:spTree>
    <p:extLst>
      <p:ext uri="{BB962C8B-B14F-4D97-AF65-F5344CB8AC3E}">
        <p14:creationId xmlns:p14="http://schemas.microsoft.com/office/powerpoint/2010/main" val="73027556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CD3B0-D6FB-DB0F-7642-A15E66F71EEF}"/>
              </a:ext>
            </a:extLst>
          </p:cNvPr>
          <p:cNvSpPr>
            <a:spLocks noGrp="1"/>
          </p:cNvSpPr>
          <p:nvPr>
            <p:ph type="title"/>
          </p:nvPr>
        </p:nvSpPr>
        <p:spPr/>
        <p:txBody>
          <a:bodyPr/>
          <a:lstStyle/>
          <a:p>
            <a:r>
              <a:rPr lang="en-US"/>
              <a:t>Partner logo lockups </a:t>
            </a:r>
          </a:p>
        </p:txBody>
      </p:sp>
      <p:sp>
        <p:nvSpPr>
          <p:cNvPr id="4" name="Footer Placeholder 3">
            <a:extLst>
              <a:ext uri="{FF2B5EF4-FFF2-40B4-BE49-F238E27FC236}">
                <a16:creationId xmlns:a16="http://schemas.microsoft.com/office/drawing/2014/main" id="{BEF90BA9-475D-3BBD-A7A7-B6569E0BD636}"/>
              </a:ext>
            </a:extLst>
          </p:cNvPr>
          <p:cNvSpPr>
            <a:spLocks noGrp="1"/>
          </p:cNvSpPr>
          <p:nvPr>
            <p:ph type="ftr" sz="quarter" idx="10"/>
          </p:nvPr>
        </p:nvSpPr>
        <p:spPr/>
        <p:txBody>
          <a:bodyPr/>
          <a:lstStyle/>
          <a:p>
            <a:r>
              <a:rPr lang="en-US"/>
              <a:t>Slalom. All Rights Reserved. Proprietary and Confidential.</a:t>
            </a:r>
          </a:p>
        </p:txBody>
      </p:sp>
      <p:sp>
        <p:nvSpPr>
          <p:cNvPr id="5" name="Date Placeholder 4">
            <a:extLst>
              <a:ext uri="{FF2B5EF4-FFF2-40B4-BE49-F238E27FC236}">
                <a16:creationId xmlns:a16="http://schemas.microsoft.com/office/drawing/2014/main" id="{325E53C7-3304-9A89-86D7-2DD178886DD4}"/>
              </a:ext>
            </a:extLst>
          </p:cNvPr>
          <p:cNvSpPr>
            <a:spLocks noGrp="1"/>
          </p:cNvSpPr>
          <p:nvPr>
            <p:ph type="dt" sz="half" idx="11"/>
          </p:nvPr>
        </p:nvSpPr>
        <p:spPr/>
        <p:txBody>
          <a:bodyPr/>
          <a:lstStyle/>
          <a:p>
            <a:fld id="{4229E2DA-AB54-4946-936E-4C0862C0FEDB}" type="datetimeyyyy">
              <a:rPr lang="en-US" smtClean="0"/>
              <a:t>2025</a:t>
            </a:fld>
            <a:endParaRPr lang="en-US"/>
          </a:p>
        </p:txBody>
      </p:sp>
      <p:sp>
        <p:nvSpPr>
          <p:cNvPr id="6" name="Slide Number Placeholder 5">
            <a:extLst>
              <a:ext uri="{FF2B5EF4-FFF2-40B4-BE49-F238E27FC236}">
                <a16:creationId xmlns:a16="http://schemas.microsoft.com/office/drawing/2014/main" id="{1D996EE2-76AF-BD3A-D502-0DAEDF31A0CE}"/>
              </a:ext>
            </a:extLst>
          </p:cNvPr>
          <p:cNvSpPr>
            <a:spLocks noGrp="1"/>
          </p:cNvSpPr>
          <p:nvPr>
            <p:ph type="sldNum" sz="quarter" idx="12"/>
          </p:nvPr>
        </p:nvSpPr>
        <p:spPr/>
        <p:txBody>
          <a:bodyPr/>
          <a:lstStyle/>
          <a:p>
            <a:fld id="{B2643E34-DC33-45ED-8E33-EC0D5991E9A4}" type="slidenum">
              <a:rPr lang="en-US" smtClean="0"/>
              <a:pPr/>
              <a:t>171</a:t>
            </a:fld>
            <a:endParaRPr lang="en-US"/>
          </a:p>
        </p:txBody>
      </p:sp>
      <p:grpSp>
        <p:nvGrpSpPr>
          <p:cNvPr id="7" name="Group 6">
            <a:extLst>
              <a:ext uri="{FF2B5EF4-FFF2-40B4-BE49-F238E27FC236}">
                <a16:creationId xmlns:a16="http://schemas.microsoft.com/office/drawing/2014/main" id="{46C74CC9-1FCF-176E-0D10-0E4249AD8820}"/>
              </a:ext>
            </a:extLst>
          </p:cNvPr>
          <p:cNvGrpSpPr/>
          <p:nvPr/>
        </p:nvGrpSpPr>
        <p:grpSpPr>
          <a:xfrm>
            <a:off x="4622802" y="2610407"/>
            <a:ext cx="2367231" cy="293836"/>
            <a:chOff x="6075362" y="6491288"/>
            <a:chExt cx="2954338" cy="366712"/>
          </a:xfrm>
        </p:grpSpPr>
        <p:grpSp>
          <p:nvGrpSpPr>
            <p:cNvPr id="8" name="Group 7">
              <a:extLst>
                <a:ext uri="{FF2B5EF4-FFF2-40B4-BE49-F238E27FC236}">
                  <a16:creationId xmlns:a16="http://schemas.microsoft.com/office/drawing/2014/main" id="{21E8C9EB-167D-38E4-F653-C95D8153E917}"/>
                </a:ext>
              </a:extLst>
            </p:cNvPr>
            <p:cNvGrpSpPr/>
            <p:nvPr/>
          </p:nvGrpSpPr>
          <p:grpSpPr>
            <a:xfrm>
              <a:off x="6075362" y="6540500"/>
              <a:ext cx="927100" cy="242888"/>
              <a:chOff x="6075362" y="6540500"/>
              <a:chExt cx="927100" cy="242888"/>
            </a:xfrm>
          </p:grpSpPr>
          <p:sp>
            <p:nvSpPr>
              <p:cNvPr id="18" name="Freeform 1">
                <a:extLst>
                  <a:ext uri="{FF2B5EF4-FFF2-40B4-BE49-F238E27FC236}">
                    <a16:creationId xmlns:a16="http://schemas.microsoft.com/office/drawing/2014/main" id="{8E976BF1-5B9C-103C-CCBC-A6A8EA03D72F}"/>
                  </a:ext>
                </a:extLst>
              </p:cNvPr>
              <p:cNvSpPr>
                <a:spLocks noChangeArrowheads="1"/>
              </p:cNvSpPr>
              <p:nvPr/>
            </p:nvSpPr>
            <p:spPr bwMode="auto">
              <a:xfrm>
                <a:off x="6243637" y="6540500"/>
                <a:ext cx="46038" cy="236538"/>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3"/>
                      <a:pt x="22" y="655"/>
                      <a:pt x="51" y="655"/>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2">
                <a:extLst>
                  <a:ext uri="{FF2B5EF4-FFF2-40B4-BE49-F238E27FC236}">
                    <a16:creationId xmlns:a16="http://schemas.microsoft.com/office/drawing/2014/main" id="{37B14B38-7C7C-687B-8632-5ACE1DC5F8E5}"/>
                  </a:ext>
                </a:extLst>
              </p:cNvPr>
              <p:cNvSpPr>
                <a:spLocks noChangeArrowheads="1"/>
              </p:cNvSpPr>
              <p:nvPr/>
            </p:nvSpPr>
            <p:spPr bwMode="auto">
              <a:xfrm>
                <a:off x="6297612" y="6602413"/>
                <a:ext cx="177800" cy="179387"/>
              </a:xfrm>
              <a:custGeom>
                <a:avLst/>
                <a:gdLst>
                  <a:gd name="T0" fmla="*/ 228 w 495"/>
                  <a:gd name="T1" fmla="*/ 496 h 497"/>
                  <a:gd name="T2" fmla="*/ 369 w 495"/>
                  <a:gd name="T3" fmla="*/ 432 h 497"/>
                  <a:gd name="T4" fmla="*/ 369 w 495"/>
                  <a:gd name="T5" fmla="*/ 432 h 497"/>
                  <a:gd name="T6" fmla="*/ 420 w 495"/>
                  <a:gd name="T7" fmla="*/ 483 h 497"/>
                  <a:gd name="T8" fmla="*/ 492 w 495"/>
                  <a:gd name="T9" fmla="*/ 483 h 497"/>
                  <a:gd name="T10" fmla="*/ 494 w 495"/>
                  <a:gd name="T11" fmla="*/ 14 h 497"/>
                  <a:gd name="T12" fmla="*/ 371 w 495"/>
                  <a:gd name="T13" fmla="*/ 14 h 497"/>
                  <a:gd name="T14" fmla="*/ 371 w 495"/>
                  <a:gd name="T15" fmla="*/ 66 h 497"/>
                  <a:gd name="T16" fmla="*/ 230 w 495"/>
                  <a:gd name="T17" fmla="*/ 0 h 497"/>
                  <a:gd name="T18" fmla="*/ 2 w 495"/>
                  <a:gd name="T19" fmla="*/ 246 h 497"/>
                  <a:gd name="T20" fmla="*/ 228 w 495"/>
                  <a:gd name="T21" fmla="*/ 496 h 497"/>
                  <a:gd name="T22" fmla="*/ 250 w 495"/>
                  <a:gd name="T23" fmla="*/ 119 h 497"/>
                  <a:gd name="T24" fmla="*/ 371 w 495"/>
                  <a:gd name="T25" fmla="*/ 248 h 497"/>
                  <a:gd name="T26" fmla="*/ 250 w 495"/>
                  <a:gd name="T27" fmla="*/ 377 h 497"/>
                  <a:gd name="T28" fmla="*/ 129 w 495"/>
                  <a:gd name="T29" fmla="*/ 248 h 497"/>
                  <a:gd name="T30" fmla="*/ 250 w 495"/>
                  <a:gd name="T31" fmla="*/ 119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5" h="497">
                    <a:moveTo>
                      <a:pt x="228" y="496"/>
                    </a:moveTo>
                    <a:cubicBezTo>
                      <a:pt x="291" y="496"/>
                      <a:pt x="338" y="469"/>
                      <a:pt x="369" y="432"/>
                    </a:cubicBezTo>
                    <a:lnTo>
                      <a:pt x="369" y="432"/>
                    </a:lnTo>
                    <a:cubicBezTo>
                      <a:pt x="369" y="461"/>
                      <a:pt x="391" y="483"/>
                      <a:pt x="420" y="483"/>
                    </a:cubicBezTo>
                    <a:lnTo>
                      <a:pt x="492" y="483"/>
                    </a:lnTo>
                    <a:lnTo>
                      <a:pt x="494" y="14"/>
                    </a:lnTo>
                    <a:lnTo>
                      <a:pt x="371" y="14"/>
                    </a:lnTo>
                    <a:lnTo>
                      <a:pt x="371" y="66"/>
                    </a:lnTo>
                    <a:cubicBezTo>
                      <a:pt x="340" y="27"/>
                      <a:pt x="295" y="0"/>
                      <a:pt x="230" y="0"/>
                    </a:cubicBezTo>
                    <a:cubicBezTo>
                      <a:pt x="101" y="0"/>
                      <a:pt x="2" y="107"/>
                      <a:pt x="2" y="246"/>
                    </a:cubicBezTo>
                    <a:cubicBezTo>
                      <a:pt x="0" y="389"/>
                      <a:pt x="96" y="496"/>
                      <a:pt x="228" y="496"/>
                    </a:cubicBezTo>
                    <a:close/>
                    <a:moveTo>
                      <a:pt x="250" y="119"/>
                    </a:moveTo>
                    <a:cubicBezTo>
                      <a:pt x="322" y="119"/>
                      <a:pt x="371" y="174"/>
                      <a:pt x="371" y="248"/>
                    </a:cubicBezTo>
                    <a:cubicBezTo>
                      <a:pt x="371" y="322"/>
                      <a:pt x="322" y="377"/>
                      <a:pt x="250" y="377"/>
                    </a:cubicBezTo>
                    <a:cubicBezTo>
                      <a:pt x="176" y="377"/>
                      <a:pt x="129" y="320"/>
                      <a:pt x="129" y="248"/>
                    </a:cubicBezTo>
                    <a:cubicBezTo>
                      <a:pt x="129" y="176"/>
                      <a:pt x="176" y="119"/>
                      <a:pt x="250" y="119"/>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3">
                <a:extLst>
                  <a:ext uri="{FF2B5EF4-FFF2-40B4-BE49-F238E27FC236}">
                    <a16:creationId xmlns:a16="http://schemas.microsoft.com/office/drawing/2014/main" id="{44F0C37B-EEE5-BF15-5489-700581A006D8}"/>
                  </a:ext>
                </a:extLst>
              </p:cNvPr>
              <p:cNvSpPr>
                <a:spLocks noChangeArrowheads="1"/>
              </p:cNvSpPr>
              <p:nvPr/>
            </p:nvSpPr>
            <p:spPr bwMode="auto">
              <a:xfrm>
                <a:off x="6486525" y="6542088"/>
                <a:ext cx="46037"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1"/>
                      <a:pt x="22" y="655"/>
                      <a:pt x="51" y="655"/>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4">
                <a:extLst>
                  <a:ext uri="{FF2B5EF4-FFF2-40B4-BE49-F238E27FC236}">
                    <a16:creationId xmlns:a16="http://schemas.microsoft.com/office/drawing/2014/main" id="{07B43CE2-622C-0BC7-AD89-79CB733C8C38}"/>
                  </a:ext>
                </a:extLst>
              </p:cNvPr>
              <p:cNvSpPr>
                <a:spLocks noChangeArrowheads="1"/>
              </p:cNvSpPr>
              <p:nvPr/>
            </p:nvSpPr>
            <p:spPr bwMode="auto">
              <a:xfrm>
                <a:off x="6538912" y="6604000"/>
                <a:ext cx="184150" cy="177800"/>
              </a:xfrm>
              <a:custGeom>
                <a:avLst/>
                <a:gdLst>
                  <a:gd name="T0" fmla="*/ 254 w 511"/>
                  <a:gd name="T1" fmla="*/ 494 h 495"/>
                  <a:gd name="T2" fmla="*/ 510 w 511"/>
                  <a:gd name="T3" fmla="*/ 248 h 495"/>
                  <a:gd name="T4" fmla="*/ 256 w 511"/>
                  <a:gd name="T5" fmla="*/ 0 h 495"/>
                  <a:gd name="T6" fmla="*/ 2 w 511"/>
                  <a:gd name="T7" fmla="*/ 246 h 495"/>
                  <a:gd name="T8" fmla="*/ 254 w 511"/>
                  <a:gd name="T9" fmla="*/ 494 h 495"/>
                  <a:gd name="T10" fmla="*/ 256 w 511"/>
                  <a:gd name="T11" fmla="*/ 117 h 495"/>
                  <a:gd name="T12" fmla="*/ 381 w 511"/>
                  <a:gd name="T13" fmla="*/ 246 h 495"/>
                  <a:gd name="T14" fmla="*/ 256 w 511"/>
                  <a:gd name="T15" fmla="*/ 375 h 495"/>
                  <a:gd name="T16" fmla="*/ 131 w 511"/>
                  <a:gd name="T17" fmla="*/ 246 h 495"/>
                  <a:gd name="T18" fmla="*/ 256 w 511"/>
                  <a:gd name="T19" fmla="*/ 117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1" h="495">
                    <a:moveTo>
                      <a:pt x="254" y="494"/>
                    </a:moveTo>
                    <a:cubicBezTo>
                      <a:pt x="399" y="494"/>
                      <a:pt x="508" y="389"/>
                      <a:pt x="510" y="248"/>
                    </a:cubicBezTo>
                    <a:cubicBezTo>
                      <a:pt x="510" y="107"/>
                      <a:pt x="403" y="0"/>
                      <a:pt x="256" y="0"/>
                    </a:cubicBezTo>
                    <a:cubicBezTo>
                      <a:pt x="111" y="0"/>
                      <a:pt x="2" y="105"/>
                      <a:pt x="2" y="246"/>
                    </a:cubicBezTo>
                    <a:cubicBezTo>
                      <a:pt x="0" y="387"/>
                      <a:pt x="109" y="494"/>
                      <a:pt x="254" y="494"/>
                    </a:cubicBezTo>
                    <a:close/>
                    <a:moveTo>
                      <a:pt x="256" y="117"/>
                    </a:moveTo>
                    <a:cubicBezTo>
                      <a:pt x="328" y="117"/>
                      <a:pt x="381" y="170"/>
                      <a:pt x="381" y="246"/>
                    </a:cubicBezTo>
                    <a:cubicBezTo>
                      <a:pt x="381" y="322"/>
                      <a:pt x="328" y="375"/>
                      <a:pt x="256" y="375"/>
                    </a:cubicBezTo>
                    <a:cubicBezTo>
                      <a:pt x="184" y="375"/>
                      <a:pt x="131" y="322"/>
                      <a:pt x="131" y="246"/>
                    </a:cubicBezTo>
                    <a:cubicBezTo>
                      <a:pt x="131" y="170"/>
                      <a:pt x="184" y="117"/>
                      <a:pt x="256" y="117"/>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5">
                <a:extLst>
                  <a:ext uri="{FF2B5EF4-FFF2-40B4-BE49-F238E27FC236}">
                    <a16:creationId xmlns:a16="http://schemas.microsoft.com/office/drawing/2014/main" id="{2FFD2E77-DF27-D4B6-DC1C-7ABF85C983DC}"/>
                  </a:ext>
                </a:extLst>
              </p:cNvPr>
              <p:cNvSpPr>
                <a:spLocks noChangeArrowheads="1"/>
              </p:cNvSpPr>
              <p:nvPr/>
            </p:nvSpPr>
            <p:spPr bwMode="auto">
              <a:xfrm>
                <a:off x="6727825" y="6602413"/>
                <a:ext cx="274637" cy="176212"/>
              </a:xfrm>
              <a:custGeom>
                <a:avLst/>
                <a:gdLst>
                  <a:gd name="T0" fmla="*/ 52 w 765"/>
                  <a:gd name="T1" fmla="*/ 490 h 491"/>
                  <a:gd name="T2" fmla="*/ 127 w 765"/>
                  <a:gd name="T3" fmla="*/ 490 h 491"/>
                  <a:gd name="T4" fmla="*/ 127 w 765"/>
                  <a:gd name="T5" fmla="*/ 231 h 491"/>
                  <a:gd name="T6" fmla="*/ 228 w 765"/>
                  <a:gd name="T7" fmla="*/ 125 h 491"/>
                  <a:gd name="T8" fmla="*/ 320 w 765"/>
                  <a:gd name="T9" fmla="*/ 229 h 491"/>
                  <a:gd name="T10" fmla="*/ 320 w 765"/>
                  <a:gd name="T11" fmla="*/ 436 h 491"/>
                  <a:gd name="T12" fmla="*/ 371 w 765"/>
                  <a:gd name="T13" fmla="*/ 487 h 491"/>
                  <a:gd name="T14" fmla="*/ 447 w 765"/>
                  <a:gd name="T15" fmla="*/ 487 h 491"/>
                  <a:gd name="T16" fmla="*/ 447 w 765"/>
                  <a:gd name="T17" fmla="*/ 229 h 491"/>
                  <a:gd name="T18" fmla="*/ 547 w 765"/>
                  <a:gd name="T19" fmla="*/ 123 h 491"/>
                  <a:gd name="T20" fmla="*/ 639 w 765"/>
                  <a:gd name="T21" fmla="*/ 227 h 491"/>
                  <a:gd name="T22" fmla="*/ 639 w 765"/>
                  <a:gd name="T23" fmla="*/ 434 h 491"/>
                  <a:gd name="T24" fmla="*/ 691 w 765"/>
                  <a:gd name="T25" fmla="*/ 485 h 491"/>
                  <a:gd name="T26" fmla="*/ 764 w 765"/>
                  <a:gd name="T27" fmla="*/ 485 h 491"/>
                  <a:gd name="T28" fmla="*/ 764 w 765"/>
                  <a:gd name="T29" fmla="*/ 186 h 491"/>
                  <a:gd name="T30" fmla="*/ 580 w 765"/>
                  <a:gd name="T31" fmla="*/ 2 h 491"/>
                  <a:gd name="T32" fmla="*/ 420 w 765"/>
                  <a:gd name="T33" fmla="*/ 82 h 491"/>
                  <a:gd name="T34" fmla="*/ 265 w 765"/>
                  <a:gd name="T35" fmla="*/ 0 h 491"/>
                  <a:gd name="T36" fmla="*/ 125 w 765"/>
                  <a:gd name="T37" fmla="*/ 68 h 491"/>
                  <a:gd name="T38" fmla="*/ 125 w 765"/>
                  <a:gd name="T39" fmla="*/ 12 h 491"/>
                  <a:gd name="T40" fmla="*/ 2 w 765"/>
                  <a:gd name="T41" fmla="*/ 12 h 491"/>
                  <a:gd name="T42" fmla="*/ 0 w 765"/>
                  <a:gd name="T43" fmla="*/ 430 h 491"/>
                  <a:gd name="T44" fmla="*/ 52 w 765"/>
                  <a:gd name="T45" fmla="*/ 490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5" h="491">
                    <a:moveTo>
                      <a:pt x="52" y="490"/>
                    </a:moveTo>
                    <a:lnTo>
                      <a:pt x="127" y="490"/>
                    </a:lnTo>
                    <a:lnTo>
                      <a:pt x="127" y="231"/>
                    </a:lnTo>
                    <a:cubicBezTo>
                      <a:pt x="127" y="160"/>
                      <a:pt x="172" y="125"/>
                      <a:pt x="228" y="125"/>
                    </a:cubicBezTo>
                    <a:cubicBezTo>
                      <a:pt x="285" y="125"/>
                      <a:pt x="320" y="162"/>
                      <a:pt x="320" y="229"/>
                    </a:cubicBezTo>
                    <a:lnTo>
                      <a:pt x="320" y="436"/>
                    </a:lnTo>
                    <a:cubicBezTo>
                      <a:pt x="320" y="465"/>
                      <a:pt x="342" y="487"/>
                      <a:pt x="371" y="487"/>
                    </a:cubicBezTo>
                    <a:lnTo>
                      <a:pt x="447" y="487"/>
                    </a:lnTo>
                    <a:lnTo>
                      <a:pt x="447" y="229"/>
                    </a:lnTo>
                    <a:cubicBezTo>
                      <a:pt x="447" y="158"/>
                      <a:pt x="492" y="123"/>
                      <a:pt x="547" y="123"/>
                    </a:cubicBezTo>
                    <a:cubicBezTo>
                      <a:pt x="605" y="123"/>
                      <a:pt x="639" y="160"/>
                      <a:pt x="639" y="227"/>
                    </a:cubicBezTo>
                    <a:lnTo>
                      <a:pt x="639" y="434"/>
                    </a:lnTo>
                    <a:cubicBezTo>
                      <a:pt x="639" y="463"/>
                      <a:pt x="662" y="485"/>
                      <a:pt x="691" y="485"/>
                    </a:cubicBezTo>
                    <a:lnTo>
                      <a:pt x="764" y="485"/>
                    </a:lnTo>
                    <a:lnTo>
                      <a:pt x="764" y="186"/>
                    </a:lnTo>
                    <a:cubicBezTo>
                      <a:pt x="764" y="78"/>
                      <a:pt x="691" y="2"/>
                      <a:pt x="580" y="2"/>
                    </a:cubicBezTo>
                    <a:cubicBezTo>
                      <a:pt x="519" y="2"/>
                      <a:pt x="457" y="23"/>
                      <a:pt x="420" y="82"/>
                    </a:cubicBezTo>
                    <a:cubicBezTo>
                      <a:pt x="390" y="33"/>
                      <a:pt x="334" y="2"/>
                      <a:pt x="265" y="0"/>
                    </a:cubicBezTo>
                    <a:cubicBezTo>
                      <a:pt x="211" y="0"/>
                      <a:pt x="160" y="18"/>
                      <a:pt x="125" y="68"/>
                    </a:cubicBezTo>
                    <a:lnTo>
                      <a:pt x="125" y="12"/>
                    </a:lnTo>
                    <a:lnTo>
                      <a:pt x="2" y="12"/>
                    </a:lnTo>
                    <a:lnTo>
                      <a:pt x="0" y="430"/>
                    </a:lnTo>
                    <a:cubicBezTo>
                      <a:pt x="0" y="465"/>
                      <a:pt x="23" y="490"/>
                      <a:pt x="52" y="490"/>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6">
                <a:extLst>
                  <a:ext uri="{FF2B5EF4-FFF2-40B4-BE49-F238E27FC236}">
                    <a16:creationId xmlns:a16="http://schemas.microsoft.com/office/drawing/2014/main" id="{439E969D-6878-74CB-2896-958BBBB40833}"/>
                  </a:ext>
                </a:extLst>
              </p:cNvPr>
              <p:cNvSpPr>
                <a:spLocks noChangeArrowheads="1"/>
              </p:cNvSpPr>
              <p:nvPr/>
            </p:nvSpPr>
            <p:spPr bwMode="auto">
              <a:xfrm>
                <a:off x="6075362" y="6602413"/>
                <a:ext cx="161925" cy="180975"/>
              </a:xfrm>
              <a:custGeom>
                <a:avLst/>
                <a:gdLst>
                  <a:gd name="T0" fmla="*/ 211 w 451"/>
                  <a:gd name="T1" fmla="*/ 389 h 501"/>
                  <a:gd name="T2" fmla="*/ 45 w 451"/>
                  <a:gd name="T3" fmla="*/ 338 h 501"/>
                  <a:gd name="T4" fmla="*/ 0 w 451"/>
                  <a:gd name="T5" fmla="*/ 436 h 501"/>
                  <a:gd name="T6" fmla="*/ 209 w 451"/>
                  <a:gd name="T7" fmla="*/ 496 h 501"/>
                  <a:gd name="T8" fmla="*/ 448 w 451"/>
                  <a:gd name="T9" fmla="*/ 346 h 501"/>
                  <a:gd name="T10" fmla="*/ 272 w 451"/>
                  <a:gd name="T11" fmla="*/ 197 h 501"/>
                  <a:gd name="T12" fmla="*/ 215 w 451"/>
                  <a:gd name="T13" fmla="*/ 189 h 501"/>
                  <a:gd name="T14" fmla="*/ 145 w 451"/>
                  <a:gd name="T15" fmla="*/ 148 h 501"/>
                  <a:gd name="T16" fmla="*/ 217 w 451"/>
                  <a:gd name="T17" fmla="*/ 107 h 501"/>
                  <a:gd name="T18" fmla="*/ 348 w 451"/>
                  <a:gd name="T19" fmla="*/ 135 h 501"/>
                  <a:gd name="T20" fmla="*/ 413 w 451"/>
                  <a:gd name="T21" fmla="*/ 109 h 501"/>
                  <a:gd name="T22" fmla="*/ 436 w 451"/>
                  <a:gd name="T23" fmla="*/ 57 h 501"/>
                  <a:gd name="T24" fmla="*/ 219 w 451"/>
                  <a:gd name="T25" fmla="*/ 2 h 501"/>
                  <a:gd name="T26" fmla="*/ 14 w 451"/>
                  <a:gd name="T27" fmla="*/ 148 h 501"/>
                  <a:gd name="T28" fmla="*/ 184 w 451"/>
                  <a:gd name="T29" fmla="*/ 297 h 501"/>
                  <a:gd name="T30" fmla="*/ 213 w 451"/>
                  <a:gd name="T31" fmla="*/ 301 h 501"/>
                  <a:gd name="T32" fmla="*/ 319 w 451"/>
                  <a:gd name="T33" fmla="*/ 346 h 501"/>
                  <a:gd name="T34" fmla="*/ 211 w 451"/>
                  <a:gd name="T35" fmla="*/ 38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1" h="501">
                    <a:moveTo>
                      <a:pt x="211" y="389"/>
                    </a:moveTo>
                    <a:cubicBezTo>
                      <a:pt x="139" y="387"/>
                      <a:pt x="76" y="354"/>
                      <a:pt x="45" y="338"/>
                    </a:cubicBezTo>
                    <a:lnTo>
                      <a:pt x="0" y="436"/>
                    </a:lnTo>
                    <a:cubicBezTo>
                      <a:pt x="65" y="475"/>
                      <a:pt x="143" y="494"/>
                      <a:pt x="209" y="496"/>
                    </a:cubicBezTo>
                    <a:cubicBezTo>
                      <a:pt x="366" y="500"/>
                      <a:pt x="446" y="445"/>
                      <a:pt x="448" y="346"/>
                    </a:cubicBezTo>
                    <a:cubicBezTo>
                      <a:pt x="450" y="258"/>
                      <a:pt x="375" y="209"/>
                      <a:pt x="272" y="197"/>
                    </a:cubicBezTo>
                    <a:lnTo>
                      <a:pt x="215" y="189"/>
                    </a:lnTo>
                    <a:cubicBezTo>
                      <a:pt x="172" y="180"/>
                      <a:pt x="145" y="175"/>
                      <a:pt x="145" y="148"/>
                    </a:cubicBezTo>
                    <a:cubicBezTo>
                      <a:pt x="145" y="122"/>
                      <a:pt x="168" y="105"/>
                      <a:pt x="217" y="107"/>
                    </a:cubicBezTo>
                    <a:cubicBezTo>
                      <a:pt x="264" y="107"/>
                      <a:pt x="311" y="121"/>
                      <a:pt x="348" y="135"/>
                    </a:cubicBezTo>
                    <a:cubicBezTo>
                      <a:pt x="373" y="146"/>
                      <a:pt x="401" y="133"/>
                      <a:pt x="413" y="109"/>
                    </a:cubicBezTo>
                    <a:lnTo>
                      <a:pt x="436" y="57"/>
                    </a:lnTo>
                    <a:cubicBezTo>
                      <a:pt x="375" y="25"/>
                      <a:pt x="303" y="4"/>
                      <a:pt x="219" y="2"/>
                    </a:cubicBezTo>
                    <a:cubicBezTo>
                      <a:pt x="108" y="0"/>
                      <a:pt x="16" y="51"/>
                      <a:pt x="14" y="148"/>
                    </a:cubicBezTo>
                    <a:cubicBezTo>
                      <a:pt x="12" y="223"/>
                      <a:pt x="47" y="277"/>
                      <a:pt x="184" y="297"/>
                    </a:cubicBezTo>
                    <a:lnTo>
                      <a:pt x="213" y="301"/>
                    </a:lnTo>
                    <a:cubicBezTo>
                      <a:pt x="274" y="309"/>
                      <a:pt x="319" y="313"/>
                      <a:pt x="319" y="346"/>
                    </a:cubicBezTo>
                    <a:cubicBezTo>
                      <a:pt x="317" y="379"/>
                      <a:pt x="280" y="391"/>
                      <a:pt x="211" y="389"/>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9" name="Freeform 7">
              <a:extLst>
                <a:ext uri="{FF2B5EF4-FFF2-40B4-BE49-F238E27FC236}">
                  <a16:creationId xmlns:a16="http://schemas.microsoft.com/office/drawing/2014/main" id="{92BBE59C-7ECF-4B8B-BA60-7F97E344BE01}"/>
                </a:ext>
              </a:extLst>
            </p:cNvPr>
            <p:cNvSpPr>
              <a:spLocks noChangeArrowheads="1"/>
            </p:cNvSpPr>
            <p:nvPr/>
          </p:nvSpPr>
          <p:spPr bwMode="auto">
            <a:xfrm>
              <a:off x="7262812" y="6491288"/>
              <a:ext cx="7938" cy="366712"/>
            </a:xfrm>
            <a:custGeom>
              <a:avLst/>
              <a:gdLst>
                <a:gd name="T0" fmla="*/ 11 w 22"/>
                <a:gd name="T1" fmla="*/ 1016 h 1017"/>
                <a:gd name="T2" fmla="*/ 0 w 22"/>
                <a:gd name="T3" fmla="*/ 1016 h 1017"/>
                <a:gd name="T4" fmla="*/ 0 w 22"/>
                <a:gd name="T5" fmla="*/ 0 h 1017"/>
                <a:gd name="T6" fmla="*/ 21 w 22"/>
                <a:gd name="T7" fmla="*/ 0 h 1017"/>
                <a:gd name="T8" fmla="*/ 21 w 22"/>
                <a:gd name="T9" fmla="*/ 1016 h 1017"/>
                <a:gd name="T10" fmla="*/ 11 w 22"/>
                <a:gd name="T11" fmla="*/ 1016 h 1017"/>
              </a:gdLst>
              <a:ahLst/>
              <a:cxnLst>
                <a:cxn ang="0">
                  <a:pos x="T0" y="T1"/>
                </a:cxn>
                <a:cxn ang="0">
                  <a:pos x="T2" y="T3"/>
                </a:cxn>
                <a:cxn ang="0">
                  <a:pos x="T4" y="T5"/>
                </a:cxn>
                <a:cxn ang="0">
                  <a:pos x="T6" y="T7"/>
                </a:cxn>
                <a:cxn ang="0">
                  <a:pos x="T8" y="T9"/>
                </a:cxn>
                <a:cxn ang="0">
                  <a:pos x="T10" y="T11"/>
                </a:cxn>
              </a:cxnLst>
              <a:rect l="0" t="0" r="r" b="b"/>
              <a:pathLst>
                <a:path w="22" h="1017">
                  <a:moveTo>
                    <a:pt x="11" y="1016"/>
                  </a:moveTo>
                  <a:lnTo>
                    <a:pt x="0" y="1016"/>
                  </a:lnTo>
                  <a:lnTo>
                    <a:pt x="0" y="0"/>
                  </a:lnTo>
                  <a:lnTo>
                    <a:pt x="21" y="0"/>
                  </a:lnTo>
                  <a:lnTo>
                    <a:pt x="21" y="1016"/>
                  </a:lnTo>
                  <a:lnTo>
                    <a:pt x="11" y="1016"/>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0" name="Group 9">
              <a:extLst>
                <a:ext uri="{FF2B5EF4-FFF2-40B4-BE49-F238E27FC236}">
                  <a16:creationId xmlns:a16="http://schemas.microsoft.com/office/drawing/2014/main" id="{E08D4FEC-E69A-055B-AA03-EBBD5BB50D07}"/>
                </a:ext>
              </a:extLst>
            </p:cNvPr>
            <p:cNvGrpSpPr/>
            <p:nvPr/>
          </p:nvGrpSpPr>
          <p:grpSpPr>
            <a:xfrm>
              <a:off x="7535862" y="6491288"/>
              <a:ext cx="1493838" cy="366712"/>
              <a:chOff x="7535862" y="6491288"/>
              <a:chExt cx="1493838" cy="366712"/>
            </a:xfrm>
          </p:grpSpPr>
          <p:sp>
            <p:nvSpPr>
              <p:cNvPr id="11" name="Freeform 8">
                <a:extLst>
                  <a:ext uri="{FF2B5EF4-FFF2-40B4-BE49-F238E27FC236}">
                    <a16:creationId xmlns:a16="http://schemas.microsoft.com/office/drawing/2014/main" id="{42EA9301-A82A-337C-974F-E289A3661E30}"/>
                  </a:ext>
                </a:extLst>
              </p:cNvPr>
              <p:cNvSpPr>
                <a:spLocks noChangeArrowheads="1"/>
              </p:cNvSpPr>
              <p:nvPr/>
            </p:nvSpPr>
            <p:spPr bwMode="auto">
              <a:xfrm>
                <a:off x="7699375" y="6678613"/>
                <a:ext cx="114300" cy="87312"/>
              </a:xfrm>
              <a:custGeom>
                <a:avLst/>
                <a:gdLst>
                  <a:gd name="T0" fmla="*/ 0 w 318"/>
                  <a:gd name="T1" fmla="*/ 70 h 243"/>
                  <a:gd name="T2" fmla="*/ 305 w 318"/>
                  <a:gd name="T3" fmla="*/ 242 h 243"/>
                  <a:gd name="T4" fmla="*/ 317 w 318"/>
                  <a:gd name="T5" fmla="*/ 111 h 243"/>
                  <a:gd name="T6" fmla="*/ 233 w 318"/>
                  <a:gd name="T7" fmla="*/ 21 h 243"/>
                  <a:gd name="T8" fmla="*/ 106 w 318"/>
                  <a:gd name="T9" fmla="*/ 0 h 243"/>
                  <a:gd name="T10" fmla="*/ 0 w 318"/>
                  <a:gd name="T11" fmla="*/ 70 h 243"/>
                </a:gdLst>
                <a:ahLst/>
                <a:cxnLst>
                  <a:cxn ang="0">
                    <a:pos x="T0" y="T1"/>
                  </a:cxn>
                  <a:cxn ang="0">
                    <a:pos x="T2" y="T3"/>
                  </a:cxn>
                  <a:cxn ang="0">
                    <a:pos x="T4" y="T5"/>
                  </a:cxn>
                  <a:cxn ang="0">
                    <a:pos x="T6" y="T7"/>
                  </a:cxn>
                  <a:cxn ang="0">
                    <a:pos x="T8" y="T9"/>
                  </a:cxn>
                  <a:cxn ang="0">
                    <a:pos x="T10" y="T11"/>
                  </a:cxn>
                </a:cxnLst>
                <a:rect l="0" t="0" r="r" b="b"/>
                <a:pathLst>
                  <a:path w="318" h="243">
                    <a:moveTo>
                      <a:pt x="0" y="70"/>
                    </a:moveTo>
                    <a:lnTo>
                      <a:pt x="305" y="242"/>
                    </a:lnTo>
                    <a:lnTo>
                      <a:pt x="317" y="111"/>
                    </a:lnTo>
                    <a:lnTo>
                      <a:pt x="233" y="21"/>
                    </a:lnTo>
                    <a:lnTo>
                      <a:pt x="106" y="0"/>
                    </a:lnTo>
                    <a:lnTo>
                      <a:pt x="0" y="70"/>
                    </a:lnTo>
                  </a:path>
                </a:pathLst>
              </a:custGeom>
              <a:solidFill>
                <a:srgbClr val="F15A2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9">
                <a:extLst>
                  <a:ext uri="{FF2B5EF4-FFF2-40B4-BE49-F238E27FC236}">
                    <a16:creationId xmlns:a16="http://schemas.microsoft.com/office/drawing/2014/main" id="{CF02229E-D92B-3242-1E0E-363351BE95C8}"/>
                  </a:ext>
                </a:extLst>
              </p:cNvPr>
              <p:cNvSpPr>
                <a:spLocks noChangeArrowheads="1"/>
              </p:cNvSpPr>
              <p:nvPr/>
            </p:nvSpPr>
            <p:spPr bwMode="auto">
              <a:xfrm>
                <a:off x="7718425" y="6491288"/>
                <a:ext cx="182562" cy="274637"/>
              </a:xfrm>
              <a:custGeom>
                <a:avLst/>
                <a:gdLst>
                  <a:gd name="T0" fmla="*/ 0 w 509"/>
                  <a:gd name="T1" fmla="*/ 0 h 763"/>
                  <a:gd name="T2" fmla="*/ 254 w 509"/>
                  <a:gd name="T3" fmla="*/ 762 h 763"/>
                  <a:gd name="T4" fmla="*/ 508 w 509"/>
                  <a:gd name="T5" fmla="*/ 506 h 763"/>
                  <a:gd name="T6" fmla="*/ 0 w 509"/>
                  <a:gd name="T7" fmla="*/ 0 h 763"/>
                </a:gdLst>
                <a:ahLst/>
                <a:cxnLst>
                  <a:cxn ang="0">
                    <a:pos x="T0" y="T1"/>
                  </a:cxn>
                  <a:cxn ang="0">
                    <a:pos x="T2" y="T3"/>
                  </a:cxn>
                  <a:cxn ang="0">
                    <a:pos x="T4" y="T5"/>
                  </a:cxn>
                  <a:cxn ang="0">
                    <a:pos x="T6" y="T7"/>
                  </a:cxn>
                </a:cxnLst>
                <a:rect l="0" t="0" r="r" b="b"/>
                <a:pathLst>
                  <a:path w="509" h="763">
                    <a:moveTo>
                      <a:pt x="0" y="0"/>
                    </a:moveTo>
                    <a:lnTo>
                      <a:pt x="254" y="762"/>
                    </a:lnTo>
                    <a:lnTo>
                      <a:pt x="508" y="506"/>
                    </a:lnTo>
                    <a:lnTo>
                      <a:pt x="0" y="0"/>
                    </a:lnTo>
                  </a:path>
                </a:pathLst>
              </a:custGeom>
              <a:solidFill>
                <a:srgbClr val="F582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0">
                <a:extLst>
                  <a:ext uri="{FF2B5EF4-FFF2-40B4-BE49-F238E27FC236}">
                    <a16:creationId xmlns:a16="http://schemas.microsoft.com/office/drawing/2014/main" id="{5ECEF152-0296-A89E-AFDE-235AF6302BEE}"/>
                  </a:ext>
                </a:extLst>
              </p:cNvPr>
              <p:cNvSpPr>
                <a:spLocks noChangeArrowheads="1"/>
              </p:cNvSpPr>
              <p:nvPr/>
            </p:nvSpPr>
            <p:spPr bwMode="auto">
              <a:xfrm>
                <a:off x="7699375" y="6635750"/>
                <a:ext cx="141287" cy="68263"/>
              </a:xfrm>
              <a:custGeom>
                <a:avLst/>
                <a:gdLst>
                  <a:gd name="T0" fmla="*/ 10 w 392"/>
                  <a:gd name="T1" fmla="*/ 0 h 190"/>
                  <a:gd name="T2" fmla="*/ 0 w 392"/>
                  <a:gd name="T3" fmla="*/ 189 h 190"/>
                  <a:gd name="T4" fmla="*/ 391 w 392"/>
                  <a:gd name="T5" fmla="*/ 105 h 190"/>
                  <a:gd name="T6" fmla="*/ 10 w 392"/>
                  <a:gd name="T7" fmla="*/ 0 h 190"/>
                </a:gdLst>
                <a:ahLst/>
                <a:cxnLst>
                  <a:cxn ang="0">
                    <a:pos x="T0" y="T1"/>
                  </a:cxn>
                  <a:cxn ang="0">
                    <a:pos x="T2" y="T3"/>
                  </a:cxn>
                  <a:cxn ang="0">
                    <a:pos x="T4" y="T5"/>
                  </a:cxn>
                  <a:cxn ang="0">
                    <a:pos x="T6" y="T7"/>
                  </a:cxn>
                </a:cxnLst>
                <a:rect l="0" t="0" r="r" b="b"/>
                <a:pathLst>
                  <a:path w="392" h="190">
                    <a:moveTo>
                      <a:pt x="10" y="0"/>
                    </a:moveTo>
                    <a:lnTo>
                      <a:pt x="0" y="189"/>
                    </a:lnTo>
                    <a:lnTo>
                      <a:pt x="391" y="105"/>
                    </a:lnTo>
                    <a:lnTo>
                      <a:pt x="10" y="0"/>
                    </a:lnTo>
                  </a:path>
                </a:pathLst>
              </a:custGeom>
              <a:solidFill>
                <a:srgbClr val="0057A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
                <a:extLst>
                  <a:ext uri="{FF2B5EF4-FFF2-40B4-BE49-F238E27FC236}">
                    <a16:creationId xmlns:a16="http://schemas.microsoft.com/office/drawing/2014/main" id="{88E8E35A-3F46-BD50-EA51-B7F9F21083C8}"/>
                  </a:ext>
                </a:extLst>
              </p:cNvPr>
              <p:cNvSpPr>
                <a:spLocks noChangeArrowheads="1"/>
              </p:cNvSpPr>
              <p:nvPr/>
            </p:nvSpPr>
            <p:spPr bwMode="auto">
              <a:xfrm>
                <a:off x="7535862" y="6673850"/>
                <a:ext cx="115888" cy="98425"/>
              </a:xfrm>
              <a:custGeom>
                <a:avLst/>
                <a:gdLst>
                  <a:gd name="T0" fmla="*/ 272 w 322"/>
                  <a:gd name="T1" fmla="*/ 272 h 273"/>
                  <a:gd name="T2" fmla="*/ 321 w 322"/>
                  <a:gd name="T3" fmla="*/ 205 h 273"/>
                  <a:gd name="T4" fmla="*/ 313 w 322"/>
                  <a:gd name="T5" fmla="*/ 123 h 273"/>
                  <a:gd name="T6" fmla="*/ 188 w 322"/>
                  <a:gd name="T7" fmla="*/ 43 h 273"/>
                  <a:gd name="T8" fmla="*/ 0 w 322"/>
                  <a:gd name="T9" fmla="*/ 0 h 273"/>
                  <a:gd name="T10" fmla="*/ 272 w 322"/>
                  <a:gd name="T11" fmla="*/ 272 h 273"/>
                </a:gdLst>
                <a:ahLst/>
                <a:cxnLst>
                  <a:cxn ang="0">
                    <a:pos x="T0" y="T1"/>
                  </a:cxn>
                  <a:cxn ang="0">
                    <a:pos x="T2" y="T3"/>
                  </a:cxn>
                  <a:cxn ang="0">
                    <a:pos x="T4" y="T5"/>
                  </a:cxn>
                  <a:cxn ang="0">
                    <a:pos x="T6" y="T7"/>
                  </a:cxn>
                  <a:cxn ang="0">
                    <a:pos x="T8" y="T9"/>
                  </a:cxn>
                  <a:cxn ang="0">
                    <a:pos x="T10" y="T11"/>
                  </a:cxn>
                </a:cxnLst>
                <a:rect l="0" t="0" r="r" b="b"/>
                <a:pathLst>
                  <a:path w="322" h="273">
                    <a:moveTo>
                      <a:pt x="272" y="272"/>
                    </a:moveTo>
                    <a:lnTo>
                      <a:pt x="321" y="205"/>
                    </a:lnTo>
                    <a:lnTo>
                      <a:pt x="313" y="123"/>
                    </a:lnTo>
                    <a:lnTo>
                      <a:pt x="188" y="43"/>
                    </a:lnTo>
                    <a:lnTo>
                      <a:pt x="0" y="0"/>
                    </a:lnTo>
                    <a:lnTo>
                      <a:pt x="272" y="272"/>
                    </a:lnTo>
                  </a:path>
                </a:pathLst>
              </a:custGeom>
              <a:solidFill>
                <a:srgbClr val="EF412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2">
                <a:extLst>
                  <a:ext uri="{FF2B5EF4-FFF2-40B4-BE49-F238E27FC236}">
                    <a16:creationId xmlns:a16="http://schemas.microsoft.com/office/drawing/2014/main" id="{72D30045-5D43-802E-3109-98D975518DC1}"/>
                  </a:ext>
                </a:extLst>
              </p:cNvPr>
              <p:cNvSpPr>
                <a:spLocks noChangeArrowheads="1"/>
              </p:cNvSpPr>
              <p:nvPr/>
            </p:nvSpPr>
            <p:spPr bwMode="auto">
              <a:xfrm>
                <a:off x="7535862" y="6500813"/>
                <a:ext cx="173038" cy="217487"/>
              </a:xfrm>
              <a:custGeom>
                <a:avLst/>
                <a:gdLst>
                  <a:gd name="T0" fmla="*/ 0 w 481"/>
                  <a:gd name="T1" fmla="*/ 480 h 604"/>
                  <a:gd name="T2" fmla="*/ 313 w 481"/>
                  <a:gd name="T3" fmla="*/ 603 h 604"/>
                  <a:gd name="T4" fmla="*/ 480 w 481"/>
                  <a:gd name="T5" fmla="*/ 0 h 604"/>
                  <a:gd name="T6" fmla="*/ 0 w 481"/>
                  <a:gd name="T7" fmla="*/ 480 h 604"/>
                </a:gdLst>
                <a:ahLst/>
                <a:cxnLst>
                  <a:cxn ang="0">
                    <a:pos x="T0" y="T1"/>
                  </a:cxn>
                  <a:cxn ang="0">
                    <a:pos x="T2" y="T3"/>
                  </a:cxn>
                  <a:cxn ang="0">
                    <a:pos x="T4" y="T5"/>
                  </a:cxn>
                  <a:cxn ang="0">
                    <a:pos x="T6" y="T7"/>
                  </a:cxn>
                </a:cxnLst>
                <a:rect l="0" t="0" r="r" b="b"/>
                <a:pathLst>
                  <a:path w="481" h="604">
                    <a:moveTo>
                      <a:pt x="0" y="480"/>
                    </a:moveTo>
                    <a:lnTo>
                      <a:pt x="313" y="603"/>
                    </a:lnTo>
                    <a:lnTo>
                      <a:pt x="480" y="0"/>
                    </a:lnTo>
                    <a:lnTo>
                      <a:pt x="0" y="480"/>
                    </a:lnTo>
                  </a:path>
                </a:pathLst>
              </a:custGeom>
              <a:solidFill>
                <a:srgbClr val="F15A2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3">
                <a:extLst>
                  <a:ext uri="{FF2B5EF4-FFF2-40B4-BE49-F238E27FC236}">
                    <a16:creationId xmlns:a16="http://schemas.microsoft.com/office/drawing/2014/main" id="{2F422664-7E59-9E4D-BAD3-AEF155231E51}"/>
                  </a:ext>
                </a:extLst>
              </p:cNvPr>
              <p:cNvSpPr>
                <a:spLocks noChangeArrowheads="1"/>
              </p:cNvSpPr>
              <p:nvPr/>
            </p:nvSpPr>
            <p:spPr bwMode="auto">
              <a:xfrm>
                <a:off x="7632700" y="6718300"/>
                <a:ext cx="165100" cy="139700"/>
              </a:xfrm>
              <a:custGeom>
                <a:avLst/>
                <a:gdLst>
                  <a:gd name="T0" fmla="*/ 0 w 459"/>
                  <a:gd name="T1" fmla="*/ 149 h 388"/>
                  <a:gd name="T2" fmla="*/ 235 w 459"/>
                  <a:gd name="T3" fmla="*/ 387 h 388"/>
                  <a:gd name="T4" fmla="*/ 458 w 459"/>
                  <a:gd name="T5" fmla="*/ 163 h 388"/>
                  <a:gd name="T6" fmla="*/ 41 w 459"/>
                  <a:gd name="T7" fmla="*/ 0 h 388"/>
                  <a:gd name="T8" fmla="*/ 0 w 459"/>
                  <a:gd name="T9" fmla="*/ 149 h 388"/>
                </a:gdLst>
                <a:ahLst/>
                <a:cxnLst>
                  <a:cxn ang="0">
                    <a:pos x="T0" y="T1"/>
                  </a:cxn>
                  <a:cxn ang="0">
                    <a:pos x="T2" y="T3"/>
                  </a:cxn>
                  <a:cxn ang="0">
                    <a:pos x="T4" y="T5"/>
                  </a:cxn>
                  <a:cxn ang="0">
                    <a:pos x="T6" y="T7"/>
                  </a:cxn>
                  <a:cxn ang="0">
                    <a:pos x="T8" y="T9"/>
                  </a:cxn>
                </a:cxnLst>
                <a:rect l="0" t="0" r="r" b="b"/>
                <a:pathLst>
                  <a:path w="459" h="388">
                    <a:moveTo>
                      <a:pt x="0" y="149"/>
                    </a:moveTo>
                    <a:lnTo>
                      <a:pt x="235" y="387"/>
                    </a:lnTo>
                    <a:lnTo>
                      <a:pt x="458" y="163"/>
                    </a:lnTo>
                    <a:lnTo>
                      <a:pt x="41" y="0"/>
                    </a:lnTo>
                    <a:lnTo>
                      <a:pt x="0" y="149"/>
                    </a:lnTo>
                  </a:path>
                </a:pathLst>
              </a:custGeom>
              <a:solidFill>
                <a:srgbClr val="F582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4">
                <a:extLst>
                  <a:ext uri="{FF2B5EF4-FFF2-40B4-BE49-F238E27FC236}">
                    <a16:creationId xmlns:a16="http://schemas.microsoft.com/office/drawing/2014/main" id="{58073E7E-4701-BB27-0353-0F883B5CE93E}"/>
                  </a:ext>
                </a:extLst>
              </p:cNvPr>
              <p:cNvSpPr>
                <a:spLocks noChangeArrowheads="1"/>
              </p:cNvSpPr>
              <p:nvPr/>
            </p:nvSpPr>
            <p:spPr bwMode="auto">
              <a:xfrm>
                <a:off x="8005762" y="6575425"/>
                <a:ext cx="1023938" cy="155575"/>
              </a:xfrm>
              <a:custGeom>
                <a:avLst/>
                <a:gdLst>
                  <a:gd name="T0" fmla="*/ 2562 w 2844"/>
                  <a:gd name="T1" fmla="*/ 334 h 431"/>
                  <a:gd name="T2" fmla="*/ 2542 w 2844"/>
                  <a:gd name="T3" fmla="*/ 148 h 431"/>
                  <a:gd name="T4" fmla="*/ 2638 w 2844"/>
                  <a:gd name="T5" fmla="*/ 168 h 431"/>
                  <a:gd name="T6" fmla="*/ 2515 w 2844"/>
                  <a:gd name="T7" fmla="*/ 336 h 431"/>
                  <a:gd name="T8" fmla="*/ 2761 w 2844"/>
                  <a:gd name="T9" fmla="*/ 422 h 431"/>
                  <a:gd name="T10" fmla="*/ 2542 w 2844"/>
                  <a:gd name="T11" fmla="*/ 148 h 431"/>
                  <a:gd name="T12" fmla="*/ 47 w 2844"/>
                  <a:gd name="T13" fmla="*/ 422 h 431"/>
                  <a:gd name="T14" fmla="*/ 2126 w 2844"/>
                  <a:gd name="T15" fmla="*/ 39 h 431"/>
                  <a:gd name="T16" fmla="*/ 170 w 2844"/>
                  <a:gd name="T17" fmla="*/ 172 h 431"/>
                  <a:gd name="T18" fmla="*/ 170 w 2844"/>
                  <a:gd name="T19" fmla="*/ 420 h 431"/>
                  <a:gd name="T20" fmla="*/ 319 w 2844"/>
                  <a:gd name="T21" fmla="*/ 420 h 431"/>
                  <a:gd name="T22" fmla="*/ 260 w 2844"/>
                  <a:gd name="T23" fmla="*/ 123 h 431"/>
                  <a:gd name="T24" fmla="*/ 639 w 2844"/>
                  <a:gd name="T25" fmla="*/ 275 h 431"/>
                  <a:gd name="T26" fmla="*/ 633 w 2844"/>
                  <a:gd name="T27" fmla="*/ 168 h 431"/>
                  <a:gd name="T28" fmla="*/ 840 w 2844"/>
                  <a:gd name="T29" fmla="*/ 381 h 431"/>
                  <a:gd name="T30" fmla="*/ 633 w 2844"/>
                  <a:gd name="T31" fmla="*/ 168 h 431"/>
                  <a:gd name="T32" fmla="*/ 985 w 2844"/>
                  <a:gd name="T33" fmla="*/ 422 h 431"/>
                  <a:gd name="T34" fmla="*/ 1096 w 2844"/>
                  <a:gd name="T35" fmla="*/ 127 h 431"/>
                  <a:gd name="T36" fmla="*/ 1358 w 2844"/>
                  <a:gd name="T37" fmla="*/ 176 h 431"/>
                  <a:gd name="T38" fmla="*/ 1139 w 2844"/>
                  <a:gd name="T39" fmla="*/ 129 h 431"/>
                  <a:gd name="T40" fmla="*/ 1258 w 2844"/>
                  <a:gd name="T41" fmla="*/ 168 h 431"/>
                  <a:gd name="T42" fmla="*/ 1372 w 2844"/>
                  <a:gd name="T43" fmla="*/ 254 h 431"/>
                  <a:gd name="T44" fmla="*/ 1511 w 2844"/>
                  <a:gd name="T45" fmla="*/ 420 h 431"/>
                  <a:gd name="T46" fmla="*/ 1358 w 2844"/>
                  <a:gd name="T47" fmla="*/ 176 h 431"/>
                  <a:gd name="T48" fmla="*/ 1933 w 2844"/>
                  <a:gd name="T49" fmla="*/ 58 h 431"/>
                  <a:gd name="T50" fmla="*/ 1935 w 2844"/>
                  <a:gd name="T51" fmla="*/ 174 h 431"/>
                  <a:gd name="T52" fmla="*/ 2069 w 2844"/>
                  <a:gd name="T53" fmla="*/ 414 h 431"/>
                  <a:gd name="T54" fmla="*/ 1983 w 2844"/>
                  <a:gd name="T55" fmla="*/ 338 h 431"/>
                  <a:gd name="T56" fmla="*/ 2456 w 2844"/>
                  <a:gd name="T57" fmla="*/ 342 h 431"/>
                  <a:gd name="T58" fmla="*/ 2372 w 2844"/>
                  <a:gd name="T59" fmla="*/ 168 h 431"/>
                  <a:gd name="T60" fmla="*/ 2482 w 2844"/>
                  <a:gd name="T61" fmla="*/ 176 h 431"/>
                  <a:gd name="T62" fmla="*/ 2228 w 2844"/>
                  <a:gd name="T63" fmla="*/ 279 h 431"/>
                  <a:gd name="T64" fmla="*/ 2486 w 2844"/>
                  <a:gd name="T65" fmla="*/ 373 h 431"/>
                  <a:gd name="T66" fmla="*/ 1722 w 2844"/>
                  <a:gd name="T67" fmla="*/ 387 h 431"/>
                  <a:gd name="T68" fmla="*/ 1811 w 2844"/>
                  <a:gd name="T69" fmla="*/ 281 h 431"/>
                  <a:gd name="T70" fmla="*/ 1649 w 2844"/>
                  <a:gd name="T71" fmla="*/ 189 h 431"/>
                  <a:gd name="T72" fmla="*/ 1608 w 2844"/>
                  <a:gd name="T73" fmla="*/ 334 h 431"/>
                  <a:gd name="T74" fmla="*/ 1808 w 2844"/>
                  <a:gd name="T75" fmla="*/ 422 h 431"/>
                  <a:gd name="T76" fmla="*/ 1735 w 2844"/>
                  <a:gd name="T77" fmla="*/ 123 h 431"/>
                  <a:gd name="T78" fmla="*/ 580 w 2844"/>
                  <a:gd name="T79" fmla="*/ 52 h 431"/>
                  <a:gd name="T80" fmla="*/ 477 w 2844"/>
                  <a:gd name="T81" fmla="*/ 23 h 431"/>
                  <a:gd name="T82" fmla="*/ 401 w 2844"/>
                  <a:gd name="T83" fmla="*/ 170 h 431"/>
                  <a:gd name="T84" fmla="*/ 500 w 2844"/>
                  <a:gd name="T85" fmla="*/ 170 h 431"/>
                  <a:gd name="T86" fmla="*/ 498 w 2844"/>
                  <a:gd name="T87" fmla="*/ 103 h 431"/>
                  <a:gd name="T88" fmla="*/ 2126 w 2844"/>
                  <a:gd name="T89" fmla="*/ 422 h 431"/>
                  <a:gd name="T90" fmla="*/ 2777 w 2844"/>
                  <a:gd name="T91" fmla="*/ 138 h 431"/>
                  <a:gd name="T92" fmla="*/ 2794 w 2844"/>
                  <a:gd name="T93" fmla="*/ 138 h 431"/>
                  <a:gd name="T94" fmla="*/ 2810 w 2844"/>
                  <a:gd name="T95" fmla="*/ 164 h 431"/>
                  <a:gd name="T96" fmla="*/ 2837 w 2844"/>
                  <a:gd name="T97" fmla="*/ 140 h 431"/>
                  <a:gd name="T98" fmla="*/ 2837 w 2844"/>
                  <a:gd name="T99" fmla="*/ 129 h 431"/>
                  <a:gd name="T100" fmla="*/ 2810 w 2844"/>
                  <a:gd name="T101" fmla="*/ 164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44" h="431">
                    <a:moveTo>
                      <a:pt x="2716" y="281"/>
                    </a:moveTo>
                    <a:lnTo>
                      <a:pt x="2716" y="314"/>
                    </a:lnTo>
                    <a:cubicBezTo>
                      <a:pt x="2716" y="357"/>
                      <a:pt x="2677" y="387"/>
                      <a:pt x="2628" y="387"/>
                    </a:cubicBezTo>
                    <a:cubicBezTo>
                      <a:pt x="2583" y="387"/>
                      <a:pt x="2562" y="359"/>
                      <a:pt x="2562" y="334"/>
                    </a:cubicBezTo>
                    <a:lnTo>
                      <a:pt x="2562" y="332"/>
                    </a:lnTo>
                    <a:cubicBezTo>
                      <a:pt x="2562" y="310"/>
                      <a:pt x="2575" y="281"/>
                      <a:pt x="2638" y="281"/>
                    </a:cubicBezTo>
                    <a:lnTo>
                      <a:pt x="2716" y="281"/>
                    </a:lnTo>
                    <a:close/>
                    <a:moveTo>
                      <a:pt x="2542" y="148"/>
                    </a:moveTo>
                    <a:lnTo>
                      <a:pt x="2540" y="150"/>
                    </a:lnTo>
                    <a:lnTo>
                      <a:pt x="2554" y="191"/>
                    </a:lnTo>
                    <a:lnTo>
                      <a:pt x="2556" y="189"/>
                    </a:lnTo>
                    <a:cubicBezTo>
                      <a:pt x="2579" y="178"/>
                      <a:pt x="2603" y="168"/>
                      <a:pt x="2638" y="168"/>
                    </a:cubicBezTo>
                    <a:cubicBezTo>
                      <a:pt x="2687" y="168"/>
                      <a:pt x="2716" y="191"/>
                      <a:pt x="2716" y="244"/>
                    </a:cubicBezTo>
                    <a:lnTo>
                      <a:pt x="2634" y="244"/>
                    </a:lnTo>
                    <a:cubicBezTo>
                      <a:pt x="2558" y="244"/>
                      <a:pt x="2515" y="277"/>
                      <a:pt x="2515" y="334"/>
                    </a:cubicBezTo>
                    <a:lnTo>
                      <a:pt x="2515" y="336"/>
                    </a:lnTo>
                    <a:cubicBezTo>
                      <a:pt x="2515" y="396"/>
                      <a:pt x="2568" y="428"/>
                      <a:pt x="2620" y="428"/>
                    </a:cubicBezTo>
                    <a:cubicBezTo>
                      <a:pt x="2667" y="428"/>
                      <a:pt x="2697" y="406"/>
                      <a:pt x="2716" y="385"/>
                    </a:cubicBezTo>
                    <a:lnTo>
                      <a:pt x="2716" y="422"/>
                    </a:lnTo>
                    <a:lnTo>
                      <a:pt x="2761" y="422"/>
                    </a:lnTo>
                    <a:lnTo>
                      <a:pt x="2761" y="246"/>
                    </a:lnTo>
                    <a:cubicBezTo>
                      <a:pt x="2761" y="209"/>
                      <a:pt x="2751" y="178"/>
                      <a:pt x="2732" y="158"/>
                    </a:cubicBezTo>
                    <a:cubicBezTo>
                      <a:pt x="2712" y="135"/>
                      <a:pt x="2681" y="123"/>
                      <a:pt x="2642" y="123"/>
                    </a:cubicBezTo>
                    <a:cubicBezTo>
                      <a:pt x="2597" y="123"/>
                      <a:pt x="2566" y="135"/>
                      <a:pt x="2542" y="148"/>
                    </a:cubicBezTo>
                    <a:close/>
                    <a:moveTo>
                      <a:pt x="47" y="8"/>
                    </a:moveTo>
                    <a:lnTo>
                      <a:pt x="0" y="37"/>
                    </a:lnTo>
                    <a:lnTo>
                      <a:pt x="0" y="422"/>
                    </a:lnTo>
                    <a:lnTo>
                      <a:pt x="47" y="422"/>
                    </a:lnTo>
                    <a:lnTo>
                      <a:pt x="47" y="8"/>
                    </a:lnTo>
                    <a:close/>
                    <a:moveTo>
                      <a:pt x="2175" y="27"/>
                    </a:moveTo>
                    <a:lnTo>
                      <a:pt x="2126" y="27"/>
                    </a:lnTo>
                    <a:lnTo>
                      <a:pt x="2126" y="39"/>
                    </a:lnTo>
                    <a:lnTo>
                      <a:pt x="2126" y="78"/>
                    </a:lnTo>
                    <a:lnTo>
                      <a:pt x="2175" y="78"/>
                    </a:lnTo>
                    <a:lnTo>
                      <a:pt x="2175" y="27"/>
                    </a:lnTo>
                    <a:close/>
                    <a:moveTo>
                      <a:pt x="170" y="172"/>
                    </a:moveTo>
                    <a:lnTo>
                      <a:pt x="170" y="129"/>
                    </a:lnTo>
                    <a:lnTo>
                      <a:pt x="123" y="129"/>
                    </a:lnTo>
                    <a:lnTo>
                      <a:pt x="123" y="420"/>
                    </a:lnTo>
                    <a:lnTo>
                      <a:pt x="170" y="420"/>
                    </a:lnTo>
                    <a:lnTo>
                      <a:pt x="170" y="254"/>
                    </a:lnTo>
                    <a:cubicBezTo>
                      <a:pt x="170" y="203"/>
                      <a:pt x="203" y="168"/>
                      <a:pt x="248" y="168"/>
                    </a:cubicBezTo>
                    <a:cubicBezTo>
                      <a:pt x="293" y="168"/>
                      <a:pt x="319" y="199"/>
                      <a:pt x="319" y="252"/>
                    </a:cubicBezTo>
                    <a:lnTo>
                      <a:pt x="319" y="420"/>
                    </a:lnTo>
                    <a:lnTo>
                      <a:pt x="367" y="420"/>
                    </a:lnTo>
                    <a:lnTo>
                      <a:pt x="367" y="242"/>
                    </a:lnTo>
                    <a:cubicBezTo>
                      <a:pt x="367" y="207"/>
                      <a:pt x="356" y="178"/>
                      <a:pt x="338" y="158"/>
                    </a:cubicBezTo>
                    <a:cubicBezTo>
                      <a:pt x="319" y="135"/>
                      <a:pt x="293" y="123"/>
                      <a:pt x="260" y="123"/>
                    </a:cubicBezTo>
                    <a:cubicBezTo>
                      <a:pt x="221" y="123"/>
                      <a:pt x="192" y="140"/>
                      <a:pt x="170" y="172"/>
                    </a:cubicBezTo>
                    <a:close/>
                    <a:moveTo>
                      <a:pt x="737" y="383"/>
                    </a:moveTo>
                    <a:cubicBezTo>
                      <a:pt x="682" y="383"/>
                      <a:pt x="639" y="336"/>
                      <a:pt x="639" y="277"/>
                    </a:cubicBezTo>
                    <a:lnTo>
                      <a:pt x="639" y="275"/>
                    </a:lnTo>
                    <a:cubicBezTo>
                      <a:pt x="639" y="213"/>
                      <a:pt x="680" y="168"/>
                      <a:pt x="735" y="168"/>
                    </a:cubicBezTo>
                    <a:cubicBezTo>
                      <a:pt x="791" y="168"/>
                      <a:pt x="834" y="215"/>
                      <a:pt x="834" y="275"/>
                    </a:cubicBezTo>
                    <a:cubicBezTo>
                      <a:pt x="834" y="336"/>
                      <a:pt x="793" y="383"/>
                      <a:pt x="737" y="383"/>
                    </a:cubicBezTo>
                    <a:close/>
                    <a:moveTo>
                      <a:pt x="633" y="168"/>
                    </a:moveTo>
                    <a:cubicBezTo>
                      <a:pt x="606" y="197"/>
                      <a:pt x="592" y="234"/>
                      <a:pt x="592" y="275"/>
                    </a:cubicBezTo>
                    <a:lnTo>
                      <a:pt x="592" y="277"/>
                    </a:lnTo>
                    <a:cubicBezTo>
                      <a:pt x="592" y="361"/>
                      <a:pt x="655" y="426"/>
                      <a:pt x="735" y="426"/>
                    </a:cubicBezTo>
                    <a:cubicBezTo>
                      <a:pt x="776" y="426"/>
                      <a:pt x="811" y="410"/>
                      <a:pt x="840" y="381"/>
                    </a:cubicBezTo>
                    <a:cubicBezTo>
                      <a:pt x="866" y="353"/>
                      <a:pt x="881" y="316"/>
                      <a:pt x="881" y="275"/>
                    </a:cubicBezTo>
                    <a:lnTo>
                      <a:pt x="881" y="273"/>
                    </a:lnTo>
                    <a:cubicBezTo>
                      <a:pt x="883" y="191"/>
                      <a:pt x="819" y="123"/>
                      <a:pt x="737" y="123"/>
                    </a:cubicBezTo>
                    <a:cubicBezTo>
                      <a:pt x="696" y="123"/>
                      <a:pt x="661" y="140"/>
                      <a:pt x="633" y="168"/>
                    </a:cubicBezTo>
                    <a:close/>
                    <a:moveTo>
                      <a:pt x="985" y="131"/>
                    </a:moveTo>
                    <a:lnTo>
                      <a:pt x="938" y="131"/>
                    </a:lnTo>
                    <a:lnTo>
                      <a:pt x="938" y="422"/>
                    </a:lnTo>
                    <a:lnTo>
                      <a:pt x="985" y="422"/>
                    </a:lnTo>
                    <a:lnTo>
                      <a:pt x="985" y="305"/>
                    </a:lnTo>
                    <a:cubicBezTo>
                      <a:pt x="985" y="228"/>
                      <a:pt x="1026" y="176"/>
                      <a:pt x="1090" y="176"/>
                    </a:cubicBezTo>
                    <a:lnTo>
                      <a:pt x="1096" y="176"/>
                    </a:lnTo>
                    <a:lnTo>
                      <a:pt x="1096" y="127"/>
                    </a:lnTo>
                    <a:lnTo>
                      <a:pt x="1094" y="127"/>
                    </a:lnTo>
                    <a:cubicBezTo>
                      <a:pt x="1049" y="123"/>
                      <a:pt x="1008" y="150"/>
                      <a:pt x="985" y="195"/>
                    </a:cubicBezTo>
                    <a:lnTo>
                      <a:pt x="985" y="131"/>
                    </a:lnTo>
                    <a:close/>
                    <a:moveTo>
                      <a:pt x="1358" y="176"/>
                    </a:moveTo>
                    <a:cubicBezTo>
                      <a:pt x="1339" y="142"/>
                      <a:pt x="1309" y="123"/>
                      <a:pt x="1270" y="123"/>
                    </a:cubicBezTo>
                    <a:cubicBezTo>
                      <a:pt x="1227" y="123"/>
                      <a:pt x="1202" y="146"/>
                      <a:pt x="1186" y="170"/>
                    </a:cubicBezTo>
                    <a:lnTo>
                      <a:pt x="1186" y="129"/>
                    </a:lnTo>
                    <a:lnTo>
                      <a:pt x="1139" y="129"/>
                    </a:lnTo>
                    <a:lnTo>
                      <a:pt x="1139" y="420"/>
                    </a:lnTo>
                    <a:lnTo>
                      <a:pt x="1186" y="420"/>
                    </a:lnTo>
                    <a:lnTo>
                      <a:pt x="1186" y="254"/>
                    </a:lnTo>
                    <a:cubicBezTo>
                      <a:pt x="1186" y="203"/>
                      <a:pt x="1218" y="168"/>
                      <a:pt x="1258" y="168"/>
                    </a:cubicBezTo>
                    <a:cubicBezTo>
                      <a:pt x="1299" y="168"/>
                      <a:pt x="1325" y="199"/>
                      <a:pt x="1325" y="250"/>
                    </a:cubicBezTo>
                    <a:lnTo>
                      <a:pt x="1325" y="420"/>
                    </a:lnTo>
                    <a:lnTo>
                      <a:pt x="1372" y="420"/>
                    </a:lnTo>
                    <a:lnTo>
                      <a:pt x="1372" y="254"/>
                    </a:lnTo>
                    <a:cubicBezTo>
                      <a:pt x="1372" y="230"/>
                      <a:pt x="1380" y="207"/>
                      <a:pt x="1393" y="191"/>
                    </a:cubicBezTo>
                    <a:cubicBezTo>
                      <a:pt x="1405" y="176"/>
                      <a:pt x="1423" y="168"/>
                      <a:pt x="1444" y="168"/>
                    </a:cubicBezTo>
                    <a:cubicBezTo>
                      <a:pt x="1487" y="168"/>
                      <a:pt x="1511" y="199"/>
                      <a:pt x="1511" y="252"/>
                    </a:cubicBezTo>
                    <a:lnTo>
                      <a:pt x="1511" y="420"/>
                    </a:lnTo>
                    <a:lnTo>
                      <a:pt x="1559" y="420"/>
                    </a:lnTo>
                    <a:lnTo>
                      <a:pt x="1559" y="242"/>
                    </a:lnTo>
                    <a:cubicBezTo>
                      <a:pt x="1559" y="168"/>
                      <a:pt x="1520" y="123"/>
                      <a:pt x="1454" y="123"/>
                    </a:cubicBezTo>
                    <a:cubicBezTo>
                      <a:pt x="1413" y="123"/>
                      <a:pt x="1382" y="140"/>
                      <a:pt x="1358" y="176"/>
                    </a:cubicBezTo>
                    <a:close/>
                    <a:moveTo>
                      <a:pt x="2069" y="131"/>
                    </a:moveTo>
                    <a:lnTo>
                      <a:pt x="1981" y="131"/>
                    </a:lnTo>
                    <a:lnTo>
                      <a:pt x="1981" y="31"/>
                    </a:lnTo>
                    <a:lnTo>
                      <a:pt x="1933" y="58"/>
                    </a:lnTo>
                    <a:lnTo>
                      <a:pt x="1933" y="131"/>
                    </a:lnTo>
                    <a:lnTo>
                      <a:pt x="1884" y="131"/>
                    </a:lnTo>
                    <a:lnTo>
                      <a:pt x="1884" y="174"/>
                    </a:lnTo>
                    <a:lnTo>
                      <a:pt x="1935" y="174"/>
                    </a:lnTo>
                    <a:lnTo>
                      <a:pt x="1935" y="342"/>
                    </a:lnTo>
                    <a:cubicBezTo>
                      <a:pt x="1935" y="414"/>
                      <a:pt x="1985" y="426"/>
                      <a:pt x="2015" y="426"/>
                    </a:cubicBezTo>
                    <a:cubicBezTo>
                      <a:pt x="2034" y="426"/>
                      <a:pt x="2050" y="422"/>
                      <a:pt x="2067" y="414"/>
                    </a:cubicBezTo>
                    <a:lnTo>
                      <a:pt x="2069" y="414"/>
                    </a:lnTo>
                    <a:lnTo>
                      <a:pt x="2069" y="371"/>
                    </a:lnTo>
                    <a:lnTo>
                      <a:pt x="2065" y="373"/>
                    </a:lnTo>
                    <a:cubicBezTo>
                      <a:pt x="2050" y="379"/>
                      <a:pt x="2040" y="383"/>
                      <a:pt x="2026" y="383"/>
                    </a:cubicBezTo>
                    <a:cubicBezTo>
                      <a:pt x="1997" y="383"/>
                      <a:pt x="1983" y="369"/>
                      <a:pt x="1983" y="338"/>
                    </a:cubicBezTo>
                    <a:lnTo>
                      <a:pt x="1983" y="174"/>
                    </a:lnTo>
                    <a:lnTo>
                      <a:pt x="2069" y="174"/>
                    </a:lnTo>
                    <a:lnTo>
                      <a:pt x="2069" y="131"/>
                    </a:lnTo>
                    <a:close/>
                    <a:moveTo>
                      <a:pt x="2456" y="342"/>
                    </a:moveTo>
                    <a:cubicBezTo>
                      <a:pt x="2431" y="371"/>
                      <a:pt x="2405" y="383"/>
                      <a:pt x="2374" y="383"/>
                    </a:cubicBezTo>
                    <a:cubicBezTo>
                      <a:pt x="2321" y="383"/>
                      <a:pt x="2278" y="336"/>
                      <a:pt x="2278" y="277"/>
                    </a:cubicBezTo>
                    <a:lnTo>
                      <a:pt x="2278" y="275"/>
                    </a:lnTo>
                    <a:cubicBezTo>
                      <a:pt x="2278" y="215"/>
                      <a:pt x="2318" y="168"/>
                      <a:pt x="2372" y="168"/>
                    </a:cubicBezTo>
                    <a:cubicBezTo>
                      <a:pt x="2409" y="168"/>
                      <a:pt x="2431" y="189"/>
                      <a:pt x="2452" y="211"/>
                    </a:cubicBezTo>
                    <a:lnTo>
                      <a:pt x="2454" y="213"/>
                    </a:lnTo>
                    <a:lnTo>
                      <a:pt x="2484" y="178"/>
                    </a:lnTo>
                    <a:lnTo>
                      <a:pt x="2482" y="176"/>
                    </a:lnTo>
                    <a:cubicBezTo>
                      <a:pt x="2462" y="152"/>
                      <a:pt x="2429" y="125"/>
                      <a:pt x="2372" y="125"/>
                    </a:cubicBezTo>
                    <a:cubicBezTo>
                      <a:pt x="2333" y="125"/>
                      <a:pt x="2298" y="142"/>
                      <a:pt x="2269" y="170"/>
                    </a:cubicBezTo>
                    <a:cubicBezTo>
                      <a:pt x="2243" y="199"/>
                      <a:pt x="2228" y="236"/>
                      <a:pt x="2228" y="277"/>
                    </a:cubicBezTo>
                    <a:lnTo>
                      <a:pt x="2228" y="279"/>
                    </a:lnTo>
                    <a:cubicBezTo>
                      <a:pt x="2228" y="320"/>
                      <a:pt x="2243" y="357"/>
                      <a:pt x="2269" y="385"/>
                    </a:cubicBezTo>
                    <a:cubicBezTo>
                      <a:pt x="2296" y="414"/>
                      <a:pt x="2333" y="430"/>
                      <a:pt x="2372" y="430"/>
                    </a:cubicBezTo>
                    <a:cubicBezTo>
                      <a:pt x="2429" y="430"/>
                      <a:pt x="2462" y="400"/>
                      <a:pt x="2484" y="375"/>
                    </a:cubicBezTo>
                    <a:lnTo>
                      <a:pt x="2486" y="373"/>
                    </a:lnTo>
                    <a:lnTo>
                      <a:pt x="2456" y="342"/>
                    </a:lnTo>
                    <a:close/>
                    <a:moveTo>
                      <a:pt x="1811" y="281"/>
                    </a:moveTo>
                    <a:lnTo>
                      <a:pt x="1811" y="314"/>
                    </a:lnTo>
                    <a:cubicBezTo>
                      <a:pt x="1811" y="357"/>
                      <a:pt x="1772" y="387"/>
                      <a:pt x="1722" y="387"/>
                    </a:cubicBezTo>
                    <a:cubicBezTo>
                      <a:pt x="1677" y="387"/>
                      <a:pt x="1657" y="359"/>
                      <a:pt x="1657" y="334"/>
                    </a:cubicBezTo>
                    <a:lnTo>
                      <a:pt x="1657" y="332"/>
                    </a:lnTo>
                    <a:cubicBezTo>
                      <a:pt x="1657" y="310"/>
                      <a:pt x="1669" y="281"/>
                      <a:pt x="1733" y="281"/>
                    </a:cubicBezTo>
                    <a:lnTo>
                      <a:pt x="1811" y="281"/>
                    </a:lnTo>
                    <a:close/>
                    <a:moveTo>
                      <a:pt x="1634" y="148"/>
                    </a:moveTo>
                    <a:lnTo>
                      <a:pt x="1632" y="150"/>
                    </a:lnTo>
                    <a:lnTo>
                      <a:pt x="1647" y="191"/>
                    </a:lnTo>
                    <a:lnTo>
                      <a:pt x="1649" y="189"/>
                    </a:lnTo>
                    <a:cubicBezTo>
                      <a:pt x="1671" y="178"/>
                      <a:pt x="1696" y="168"/>
                      <a:pt x="1731" y="168"/>
                    </a:cubicBezTo>
                    <a:cubicBezTo>
                      <a:pt x="1780" y="168"/>
                      <a:pt x="1808" y="191"/>
                      <a:pt x="1808" y="244"/>
                    </a:cubicBezTo>
                    <a:lnTo>
                      <a:pt x="1727" y="244"/>
                    </a:lnTo>
                    <a:cubicBezTo>
                      <a:pt x="1651" y="244"/>
                      <a:pt x="1608" y="277"/>
                      <a:pt x="1608" y="334"/>
                    </a:cubicBezTo>
                    <a:lnTo>
                      <a:pt x="1608" y="336"/>
                    </a:lnTo>
                    <a:cubicBezTo>
                      <a:pt x="1608" y="396"/>
                      <a:pt x="1661" y="428"/>
                      <a:pt x="1712" y="428"/>
                    </a:cubicBezTo>
                    <a:cubicBezTo>
                      <a:pt x="1759" y="428"/>
                      <a:pt x="1790" y="406"/>
                      <a:pt x="1808" y="385"/>
                    </a:cubicBezTo>
                    <a:lnTo>
                      <a:pt x="1808" y="422"/>
                    </a:lnTo>
                    <a:lnTo>
                      <a:pt x="1854" y="422"/>
                    </a:lnTo>
                    <a:lnTo>
                      <a:pt x="1854" y="246"/>
                    </a:lnTo>
                    <a:cubicBezTo>
                      <a:pt x="1854" y="209"/>
                      <a:pt x="1843" y="178"/>
                      <a:pt x="1825" y="158"/>
                    </a:cubicBezTo>
                    <a:cubicBezTo>
                      <a:pt x="1804" y="135"/>
                      <a:pt x="1776" y="123"/>
                      <a:pt x="1735" y="123"/>
                    </a:cubicBezTo>
                    <a:cubicBezTo>
                      <a:pt x="1690" y="123"/>
                      <a:pt x="1659" y="135"/>
                      <a:pt x="1634" y="148"/>
                    </a:cubicBezTo>
                    <a:close/>
                    <a:moveTo>
                      <a:pt x="498" y="103"/>
                    </a:moveTo>
                    <a:cubicBezTo>
                      <a:pt x="498" y="62"/>
                      <a:pt x="508" y="45"/>
                      <a:pt x="541" y="45"/>
                    </a:cubicBezTo>
                    <a:cubicBezTo>
                      <a:pt x="553" y="45"/>
                      <a:pt x="563" y="47"/>
                      <a:pt x="580" y="52"/>
                    </a:cubicBezTo>
                    <a:lnTo>
                      <a:pt x="582" y="52"/>
                    </a:lnTo>
                    <a:lnTo>
                      <a:pt x="582" y="8"/>
                    </a:lnTo>
                    <a:cubicBezTo>
                      <a:pt x="567" y="2"/>
                      <a:pt x="555" y="0"/>
                      <a:pt x="537" y="0"/>
                    </a:cubicBezTo>
                    <a:cubicBezTo>
                      <a:pt x="512" y="0"/>
                      <a:pt x="489" y="8"/>
                      <a:pt x="477" y="23"/>
                    </a:cubicBezTo>
                    <a:cubicBezTo>
                      <a:pt x="461" y="39"/>
                      <a:pt x="453" y="66"/>
                      <a:pt x="453" y="99"/>
                    </a:cubicBezTo>
                    <a:lnTo>
                      <a:pt x="453" y="127"/>
                    </a:lnTo>
                    <a:lnTo>
                      <a:pt x="401" y="127"/>
                    </a:lnTo>
                    <a:lnTo>
                      <a:pt x="401" y="170"/>
                    </a:lnTo>
                    <a:lnTo>
                      <a:pt x="453" y="170"/>
                    </a:lnTo>
                    <a:lnTo>
                      <a:pt x="453" y="418"/>
                    </a:lnTo>
                    <a:lnTo>
                      <a:pt x="500" y="418"/>
                    </a:lnTo>
                    <a:lnTo>
                      <a:pt x="500" y="170"/>
                    </a:lnTo>
                    <a:lnTo>
                      <a:pt x="588" y="170"/>
                    </a:lnTo>
                    <a:lnTo>
                      <a:pt x="588" y="127"/>
                    </a:lnTo>
                    <a:lnTo>
                      <a:pt x="500" y="127"/>
                    </a:lnTo>
                    <a:lnTo>
                      <a:pt x="498" y="103"/>
                    </a:lnTo>
                    <a:close/>
                    <a:moveTo>
                      <a:pt x="2173" y="131"/>
                    </a:moveTo>
                    <a:lnTo>
                      <a:pt x="2126" y="131"/>
                    </a:lnTo>
                    <a:lnTo>
                      <a:pt x="2126" y="162"/>
                    </a:lnTo>
                    <a:lnTo>
                      <a:pt x="2126" y="422"/>
                    </a:lnTo>
                    <a:lnTo>
                      <a:pt x="2173" y="422"/>
                    </a:lnTo>
                    <a:lnTo>
                      <a:pt x="2173" y="131"/>
                    </a:lnTo>
                    <a:close/>
                    <a:moveTo>
                      <a:pt x="2777" y="131"/>
                    </a:moveTo>
                    <a:lnTo>
                      <a:pt x="2777" y="138"/>
                    </a:lnTo>
                    <a:lnTo>
                      <a:pt x="2788" y="138"/>
                    </a:lnTo>
                    <a:lnTo>
                      <a:pt x="2788" y="166"/>
                    </a:lnTo>
                    <a:lnTo>
                      <a:pt x="2794" y="166"/>
                    </a:lnTo>
                    <a:lnTo>
                      <a:pt x="2794" y="138"/>
                    </a:lnTo>
                    <a:lnTo>
                      <a:pt x="2804" y="138"/>
                    </a:lnTo>
                    <a:lnTo>
                      <a:pt x="2804" y="131"/>
                    </a:lnTo>
                    <a:lnTo>
                      <a:pt x="2777" y="131"/>
                    </a:lnTo>
                    <a:close/>
                    <a:moveTo>
                      <a:pt x="2810" y="164"/>
                    </a:moveTo>
                    <a:lnTo>
                      <a:pt x="2816" y="164"/>
                    </a:lnTo>
                    <a:lnTo>
                      <a:pt x="2816" y="140"/>
                    </a:lnTo>
                    <a:lnTo>
                      <a:pt x="2826" y="156"/>
                    </a:lnTo>
                    <a:lnTo>
                      <a:pt x="2837" y="140"/>
                    </a:lnTo>
                    <a:lnTo>
                      <a:pt x="2837" y="164"/>
                    </a:lnTo>
                    <a:lnTo>
                      <a:pt x="2843" y="164"/>
                    </a:lnTo>
                    <a:lnTo>
                      <a:pt x="2843" y="129"/>
                    </a:lnTo>
                    <a:lnTo>
                      <a:pt x="2837" y="129"/>
                    </a:lnTo>
                    <a:lnTo>
                      <a:pt x="2826" y="146"/>
                    </a:lnTo>
                    <a:lnTo>
                      <a:pt x="2816" y="129"/>
                    </a:lnTo>
                    <a:lnTo>
                      <a:pt x="2810" y="129"/>
                    </a:lnTo>
                    <a:lnTo>
                      <a:pt x="2810" y="164"/>
                    </a:lnTo>
                    <a:close/>
                  </a:path>
                </a:pathLst>
              </a:custGeom>
              <a:solidFill>
                <a:srgbClr val="41404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4" name="Group 23">
            <a:extLst>
              <a:ext uri="{FF2B5EF4-FFF2-40B4-BE49-F238E27FC236}">
                <a16:creationId xmlns:a16="http://schemas.microsoft.com/office/drawing/2014/main" id="{434006CC-1DBF-8332-1097-3426E0F8B5B1}"/>
              </a:ext>
            </a:extLst>
          </p:cNvPr>
          <p:cNvGrpSpPr/>
          <p:nvPr/>
        </p:nvGrpSpPr>
        <p:grpSpPr>
          <a:xfrm>
            <a:off x="1307545" y="4113571"/>
            <a:ext cx="1684988" cy="305692"/>
            <a:chOff x="4240213" y="2143125"/>
            <a:chExt cx="1093787" cy="198438"/>
          </a:xfrm>
        </p:grpSpPr>
        <p:grpSp>
          <p:nvGrpSpPr>
            <p:cNvPr id="25" name="Group 24">
              <a:extLst>
                <a:ext uri="{FF2B5EF4-FFF2-40B4-BE49-F238E27FC236}">
                  <a16:creationId xmlns:a16="http://schemas.microsoft.com/office/drawing/2014/main" id="{461165B4-42E1-18B4-4317-2D63E4FB37FC}"/>
                </a:ext>
              </a:extLst>
            </p:cNvPr>
            <p:cNvGrpSpPr/>
            <p:nvPr/>
          </p:nvGrpSpPr>
          <p:grpSpPr>
            <a:xfrm>
              <a:off x="4240213" y="2173288"/>
              <a:ext cx="484187" cy="125412"/>
              <a:chOff x="4240213" y="2173288"/>
              <a:chExt cx="484187" cy="125412"/>
            </a:xfrm>
          </p:grpSpPr>
          <p:sp>
            <p:nvSpPr>
              <p:cNvPr id="33" name="Freeform 1">
                <a:extLst>
                  <a:ext uri="{FF2B5EF4-FFF2-40B4-BE49-F238E27FC236}">
                    <a16:creationId xmlns:a16="http://schemas.microsoft.com/office/drawing/2014/main" id="{6BEBBD8D-3C1A-7277-B4E9-FBBD7623F636}"/>
                  </a:ext>
                </a:extLst>
              </p:cNvPr>
              <p:cNvSpPr>
                <a:spLocks noChangeArrowheads="1"/>
              </p:cNvSpPr>
              <p:nvPr/>
            </p:nvSpPr>
            <p:spPr bwMode="auto">
              <a:xfrm>
                <a:off x="4327525" y="2173288"/>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5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5"/>
                    </a:lnTo>
                    <a:cubicBezTo>
                      <a:pt x="0" y="330"/>
                      <a:pt x="12" y="342"/>
                      <a:pt x="27" y="342"/>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 name="Freeform 2">
                <a:extLst>
                  <a:ext uri="{FF2B5EF4-FFF2-40B4-BE49-F238E27FC236}">
                    <a16:creationId xmlns:a16="http://schemas.microsoft.com/office/drawing/2014/main" id="{8B2505D3-FFE4-8DF3-DB6B-C14257888F79}"/>
                  </a:ext>
                </a:extLst>
              </p:cNvPr>
              <p:cNvSpPr>
                <a:spLocks noChangeArrowheads="1"/>
              </p:cNvSpPr>
              <p:nvPr/>
            </p:nvSpPr>
            <p:spPr bwMode="auto">
              <a:xfrm>
                <a:off x="4354513" y="2205038"/>
                <a:ext cx="93662" cy="93662"/>
              </a:xfrm>
              <a:custGeom>
                <a:avLst/>
                <a:gdLst>
                  <a:gd name="T0" fmla="*/ 119 w 259"/>
                  <a:gd name="T1" fmla="*/ 259 h 260"/>
                  <a:gd name="T2" fmla="*/ 193 w 259"/>
                  <a:gd name="T3" fmla="*/ 225 h 260"/>
                  <a:gd name="T4" fmla="*/ 193 w 259"/>
                  <a:gd name="T5" fmla="*/ 225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5"/>
                    </a:cubicBezTo>
                    <a:lnTo>
                      <a:pt x="193" y="225"/>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6"/>
                      <a:pt x="69" y="129"/>
                    </a:cubicBezTo>
                    <a:cubicBezTo>
                      <a:pt x="69" y="91"/>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3">
                <a:extLst>
                  <a:ext uri="{FF2B5EF4-FFF2-40B4-BE49-F238E27FC236}">
                    <a16:creationId xmlns:a16="http://schemas.microsoft.com/office/drawing/2014/main" id="{D3764AB6-A4E4-B114-6BCB-ED16BED8FB97}"/>
                  </a:ext>
                </a:extLst>
              </p:cNvPr>
              <p:cNvSpPr>
                <a:spLocks noChangeArrowheads="1"/>
              </p:cNvSpPr>
              <p:nvPr/>
            </p:nvSpPr>
            <p:spPr bwMode="auto">
              <a:xfrm>
                <a:off x="4454525" y="2173288"/>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6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6"/>
                    </a:lnTo>
                    <a:cubicBezTo>
                      <a:pt x="0" y="331"/>
                      <a:pt x="12" y="342"/>
                      <a:pt x="27" y="342"/>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4">
                <a:extLst>
                  <a:ext uri="{FF2B5EF4-FFF2-40B4-BE49-F238E27FC236}">
                    <a16:creationId xmlns:a16="http://schemas.microsoft.com/office/drawing/2014/main" id="{302E0C15-2719-6FAE-3FE6-4F0A9048D5C8}"/>
                  </a:ext>
                </a:extLst>
              </p:cNvPr>
              <p:cNvSpPr>
                <a:spLocks noChangeArrowheads="1"/>
              </p:cNvSpPr>
              <p:nvPr/>
            </p:nvSpPr>
            <p:spPr bwMode="auto">
              <a:xfrm>
                <a:off x="4481513" y="2205038"/>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5">
                <a:extLst>
                  <a:ext uri="{FF2B5EF4-FFF2-40B4-BE49-F238E27FC236}">
                    <a16:creationId xmlns:a16="http://schemas.microsoft.com/office/drawing/2014/main" id="{301A37A8-D775-42FD-F5BD-32E630C6B924}"/>
                  </a:ext>
                </a:extLst>
              </p:cNvPr>
              <p:cNvSpPr>
                <a:spLocks noChangeArrowheads="1"/>
              </p:cNvSpPr>
              <p:nvPr/>
            </p:nvSpPr>
            <p:spPr bwMode="auto">
              <a:xfrm>
                <a:off x="4579938" y="2205038"/>
                <a:ext cx="144462" cy="92075"/>
              </a:xfrm>
              <a:custGeom>
                <a:avLst/>
                <a:gdLst>
                  <a:gd name="T0" fmla="*/ 27 w 400"/>
                  <a:gd name="T1" fmla="*/ 255 h 256"/>
                  <a:gd name="T2" fmla="*/ 66 w 400"/>
                  <a:gd name="T3" fmla="*/ 255 h 256"/>
                  <a:gd name="T4" fmla="*/ 66 w 400"/>
                  <a:gd name="T5" fmla="*/ 121 h 256"/>
                  <a:gd name="T6" fmla="*/ 119 w 400"/>
                  <a:gd name="T7" fmla="*/ 65 h 256"/>
                  <a:gd name="T8" fmla="*/ 167 w 400"/>
                  <a:gd name="T9" fmla="*/ 119 h 256"/>
                  <a:gd name="T10" fmla="*/ 167 w 400"/>
                  <a:gd name="T11" fmla="*/ 228 h 256"/>
                  <a:gd name="T12" fmla="*/ 194 w 400"/>
                  <a:gd name="T13" fmla="*/ 254 h 256"/>
                  <a:gd name="T14" fmla="*/ 233 w 400"/>
                  <a:gd name="T15" fmla="*/ 254 h 256"/>
                  <a:gd name="T16" fmla="*/ 233 w 400"/>
                  <a:gd name="T17" fmla="*/ 119 h 256"/>
                  <a:gd name="T18" fmla="*/ 286 w 400"/>
                  <a:gd name="T19" fmla="*/ 64 h 256"/>
                  <a:gd name="T20" fmla="*/ 334 w 400"/>
                  <a:gd name="T21" fmla="*/ 118 h 256"/>
                  <a:gd name="T22" fmla="*/ 334 w 400"/>
                  <a:gd name="T23" fmla="*/ 226 h 256"/>
                  <a:gd name="T24" fmla="*/ 361 w 400"/>
                  <a:gd name="T25" fmla="*/ 253 h 256"/>
                  <a:gd name="T26" fmla="*/ 399 w 400"/>
                  <a:gd name="T27" fmla="*/ 253 h 256"/>
                  <a:gd name="T28" fmla="*/ 399 w 400"/>
                  <a:gd name="T29" fmla="*/ 97 h 256"/>
                  <a:gd name="T30" fmla="*/ 303 w 400"/>
                  <a:gd name="T31" fmla="*/ 1 h 256"/>
                  <a:gd name="T32" fmla="*/ 219 w 400"/>
                  <a:gd name="T33" fmla="*/ 42 h 256"/>
                  <a:gd name="T34" fmla="*/ 138 w 400"/>
                  <a:gd name="T35" fmla="*/ 0 h 256"/>
                  <a:gd name="T36" fmla="*/ 65 w 400"/>
                  <a:gd name="T37" fmla="*/ 35 h 256"/>
                  <a:gd name="T38" fmla="*/ 65 w 400"/>
                  <a:gd name="T39" fmla="*/ 6 h 256"/>
                  <a:gd name="T40" fmla="*/ 1 w 400"/>
                  <a:gd name="T41" fmla="*/ 6 h 256"/>
                  <a:gd name="T42" fmla="*/ 0 w 400"/>
                  <a:gd name="T43" fmla="*/ 224 h 256"/>
                  <a:gd name="T44" fmla="*/ 27 w 400"/>
                  <a:gd name="T45" fmla="*/ 25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6">
                    <a:moveTo>
                      <a:pt x="27" y="255"/>
                    </a:moveTo>
                    <a:lnTo>
                      <a:pt x="66" y="255"/>
                    </a:lnTo>
                    <a:lnTo>
                      <a:pt x="66" y="121"/>
                    </a:lnTo>
                    <a:cubicBezTo>
                      <a:pt x="66" y="83"/>
                      <a:pt x="90" y="65"/>
                      <a:pt x="119" y="65"/>
                    </a:cubicBezTo>
                    <a:cubicBezTo>
                      <a:pt x="149" y="65"/>
                      <a:pt x="167" y="84"/>
                      <a:pt x="167" y="119"/>
                    </a:cubicBezTo>
                    <a:lnTo>
                      <a:pt x="167" y="228"/>
                    </a:lnTo>
                    <a:cubicBezTo>
                      <a:pt x="167" y="243"/>
                      <a:pt x="179" y="254"/>
                      <a:pt x="194" y="254"/>
                    </a:cubicBezTo>
                    <a:lnTo>
                      <a:pt x="233" y="254"/>
                    </a:lnTo>
                    <a:lnTo>
                      <a:pt x="233" y="119"/>
                    </a:lnTo>
                    <a:cubicBezTo>
                      <a:pt x="233" y="82"/>
                      <a:pt x="257" y="64"/>
                      <a:pt x="286" y="64"/>
                    </a:cubicBezTo>
                    <a:cubicBezTo>
                      <a:pt x="316" y="64"/>
                      <a:pt x="334" y="83"/>
                      <a:pt x="334" y="118"/>
                    </a:cubicBezTo>
                    <a:lnTo>
                      <a:pt x="334" y="226"/>
                    </a:lnTo>
                    <a:cubicBezTo>
                      <a:pt x="334" y="241"/>
                      <a:pt x="346" y="253"/>
                      <a:pt x="361" y="253"/>
                    </a:cubicBezTo>
                    <a:lnTo>
                      <a:pt x="399" y="253"/>
                    </a:lnTo>
                    <a:lnTo>
                      <a:pt x="399" y="97"/>
                    </a:lnTo>
                    <a:cubicBezTo>
                      <a:pt x="399" y="40"/>
                      <a:pt x="361" y="1"/>
                      <a:pt x="303" y="1"/>
                    </a:cubicBezTo>
                    <a:cubicBezTo>
                      <a:pt x="271" y="1"/>
                      <a:pt x="239" y="11"/>
                      <a:pt x="219" y="42"/>
                    </a:cubicBezTo>
                    <a:cubicBezTo>
                      <a:pt x="203" y="17"/>
                      <a:pt x="175" y="1"/>
                      <a:pt x="138" y="0"/>
                    </a:cubicBezTo>
                    <a:cubicBezTo>
                      <a:pt x="110" y="0"/>
                      <a:pt x="84" y="9"/>
                      <a:pt x="65" y="35"/>
                    </a:cubicBezTo>
                    <a:lnTo>
                      <a:pt x="65" y="6"/>
                    </a:lnTo>
                    <a:lnTo>
                      <a:pt x="1" y="6"/>
                    </a:lnTo>
                    <a:lnTo>
                      <a:pt x="0" y="224"/>
                    </a:lnTo>
                    <a:cubicBezTo>
                      <a:pt x="0" y="243"/>
                      <a:pt x="13" y="255"/>
                      <a:pt x="27" y="255"/>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6">
                <a:extLst>
                  <a:ext uri="{FF2B5EF4-FFF2-40B4-BE49-F238E27FC236}">
                    <a16:creationId xmlns:a16="http://schemas.microsoft.com/office/drawing/2014/main" id="{F45681C9-7DB2-1649-EA9F-BD3A54DB0AE2}"/>
                  </a:ext>
                </a:extLst>
              </p:cNvPr>
              <p:cNvSpPr>
                <a:spLocks noChangeArrowheads="1"/>
              </p:cNvSpPr>
              <p:nvPr/>
            </p:nvSpPr>
            <p:spPr bwMode="auto">
              <a:xfrm>
                <a:off x="4240213" y="2205038"/>
                <a:ext cx="85725" cy="93662"/>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4"/>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6" name="Freeform 7">
              <a:extLst>
                <a:ext uri="{FF2B5EF4-FFF2-40B4-BE49-F238E27FC236}">
                  <a16:creationId xmlns:a16="http://schemas.microsoft.com/office/drawing/2014/main" id="{4345A161-B642-63A0-EC99-598810F386DC}"/>
                </a:ext>
              </a:extLst>
            </p:cNvPr>
            <p:cNvSpPr>
              <a:spLocks noChangeArrowheads="1"/>
            </p:cNvSpPr>
            <p:nvPr/>
          </p:nvSpPr>
          <p:spPr bwMode="auto">
            <a:xfrm>
              <a:off x="4860925" y="214630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7" name="Group 26">
              <a:extLst>
                <a:ext uri="{FF2B5EF4-FFF2-40B4-BE49-F238E27FC236}">
                  <a16:creationId xmlns:a16="http://schemas.microsoft.com/office/drawing/2014/main" id="{B97421DC-9909-183F-DDE4-216F9E38A5D8}"/>
                </a:ext>
              </a:extLst>
            </p:cNvPr>
            <p:cNvGrpSpPr/>
            <p:nvPr/>
          </p:nvGrpSpPr>
          <p:grpSpPr>
            <a:xfrm>
              <a:off x="5000625" y="2143125"/>
              <a:ext cx="333375" cy="198438"/>
              <a:chOff x="5000625" y="2143125"/>
              <a:chExt cx="333375" cy="198438"/>
            </a:xfrm>
          </p:grpSpPr>
          <p:sp>
            <p:nvSpPr>
              <p:cNvPr id="28" name="Freeform 8">
                <a:extLst>
                  <a:ext uri="{FF2B5EF4-FFF2-40B4-BE49-F238E27FC236}">
                    <a16:creationId xmlns:a16="http://schemas.microsoft.com/office/drawing/2014/main" id="{F1A32351-9033-8BF6-ACE5-806CA1FDF2D8}"/>
                  </a:ext>
                </a:extLst>
              </p:cNvPr>
              <p:cNvSpPr>
                <a:spLocks noChangeArrowheads="1"/>
              </p:cNvSpPr>
              <p:nvPr/>
            </p:nvSpPr>
            <p:spPr bwMode="auto">
              <a:xfrm>
                <a:off x="5016500" y="2143125"/>
                <a:ext cx="84138" cy="103188"/>
              </a:xfrm>
              <a:custGeom>
                <a:avLst/>
                <a:gdLst>
                  <a:gd name="T0" fmla="*/ 133 w 233"/>
                  <a:gd name="T1" fmla="*/ 120 h 285"/>
                  <a:gd name="T2" fmla="*/ 101 w 233"/>
                  <a:gd name="T3" fmla="*/ 118 h 285"/>
                  <a:gd name="T4" fmla="*/ 27 w 233"/>
                  <a:gd name="T5" fmla="*/ 142 h 285"/>
                  <a:gd name="T6" fmla="*/ 0 w 233"/>
                  <a:gd name="T7" fmla="*/ 204 h 285"/>
                  <a:gd name="T8" fmla="*/ 22 w 233"/>
                  <a:gd name="T9" fmla="*/ 262 h 285"/>
                  <a:gd name="T10" fmla="*/ 83 w 233"/>
                  <a:gd name="T11" fmla="*/ 284 h 285"/>
                  <a:gd name="T12" fmla="*/ 172 w 233"/>
                  <a:gd name="T13" fmla="*/ 242 h 285"/>
                  <a:gd name="T14" fmla="*/ 182 w 233"/>
                  <a:gd name="T15" fmla="*/ 261 h 285"/>
                  <a:gd name="T16" fmla="*/ 191 w 233"/>
                  <a:gd name="T17" fmla="*/ 275 h 285"/>
                  <a:gd name="T18" fmla="*/ 200 w 233"/>
                  <a:gd name="T19" fmla="*/ 279 h 285"/>
                  <a:gd name="T20" fmla="*/ 207 w 233"/>
                  <a:gd name="T21" fmla="*/ 276 h 285"/>
                  <a:gd name="T22" fmla="*/ 227 w 233"/>
                  <a:gd name="T23" fmla="*/ 263 h 285"/>
                  <a:gd name="T24" fmla="*/ 232 w 233"/>
                  <a:gd name="T25" fmla="*/ 254 h 285"/>
                  <a:gd name="T26" fmla="*/ 230 w 233"/>
                  <a:gd name="T27" fmla="*/ 247 h 285"/>
                  <a:gd name="T28" fmla="*/ 220 w 233"/>
                  <a:gd name="T29" fmla="*/ 225 h 285"/>
                  <a:gd name="T30" fmla="*/ 217 w 233"/>
                  <a:gd name="T31" fmla="*/ 199 h 285"/>
                  <a:gd name="T32" fmla="*/ 216 w 233"/>
                  <a:gd name="T33" fmla="*/ 199 h 285"/>
                  <a:gd name="T34" fmla="*/ 216 w 233"/>
                  <a:gd name="T35" fmla="*/ 100 h 285"/>
                  <a:gd name="T36" fmla="*/ 191 w 233"/>
                  <a:gd name="T37" fmla="*/ 25 h 285"/>
                  <a:gd name="T38" fmla="*/ 113 w 233"/>
                  <a:gd name="T39" fmla="*/ 0 h 285"/>
                  <a:gd name="T40" fmla="*/ 66 w 233"/>
                  <a:gd name="T41" fmla="*/ 6 h 285"/>
                  <a:gd name="T42" fmla="*/ 27 w 233"/>
                  <a:gd name="T43" fmla="*/ 20 h 285"/>
                  <a:gd name="T44" fmla="*/ 19 w 233"/>
                  <a:gd name="T45" fmla="*/ 26 h 285"/>
                  <a:gd name="T46" fmla="*/ 17 w 233"/>
                  <a:gd name="T47" fmla="*/ 37 h 285"/>
                  <a:gd name="T48" fmla="*/ 17 w 233"/>
                  <a:gd name="T49" fmla="*/ 52 h 285"/>
                  <a:gd name="T50" fmla="*/ 23 w 233"/>
                  <a:gd name="T51" fmla="*/ 61 h 285"/>
                  <a:gd name="T52" fmla="*/ 29 w 233"/>
                  <a:gd name="T53" fmla="*/ 60 h 285"/>
                  <a:gd name="T54" fmla="*/ 39 w 233"/>
                  <a:gd name="T55" fmla="*/ 56 h 285"/>
                  <a:gd name="T56" fmla="*/ 72 w 233"/>
                  <a:gd name="T57" fmla="*/ 45 h 285"/>
                  <a:gd name="T58" fmla="*/ 106 w 233"/>
                  <a:gd name="T59" fmla="*/ 41 h 285"/>
                  <a:gd name="T60" fmla="*/ 155 w 233"/>
                  <a:gd name="T61" fmla="*/ 55 h 285"/>
                  <a:gd name="T62" fmla="*/ 169 w 233"/>
                  <a:gd name="T63" fmla="*/ 103 h 285"/>
                  <a:gd name="T64" fmla="*/ 169 w 233"/>
                  <a:gd name="T65" fmla="*/ 126 h 285"/>
                  <a:gd name="T66" fmla="*/ 133 w 233"/>
                  <a:gd name="T67" fmla="*/ 120 h 285"/>
                  <a:gd name="T68" fmla="*/ 169 w 233"/>
                  <a:gd name="T69" fmla="*/ 162 h 285"/>
                  <a:gd name="T70" fmla="*/ 169 w 233"/>
                  <a:gd name="T71" fmla="*/ 175 h 285"/>
                  <a:gd name="T72" fmla="*/ 166 w 233"/>
                  <a:gd name="T73" fmla="*/ 202 h 285"/>
                  <a:gd name="T74" fmla="*/ 155 w 233"/>
                  <a:gd name="T75" fmla="*/ 221 h 285"/>
                  <a:gd name="T76" fmla="*/ 126 w 233"/>
                  <a:gd name="T77" fmla="*/ 240 h 285"/>
                  <a:gd name="T78" fmla="*/ 95 w 233"/>
                  <a:gd name="T79" fmla="*/ 246 h 285"/>
                  <a:gd name="T80" fmla="*/ 63 w 233"/>
                  <a:gd name="T81" fmla="*/ 234 h 285"/>
                  <a:gd name="T82" fmla="*/ 52 w 233"/>
                  <a:gd name="T83" fmla="*/ 202 h 285"/>
                  <a:gd name="T84" fmla="*/ 67 w 233"/>
                  <a:gd name="T85" fmla="*/ 166 h 285"/>
                  <a:gd name="T86" fmla="*/ 112 w 233"/>
                  <a:gd name="T87" fmla="*/ 155 h 285"/>
                  <a:gd name="T88" fmla="*/ 141 w 233"/>
                  <a:gd name="T89" fmla="*/ 157 h 285"/>
                  <a:gd name="T90" fmla="*/ 169 w 233"/>
                  <a:gd name="T91" fmla="*/ 16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3" h="285">
                    <a:moveTo>
                      <a:pt x="133" y="120"/>
                    </a:moveTo>
                    <a:cubicBezTo>
                      <a:pt x="123" y="119"/>
                      <a:pt x="112" y="118"/>
                      <a:pt x="101" y="118"/>
                    </a:cubicBezTo>
                    <a:cubicBezTo>
                      <a:pt x="70" y="118"/>
                      <a:pt x="45" y="126"/>
                      <a:pt x="27" y="142"/>
                    </a:cubicBezTo>
                    <a:cubicBezTo>
                      <a:pt x="8" y="158"/>
                      <a:pt x="0" y="178"/>
                      <a:pt x="0" y="204"/>
                    </a:cubicBezTo>
                    <a:cubicBezTo>
                      <a:pt x="0" y="228"/>
                      <a:pt x="7" y="248"/>
                      <a:pt x="22" y="262"/>
                    </a:cubicBezTo>
                    <a:cubicBezTo>
                      <a:pt x="37" y="277"/>
                      <a:pt x="57" y="283"/>
                      <a:pt x="83" y="284"/>
                    </a:cubicBezTo>
                    <a:cubicBezTo>
                      <a:pt x="118" y="284"/>
                      <a:pt x="148" y="270"/>
                      <a:pt x="172" y="242"/>
                    </a:cubicBezTo>
                    <a:cubicBezTo>
                      <a:pt x="175" y="250"/>
                      <a:pt x="178" y="255"/>
                      <a:pt x="182" y="261"/>
                    </a:cubicBezTo>
                    <a:cubicBezTo>
                      <a:pt x="185" y="266"/>
                      <a:pt x="188" y="270"/>
                      <a:pt x="191" y="275"/>
                    </a:cubicBezTo>
                    <a:cubicBezTo>
                      <a:pt x="194" y="278"/>
                      <a:pt x="198" y="279"/>
                      <a:pt x="200" y="279"/>
                    </a:cubicBezTo>
                    <a:cubicBezTo>
                      <a:pt x="202" y="279"/>
                      <a:pt x="205" y="278"/>
                      <a:pt x="207" y="276"/>
                    </a:cubicBezTo>
                    <a:lnTo>
                      <a:pt x="227" y="263"/>
                    </a:lnTo>
                    <a:cubicBezTo>
                      <a:pt x="231" y="260"/>
                      <a:pt x="232" y="256"/>
                      <a:pt x="232" y="254"/>
                    </a:cubicBezTo>
                    <a:cubicBezTo>
                      <a:pt x="232" y="252"/>
                      <a:pt x="231" y="250"/>
                      <a:pt x="230" y="247"/>
                    </a:cubicBezTo>
                    <a:cubicBezTo>
                      <a:pt x="226" y="239"/>
                      <a:pt x="222" y="231"/>
                      <a:pt x="220" y="225"/>
                    </a:cubicBezTo>
                    <a:cubicBezTo>
                      <a:pt x="218" y="218"/>
                      <a:pt x="217" y="209"/>
                      <a:pt x="217" y="199"/>
                    </a:cubicBezTo>
                    <a:lnTo>
                      <a:pt x="216" y="199"/>
                    </a:lnTo>
                    <a:lnTo>
                      <a:pt x="216" y="100"/>
                    </a:lnTo>
                    <a:cubicBezTo>
                      <a:pt x="216" y="67"/>
                      <a:pt x="207" y="42"/>
                      <a:pt x="191" y="25"/>
                    </a:cubicBezTo>
                    <a:cubicBezTo>
                      <a:pt x="175" y="9"/>
                      <a:pt x="149" y="0"/>
                      <a:pt x="113" y="0"/>
                    </a:cubicBezTo>
                    <a:cubicBezTo>
                      <a:pt x="96" y="0"/>
                      <a:pt x="81" y="3"/>
                      <a:pt x="66" y="6"/>
                    </a:cubicBezTo>
                    <a:cubicBezTo>
                      <a:pt x="51" y="9"/>
                      <a:pt x="38" y="14"/>
                      <a:pt x="27" y="20"/>
                    </a:cubicBezTo>
                    <a:cubicBezTo>
                      <a:pt x="23" y="22"/>
                      <a:pt x="20" y="24"/>
                      <a:pt x="19" y="26"/>
                    </a:cubicBezTo>
                    <a:cubicBezTo>
                      <a:pt x="18" y="28"/>
                      <a:pt x="17" y="32"/>
                      <a:pt x="17" y="37"/>
                    </a:cubicBezTo>
                    <a:lnTo>
                      <a:pt x="17" y="52"/>
                    </a:lnTo>
                    <a:cubicBezTo>
                      <a:pt x="17" y="58"/>
                      <a:pt x="19" y="61"/>
                      <a:pt x="23" y="61"/>
                    </a:cubicBezTo>
                    <a:cubicBezTo>
                      <a:pt x="24" y="61"/>
                      <a:pt x="26" y="61"/>
                      <a:pt x="29" y="60"/>
                    </a:cubicBezTo>
                    <a:cubicBezTo>
                      <a:pt x="31" y="59"/>
                      <a:pt x="34" y="58"/>
                      <a:pt x="39" y="56"/>
                    </a:cubicBezTo>
                    <a:cubicBezTo>
                      <a:pt x="50" y="52"/>
                      <a:pt x="61" y="49"/>
                      <a:pt x="72" y="45"/>
                    </a:cubicBezTo>
                    <a:cubicBezTo>
                      <a:pt x="83" y="42"/>
                      <a:pt x="95" y="41"/>
                      <a:pt x="106" y="41"/>
                    </a:cubicBezTo>
                    <a:cubicBezTo>
                      <a:pt x="129" y="41"/>
                      <a:pt x="145" y="45"/>
                      <a:pt x="155" y="55"/>
                    </a:cubicBezTo>
                    <a:cubicBezTo>
                      <a:pt x="164" y="65"/>
                      <a:pt x="169" y="81"/>
                      <a:pt x="169" y="103"/>
                    </a:cubicBezTo>
                    <a:lnTo>
                      <a:pt x="169" y="126"/>
                    </a:lnTo>
                    <a:cubicBezTo>
                      <a:pt x="156" y="125"/>
                      <a:pt x="145" y="123"/>
                      <a:pt x="133" y="120"/>
                    </a:cubicBezTo>
                    <a:close/>
                    <a:moveTo>
                      <a:pt x="169" y="162"/>
                    </a:moveTo>
                    <a:lnTo>
                      <a:pt x="169" y="175"/>
                    </a:lnTo>
                    <a:cubicBezTo>
                      <a:pt x="169" y="186"/>
                      <a:pt x="168" y="194"/>
                      <a:pt x="166" y="202"/>
                    </a:cubicBezTo>
                    <a:cubicBezTo>
                      <a:pt x="163" y="209"/>
                      <a:pt x="160" y="216"/>
                      <a:pt x="155" y="221"/>
                    </a:cubicBezTo>
                    <a:cubicBezTo>
                      <a:pt x="146" y="230"/>
                      <a:pt x="137" y="237"/>
                      <a:pt x="126" y="240"/>
                    </a:cubicBezTo>
                    <a:cubicBezTo>
                      <a:pt x="115" y="243"/>
                      <a:pt x="105" y="246"/>
                      <a:pt x="95" y="246"/>
                    </a:cubicBezTo>
                    <a:cubicBezTo>
                      <a:pt x="81" y="246"/>
                      <a:pt x="70" y="242"/>
                      <a:pt x="63" y="234"/>
                    </a:cubicBezTo>
                    <a:cubicBezTo>
                      <a:pt x="55" y="226"/>
                      <a:pt x="52" y="216"/>
                      <a:pt x="52" y="202"/>
                    </a:cubicBezTo>
                    <a:cubicBezTo>
                      <a:pt x="52" y="187"/>
                      <a:pt x="57" y="174"/>
                      <a:pt x="67" y="166"/>
                    </a:cubicBezTo>
                    <a:cubicBezTo>
                      <a:pt x="77" y="157"/>
                      <a:pt x="92" y="155"/>
                      <a:pt x="112" y="155"/>
                    </a:cubicBezTo>
                    <a:cubicBezTo>
                      <a:pt x="122" y="155"/>
                      <a:pt x="131" y="156"/>
                      <a:pt x="141" y="157"/>
                    </a:cubicBezTo>
                    <a:cubicBezTo>
                      <a:pt x="151" y="158"/>
                      <a:pt x="160" y="160"/>
                      <a:pt x="169" y="162"/>
                    </a:cubicBezTo>
                    <a:close/>
                  </a:path>
                </a:pathLst>
              </a:custGeom>
              <a:solidFill>
                <a:srgbClr val="262F3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9">
                <a:extLst>
                  <a:ext uri="{FF2B5EF4-FFF2-40B4-BE49-F238E27FC236}">
                    <a16:creationId xmlns:a16="http://schemas.microsoft.com/office/drawing/2014/main" id="{40309A18-7D17-9880-C92B-93FE96D71CBE}"/>
                  </a:ext>
                </a:extLst>
              </p:cNvPr>
              <p:cNvSpPr>
                <a:spLocks noChangeArrowheads="1"/>
              </p:cNvSpPr>
              <p:nvPr/>
            </p:nvSpPr>
            <p:spPr bwMode="auto">
              <a:xfrm>
                <a:off x="5105400" y="2146300"/>
                <a:ext cx="131763" cy="98425"/>
              </a:xfrm>
              <a:custGeom>
                <a:avLst/>
                <a:gdLst>
                  <a:gd name="T0" fmla="*/ 81 w 368"/>
                  <a:gd name="T1" fmla="*/ 267 h 272"/>
                  <a:gd name="T2" fmla="*/ 93 w 368"/>
                  <a:gd name="T3" fmla="*/ 270 h 272"/>
                  <a:gd name="T4" fmla="*/ 119 w 368"/>
                  <a:gd name="T5" fmla="*/ 270 h 272"/>
                  <a:gd name="T6" fmla="*/ 130 w 368"/>
                  <a:gd name="T7" fmla="*/ 267 h 272"/>
                  <a:gd name="T8" fmla="*/ 136 w 368"/>
                  <a:gd name="T9" fmla="*/ 255 h 272"/>
                  <a:gd name="T10" fmla="*/ 183 w 368"/>
                  <a:gd name="T11" fmla="*/ 60 h 272"/>
                  <a:gd name="T12" fmla="*/ 229 w 368"/>
                  <a:gd name="T13" fmla="*/ 256 h 272"/>
                  <a:gd name="T14" fmla="*/ 234 w 368"/>
                  <a:gd name="T15" fmla="*/ 268 h 272"/>
                  <a:gd name="T16" fmla="*/ 246 w 368"/>
                  <a:gd name="T17" fmla="*/ 271 h 272"/>
                  <a:gd name="T18" fmla="*/ 272 w 368"/>
                  <a:gd name="T19" fmla="*/ 271 h 272"/>
                  <a:gd name="T20" fmla="*/ 283 w 368"/>
                  <a:gd name="T21" fmla="*/ 268 h 272"/>
                  <a:gd name="T22" fmla="*/ 290 w 368"/>
                  <a:gd name="T23" fmla="*/ 256 h 272"/>
                  <a:gd name="T24" fmla="*/ 364 w 368"/>
                  <a:gd name="T25" fmla="*/ 21 h 272"/>
                  <a:gd name="T26" fmla="*/ 366 w 368"/>
                  <a:gd name="T27" fmla="*/ 14 h 272"/>
                  <a:gd name="T28" fmla="*/ 367 w 368"/>
                  <a:gd name="T29" fmla="*/ 9 h 272"/>
                  <a:gd name="T30" fmla="*/ 359 w 368"/>
                  <a:gd name="T31" fmla="*/ 1 h 272"/>
                  <a:gd name="T32" fmla="*/ 332 w 368"/>
                  <a:gd name="T33" fmla="*/ 1 h 272"/>
                  <a:gd name="T34" fmla="*/ 320 w 368"/>
                  <a:gd name="T35" fmla="*/ 4 h 272"/>
                  <a:gd name="T36" fmla="*/ 313 w 368"/>
                  <a:gd name="T37" fmla="*/ 16 h 272"/>
                  <a:gd name="T38" fmla="*/ 260 w 368"/>
                  <a:gd name="T39" fmla="*/ 219 h 272"/>
                  <a:gd name="T40" fmla="*/ 213 w 368"/>
                  <a:gd name="T41" fmla="*/ 16 h 272"/>
                  <a:gd name="T42" fmla="*/ 207 w 368"/>
                  <a:gd name="T43" fmla="*/ 4 h 272"/>
                  <a:gd name="T44" fmla="*/ 196 w 368"/>
                  <a:gd name="T45" fmla="*/ 1 h 272"/>
                  <a:gd name="T46" fmla="*/ 171 w 368"/>
                  <a:gd name="T47" fmla="*/ 1 h 272"/>
                  <a:gd name="T48" fmla="*/ 159 w 368"/>
                  <a:gd name="T49" fmla="*/ 4 h 272"/>
                  <a:gd name="T50" fmla="*/ 154 w 368"/>
                  <a:gd name="T51" fmla="*/ 16 h 272"/>
                  <a:gd name="T52" fmla="*/ 106 w 368"/>
                  <a:gd name="T53" fmla="*/ 216 h 272"/>
                  <a:gd name="T54" fmla="*/ 55 w 368"/>
                  <a:gd name="T55" fmla="*/ 15 h 272"/>
                  <a:gd name="T56" fmla="*/ 49 w 368"/>
                  <a:gd name="T57" fmla="*/ 3 h 272"/>
                  <a:gd name="T58" fmla="*/ 37 w 368"/>
                  <a:gd name="T59" fmla="*/ 0 h 272"/>
                  <a:gd name="T60" fmla="*/ 7 w 368"/>
                  <a:gd name="T61" fmla="*/ 0 h 272"/>
                  <a:gd name="T62" fmla="*/ 0 w 368"/>
                  <a:gd name="T63" fmla="*/ 8 h 272"/>
                  <a:gd name="T64" fmla="*/ 3 w 368"/>
                  <a:gd name="T65" fmla="*/ 19 h 272"/>
                  <a:gd name="T66" fmla="*/ 74 w 368"/>
                  <a:gd name="T67" fmla="*/ 254 h 272"/>
                  <a:gd name="T68" fmla="*/ 81 w 368"/>
                  <a:gd name="T69" fmla="*/ 267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8" h="272">
                    <a:moveTo>
                      <a:pt x="81" y="267"/>
                    </a:moveTo>
                    <a:cubicBezTo>
                      <a:pt x="83" y="269"/>
                      <a:pt x="88" y="270"/>
                      <a:pt x="93" y="270"/>
                    </a:cubicBezTo>
                    <a:lnTo>
                      <a:pt x="119" y="270"/>
                    </a:lnTo>
                    <a:cubicBezTo>
                      <a:pt x="124" y="270"/>
                      <a:pt x="128" y="269"/>
                      <a:pt x="130" y="267"/>
                    </a:cubicBezTo>
                    <a:cubicBezTo>
                      <a:pt x="133" y="264"/>
                      <a:pt x="135" y="260"/>
                      <a:pt x="136" y="255"/>
                    </a:cubicBezTo>
                    <a:lnTo>
                      <a:pt x="183" y="60"/>
                    </a:lnTo>
                    <a:lnTo>
                      <a:pt x="229" y="256"/>
                    </a:lnTo>
                    <a:cubicBezTo>
                      <a:pt x="230" y="262"/>
                      <a:pt x="232" y="266"/>
                      <a:pt x="234" y="268"/>
                    </a:cubicBezTo>
                    <a:cubicBezTo>
                      <a:pt x="236" y="270"/>
                      <a:pt x="241" y="271"/>
                      <a:pt x="246" y="271"/>
                    </a:cubicBezTo>
                    <a:lnTo>
                      <a:pt x="272" y="271"/>
                    </a:lnTo>
                    <a:cubicBezTo>
                      <a:pt x="277" y="271"/>
                      <a:pt x="281" y="270"/>
                      <a:pt x="283" y="268"/>
                    </a:cubicBezTo>
                    <a:cubicBezTo>
                      <a:pt x="286" y="266"/>
                      <a:pt x="288" y="262"/>
                      <a:pt x="290" y="256"/>
                    </a:cubicBezTo>
                    <a:lnTo>
                      <a:pt x="364" y="21"/>
                    </a:lnTo>
                    <a:cubicBezTo>
                      <a:pt x="365" y="18"/>
                      <a:pt x="366" y="16"/>
                      <a:pt x="366" y="14"/>
                    </a:cubicBezTo>
                    <a:cubicBezTo>
                      <a:pt x="366" y="12"/>
                      <a:pt x="367" y="11"/>
                      <a:pt x="367" y="9"/>
                    </a:cubicBezTo>
                    <a:cubicBezTo>
                      <a:pt x="367" y="3"/>
                      <a:pt x="364" y="1"/>
                      <a:pt x="359" y="1"/>
                    </a:cubicBezTo>
                    <a:lnTo>
                      <a:pt x="332" y="1"/>
                    </a:lnTo>
                    <a:cubicBezTo>
                      <a:pt x="326" y="1"/>
                      <a:pt x="322" y="2"/>
                      <a:pt x="320" y="4"/>
                    </a:cubicBezTo>
                    <a:cubicBezTo>
                      <a:pt x="318" y="6"/>
                      <a:pt x="316" y="10"/>
                      <a:pt x="313" y="16"/>
                    </a:cubicBezTo>
                    <a:lnTo>
                      <a:pt x="260" y="219"/>
                    </a:lnTo>
                    <a:lnTo>
                      <a:pt x="213" y="16"/>
                    </a:lnTo>
                    <a:cubicBezTo>
                      <a:pt x="212" y="11"/>
                      <a:pt x="210" y="6"/>
                      <a:pt x="207" y="4"/>
                    </a:cubicBezTo>
                    <a:cubicBezTo>
                      <a:pt x="205" y="2"/>
                      <a:pt x="201" y="1"/>
                      <a:pt x="196" y="1"/>
                    </a:cubicBezTo>
                    <a:lnTo>
                      <a:pt x="171" y="1"/>
                    </a:lnTo>
                    <a:cubicBezTo>
                      <a:pt x="166" y="1"/>
                      <a:pt x="161" y="2"/>
                      <a:pt x="159" y="4"/>
                    </a:cubicBezTo>
                    <a:cubicBezTo>
                      <a:pt x="157" y="6"/>
                      <a:pt x="155" y="10"/>
                      <a:pt x="154" y="16"/>
                    </a:cubicBezTo>
                    <a:lnTo>
                      <a:pt x="106" y="216"/>
                    </a:lnTo>
                    <a:lnTo>
                      <a:pt x="55" y="15"/>
                    </a:lnTo>
                    <a:cubicBezTo>
                      <a:pt x="53" y="10"/>
                      <a:pt x="52" y="5"/>
                      <a:pt x="49" y="3"/>
                    </a:cubicBezTo>
                    <a:cubicBezTo>
                      <a:pt x="47" y="1"/>
                      <a:pt x="43" y="0"/>
                      <a:pt x="37" y="0"/>
                    </a:cubicBezTo>
                    <a:lnTo>
                      <a:pt x="7" y="0"/>
                    </a:lnTo>
                    <a:cubicBezTo>
                      <a:pt x="2" y="0"/>
                      <a:pt x="0" y="3"/>
                      <a:pt x="0" y="8"/>
                    </a:cubicBezTo>
                    <a:cubicBezTo>
                      <a:pt x="0" y="10"/>
                      <a:pt x="1" y="14"/>
                      <a:pt x="3" y="19"/>
                    </a:cubicBezTo>
                    <a:lnTo>
                      <a:pt x="74" y="254"/>
                    </a:lnTo>
                    <a:cubicBezTo>
                      <a:pt x="77" y="260"/>
                      <a:pt x="79" y="264"/>
                      <a:pt x="81" y="267"/>
                    </a:cubicBezTo>
                  </a:path>
                </a:pathLst>
              </a:custGeom>
              <a:solidFill>
                <a:srgbClr val="262F3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10">
                <a:extLst>
                  <a:ext uri="{FF2B5EF4-FFF2-40B4-BE49-F238E27FC236}">
                    <a16:creationId xmlns:a16="http://schemas.microsoft.com/office/drawing/2014/main" id="{0B1A68C1-304D-EE92-7E9A-877D7A1E60B7}"/>
                  </a:ext>
                </a:extLst>
              </p:cNvPr>
              <p:cNvSpPr>
                <a:spLocks noChangeArrowheads="1"/>
              </p:cNvSpPr>
              <p:nvPr/>
            </p:nvSpPr>
            <p:spPr bwMode="auto">
              <a:xfrm>
                <a:off x="5245100" y="2143125"/>
                <a:ext cx="73025" cy="103188"/>
              </a:xfrm>
              <a:custGeom>
                <a:avLst/>
                <a:gdLst>
                  <a:gd name="T0" fmla="*/ 134 w 203"/>
                  <a:gd name="T1" fmla="*/ 236 h 287"/>
                  <a:gd name="T2" fmla="*/ 90 w 203"/>
                  <a:gd name="T3" fmla="*/ 246 h 287"/>
                  <a:gd name="T4" fmla="*/ 54 w 203"/>
                  <a:gd name="T5" fmla="*/ 242 h 287"/>
                  <a:gd name="T6" fmla="*/ 21 w 203"/>
                  <a:gd name="T7" fmla="*/ 232 h 287"/>
                  <a:gd name="T8" fmla="*/ 13 w 203"/>
                  <a:gd name="T9" fmla="*/ 228 h 287"/>
                  <a:gd name="T10" fmla="*/ 8 w 203"/>
                  <a:gd name="T11" fmla="*/ 227 h 287"/>
                  <a:gd name="T12" fmla="*/ 0 w 203"/>
                  <a:gd name="T13" fmla="*/ 237 h 287"/>
                  <a:gd name="T14" fmla="*/ 0 w 203"/>
                  <a:gd name="T15" fmla="*/ 252 h 287"/>
                  <a:gd name="T16" fmla="*/ 3 w 203"/>
                  <a:gd name="T17" fmla="*/ 261 h 287"/>
                  <a:gd name="T18" fmla="*/ 12 w 203"/>
                  <a:gd name="T19" fmla="*/ 269 h 287"/>
                  <a:gd name="T20" fmla="*/ 47 w 203"/>
                  <a:gd name="T21" fmla="*/ 281 h 287"/>
                  <a:gd name="T22" fmla="*/ 95 w 203"/>
                  <a:gd name="T23" fmla="*/ 286 h 287"/>
                  <a:gd name="T24" fmla="*/ 138 w 203"/>
                  <a:gd name="T25" fmla="*/ 280 h 287"/>
                  <a:gd name="T26" fmla="*/ 172 w 203"/>
                  <a:gd name="T27" fmla="*/ 263 h 287"/>
                  <a:gd name="T28" fmla="*/ 194 w 203"/>
                  <a:gd name="T29" fmla="*/ 236 h 287"/>
                  <a:gd name="T30" fmla="*/ 202 w 203"/>
                  <a:gd name="T31" fmla="*/ 201 h 287"/>
                  <a:gd name="T32" fmla="*/ 188 w 203"/>
                  <a:gd name="T33" fmla="*/ 158 h 287"/>
                  <a:gd name="T34" fmla="*/ 141 w 203"/>
                  <a:gd name="T35" fmla="*/ 129 h 287"/>
                  <a:gd name="T36" fmla="*/ 98 w 203"/>
                  <a:gd name="T37" fmla="*/ 115 h 287"/>
                  <a:gd name="T38" fmla="*/ 65 w 203"/>
                  <a:gd name="T39" fmla="*/ 98 h 287"/>
                  <a:gd name="T40" fmla="*/ 56 w 203"/>
                  <a:gd name="T41" fmla="*/ 76 h 287"/>
                  <a:gd name="T42" fmla="*/ 70 w 203"/>
                  <a:gd name="T43" fmla="*/ 50 h 287"/>
                  <a:gd name="T44" fmla="*/ 111 w 203"/>
                  <a:gd name="T45" fmla="*/ 41 h 287"/>
                  <a:gd name="T46" fmla="*/ 168 w 203"/>
                  <a:gd name="T47" fmla="*/ 53 h 287"/>
                  <a:gd name="T48" fmla="*/ 180 w 203"/>
                  <a:gd name="T49" fmla="*/ 56 h 287"/>
                  <a:gd name="T50" fmla="*/ 188 w 203"/>
                  <a:gd name="T51" fmla="*/ 47 h 287"/>
                  <a:gd name="T52" fmla="*/ 188 w 203"/>
                  <a:gd name="T53" fmla="*/ 33 h 287"/>
                  <a:gd name="T54" fmla="*/ 184 w 203"/>
                  <a:gd name="T55" fmla="*/ 23 h 287"/>
                  <a:gd name="T56" fmla="*/ 176 w 203"/>
                  <a:gd name="T57" fmla="*/ 15 h 287"/>
                  <a:gd name="T58" fmla="*/ 163 w 203"/>
                  <a:gd name="T59" fmla="*/ 10 h 287"/>
                  <a:gd name="T60" fmla="*/ 146 w 203"/>
                  <a:gd name="T61" fmla="*/ 5 h 287"/>
                  <a:gd name="T62" fmla="*/ 127 w 203"/>
                  <a:gd name="T63" fmla="*/ 2 h 287"/>
                  <a:gd name="T64" fmla="*/ 106 w 203"/>
                  <a:gd name="T65" fmla="*/ 0 h 287"/>
                  <a:gd name="T66" fmla="*/ 68 w 203"/>
                  <a:gd name="T67" fmla="*/ 6 h 287"/>
                  <a:gd name="T68" fmla="*/ 36 w 203"/>
                  <a:gd name="T69" fmla="*/ 22 h 287"/>
                  <a:gd name="T70" fmla="*/ 14 w 203"/>
                  <a:gd name="T71" fmla="*/ 47 h 287"/>
                  <a:gd name="T72" fmla="*/ 6 w 203"/>
                  <a:gd name="T73" fmla="*/ 80 h 287"/>
                  <a:gd name="T74" fmla="*/ 21 w 203"/>
                  <a:gd name="T75" fmla="*/ 124 h 287"/>
                  <a:gd name="T76" fmla="*/ 69 w 203"/>
                  <a:gd name="T77" fmla="*/ 155 h 287"/>
                  <a:gd name="T78" fmla="*/ 113 w 203"/>
                  <a:gd name="T79" fmla="*/ 169 h 287"/>
                  <a:gd name="T80" fmla="*/ 144 w 203"/>
                  <a:gd name="T81" fmla="*/ 185 h 287"/>
                  <a:gd name="T82" fmla="*/ 152 w 203"/>
                  <a:gd name="T83" fmla="*/ 206 h 287"/>
                  <a:gd name="T84" fmla="*/ 134 w 203"/>
                  <a:gd name="T85" fmla="*/ 236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3" h="287">
                    <a:moveTo>
                      <a:pt x="134" y="236"/>
                    </a:moveTo>
                    <a:cubicBezTo>
                      <a:pt x="123" y="242"/>
                      <a:pt x="108" y="246"/>
                      <a:pt x="90" y="246"/>
                    </a:cubicBezTo>
                    <a:cubicBezTo>
                      <a:pt x="79" y="246"/>
                      <a:pt x="67" y="245"/>
                      <a:pt x="54" y="242"/>
                    </a:cubicBezTo>
                    <a:cubicBezTo>
                      <a:pt x="42" y="240"/>
                      <a:pt x="30" y="236"/>
                      <a:pt x="21" y="232"/>
                    </a:cubicBezTo>
                    <a:cubicBezTo>
                      <a:pt x="18" y="231"/>
                      <a:pt x="15" y="230"/>
                      <a:pt x="13" y="228"/>
                    </a:cubicBezTo>
                    <a:cubicBezTo>
                      <a:pt x="11" y="227"/>
                      <a:pt x="10" y="227"/>
                      <a:pt x="8" y="227"/>
                    </a:cubicBezTo>
                    <a:cubicBezTo>
                      <a:pt x="4" y="227"/>
                      <a:pt x="0" y="231"/>
                      <a:pt x="0" y="237"/>
                    </a:cubicBezTo>
                    <a:lnTo>
                      <a:pt x="0" y="252"/>
                    </a:lnTo>
                    <a:cubicBezTo>
                      <a:pt x="0" y="255"/>
                      <a:pt x="1" y="257"/>
                      <a:pt x="3" y="261"/>
                    </a:cubicBezTo>
                    <a:cubicBezTo>
                      <a:pt x="4" y="264"/>
                      <a:pt x="7" y="266"/>
                      <a:pt x="12" y="269"/>
                    </a:cubicBezTo>
                    <a:cubicBezTo>
                      <a:pt x="20" y="273"/>
                      <a:pt x="31" y="278"/>
                      <a:pt x="47" y="281"/>
                    </a:cubicBezTo>
                    <a:cubicBezTo>
                      <a:pt x="62" y="284"/>
                      <a:pt x="79" y="286"/>
                      <a:pt x="95" y="286"/>
                    </a:cubicBezTo>
                    <a:cubicBezTo>
                      <a:pt x="110" y="286"/>
                      <a:pt x="125" y="284"/>
                      <a:pt x="138" y="280"/>
                    </a:cubicBezTo>
                    <a:cubicBezTo>
                      <a:pt x="151" y="276"/>
                      <a:pt x="163" y="270"/>
                      <a:pt x="172" y="263"/>
                    </a:cubicBezTo>
                    <a:cubicBezTo>
                      <a:pt x="181" y="255"/>
                      <a:pt x="189" y="247"/>
                      <a:pt x="194" y="236"/>
                    </a:cubicBezTo>
                    <a:cubicBezTo>
                      <a:pt x="199" y="225"/>
                      <a:pt x="202" y="214"/>
                      <a:pt x="202" y="201"/>
                    </a:cubicBezTo>
                    <a:cubicBezTo>
                      <a:pt x="202" y="185"/>
                      <a:pt x="197" y="171"/>
                      <a:pt x="188" y="158"/>
                    </a:cubicBezTo>
                    <a:cubicBezTo>
                      <a:pt x="178" y="145"/>
                      <a:pt x="163" y="135"/>
                      <a:pt x="141" y="129"/>
                    </a:cubicBezTo>
                    <a:lnTo>
                      <a:pt x="98" y="115"/>
                    </a:lnTo>
                    <a:cubicBezTo>
                      <a:pt x="82" y="110"/>
                      <a:pt x="71" y="104"/>
                      <a:pt x="65" y="98"/>
                    </a:cubicBezTo>
                    <a:cubicBezTo>
                      <a:pt x="58" y="93"/>
                      <a:pt x="56" y="85"/>
                      <a:pt x="56" y="76"/>
                    </a:cubicBezTo>
                    <a:cubicBezTo>
                      <a:pt x="56" y="64"/>
                      <a:pt x="61" y="55"/>
                      <a:pt x="70" y="50"/>
                    </a:cubicBezTo>
                    <a:cubicBezTo>
                      <a:pt x="80" y="44"/>
                      <a:pt x="93" y="41"/>
                      <a:pt x="111" y="41"/>
                    </a:cubicBezTo>
                    <a:cubicBezTo>
                      <a:pt x="132" y="41"/>
                      <a:pt x="151" y="45"/>
                      <a:pt x="168" y="53"/>
                    </a:cubicBezTo>
                    <a:cubicBezTo>
                      <a:pt x="174" y="55"/>
                      <a:pt x="177" y="56"/>
                      <a:pt x="180" y="56"/>
                    </a:cubicBezTo>
                    <a:cubicBezTo>
                      <a:pt x="184" y="56"/>
                      <a:pt x="188" y="53"/>
                      <a:pt x="188" y="47"/>
                    </a:cubicBezTo>
                    <a:lnTo>
                      <a:pt x="188" y="33"/>
                    </a:lnTo>
                    <a:cubicBezTo>
                      <a:pt x="188" y="28"/>
                      <a:pt x="187" y="25"/>
                      <a:pt x="184" y="23"/>
                    </a:cubicBezTo>
                    <a:cubicBezTo>
                      <a:pt x="182" y="20"/>
                      <a:pt x="179" y="17"/>
                      <a:pt x="176" y="15"/>
                    </a:cubicBezTo>
                    <a:cubicBezTo>
                      <a:pt x="173" y="12"/>
                      <a:pt x="168" y="12"/>
                      <a:pt x="163" y="10"/>
                    </a:cubicBezTo>
                    <a:cubicBezTo>
                      <a:pt x="158" y="8"/>
                      <a:pt x="152" y="7"/>
                      <a:pt x="146" y="5"/>
                    </a:cubicBezTo>
                    <a:cubicBezTo>
                      <a:pt x="140" y="4"/>
                      <a:pt x="133" y="3"/>
                      <a:pt x="127" y="2"/>
                    </a:cubicBezTo>
                    <a:cubicBezTo>
                      <a:pt x="120" y="0"/>
                      <a:pt x="113" y="0"/>
                      <a:pt x="106" y="0"/>
                    </a:cubicBezTo>
                    <a:cubicBezTo>
                      <a:pt x="93" y="0"/>
                      <a:pt x="81" y="2"/>
                      <a:pt x="68" y="6"/>
                    </a:cubicBezTo>
                    <a:cubicBezTo>
                      <a:pt x="56" y="9"/>
                      <a:pt x="45" y="14"/>
                      <a:pt x="36" y="22"/>
                    </a:cubicBezTo>
                    <a:cubicBezTo>
                      <a:pt x="26" y="28"/>
                      <a:pt x="20" y="37"/>
                      <a:pt x="14" y="47"/>
                    </a:cubicBezTo>
                    <a:cubicBezTo>
                      <a:pt x="9" y="56"/>
                      <a:pt x="6" y="68"/>
                      <a:pt x="6" y="80"/>
                    </a:cubicBezTo>
                    <a:cubicBezTo>
                      <a:pt x="6" y="96"/>
                      <a:pt x="11" y="111"/>
                      <a:pt x="21" y="124"/>
                    </a:cubicBezTo>
                    <a:cubicBezTo>
                      <a:pt x="30" y="137"/>
                      <a:pt x="47" y="147"/>
                      <a:pt x="69" y="155"/>
                    </a:cubicBezTo>
                    <a:lnTo>
                      <a:pt x="113" y="169"/>
                    </a:lnTo>
                    <a:cubicBezTo>
                      <a:pt x="128" y="174"/>
                      <a:pt x="137" y="178"/>
                      <a:pt x="144" y="185"/>
                    </a:cubicBezTo>
                    <a:cubicBezTo>
                      <a:pt x="149" y="190"/>
                      <a:pt x="152" y="197"/>
                      <a:pt x="152" y="206"/>
                    </a:cubicBezTo>
                    <a:cubicBezTo>
                      <a:pt x="150" y="220"/>
                      <a:pt x="145" y="230"/>
                      <a:pt x="134" y="236"/>
                    </a:cubicBezTo>
                  </a:path>
                </a:pathLst>
              </a:custGeom>
              <a:solidFill>
                <a:srgbClr val="262F3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1" name="Freeform 11">
                <a:extLst>
                  <a:ext uri="{FF2B5EF4-FFF2-40B4-BE49-F238E27FC236}">
                    <a16:creationId xmlns:a16="http://schemas.microsoft.com/office/drawing/2014/main" id="{54284615-EF9D-4A3A-2A7E-3A79EB209A96}"/>
                  </a:ext>
                </a:extLst>
              </p:cNvPr>
              <p:cNvSpPr>
                <a:spLocks noChangeArrowheads="1"/>
              </p:cNvSpPr>
              <p:nvPr/>
            </p:nvSpPr>
            <p:spPr bwMode="auto">
              <a:xfrm>
                <a:off x="5000625" y="2271713"/>
                <a:ext cx="304800" cy="69850"/>
              </a:xfrm>
              <a:custGeom>
                <a:avLst/>
                <a:gdLst>
                  <a:gd name="T0" fmla="*/ 9 w 845"/>
                  <a:gd name="T1" fmla="*/ 20 h 194"/>
                  <a:gd name="T2" fmla="*/ 459 w 845"/>
                  <a:gd name="T3" fmla="*/ 193 h 194"/>
                  <a:gd name="T4" fmla="*/ 828 w 845"/>
                  <a:gd name="T5" fmla="*/ 82 h 194"/>
                  <a:gd name="T6" fmla="*/ 813 w 845"/>
                  <a:gd name="T7" fmla="*/ 59 h 194"/>
                  <a:gd name="T8" fmla="*/ 469 w 845"/>
                  <a:gd name="T9" fmla="*/ 128 h 194"/>
                  <a:gd name="T10" fmla="*/ 19 w 845"/>
                  <a:gd name="T11" fmla="*/ 7 h 194"/>
                  <a:gd name="T12" fmla="*/ 9 w 845"/>
                  <a:gd name="T13" fmla="*/ 20 h 194"/>
                </a:gdLst>
                <a:ahLst/>
                <a:cxnLst>
                  <a:cxn ang="0">
                    <a:pos x="T0" y="T1"/>
                  </a:cxn>
                  <a:cxn ang="0">
                    <a:pos x="T2" y="T3"/>
                  </a:cxn>
                  <a:cxn ang="0">
                    <a:pos x="T4" y="T5"/>
                  </a:cxn>
                  <a:cxn ang="0">
                    <a:pos x="T6" y="T7"/>
                  </a:cxn>
                  <a:cxn ang="0">
                    <a:pos x="T8" y="T9"/>
                  </a:cxn>
                  <a:cxn ang="0">
                    <a:pos x="T10" y="T11"/>
                  </a:cxn>
                  <a:cxn ang="0">
                    <a:pos x="T12" y="T13"/>
                  </a:cxn>
                </a:cxnLst>
                <a:rect l="0" t="0" r="r" b="b"/>
                <a:pathLst>
                  <a:path w="845" h="194">
                    <a:moveTo>
                      <a:pt x="9" y="20"/>
                    </a:moveTo>
                    <a:cubicBezTo>
                      <a:pt x="128" y="128"/>
                      <a:pt x="285" y="192"/>
                      <a:pt x="459" y="193"/>
                    </a:cubicBezTo>
                    <a:cubicBezTo>
                      <a:pt x="583" y="193"/>
                      <a:pt x="729" y="155"/>
                      <a:pt x="828" y="82"/>
                    </a:cubicBezTo>
                    <a:cubicBezTo>
                      <a:pt x="844" y="70"/>
                      <a:pt x="830" y="51"/>
                      <a:pt x="813" y="59"/>
                    </a:cubicBezTo>
                    <a:cubicBezTo>
                      <a:pt x="701" y="106"/>
                      <a:pt x="580" y="128"/>
                      <a:pt x="469" y="128"/>
                    </a:cubicBezTo>
                    <a:cubicBezTo>
                      <a:pt x="305" y="128"/>
                      <a:pt x="147" y="82"/>
                      <a:pt x="19" y="7"/>
                    </a:cubicBezTo>
                    <a:cubicBezTo>
                      <a:pt x="8" y="0"/>
                      <a:pt x="0" y="12"/>
                      <a:pt x="9" y="20"/>
                    </a:cubicBezTo>
                  </a:path>
                </a:pathLst>
              </a:custGeom>
              <a:solidFill>
                <a:srgbClr val="F798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2">
                <a:extLst>
                  <a:ext uri="{FF2B5EF4-FFF2-40B4-BE49-F238E27FC236}">
                    <a16:creationId xmlns:a16="http://schemas.microsoft.com/office/drawing/2014/main" id="{1378BEB5-D2AF-ADB9-7976-0D8BCED59518}"/>
                  </a:ext>
                </a:extLst>
              </p:cNvPr>
              <p:cNvSpPr>
                <a:spLocks noChangeArrowheads="1"/>
              </p:cNvSpPr>
              <p:nvPr/>
            </p:nvSpPr>
            <p:spPr bwMode="auto">
              <a:xfrm>
                <a:off x="5268913" y="2262188"/>
                <a:ext cx="65087" cy="66675"/>
              </a:xfrm>
              <a:custGeom>
                <a:avLst/>
                <a:gdLst>
                  <a:gd name="T0" fmla="*/ 113 w 181"/>
                  <a:gd name="T1" fmla="*/ 178 h 185"/>
                  <a:gd name="T2" fmla="*/ 170 w 181"/>
                  <a:gd name="T3" fmla="*/ 26 h 185"/>
                  <a:gd name="T4" fmla="*/ 8 w 181"/>
                  <a:gd name="T5" fmla="*/ 41 h 185"/>
                  <a:gd name="T6" fmla="*/ 10 w 181"/>
                  <a:gd name="T7" fmla="*/ 55 h 185"/>
                  <a:gd name="T8" fmla="*/ 127 w 181"/>
                  <a:gd name="T9" fmla="*/ 59 h 185"/>
                  <a:gd name="T10" fmla="*/ 100 w 181"/>
                  <a:gd name="T11" fmla="*/ 173 h 185"/>
                  <a:gd name="T12" fmla="*/ 113 w 181"/>
                  <a:gd name="T13" fmla="*/ 178 h 185"/>
                </a:gdLst>
                <a:ahLst/>
                <a:cxnLst>
                  <a:cxn ang="0">
                    <a:pos x="T0" y="T1"/>
                  </a:cxn>
                  <a:cxn ang="0">
                    <a:pos x="T2" y="T3"/>
                  </a:cxn>
                  <a:cxn ang="0">
                    <a:pos x="T4" y="T5"/>
                  </a:cxn>
                  <a:cxn ang="0">
                    <a:pos x="T6" y="T7"/>
                  </a:cxn>
                  <a:cxn ang="0">
                    <a:pos x="T8" y="T9"/>
                  </a:cxn>
                  <a:cxn ang="0">
                    <a:pos x="T10" y="T11"/>
                  </a:cxn>
                  <a:cxn ang="0">
                    <a:pos x="T12" y="T13"/>
                  </a:cxn>
                </a:cxnLst>
                <a:rect l="0" t="0" r="r" b="b"/>
                <a:pathLst>
                  <a:path w="181" h="185">
                    <a:moveTo>
                      <a:pt x="113" y="178"/>
                    </a:moveTo>
                    <a:cubicBezTo>
                      <a:pt x="167" y="133"/>
                      <a:pt x="180" y="40"/>
                      <a:pt x="170" y="26"/>
                    </a:cubicBezTo>
                    <a:cubicBezTo>
                      <a:pt x="159" y="13"/>
                      <a:pt x="65" y="0"/>
                      <a:pt x="8" y="41"/>
                    </a:cubicBezTo>
                    <a:cubicBezTo>
                      <a:pt x="0" y="47"/>
                      <a:pt x="1" y="56"/>
                      <a:pt x="10" y="55"/>
                    </a:cubicBezTo>
                    <a:cubicBezTo>
                      <a:pt x="42" y="50"/>
                      <a:pt x="114" y="43"/>
                      <a:pt x="127" y="59"/>
                    </a:cubicBezTo>
                    <a:cubicBezTo>
                      <a:pt x="140" y="75"/>
                      <a:pt x="112" y="143"/>
                      <a:pt x="100" y="173"/>
                    </a:cubicBezTo>
                    <a:cubicBezTo>
                      <a:pt x="97" y="181"/>
                      <a:pt x="104" y="184"/>
                      <a:pt x="113" y="178"/>
                    </a:cubicBezTo>
                  </a:path>
                </a:pathLst>
              </a:custGeom>
              <a:solidFill>
                <a:srgbClr val="F798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39" name="Group 38">
            <a:extLst>
              <a:ext uri="{FF2B5EF4-FFF2-40B4-BE49-F238E27FC236}">
                <a16:creationId xmlns:a16="http://schemas.microsoft.com/office/drawing/2014/main" id="{AF3CEB51-1FB4-FA59-5AB8-BEABAADD49C0}"/>
              </a:ext>
            </a:extLst>
          </p:cNvPr>
          <p:cNvGrpSpPr/>
          <p:nvPr/>
        </p:nvGrpSpPr>
        <p:grpSpPr>
          <a:xfrm>
            <a:off x="1307539" y="1850575"/>
            <a:ext cx="2073831" cy="295913"/>
            <a:chOff x="4240213" y="793750"/>
            <a:chExt cx="1346200" cy="192088"/>
          </a:xfrm>
        </p:grpSpPr>
        <p:grpSp>
          <p:nvGrpSpPr>
            <p:cNvPr id="40" name="Group 39">
              <a:extLst>
                <a:ext uri="{FF2B5EF4-FFF2-40B4-BE49-F238E27FC236}">
                  <a16:creationId xmlns:a16="http://schemas.microsoft.com/office/drawing/2014/main" id="{08598E05-CB36-985C-D376-C16864CB1767}"/>
                </a:ext>
              </a:extLst>
            </p:cNvPr>
            <p:cNvGrpSpPr/>
            <p:nvPr/>
          </p:nvGrpSpPr>
          <p:grpSpPr>
            <a:xfrm>
              <a:off x="4240213" y="819150"/>
              <a:ext cx="484187" cy="128588"/>
              <a:chOff x="4240213" y="819150"/>
              <a:chExt cx="484187" cy="128588"/>
            </a:xfrm>
          </p:grpSpPr>
          <p:sp>
            <p:nvSpPr>
              <p:cNvPr id="53" name="Freeform 13">
                <a:extLst>
                  <a:ext uri="{FF2B5EF4-FFF2-40B4-BE49-F238E27FC236}">
                    <a16:creationId xmlns:a16="http://schemas.microsoft.com/office/drawing/2014/main" id="{4B179074-6FF6-4A88-7410-E8196F8933D7}"/>
                  </a:ext>
                </a:extLst>
              </p:cNvPr>
              <p:cNvSpPr>
                <a:spLocks noChangeArrowheads="1"/>
              </p:cNvSpPr>
              <p:nvPr/>
            </p:nvSpPr>
            <p:spPr bwMode="auto">
              <a:xfrm>
                <a:off x="4327525" y="819150"/>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 name="Freeform 14">
                <a:extLst>
                  <a:ext uri="{FF2B5EF4-FFF2-40B4-BE49-F238E27FC236}">
                    <a16:creationId xmlns:a16="http://schemas.microsoft.com/office/drawing/2014/main" id="{92F17A81-0D13-D99B-A998-ABD961195300}"/>
                  </a:ext>
                </a:extLst>
              </p:cNvPr>
              <p:cNvSpPr>
                <a:spLocks noChangeArrowheads="1"/>
              </p:cNvSpPr>
              <p:nvPr/>
            </p:nvSpPr>
            <p:spPr bwMode="auto">
              <a:xfrm>
                <a:off x="4354513" y="8524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1"/>
                      <a:pt x="195" y="130"/>
                    </a:cubicBezTo>
                    <a:cubicBezTo>
                      <a:pt x="195" y="168"/>
                      <a:pt x="169" y="197"/>
                      <a:pt x="132" y="197"/>
                    </a:cubicBezTo>
                    <a:cubicBezTo>
                      <a:pt x="93" y="197"/>
                      <a:pt x="69" y="167"/>
                      <a:pt x="69" y="130"/>
                    </a:cubicBezTo>
                    <a:cubicBezTo>
                      <a:pt x="69" y="92"/>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5" name="Freeform 15">
                <a:extLst>
                  <a:ext uri="{FF2B5EF4-FFF2-40B4-BE49-F238E27FC236}">
                    <a16:creationId xmlns:a16="http://schemas.microsoft.com/office/drawing/2014/main" id="{64B38806-992E-FEA3-3707-BAFC3A2CCB6B}"/>
                  </a:ext>
                </a:extLst>
              </p:cNvPr>
              <p:cNvSpPr>
                <a:spLocks noChangeArrowheads="1"/>
              </p:cNvSpPr>
              <p:nvPr/>
            </p:nvSpPr>
            <p:spPr bwMode="auto">
              <a:xfrm>
                <a:off x="4454525" y="8207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0"/>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6" name="Freeform 16">
                <a:extLst>
                  <a:ext uri="{FF2B5EF4-FFF2-40B4-BE49-F238E27FC236}">
                    <a16:creationId xmlns:a16="http://schemas.microsoft.com/office/drawing/2014/main" id="{EC08DF60-276D-B465-BF0C-363FB5E6D6EF}"/>
                  </a:ext>
                </a:extLst>
              </p:cNvPr>
              <p:cNvSpPr>
                <a:spLocks noChangeArrowheads="1"/>
              </p:cNvSpPr>
              <p:nvPr/>
            </p:nvSpPr>
            <p:spPr bwMode="auto">
              <a:xfrm>
                <a:off x="4481513" y="852488"/>
                <a:ext cx="96837" cy="93662"/>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89"/>
                      <a:pt x="198" y="129"/>
                    </a:cubicBezTo>
                    <a:cubicBezTo>
                      <a:pt x="198" y="169"/>
                      <a:pt x="170" y="196"/>
                      <a:pt x="133" y="196"/>
                    </a:cubicBezTo>
                    <a:cubicBezTo>
                      <a:pt x="95" y="196"/>
                      <a:pt x="68" y="169"/>
                      <a:pt x="68" y="129"/>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 name="Freeform 17">
                <a:extLst>
                  <a:ext uri="{FF2B5EF4-FFF2-40B4-BE49-F238E27FC236}">
                    <a16:creationId xmlns:a16="http://schemas.microsoft.com/office/drawing/2014/main" id="{767ADBC7-A177-792E-93D7-B237E8025E94}"/>
                  </a:ext>
                </a:extLst>
              </p:cNvPr>
              <p:cNvSpPr>
                <a:spLocks noChangeArrowheads="1"/>
              </p:cNvSpPr>
              <p:nvPr/>
            </p:nvSpPr>
            <p:spPr bwMode="auto">
              <a:xfrm>
                <a:off x="4579938" y="852488"/>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3"/>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8" name="Freeform 18">
                <a:extLst>
                  <a:ext uri="{FF2B5EF4-FFF2-40B4-BE49-F238E27FC236}">
                    <a16:creationId xmlns:a16="http://schemas.microsoft.com/office/drawing/2014/main" id="{ECEB68B5-74D1-90ED-DDB5-C6F6307E69FB}"/>
                  </a:ext>
                </a:extLst>
              </p:cNvPr>
              <p:cNvSpPr>
                <a:spLocks noChangeArrowheads="1"/>
              </p:cNvSpPr>
              <p:nvPr/>
            </p:nvSpPr>
            <p:spPr bwMode="auto">
              <a:xfrm>
                <a:off x="4240213" y="852488"/>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41" name="Freeform 19">
              <a:extLst>
                <a:ext uri="{FF2B5EF4-FFF2-40B4-BE49-F238E27FC236}">
                  <a16:creationId xmlns:a16="http://schemas.microsoft.com/office/drawing/2014/main" id="{BB862C24-139C-5AA9-4439-BCE9F427E47D}"/>
                </a:ext>
              </a:extLst>
            </p:cNvPr>
            <p:cNvSpPr>
              <a:spLocks noChangeArrowheads="1"/>
            </p:cNvSpPr>
            <p:nvPr/>
          </p:nvSpPr>
          <p:spPr bwMode="auto">
            <a:xfrm>
              <a:off x="4860925" y="79375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42" name="Group 41">
              <a:extLst>
                <a:ext uri="{FF2B5EF4-FFF2-40B4-BE49-F238E27FC236}">
                  <a16:creationId xmlns:a16="http://schemas.microsoft.com/office/drawing/2014/main" id="{47AD3354-0AA8-29C3-2F0C-8009BDA77EAF}"/>
                </a:ext>
              </a:extLst>
            </p:cNvPr>
            <p:cNvGrpSpPr/>
            <p:nvPr/>
          </p:nvGrpSpPr>
          <p:grpSpPr>
            <a:xfrm>
              <a:off x="5002213" y="819150"/>
              <a:ext cx="584200" cy="141288"/>
              <a:chOff x="5002213" y="819150"/>
              <a:chExt cx="584200" cy="141288"/>
            </a:xfrm>
          </p:grpSpPr>
          <p:sp>
            <p:nvSpPr>
              <p:cNvPr id="43" name="Freeform 20">
                <a:extLst>
                  <a:ext uri="{FF2B5EF4-FFF2-40B4-BE49-F238E27FC236}">
                    <a16:creationId xmlns:a16="http://schemas.microsoft.com/office/drawing/2014/main" id="{716869C3-617A-A148-FBEB-0FB5102D2129}"/>
                  </a:ext>
                </a:extLst>
              </p:cNvPr>
              <p:cNvSpPr>
                <a:spLocks noChangeArrowheads="1"/>
              </p:cNvSpPr>
              <p:nvPr/>
            </p:nvSpPr>
            <p:spPr bwMode="auto">
              <a:xfrm>
                <a:off x="5203825" y="823913"/>
                <a:ext cx="80963" cy="134937"/>
              </a:xfrm>
              <a:custGeom>
                <a:avLst/>
                <a:gdLst>
                  <a:gd name="T0" fmla="*/ 74 w 224"/>
                  <a:gd name="T1" fmla="*/ 271 h 375"/>
                  <a:gd name="T2" fmla="*/ 51 w 224"/>
                  <a:gd name="T3" fmla="*/ 374 h 375"/>
                  <a:gd name="T4" fmla="*/ 0 w 224"/>
                  <a:gd name="T5" fmla="*/ 374 h 375"/>
                  <a:gd name="T6" fmla="*/ 84 w 224"/>
                  <a:gd name="T7" fmla="*/ 0 h 375"/>
                  <a:gd name="T8" fmla="*/ 144 w 224"/>
                  <a:gd name="T9" fmla="*/ 0 h 375"/>
                  <a:gd name="T10" fmla="*/ 223 w 224"/>
                  <a:gd name="T11" fmla="*/ 374 h 375"/>
                  <a:gd name="T12" fmla="*/ 172 w 224"/>
                  <a:gd name="T13" fmla="*/ 374 h 375"/>
                  <a:gd name="T14" fmla="*/ 151 w 224"/>
                  <a:gd name="T15" fmla="*/ 271 h 375"/>
                  <a:gd name="T16" fmla="*/ 74 w 224"/>
                  <a:gd name="T17" fmla="*/ 271 h 375"/>
                  <a:gd name="T18" fmla="*/ 144 w 224"/>
                  <a:gd name="T19" fmla="*/ 229 h 375"/>
                  <a:gd name="T20" fmla="*/ 127 w 224"/>
                  <a:gd name="T21" fmla="*/ 140 h 375"/>
                  <a:gd name="T22" fmla="*/ 113 w 224"/>
                  <a:gd name="T23" fmla="*/ 55 h 375"/>
                  <a:gd name="T24" fmla="*/ 111 w 224"/>
                  <a:gd name="T25" fmla="*/ 55 h 375"/>
                  <a:gd name="T26" fmla="*/ 97 w 224"/>
                  <a:gd name="T27" fmla="*/ 140 h 375"/>
                  <a:gd name="T28" fmla="*/ 79 w 224"/>
                  <a:gd name="T29" fmla="*/ 229 h 375"/>
                  <a:gd name="T30" fmla="*/ 144 w 224"/>
                  <a:gd name="T31" fmla="*/ 22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4" h="375">
                    <a:moveTo>
                      <a:pt x="74" y="271"/>
                    </a:moveTo>
                    <a:lnTo>
                      <a:pt x="51" y="374"/>
                    </a:lnTo>
                    <a:lnTo>
                      <a:pt x="0" y="374"/>
                    </a:lnTo>
                    <a:lnTo>
                      <a:pt x="84" y="0"/>
                    </a:lnTo>
                    <a:lnTo>
                      <a:pt x="144" y="0"/>
                    </a:lnTo>
                    <a:lnTo>
                      <a:pt x="223" y="374"/>
                    </a:lnTo>
                    <a:lnTo>
                      <a:pt x="172" y="374"/>
                    </a:lnTo>
                    <a:lnTo>
                      <a:pt x="151" y="271"/>
                    </a:lnTo>
                    <a:lnTo>
                      <a:pt x="74" y="271"/>
                    </a:lnTo>
                    <a:close/>
                    <a:moveTo>
                      <a:pt x="144" y="229"/>
                    </a:moveTo>
                    <a:lnTo>
                      <a:pt x="127" y="140"/>
                    </a:lnTo>
                    <a:cubicBezTo>
                      <a:pt x="122" y="115"/>
                      <a:pt x="117" y="81"/>
                      <a:pt x="113" y="55"/>
                    </a:cubicBezTo>
                    <a:lnTo>
                      <a:pt x="111" y="55"/>
                    </a:lnTo>
                    <a:cubicBezTo>
                      <a:pt x="107" y="81"/>
                      <a:pt x="101" y="116"/>
                      <a:pt x="97" y="140"/>
                    </a:cubicBezTo>
                    <a:lnTo>
                      <a:pt x="79" y="229"/>
                    </a:lnTo>
                    <a:lnTo>
                      <a:pt x="144" y="229"/>
                    </a:ln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 name="Freeform 21">
                <a:extLst>
                  <a:ext uri="{FF2B5EF4-FFF2-40B4-BE49-F238E27FC236}">
                    <a16:creationId xmlns:a16="http://schemas.microsoft.com/office/drawing/2014/main" id="{4DC6041A-2847-10BB-96E2-C67FE2FB4C68}"/>
                  </a:ext>
                </a:extLst>
              </p:cNvPr>
              <p:cNvSpPr>
                <a:spLocks noChangeArrowheads="1"/>
              </p:cNvSpPr>
              <p:nvPr/>
            </p:nvSpPr>
            <p:spPr bwMode="auto">
              <a:xfrm>
                <a:off x="5287963" y="819150"/>
                <a:ext cx="66675" cy="139700"/>
              </a:xfrm>
              <a:custGeom>
                <a:avLst/>
                <a:gdLst>
                  <a:gd name="T0" fmla="*/ 184 w 187"/>
                  <a:gd name="T1" fmla="*/ 1 h 390"/>
                  <a:gd name="T2" fmla="*/ 184 w 187"/>
                  <a:gd name="T3" fmla="*/ 315 h 390"/>
                  <a:gd name="T4" fmla="*/ 186 w 187"/>
                  <a:gd name="T5" fmla="*/ 385 h 390"/>
                  <a:gd name="T6" fmla="*/ 141 w 187"/>
                  <a:gd name="T7" fmla="*/ 385 h 390"/>
                  <a:gd name="T8" fmla="*/ 138 w 187"/>
                  <a:gd name="T9" fmla="*/ 351 h 390"/>
                  <a:gd name="T10" fmla="*/ 137 w 187"/>
                  <a:gd name="T11" fmla="*/ 351 h 390"/>
                  <a:gd name="T12" fmla="*/ 80 w 187"/>
                  <a:gd name="T13" fmla="*/ 389 h 390"/>
                  <a:gd name="T14" fmla="*/ 0 w 187"/>
                  <a:gd name="T15" fmla="*/ 251 h 390"/>
                  <a:gd name="T16" fmla="*/ 84 w 187"/>
                  <a:gd name="T17" fmla="*/ 111 h 390"/>
                  <a:gd name="T18" fmla="*/ 132 w 187"/>
                  <a:gd name="T19" fmla="*/ 141 h 390"/>
                  <a:gd name="T20" fmla="*/ 133 w 187"/>
                  <a:gd name="T21" fmla="*/ 141 h 390"/>
                  <a:gd name="T22" fmla="*/ 133 w 187"/>
                  <a:gd name="T23" fmla="*/ 0 h 390"/>
                  <a:gd name="T24" fmla="*/ 184 w 187"/>
                  <a:gd name="T25" fmla="*/ 0 h 390"/>
                  <a:gd name="T26" fmla="*/ 184 w 187"/>
                  <a:gd name="T27" fmla="*/ 1 h 390"/>
                  <a:gd name="T28" fmla="*/ 132 w 187"/>
                  <a:gd name="T29" fmla="*/ 218 h 390"/>
                  <a:gd name="T30" fmla="*/ 131 w 187"/>
                  <a:gd name="T31" fmla="*/ 201 h 390"/>
                  <a:gd name="T32" fmla="*/ 95 w 187"/>
                  <a:gd name="T33" fmla="*/ 156 h 390"/>
                  <a:gd name="T34" fmla="*/ 51 w 187"/>
                  <a:gd name="T35" fmla="*/ 251 h 390"/>
                  <a:gd name="T36" fmla="*/ 93 w 187"/>
                  <a:gd name="T37" fmla="*/ 345 h 390"/>
                  <a:gd name="T38" fmla="*/ 130 w 187"/>
                  <a:gd name="T39" fmla="*/ 306 h 390"/>
                  <a:gd name="T40" fmla="*/ 132 w 187"/>
                  <a:gd name="T41" fmla="*/ 289 h 390"/>
                  <a:gd name="T42" fmla="*/ 132 w 187"/>
                  <a:gd name="T43" fmla="*/ 218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7" h="390">
                    <a:moveTo>
                      <a:pt x="184" y="1"/>
                    </a:moveTo>
                    <a:lnTo>
                      <a:pt x="184" y="315"/>
                    </a:lnTo>
                    <a:cubicBezTo>
                      <a:pt x="184" y="335"/>
                      <a:pt x="185" y="365"/>
                      <a:pt x="186" y="385"/>
                    </a:cubicBezTo>
                    <a:lnTo>
                      <a:pt x="141" y="385"/>
                    </a:lnTo>
                    <a:lnTo>
                      <a:pt x="138" y="351"/>
                    </a:lnTo>
                    <a:lnTo>
                      <a:pt x="137" y="351"/>
                    </a:lnTo>
                    <a:cubicBezTo>
                      <a:pt x="129" y="371"/>
                      <a:pt x="108" y="389"/>
                      <a:pt x="80" y="389"/>
                    </a:cubicBezTo>
                    <a:cubicBezTo>
                      <a:pt x="30" y="389"/>
                      <a:pt x="0" y="334"/>
                      <a:pt x="0" y="251"/>
                    </a:cubicBezTo>
                    <a:cubicBezTo>
                      <a:pt x="0" y="156"/>
                      <a:pt x="41" y="111"/>
                      <a:pt x="84" y="111"/>
                    </a:cubicBezTo>
                    <a:cubicBezTo>
                      <a:pt x="105" y="111"/>
                      <a:pt x="122" y="120"/>
                      <a:pt x="132" y="141"/>
                    </a:cubicBezTo>
                    <a:lnTo>
                      <a:pt x="133" y="141"/>
                    </a:lnTo>
                    <a:lnTo>
                      <a:pt x="133" y="0"/>
                    </a:lnTo>
                    <a:lnTo>
                      <a:pt x="184" y="0"/>
                    </a:lnTo>
                    <a:lnTo>
                      <a:pt x="184" y="1"/>
                    </a:lnTo>
                    <a:close/>
                    <a:moveTo>
                      <a:pt x="132" y="218"/>
                    </a:moveTo>
                    <a:cubicBezTo>
                      <a:pt x="132" y="212"/>
                      <a:pt x="132" y="207"/>
                      <a:pt x="131" y="201"/>
                    </a:cubicBezTo>
                    <a:cubicBezTo>
                      <a:pt x="127" y="176"/>
                      <a:pt x="114" y="156"/>
                      <a:pt x="95" y="156"/>
                    </a:cubicBezTo>
                    <a:cubicBezTo>
                      <a:pt x="62" y="156"/>
                      <a:pt x="51" y="201"/>
                      <a:pt x="51" y="251"/>
                    </a:cubicBezTo>
                    <a:cubicBezTo>
                      <a:pt x="51" y="306"/>
                      <a:pt x="65" y="345"/>
                      <a:pt x="93" y="345"/>
                    </a:cubicBezTo>
                    <a:cubicBezTo>
                      <a:pt x="105" y="345"/>
                      <a:pt x="120" y="339"/>
                      <a:pt x="130" y="306"/>
                    </a:cubicBezTo>
                    <a:cubicBezTo>
                      <a:pt x="131" y="302"/>
                      <a:pt x="132" y="296"/>
                      <a:pt x="132" y="289"/>
                    </a:cubicBezTo>
                    <a:lnTo>
                      <a:pt x="132" y="218"/>
                    </a:ln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22">
                <a:extLst>
                  <a:ext uri="{FF2B5EF4-FFF2-40B4-BE49-F238E27FC236}">
                    <a16:creationId xmlns:a16="http://schemas.microsoft.com/office/drawing/2014/main" id="{0677FBCE-9CD2-6D6D-5B95-CA7B552097D9}"/>
                  </a:ext>
                </a:extLst>
              </p:cNvPr>
              <p:cNvSpPr>
                <a:spLocks noChangeArrowheads="1"/>
              </p:cNvSpPr>
              <p:nvPr/>
            </p:nvSpPr>
            <p:spPr bwMode="auto">
              <a:xfrm>
                <a:off x="5365750" y="860425"/>
                <a:ext cx="68263" cy="100013"/>
              </a:xfrm>
              <a:custGeom>
                <a:avLst/>
                <a:gdLst>
                  <a:gd name="T0" fmla="*/ 92 w 188"/>
                  <a:gd name="T1" fmla="*/ 277 h 278"/>
                  <a:gd name="T2" fmla="*/ 0 w 188"/>
                  <a:gd name="T3" fmla="*/ 139 h 278"/>
                  <a:gd name="T4" fmla="*/ 96 w 188"/>
                  <a:gd name="T5" fmla="*/ 0 h 278"/>
                  <a:gd name="T6" fmla="*/ 187 w 188"/>
                  <a:gd name="T7" fmla="*/ 138 h 278"/>
                  <a:gd name="T8" fmla="*/ 92 w 188"/>
                  <a:gd name="T9" fmla="*/ 277 h 278"/>
                  <a:gd name="T10" fmla="*/ 93 w 188"/>
                  <a:gd name="T11" fmla="*/ 236 h 278"/>
                  <a:gd name="T12" fmla="*/ 133 w 188"/>
                  <a:gd name="T13" fmla="*/ 138 h 278"/>
                  <a:gd name="T14" fmla="*/ 92 w 188"/>
                  <a:gd name="T15" fmla="*/ 39 h 278"/>
                  <a:gd name="T16" fmla="*/ 52 w 188"/>
                  <a:gd name="T17" fmla="*/ 138 h 278"/>
                  <a:gd name="T18" fmla="*/ 93 w 188"/>
                  <a:gd name="T19" fmla="*/ 23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278">
                    <a:moveTo>
                      <a:pt x="92" y="277"/>
                    </a:moveTo>
                    <a:cubicBezTo>
                      <a:pt x="39" y="277"/>
                      <a:pt x="0" y="231"/>
                      <a:pt x="0" y="139"/>
                    </a:cubicBezTo>
                    <a:cubicBezTo>
                      <a:pt x="0" y="40"/>
                      <a:pt x="46" y="0"/>
                      <a:pt x="96" y="0"/>
                    </a:cubicBezTo>
                    <a:cubicBezTo>
                      <a:pt x="149" y="0"/>
                      <a:pt x="187" y="47"/>
                      <a:pt x="187" y="138"/>
                    </a:cubicBezTo>
                    <a:cubicBezTo>
                      <a:pt x="187" y="244"/>
                      <a:pt x="134" y="277"/>
                      <a:pt x="92" y="277"/>
                    </a:cubicBezTo>
                    <a:close/>
                    <a:moveTo>
                      <a:pt x="93" y="236"/>
                    </a:moveTo>
                    <a:cubicBezTo>
                      <a:pt x="126" y="236"/>
                      <a:pt x="133" y="180"/>
                      <a:pt x="133" y="138"/>
                    </a:cubicBezTo>
                    <a:cubicBezTo>
                      <a:pt x="133" y="97"/>
                      <a:pt x="126" y="39"/>
                      <a:pt x="92" y="39"/>
                    </a:cubicBezTo>
                    <a:cubicBezTo>
                      <a:pt x="58" y="39"/>
                      <a:pt x="52" y="97"/>
                      <a:pt x="52" y="138"/>
                    </a:cubicBezTo>
                    <a:cubicBezTo>
                      <a:pt x="52" y="183"/>
                      <a:pt x="59" y="236"/>
                      <a:pt x="93" y="236"/>
                    </a:cubicBez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23">
                <a:extLst>
                  <a:ext uri="{FF2B5EF4-FFF2-40B4-BE49-F238E27FC236}">
                    <a16:creationId xmlns:a16="http://schemas.microsoft.com/office/drawing/2014/main" id="{75E7F856-A31D-55CF-F019-663651FD56C5}"/>
                  </a:ext>
                </a:extLst>
              </p:cNvPr>
              <p:cNvSpPr>
                <a:spLocks noChangeArrowheads="1"/>
              </p:cNvSpPr>
              <p:nvPr/>
            </p:nvSpPr>
            <p:spPr bwMode="auto">
              <a:xfrm>
                <a:off x="5441950" y="819150"/>
                <a:ext cx="68263" cy="139700"/>
              </a:xfrm>
              <a:custGeom>
                <a:avLst/>
                <a:gdLst>
                  <a:gd name="T0" fmla="*/ 3 w 189"/>
                  <a:gd name="T1" fmla="*/ 0 h 389"/>
                  <a:gd name="T2" fmla="*/ 55 w 189"/>
                  <a:gd name="T3" fmla="*/ 0 h 389"/>
                  <a:gd name="T4" fmla="*/ 55 w 189"/>
                  <a:gd name="T5" fmla="*/ 145 h 389"/>
                  <a:gd name="T6" fmla="*/ 56 w 189"/>
                  <a:gd name="T7" fmla="*/ 145 h 389"/>
                  <a:gd name="T8" fmla="*/ 113 w 189"/>
                  <a:gd name="T9" fmla="*/ 110 h 389"/>
                  <a:gd name="T10" fmla="*/ 188 w 189"/>
                  <a:gd name="T11" fmla="*/ 244 h 389"/>
                  <a:gd name="T12" fmla="*/ 104 w 189"/>
                  <a:gd name="T13" fmla="*/ 388 h 389"/>
                  <a:gd name="T14" fmla="*/ 51 w 189"/>
                  <a:gd name="T15" fmla="*/ 349 h 389"/>
                  <a:gd name="T16" fmla="*/ 49 w 189"/>
                  <a:gd name="T17" fmla="*/ 349 h 389"/>
                  <a:gd name="T18" fmla="*/ 45 w 189"/>
                  <a:gd name="T19" fmla="*/ 384 h 389"/>
                  <a:gd name="T20" fmla="*/ 0 w 189"/>
                  <a:gd name="T21" fmla="*/ 384 h 389"/>
                  <a:gd name="T22" fmla="*/ 3 w 189"/>
                  <a:gd name="T23" fmla="*/ 314 h 389"/>
                  <a:gd name="T24" fmla="*/ 3 w 189"/>
                  <a:gd name="T25" fmla="*/ 0 h 389"/>
                  <a:gd name="T26" fmla="*/ 55 w 189"/>
                  <a:gd name="T27" fmla="*/ 288 h 389"/>
                  <a:gd name="T28" fmla="*/ 57 w 189"/>
                  <a:gd name="T29" fmla="*/ 305 h 389"/>
                  <a:gd name="T30" fmla="*/ 92 w 189"/>
                  <a:gd name="T31" fmla="*/ 345 h 389"/>
                  <a:gd name="T32" fmla="*/ 135 w 189"/>
                  <a:gd name="T33" fmla="*/ 249 h 389"/>
                  <a:gd name="T34" fmla="*/ 92 w 189"/>
                  <a:gd name="T35" fmla="*/ 156 h 389"/>
                  <a:gd name="T36" fmla="*/ 57 w 189"/>
                  <a:gd name="T37" fmla="*/ 195 h 389"/>
                  <a:gd name="T38" fmla="*/ 55 w 189"/>
                  <a:gd name="T39" fmla="*/ 213 h 389"/>
                  <a:gd name="T40" fmla="*/ 55 w 189"/>
                  <a:gd name="T41" fmla="*/ 28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9" h="389">
                    <a:moveTo>
                      <a:pt x="3" y="0"/>
                    </a:moveTo>
                    <a:lnTo>
                      <a:pt x="55" y="0"/>
                    </a:lnTo>
                    <a:lnTo>
                      <a:pt x="55" y="145"/>
                    </a:lnTo>
                    <a:lnTo>
                      <a:pt x="56" y="145"/>
                    </a:lnTo>
                    <a:cubicBezTo>
                      <a:pt x="70" y="120"/>
                      <a:pt x="89" y="110"/>
                      <a:pt x="113" y="110"/>
                    </a:cubicBezTo>
                    <a:cubicBezTo>
                      <a:pt x="159" y="110"/>
                      <a:pt x="188" y="162"/>
                      <a:pt x="188" y="244"/>
                    </a:cubicBezTo>
                    <a:cubicBezTo>
                      <a:pt x="188" y="341"/>
                      <a:pt x="148" y="388"/>
                      <a:pt x="104" y="388"/>
                    </a:cubicBezTo>
                    <a:cubicBezTo>
                      <a:pt x="77" y="388"/>
                      <a:pt x="63" y="374"/>
                      <a:pt x="51" y="349"/>
                    </a:cubicBezTo>
                    <a:lnTo>
                      <a:pt x="49" y="349"/>
                    </a:lnTo>
                    <a:lnTo>
                      <a:pt x="45" y="384"/>
                    </a:lnTo>
                    <a:lnTo>
                      <a:pt x="0" y="384"/>
                    </a:lnTo>
                    <a:cubicBezTo>
                      <a:pt x="2" y="365"/>
                      <a:pt x="3" y="334"/>
                      <a:pt x="3" y="314"/>
                    </a:cubicBezTo>
                    <a:lnTo>
                      <a:pt x="3" y="0"/>
                    </a:lnTo>
                    <a:close/>
                    <a:moveTo>
                      <a:pt x="55" y="288"/>
                    </a:moveTo>
                    <a:cubicBezTo>
                      <a:pt x="55" y="295"/>
                      <a:pt x="56" y="300"/>
                      <a:pt x="57" y="305"/>
                    </a:cubicBezTo>
                    <a:cubicBezTo>
                      <a:pt x="66" y="339"/>
                      <a:pt x="82" y="345"/>
                      <a:pt x="92" y="345"/>
                    </a:cubicBezTo>
                    <a:cubicBezTo>
                      <a:pt x="124" y="345"/>
                      <a:pt x="135" y="304"/>
                      <a:pt x="135" y="249"/>
                    </a:cubicBezTo>
                    <a:cubicBezTo>
                      <a:pt x="135" y="197"/>
                      <a:pt x="124" y="156"/>
                      <a:pt x="92" y="156"/>
                    </a:cubicBezTo>
                    <a:cubicBezTo>
                      <a:pt x="75" y="156"/>
                      <a:pt x="61" y="176"/>
                      <a:pt x="57" y="195"/>
                    </a:cubicBezTo>
                    <a:cubicBezTo>
                      <a:pt x="56" y="201"/>
                      <a:pt x="55" y="208"/>
                      <a:pt x="55" y="213"/>
                    </a:cubicBezTo>
                    <a:lnTo>
                      <a:pt x="55" y="288"/>
                    </a:ln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24">
                <a:extLst>
                  <a:ext uri="{FF2B5EF4-FFF2-40B4-BE49-F238E27FC236}">
                    <a16:creationId xmlns:a16="http://schemas.microsoft.com/office/drawing/2014/main" id="{A0242A5C-4CF6-9816-1EF6-0A26D530BAA2}"/>
                  </a:ext>
                </a:extLst>
              </p:cNvPr>
              <p:cNvSpPr>
                <a:spLocks noChangeArrowheads="1"/>
              </p:cNvSpPr>
              <p:nvPr/>
            </p:nvSpPr>
            <p:spPr bwMode="auto">
              <a:xfrm>
                <a:off x="5518150" y="860425"/>
                <a:ext cx="65088" cy="100013"/>
              </a:xfrm>
              <a:custGeom>
                <a:avLst/>
                <a:gdLst>
                  <a:gd name="T0" fmla="*/ 52 w 180"/>
                  <a:gd name="T1" fmla="*/ 148 h 277"/>
                  <a:gd name="T2" fmla="*/ 114 w 180"/>
                  <a:gd name="T3" fmla="*/ 235 h 277"/>
                  <a:gd name="T4" fmla="*/ 160 w 180"/>
                  <a:gd name="T5" fmla="*/ 226 h 277"/>
                  <a:gd name="T6" fmla="*/ 167 w 180"/>
                  <a:gd name="T7" fmla="*/ 263 h 277"/>
                  <a:gd name="T8" fmla="*/ 103 w 180"/>
                  <a:gd name="T9" fmla="*/ 276 h 277"/>
                  <a:gd name="T10" fmla="*/ 0 w 180"/>
                  <a:gd name="T11" fmla="*/ 142 h 277"/>
                  <a:gd name="T12" fmla="*/ 97 w 180"/>
                  <a:gd name="T13" fmla="*/ 0 h 277"/>
                  <a:gd name="T14" fmla="*/ 179 w 180"/>
                  <a:gd name="T15" fmla="*/ 121 h 277"/>
                  <a:gd name="T16" fmla="*/ 178 w 180"/>
                  <a:gd name="T17" fmla="*/ 150 h 277"/>
                  <a:gd name="T18" fmla="*/ 52 w 180"/>
                  <a:gd name="T19" fmla="*/ 148 h 277"/>
                  <a:gd name="T20" fmla="*/ 130 w 180"/>
                  <a:gd name="T21" fmla="*/ 111 h 277"/>
                  <a:gd name="T22" fmla="*/ 93 w 180"/>
                  <a:gd name="T23" fmla="*/ 38 h 277"/>
                  <a:gd name="T24" fmla="*/ 53 w 180"/>
                  <a:gd name="T25" fmla="*/ 111 h 277"/>
                  <a:gd name="T26" fmla="*/ 130 w 180"/>
                  <a:gd name="T27" fmla="*/ 11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0" h="277">
                    <a:moveTo>
                      <a:pt x="52" y="148"/>
                    </a:moveTo>
                    <a:cubicBezTo>
                      <a:pt x="53" y="218"/>
                      <a:pt x="82" y="235"/>
                      <a:pt x="114" y="235"/>
                    </a:cubicBezTo>
                    <a:cubicBezTo>
                      <a:pt x="133" y="235"/>
                      <a:pt x="149" y="231"/>
                      <a:pt x="160" y="226"/>
                    </a:cubicBezTo>
                    <a:lnTo>
                      <a:pt x="167" y="263"/>
                    </a:lnTo>
                    <a:cubicBezTo>
                      <a:pt x="151" y="272"/>
                      <a:pt x="127" y="276"/>
                      <a:pt x="103" y="276"/>
                    </a:cubicBezTo>
                    <a:cubicBezTo>
                      <a:pt x="36" y="276"/>
                      <a:pt x="0" y="224"/>
                      <a:pt x="0" y="142"/>
                    </a:cubicBezTo>
                    <a:cubicBezTo>
                      <a:pt x="0" y="54"/>
                      <a:pt x="42" y="0"/>
                      <a:pt x="97" y="0"/>
                    </a:cubicBezTo>
                    <a:cubicBezTo>
                      <a:pt x="153" y="0"/>
                      <a:pt x="179" y="53"/>
                      <a:pt x="179" y="121"/>
                    </a:cubicBezTo>
                    <a:cubicBezTo>
                      <a:pt x="179" y="133"/>
                      <a:pt x="178" y="142"/>
                      <a:pt x="178" y="150"/>
                    </a:cubicBezTo>
                    <a:lnTo>
                      <a:pt x="52" y="148"/>
                    </a:lnTo>
                    <a:close/>
                    <a:moveTo>
                      <a:pt x="130" y="111"/>
                    </a:moveTo>
                    <a:cubicBezTo>
                      <a:pt x="131" y="64"/>
                      <a:pt x="114" y="38"/>
                      <a:pt x="93" y="38"/>
                    </a:cubicBezTo>
                    <a:cubicBezTo>
                      <a:pt x="67" y="38"/>
                      <a:pt x="54" y="78"/>
                      <a:pt x="53" y="111"/>
                    </a:cubicBezTo>
                    <a:lnTo>
                      <a:pt x="130" y="111"/>
                    </a:ln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25">
                <a:extLst>
                  <a:ext uri="{FF2B5EF4-FFF2-40B4-BE49-F238E27FC236}">
                    <a16:creationId xmlns:a16="http://schemas.microsoft.com/office/drawing/2014/main" id="{317DACD8-3DD3-41AE-1797-2A4032C47D94}"/>
                  </a:ext>
                </a:extLst>
              </p:cNvPr>
              <p:cNvSpPr>
                <a:spLocks noChangeArrowheads="1"/>
              </p:cNvSpPr>
              <p:nvPr/>
            </p:nvSpPr>
            <p:spPr bwMode="auto">
              <a:xfrm>
                <a:off x="5097463" y="823913"/>
                <a:ext cx="55562" cy="134937"/>
              </a:xfrm>
              <a:custGeom>
                <a:avLst/>
                <a:gdLst>
                  <a:gd name="T0" fmla="*/ 0 w 156"/>
                  <a:gd name="T1" fmla="*/ 0 h 374"/>
                  <a:gd name="T2" fmla="*/ 155 w 156"/>
                  <a:gd name="T3" fmla="*/ 0 h 374"/>
                  <a:gd name="T4" fmla="*/ 155 w 156"/>
                  <a:gd name="T5" fmla="*/ 373 h 374"/>
                  <a:gd name="T6" fmla="*/ 0 w 156"/>
                  <a:gd name="T7" fmla="*/ 0 h 374"/>
                </a:gdLst>
                <a:ahLst/>
                <a:cxnLst>
                  <a:cxn ang="0">
                    <a:pos x="T0" y="T1"/>
                  </a:cxn>
                  <a:cxn ang="0">
                    <a:pos x="T2" y="T3"/>
                  </a:cxn>
                  <a:cxn ang="0">
                    <a:pos x="T4" y="T5"/>
                  </a:cxn>
                  <a:cxn ang="0">
                    <a:pos x="T6" y="T7"/>
                  </a:cxn>
                </a:cxnLst>
                <a:rect l="0" t="0" r="r" b="b"/>
                <a:pathLst>
                  <a:path w="156" h="374">
                    <a:moveTo>
                      <a:pt x="0" y="0"/>
                    </a:moveTo>
                    <a:lnTo>
                      <a:pt x="155" y="0"/>
                    </a:lnTo>
                    <a:lnTo>
                      <a:pt x="155" y="373"/>
                    </a:lnTo>
                    <a:lnTo>
                      <a:pt x="0" y="0"/>
                    </a:lnTo>
                  </a:path>
                </a:pathLst>
              </a:custGeom>
              <a:solidFill>
                <a:srgbClr val="ED1B2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26">
                <a:extLst>
                  <a:ext uri="{FF2B5EF4-FFF2-40B4-BE49-F238E27FC236}">
                    <a16:creationId xmlns:a16="http://schemas.microsoft.com/office/drawing/2014/main" id="{B8AEC7E9-1CE4-F81E-117A-A169E8FD603A}"/>
                  </a:ext>
                </a:extLst>
              </p:cNvPr>
              <p:cNvSpPr>
                <a:spLocks noChangeArrowheads="1"/>
              </p:cNvSpPr>
              <p:nvPr/>
            </p:nvSpPr>
            <p:spPr bwMode="auto">
              <a:xfrm>
                <a:off x="5002213" y="823913"/>
                <a:ext cx="55562" cy="134937"/>
              </a:xfrm>
              <a:custGeom>
                <a:avLst/>
                <a:gdLst>
                  <a:gd name="T0" fmla="*/ 155 w 156"/>
                  <a:gd name="T1" fmla="*/ 0 h 374"/>
                  <a:gd name="T2" fmla="*/ 0 w 156"/>
                  <a:gd name="T3" fmla="*/ 0 h 374"/>
                  <a:gd name="T4" fmla="*/ 0 w 156"/>
                  <a:gd name="T5" fmla="*/ 373 h 374"/>
                  <a:gd name="T6" fmla="*/ 155 w 156"/>
                  <a:gd name="T7" fmla="*/ 0 h 374"/>
                </a:gdLst>
                <a:ahLst/>
                <a:cxnLst>
                  <a:cxn ang="0">
                    <a:pos x="T0" y="T1"/>
                  </a:cxn>
                  <a:cxn ang="0">
                    <a:pos x="T2" y="T3"/>
                  </a:cxn>
                  <a:cxn ang="0">
                    <a:pos x="T4" y="T5"/>
                  </a:cxn>
                  <a:cxn ang="0">
                    <a:pos x="T6" y="T7"/>
                  </a:cxn>
                </a:cxnLst>
                <a:rect l="0" t="0" r="r" b="b"/>
                <a:pathLst>
                  <a:path w="156" h="374">
                    <a:moveTo>
                      <a:pt x="155" y="0"/>
                    </a:moveTo>
                    <a:lnTo>
                      <a:pt x="0" y="0"/>
                    </a:lnTo>
                    <a:lnTo>
                      <a:pt x="0" y="373"/>
                    </a:lnTo>
                    <a:lnTo>
                      <a:pt x="155" y="0"/>
                    </a:lnTo>
                  </a:path>
                </a:pathLst>
              </a:custGeom>
              <a:solidFill>
                <a:srgbClr val="ED1B2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27">
                <a:extLst>
                  <a:ext uri="{FF2B5EF4-FFF2-40B4-BE49-F238E27FC236}">
                    <a16:creationId xmlns:a16="http://schemas.microsoft.com/office/drawing/2014/main" id="{CE56EB30-AC9D-6FBD-7337-1034197BE7D2}"/>
                  </a:ext>
                </a:extLst>
              </p:cNvPr>
              <p:cNvSpPr>
                <a:spLocks noChangeArrowheads="1"/>
              </p:cNvSpPr>
              <p:nvPr/>
            </p:nvSpPr>
            <p:spPr bwMode="auto">
              <a:xfrm>
                <a:off x="5053013" y="873125"/>
                <a:ext cx="60325" cy="85725"/>
              </a:xfrm>
              <a:custGeom>
                <a:avLst/>
                <a:gdLst>
                  <a:gd name="T0" fmla="*/ 68 w 167"/>
                  <a:gd name="T1" fmla="*/ 0 h 237"/>
                  <a:gd name="T2" fmla="*/ 166 w 167"/>
                  <a:gd name="T3" fmla="*/ 236 h 237"/>
                  <a:gd name="T4" fmla="*/ 101 w 167"/>
                  <a:gd name="T5" fmla="*/ 236 h 237"/>
                  <a:gd name="T6" fmla="*/ 73 w 167"/>
                  <a:gd name="T7" fmla="*/ 161 h 237"/>
                  <a:gd name="T8" fmla="*/ 0 w 167"/>
                  <a:gd name="T9" fmla="*/ 161 h 237"/>
                  <a:gd name="T10" fmla="*/ 68 w 167"/>
                  <a:gd name="T11" fmla="*/ 0 h 237"/>
                </a:gdLst>
                <a:ahLst/>
                <a:cxnLst>
                  <a:cxn ang="0">
                    <a:pos x="T0" y="T1"/>
                  </a:cxn>
                  <a:cxn ang="0">
                    <a:pos x="T2" y="T3"/>
                  </a:cxn>
                  <a:cxn ang="0">
                    <a:pos x="T4" y="T5"/>
                  </a:cxn>
                  <a:cxn ang="0">
                    <a:pos x="T6" y="T7"/>
                  </a:cxn>
                  <a:cxn ang="0">
                    <a:pos x="T8" y="T9"/>
                  </a:cxn>
                  <a:cxn ang="0">
                    <a:pos x="T10" y="T11"/>
                  </a:cxn>
                </a:cxnLst>
                <a:rect l="0" t="0" r="r" b="b"/>
                <a:pathLst>
                  <a:path w="167" h="237">
                    <a:moveTo>
                      <a:pt x="68" y="0"/>
                    </a:moveTo>
                    <a:lnTo>
                      <a:pt x="166" y="236"/>
                    </a:lnTo>
                    <a:lnTo>
                      <a:pt x="101" y="236"/>
                    </a:lnTo>
                    <a:lnTo>
                      <a:pt x="73" y="161"/>
                    </a:lnTo>
                    <a:lnTo>
                      <a:pt x="0" y="161"/>
                    </a:lnTo>
                    <a:lnTo>
                      <a:pt x="68" y="0"/>
                    </a:lnTo>
                  </a:path>
                </a:pathLst>
              </a:custGeom>
              <a:solidFill>
                <a:srgbClr val="ED1B2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 name="Freeform 28">
                <a:extLst>
                  <a:ext uri="{FF2B5EF4-FFF2-40B4-BE49-F238E27FC236}">
                    <a16:creationId xmlns:a16="http://schemas.microsoft.com/office/drawing/2014/main" id="{A9AA9EF6-AADA-D426-FBE1-C9CC94E4A1C4}"/>
                  </a:ext>
                </a:extLst>
              </p:cNvPr>
              <p:cNvSpPr>
                <a:spLocks noChangeArrowheads="1"/>
              </p:cNvSpPr>
              <p:nvPr/>
            </p:nvSpPr>
            <p:spPr bwMode="auto">
              <a:xfrm>
                <a:off x="5576888" y="858838"/>
                <a:ext cx="9525" cy="7937"/>
              </a:xfrm>
              <a:custGeom>
                <a:avLst/>
                <a:gdLst>
                  <a:gd name="T0" fmla="*/ 12 w 25"/>
                  <a:gd name="T1" fmla="*/ 0 h 24"/>
                  <a:gd name="T2" fmla="*/ 24 w 25"/>
                  <a:gd name="T3" fmla="*/ 11 h 24"/>
                  <a:gd name="T4" fmla="*/ 12 w 25"/>
                  <a:gd name="T5" fmla="*/ 23 h 24"/>
                  <a:gd name="T6" fmla="*/ 0 w 25"/>
                  <a:gd name="T7" fmla="*/ 11 h 24"/>
                  <a:gd name="T8" fmla="*/ 12 w 25"/>
                  <a:gd name="T9" fmla="*/ 0 h 24"/>
                  <a:gd name="T10" fmla="*/ 12 w 25"/>
                  <a:gd name="T11" fmla="*/ 1 h 24"/>
                  <a:gd name="T12" fmla="*/ 2 w 25"/>
                  <a:gd name="T13" fmla="*/ 10 h 24"/>
                  <a:gd name="T14" fmla="*/ 12 w 25"/>
                  <a:gd name="T15" fmla="*/ 20 h 24"/>
                  <a:gd name="T16" fmla="*/ 21 w 25"/>
                  <a:gd name="T17" fmla="*/ 10 h 24"/>
                  <a:gd name="T18" fmla="*/ 12 w 25"/>
                  <a:gd name="T19" fmla="*/ 1 h 24"/>
                  <a:gd name="T20" fmla="*/ 10 w 25"/>
                  <a:gd name="T21" fmla="*/ 18 h 24"/>
                  <a:gd name="T22" fmla="*/ 8 w 25"/>
                  <a:gd name="T23" fmla="*/ 18 h 24"/>
                  <a:gd name="T24" fmla="*/ 8 w 25"/>
                  <a:gd name="T25" fmla="*/ 5 h 24"/>
                  <a:gd name="T26" fmla="*/ 12 w 25"/>
                  <a:gd name="T27" fmla="*/ 5 h 24"/>
                  <a:gd name="T28" fmla="*/ 16 w 25"/>
                  <a:gd name="T29" fmla="*/ 6 h 24"/>
                  <a:gd name="T30" fmla="*/ 17 w 25"/>
                  <a:gd name="T31" fmla="*/ 9 h 24"/>
                  <a:gd name="T32" fmla="*/ 15 w 25"/>
                  <a:gd name="T33" fmla="*/ 12 h 24"/>
                  <a:gd name="T34" fmla="*/ 15 w 25"/>
                  <a:gd name="T35" fmla="*/ 12 h 24"/>
                  <a:gd name="T36" fmla="*/ 17 w 25"/>
                  <a:gd name="T37" fmla="*/ 16 h 24"/>
                  <a:gd name="T38" fmla="*/ 18 w 25"/>
                  <a:gd name="T39" fmla="*/ 19 h 24"/>
                  <a:gd name="T40" fmla="*/ 16 w 25"/>
                  <a:gd name="T41" fmla="*/ 19 h 24"/>
                  <a:gd name="T42" fmla="*/ 15 w 25"/>
                  <a:gd name="T43" fmla="*/ 16 h 24"/>
                  <a:gd name="T44" fmla="*/ 12 w 25"/>
                  <a:gd name="T45" fmla="*/ 14 h 24"/>
                  <a:gd name="T46" fmla="*/ 11 w 25"/>
                  <a:gd name="T47" fmla="*/ 14 h 24"/>
                  <a:gd name="T48" fmla="*/ 11 w 25"/>
                  <a:gd name="T49" fmla="*/ 18 h 24"/>
                  <a:gd name="T50" fmla="*/ 10 w 25"/>
                  <a:gd name="T51" fmla="*/ 18 h 24"/>
                  <a:gd name="T52" fmla="*/ 10 w 25"/>
                  <a:gd name="T53" fmla="*/ 10 h 24"/>
                  <a:gd name="T54" fmla="*/ 11 w 25"/>
                  <a:gd name="T55" fmla="*/ 10 h 24"/>
                  <a:gd name="T56" fmla="*/ 14 w 25"/>
                  <a:gd name="T57" fmla="*/ 8 h 24"/>
                  <a:gd name="T58" fmla="*/ 11 w 25"/>
                  <a:gd name="T59" fmla="*/ 6 h 24"/>
                  <a:gd name="T60" fmla="*/ 10 w 25"/>
                  <a:gd name="T61" fmla="*/ 6 h 24"/>
                  <a:gd name="T62" fmla="*/ 10 w 25"/>
                  <a:gd name="T6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 h="24">
                    <a:moveTo>
                      <a:pt x="12" y="0"/>
                    </a:moveTo>
                    <a:cubicBezTo>
                      <a:pt x="18" y="0"/>
                      <a:pt x="24" y="4"/>
                      <a:pt x="24" y="11"/>
                    </a:cubicBezTo>
                    <a:cubicBezTo>
                      <a:pt x="24" y="17"/>
                      <a:pt x="19" y="23"/>
                      <a:pt x="12" y="23"/>
                    </a:cubicBezTo>
                    <a:cubicBezTo>
                      <a:pt x="6" y="23"/>
                      <a:pt x="0" y="17"/>
                      <a:pt x="0" y="11"/>
                    </a:cubicBezTo>
                    <a:cubicBezTo>
                      <a:pt x="0" y="4"/>
                      <a:pt x="5" y="0"/>
                      <a:pt x="12" y="0"/>
                    </a:cubicBezTo>
                    <a:close/>
                    <a:moveTo>
                      <a:pt x="12" y="1"/>
                    </a:moveTo>
                    <a:cubicBezTo>
                      <a:pt x="6" y="1"/>
                      <a:pt x="2" y="4"/>
                      <a:pt x="2" y="10"/>
                    </a:cubicBezTo>
                    <a:cubicBezTo>
                      <a:pt x="2" y="15"/>
                      <a:pt x="7" y="20"/>
                      <a:pt x="12" y="20"/>
                    </a:cubicBezTo>
                    <a:cubicBezTo>
                      <a:pt x="18" y="20"/>
                      <a:pt x="21" y="16"/>
                      <a:pt x="21" y="10"/>
                    </a:cubicBezTo>
                    <a:cubicBezTo>
                      <a:pt x="21" y="6"/>
                      <a:pt x="17" y="1"/>
                      <a:pt x="12" y="1"/>
                    </a:cubicBezTo>
                    <a:close/>
                    <a:moveTo>
                      <a:pt x="10" y="18"/>
                    </a:moveTo>
                    <a:lnTo>
                      <a:pt x="8" y="18"/>
                    </a:lnTo>
                    <a:lnTo>
                      <a:pt x="8" y="5"/>
                    </a:lnTo>
                    <a:cubicBezTo>
                      <a:pt x="9" y="5"/>
                      <a:pt x="10" y="5"/>
                      <a:pt x="12" y="5"/>
                    </a:cubicBezTo>
                    <a:cubicBezTo>
                      <a:pt x="14" y="5"/>
                      <a:pt x="15" y="5"/>
                      <a:pt x="16" y="6"/>
                    </a:cubicBezTo>
                    <a:cubicBezTo>
                      <a:pt x="17" y="7"/>
                      <a:pt x="17" y="7"/>
                      <a:pt x="17" y="9"/>
                    </a:cubicBezTo>
                    <a:cubicBezTo>
                      <a:pt x="17" y="11"/>
                      <a:pt x="16" y="12"/>
                      <a:pt x="15" y="12"/>
                    </a:cubicBezTo>
                    <a:lnTo>
                      <a:pt x="15" y="12"/>
                    </a:lnTo>
                    <a:cubicBezTo>
                      <a:pt x="16" y="12"/>
                      <a:pt x="17" y="14"/>
                      <a:pt x="17" y="16"/>
                    </a:cubicBezTo>
                    <a:cubicBezTo>
                      <a:pt x="17" y="18"/>
                      <a:pt x="18" y="19"/>
                      <a:pt x="18" y="19"/>
                    </a:cubicBezTo>
                    <a:lnTo>
                      <a:pt x="16" y="19"/>
                    </a:lnTo>
                    <a:cubicBezTo>
                      <a:pt x="16" y="19"/>
                      <a:pt x="15" y="17"/>
                      <a:pt x="15" y="16"/>
                    </a:cubicBezTo>
                    <a:cubicBezTo>
                      <a:pt x="15" y="14"/>
                      <a:pt x="14" y="14"/>
                      <a:pt x="12" y="14"/>
                    </a:cubicBezTo>
                    <a:lnTo>
                      <a:pt x="11" y="14"/>
                    </a:lnTo>
                    <a:lnTo>
                      <a:pt x="11" y="18"/>
                    </a:lnTo>
                    <a:lnTo>
                      <a:pt x="10" y="18"/>
                    </a:lnTo>
                    <a:close/>
                    <a:moveTo>
                      <a:pt x="10" y="10"/>
                    </a:moveTo>
                    <a:lnTo>
                      <a:pt x="11" y="10"/>
                    </a:lnTo>
                    <a:cubicBezTo>
                      <a:pt x="13" y="10"/>
                      <a:pt x="14" y="9"/>
                      <a:pt x="14" y="8"/>
                    </a:cubicBezTo>
                    <a:cubicBezTo>
                      <a:pt x="14" y="7"/>
                      <a:pt x="13" y="6"/>
                      <a:pt x="11" y="6"/>
                    </a:cubicBezTo>
                    <a:cubicBezTo>
                      <a:pt x="10" y="6"/>
                      <a:pt x="10" y="6"/>
                      <a:pt x="10" y="6"/>
                    </a:cubicBezTo>
                    <a:lnTo>
                      <a:pt x="10" y="10"/>
                    </a:ln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2" name="Freeform 29">
                <a:extLst>
                  <a:ext uri="{FF2B5EF4-FFF2-40B4-BE49-F238E27FC236}">
                    <a16:creationId xmlns:a16="http://schemas.microsoft.com/office/drawing/2014/main" id="{8B6CEA3B-B484-D481-E6FE-2804BEC1C6DB}"/>
                  </a:ext>
                </a:extLst>
              </p:cNvPr>
              <p:cNvSpPr>
                <a:spLocks noChangeArrowheads="1"/>
              </p:cNvSpPr>
              <p:nvPr/>
            </p:nvSpPr>
            <p:spPr bwMode="auto">
              <a:xfrm>
                <a:off x="5156200" y="823913"/>
                <a:ext cx="9525" cy="9525"/>
              </a:xfrm>
              <a:custGeom>
                <a:avLst/>
                <a:gdLst>
                  <a:gd name="T0" fmla="*/ 12 w 25"/>
                  <a:gd name="T1" fmla="*/ 0 h 25"/>
                  <a:gd name="T2" fmla="*/ 24 w 25"/>
                  <a:gd name="T3" fmla="*/ 12 h 25"/>
                  <a:gd name="T4" fmla="*/ 12 w 25"/>
                  <a:gd name="T5" fmla="*/ 24 h 25"/>
                  <a:gd name="T6" fmla="*/ 0 w 25"/>
                  <a:gd name="T7" fmla="*/ 12 h 25"/>
                  <a:gd name="T8" fmla="*/ 12 w 25"/>
                  <a:gd name="T9" fmla="*/ 0 h 25"/>
                  <a:gd name="T10" fmla="*/ 12 w 25"/>
                  <a:gd name="T11" fmla="*/ 2 h 25"/>
                  <a:gd name="T12" fmla="*/ 2 w 25"/>
                  <a:gd name="T13" fmla="*/ 12 h 25"/>
                  <a:gd name="T14" fmla="*/ 12 w 25"/>
                  <a:gd name="T15" fmla="*/ 22 h 25"/>
                  <a:gd name="T16" fmla="*/ 22 w 25"/>
                  <a:gd name="T17" fmla="*/ 12 h 25"/>
                  <a:gd name="T18" fmla="*/ 12 w 25"/>
                  <a:gd name="T19" fmla="*/ 2 h 25"/>
                  <a:gd name="T20" fmla="*/ 10 w 25"/>
                  <a:gd name="T21" fmla="*/ 19 h 25"/>
                  <a:gd name="T22" fmla="*/ 8 w 25"/>
                  <a:gd name="T23" fmla="*/ 19 h 25"/>
                  <a:gd name="T24" fmla="*/ 8 w 25"/>
                  <a:gd name="T25" fmla="*/ 7 h 25"/>
                  <a:gd name="T26" fmla="*/ 12 w 25"/>
                  <a:gd name="T27" fmla="*/ 7 h 25"/>
                  <a:gd name="T28" fmla="*/ 16 w 25"/>
                  <a:gd name="T29" fmla="*/ 8 h 25"/>
                  <a:gd name="T30" fmla="*/ 17 w 25"/>
                  <a:gd name="T31" fmla="*/ 11 h 25"/>
                  <a:gd name="T32" fmla="*/ 15 w 25"/>
                  <a:gd name="T33" fmla="*/ 14 h 25"/>
                  <a:gd name="T34" fmla="*/ 15 w 25"/>
                  <a:gd name="T35" fmla="*/ 14 h 25"/>
                  <a:gd name="T36" fmla="*/ 17 w 25"/>
                  <a:gd name="T37" fmla="*/ 17 h 25"/>
                  <a:gd name="T38" fmla="*/ 18 w 25"/>
                  <a:gd name="T39" fmla="*/ 20 h 25"/>
                  <a:gd name="T40" fmla="*/ 16 w 25"/>
                  <a:gd name="T41" fmla="*/ 20 h 25"/>
                  <a:gd name="T42" fmla="*/ 15 w 25"/>
                  <a:gd name="T43" fmla="*/ 17 h 25"/>
                  <a:gd name="T44" fmla="*/ 12 w 25"/>
                  <a:gd name="T45" fmla="*/ 15 h 25"/>
                  <a:gd name="T46" fmla="*/ 11 w 25"/>
                  <a:gd name="T47" fmla="*/ 15 h 25"/>
                  <a:gd name="T48" fmla="*/ 11 w 25"/>
                  <a:gd name="T49" fmla="*/ 19 h 25"/>
                  <a:gd name="T50" fmla="*/ 10 w 25"/>
                  <a:gd name="T51" fmla="*/ 19 h 25"/>
                  <a:gd name="T52" fmla="*/ 10 w 25"/>
                  <a:gd name="T53" fmla="*/ 12 h 25"/>
                  <a:gd name="T54" fmla="*/ 11 w 25"/>
                  <a:gd name="T55" fmla="*/ 12 h 25"/>
                  <a:gd name="T56" fmla="*/ 14 w 25"/>
                  <a:gd name="T57" fmla="*/ 10 h 25"/>
                  <a:gd name="T58" fmla="*/ 11 w 25"/>
                  <a:gd name="T59" fmla="*/ 8 h 25"/>
                  <a:gd name="T60" fmla="*/ 10 w 25"/>
                  <a:gd name="T61" fmla="*/ 8 h 25"/>
                  <a:gd name="T62" fmla="*/ 10 w 25"/>
                  <a:gd name="T63"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 h="25">
                    <a:moveTo>
                      <a:pt x="12" y="0"/>
                    </a:moveTo>
                    <a:cubicBezTo>
                      <a:pt x="18" y="0"/>
                      <a:pt x="24" y="5"/>
                      <a:pt x="24" y="12"/>
                    </a:cubicBezTo>
                    <a:cubicBezTo>
                      <a:pt x="24" y="18"/>
                      <a:pt x="18" y="24"/>
                      <a:pt x="12" y="24"/>
                    </a:cubicBezTo>
                    <a:cubicBezTo>
                      <a:pt x="6" y="24"/>
                      <a:pt x="0" y="18"/>
                      <a:pt x="0" y="12"/>
                    </a:cubicBezTo>
                    <a:cubicBezTo>
                      <a:pt x="0" y="5"/>
                      <a:pt x="6" y="0"/>
                      <a:pt x="12" y="0"/>
                    </a:cubicBezTo>
                    <a:close/>
                    <a:moveTo>
                      <a:pt x="12" y="2"/>
                    </a:moveTo>
                    <a:cubicBezTo>
                      <a:pt x="7" y="2"/>
                      <a:pt x="2" y="7"/>
                      <a:pt x="2" y="12"/>
                    </a:cubicBezTo>
                    <a:cubicBezTo>
                      <a:pt x="2" y="17"/>
                      <a:pt x="7" y="22"/>
                      <a:pt x="12" y="22"/>
                    </a:cubicBezTo>
                    <a:cubicBezTo>
                      <a:pt x="17" y="22"/>
                      <a:pt x="22" y="17"/>
                      <a:pt x="22" y="12"/>
                    </a:cubicBezTo>
                    <a:cubicBezTo>
                      <a:pt x="22" y="7"/>
                      <a:pt x="17" y="2"/>
                      <a:pt x="12" y="2"/>
                    </a:cubicBezTo>
                    <a:close/>
                    <a:moveTo>
                      <a:pt x="10" y="19"/>
                    </a:moveTo>
                    <a:lnTo>
                      <a:pt x="8" y="19"/>
                    </a:lnTo>
                    <a:lnTo>
                      <a:pt x="8" y="7"/>
                    </a:lnTo>
                    <a:cubicBezTo>
                      <a:pt x="9" y="7"/>
                      <a:pt x="10" y="7"/>
                      <a:pt x="12" y="7"/>
                    </a:cubicBezTo>
                    <a:cubicBezTo>
                      <a:pt x="14" y="7"/>
                      <a:pt x="15" y="7"/>
                      <a:pt x="16" y="8"/>
                    </a:cubicBezTo>
                    <a:cubicBezTo>
                      <a:pt x="17" y="9"/>
                      <a:pt x="17" y="9"/>
                      <a:pt x="17" y="11"/>
                    </a:cubicBezTo>
                    <a:cubicBezTo>
                      <a:pt x="17" y="13"/>
                      <a:pt x="16" y="14"/>
                      <a:pt x="15" y="14"/>
                    </a:cubicBezTo>
                    <a:lnTo>
                      <a:pt x="15" y="14"/>
                    </a:lnTo>
                    <a:cubicBezTo>
                      <a:pt x="16" y="14"/>
                      <a:pt x="17" y="15"/>
                      <a:pt x="17" y="17"/>
                    </a:cubicBezTo>
                    <a:cubicBezTo>
                      <a:pt x="17" y="19"/>
                      <a:pt x="18" y="20"/>
                      <a:pt x="18" y="20"/>
                    </a:cubicBezTo>
                    <a:lnTo>
                      <a:pt x="16" y="20"/>
                    </a:lnTo>
                    <a:cubicBezTo>
                      <a:pt x="16" y="20"/>
                      <a:pt x="15" y="18"/>
                      <a:pt x="15" y="17"/>
                    </a:cubicBezTo>
                    <a:cubicBezTo>
                      <a:pt x="15" y="15"/>
                      <a:pt x="14" y="15"/>
                      <a:pt x="12" y="15"/>
                    </a:cubicBezTo>
                    <a:lnTo>
                      <a:pt x="11" y="15"/>
                    </a:lnTo>
                    <a:lnTo>
                      <a:pt x="11" y="19"/>
                    </a:lnTo>
                    <a:lnTo>
                      <a:pt x="10" y="19"/>
                    </a:lnTo>
                    <a:close/>
                    <a:moveTo>
                      <a:pt x="10" y="12"/>
                    </a:moveTo>
                    <a:lnTo>
                      <a:pt x="11" y="12"/>
                    </a:lnTo>
                    <a:cubicBezTo>
                      <a:pt x="13" y="12"/>
                      <a:pt x="14" y="11"/>
                      <a:pt x="14" y="10"/>
                    </a:cubicBezTo>
                    <a:cubicBezTo>
                      <a:pt x="14" y="9"/>
                      <a:pt x="13" y="8"/>
                      <a:pt x="11" y="8"/>
                    </a:cubicBezTo>
                    <a:cubicBezTo>
                      <a:pt x="10" y="8"/>
                      <a:pt x="10" y="8"/>
                      <a:pt x="10" y="8"/>
                    </a:cubicBezTo>
                    <a:lnTo>
                      <a:pt x="10" y="12"/>
                    </a:ln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59" name="Group 58">
            <a:extLst>
              <a:ext uri="{FF2B5EF4-FFF2-40B4-BE49-F238E27FC236}">
                <a16:creationId xmlns:a16="http://schemas.microsoft.com/office/drawing/2014/main" id="{C326C1FC-E489-9535-706C-BF922C99CB6C}"/>
              </a:ext>
            </a:extLst>
          </p:cNvPr>
          <p:cNvGrpSpPr/>
          <p:nvPr/>
        </p:nvGrpSpPr>
        <p:grpSpPr>
          <a:xfrm>
            <a:off x="1307541" y="2604900"/>
            <a:ext cx="1968670" cy="295912"/>
            <a:chOff x="4240213" y="1244600"/>
            <a:chExt cx="1277937" cy="192088"/>
          </a:xfrm>
        </p:grpSpPr>
        <p:grpSp>
          <p:nvGrpSpPr>
            <p:cNvPr id="60" name="Group 59">
              <a:extLst>
                <a:ext uri="{FF2B5EF4-FFF2-40B4-BE49-F238E27FC236}">
                  <a16:creationId xmlns:a16="http://schemas.microsoft.com/office/drawing/2014/main" id="{41CD5596-D19B-6BAB-E32F-98279C58BC10}"/>
                </a:ext>
              </a:extLst>
            </p:cNvPr>
            <p:cNvGrpSpPr/>
            <p:nvPr/>
          </p:nvGrpSpPr>
          <p:grpSpPr>
            <a:xfrm>
              <a:off x="4240213" y="1270000"/>
              <a:ext cx="484187" cy="127000"/>
              <a:chOff x="4240213" y="1270000"/>
              <a:chExt cx="484187" cy="127000"/>
            </a:xfrm>
          </p:grpSpPr>
          <p:sp>
            <p:nvSpPr>
              <p:cNvPr id="70" name="Freeform 30">
                <a:extLst>
                  <a:ext uri="{FF2B5EF4-FFF2-40B4-BE49-F238E27FC236}">
                    <a16:creationId xmlns:a16="http://schemas.microsoft.com/office/drawing/2014/main" id="{60677D37-E80B-A1E2-FA02-ADC266D90AEA}"/>
                  </a:ext>
                </a:extLst>
              </p:cNvPr>
              <p:cNvSpPr>
                <a:spLocks noChangeArrowheads="1"/>
              </p:cNvSpPr>
              <p:nvPr/>
            </p:nvSpPr>
            <p:spPr bwMode="auto">
              <a:xfrm>
                <a:off x="4327525" y="1270000"/>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5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5"/>
                    </a:lnTo>
                    <a:cubicBezTo>
                      <a:pt x="0" y="329"/>
                      <a:pt x="12" y="342"/>
                      <a:pt x="27" y="342"/>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1" name="Freeform 31">
                <a:extLst>
                  <a:ext uri="{FF2B5EF4-FFF2-40B4-BE49-F238E27FC236}">
                    <a16:creationId xmlns:a16="http://schemas.microsoft.com/office/drawing/2014/main" id="{D29D3364-E8F3-3A04-5591-AD1FC84A9A3E}"/>
                  </a:ext>
                </a:extLst>
              </p:cNvPr>
              <p:cNvSpPr>
                <a:spLocks noChangeArrowheads="1"/>
              </p:cNvSpPr>
              <p:nvPr/>
            </p:nvSpPr>
            <p:spPr bwMode="auto">
              <a:xfrm>
                <a:off x="4354513" y="1301750"/>
                <a:ext cx="93662" cy="93663"/>
              </a:xfrm>
              <a:custGeom>
                <a:avLst/>
                <a:gdLst>
                  <a:gd name="T0" fmla="*/ 119 w 259"/>
                  <a:gd name="T1" fmla="*/ 259 h 260"/>
                  <a:gd name="T2" fmla="*/ 193 w 259"/>
                  <a:gd name="T3" fmla="*/ 225 h 260"/>
                  <a:gd name="T4" fmla="*/ 193 w 259"/>
                  <a:gd name="T5" fmla="*/ 225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5"/>
                    </a:cubicBezTo>
                    <a:lnTo>
                      <a:pt x="193" y="225"/>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0"/>
                      <a:pt x="195" y="129"/>
                    </a:cubicBezTo>
                    <a:cubicBezTo>
                      <a:pt x="195" y="167"/>
                      <a:pt x="169" y="197"/>
                      <a:pt x="132" y="197"/>
                    </a:cubicBezTo>
                    <a:cubicBezTo>
                      <a:pt x="93" y="197"/>
                      <a:pt x="69" y="166"/>
                      <a:pt x="69" y="129"/>
                    </a:cubicBezTo>
                    <a:cubicBezTo>
                      <a:pt x="69" y="91"/>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2" name="Freeform 32">
                <a:extLst>
                  <a:ext uri="{FF2B5EF4-FFF2-40B4-BE49-F238E27FC236}">
                    <a16:creationId xmlns:a16="http://schemas.microsoft.com/office/drawing/2014/main" id="{DBB0E692-1864-DB91-0277-F2857E66D4D0}"/>
                  </a:ext>
                </a:extLst>
              </p:cNvPr>
              <p:cNvSpPr>
                <a:spLocks noChangeArrowheads="1"/>
              </p:cNvSpPr>
              <p:nvPr/>
            </p:nvSpPr>
            <p:spPr bwMode="auto">
              <a:xfrm>
                <a:off x="4454525" y="1270000"/>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5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5"/>
                    </a:lnTo>
                    <a:cubicBezTo>
                      <a:pt x="0" y="330"/>
                      <a:pt x="12" y="342"/>
                      <a:pt x="27" y="342"/>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3" name="Freeform 33">
                <a:extLst>
                  <a:ext uri="{FF2B5EF4-FFF2-40B4-BE49-F238E27FC236}">
                    <a16:creationId xmlns:a16="http://schemas.microsoft.com/office/drawing/2014/main" id="{DBD4CEE7-8FA1-2995-7310-9D3116F2805A}"/>
                  </a:ext>
                </a:extLst>
              </p:cNvPr>
              <p:cNvSpPr>
                <a:spLocks noChangeArrowheads="1"/>
              </p:cNvSpPr>
              <p:nvPr/>
            </p:nvSpPr>
            <p:spPr bwMode="auto">
              <a:xfrm>
                <a:off x="4481513" y="1303338"/>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8"/>
                      <a:pt x="198" y="128"/>
                    </a:cubicBezTo>
                    <a:cubicBezTo>
                      <a:pt x="198" y="167"/>
                      <a:pt x="170" y="196"/>
                      <a:pt x="133" y="196"/>
                    </a:cubicBezTo>
                    <a:cubicBezTo>
                      <a:pt x="95" y="196"/>
                      <a:pt x="68" y="168"/>
                      <a:pt x="68" y="128"/>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4" name="Freeform 34">
                <a:extLst>
                  <a:ext uri="{FF2B5EF4-FFF2-40B4-BE49-F238E27FC236}">
                    <a16:creationId xmlns:a16="http://schemas.microsoft.com/office/drawing/2014/main" id="{02ECBE17-724D-CAD8-CD61-9D73AF54D390}"/>
                  </a:ext>
                </a:extLst>
              </p:cNvPr>
              <p:cNvSpPr>
                <a:spLocks noChangeArrowheads="1"/>
              </p:cNvSpPr>
              <p:nvPr/>
            </p:nvSpPr>
            <p:spPr bwMode="auto">
              <a:xfrm>
                <a:off x="4579938" y="1301750"/>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5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2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5"/>
                      <a:pt x="286" y="65"/>
                    </a:cubicBezTo>
                    <a:cubicBezTo>
                      <a:pt x="316" y="65"/>
                      <a:pt x="334" y="84"/>
                      <a:pt x="334" y="119"/>
                    </a:cubicBezTo>
                    <a:lnTo>
                      <a:pt x="334" y="227"/>
                    </a:lnTo>
                    <a:cubicBezTo>
                      <a:pt x="334" y="242"/>
                      <a:pt x="346" y="254"/>
                      <a:pt x="361" y="254"/>
                    </a:cubicBezTo>
                    <a:lnTo>
                      <a:pt x="399" y="254"/>
                    </a:lnTo>
                    <a:lnTo>
                      <a:pt x="399" y="98"/>
                    </a:lnTo>
                    <a:cubicBezTo>
                      <a:pt x="399" y="41"/>
                      <a:pt x="361" y="2"/>
                      <a:pt x="303" y="2"/>
                    </a:cubicBezTo>
                    <a:cubicBezTo>
                      <a:pt x="271" y="2"/>
                      <a:pt x="239" y="12"/>
                      <a:pt x="219" y="43"/>
                    </a:cubicBezTo>
                    <a:cubicBezTo>
                      <a:pt x="203" y="18"/>
                      <a:pt x="175" y="2"/>
                      <a:pt x="138" y="0"/>
                    </a:cubicBezTo>
                    <a:cubicBezTo>
                      <a:pt x="110" y="0"/>
                      <a:pt x="84" y="10"/>
                      <a:pt x="65" y="36"/>
                    </a:cubicBezTo>
                    <a:lnTo>
                      <a:pt x="65" y="7"/>
                    </a:lnTo>
                    <a:lnTo>
                      <a:pt x="1" y="7"/>
                    </a:lnTo>
                    <a:lnTo>
                      <a:pt x="0" y="225"/>
                    </a:lnTo>
                    <a:cubicBezTo>
                      <a:pt x="0" y="245"/>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5" name="Freeform 35">
                <a:extLst>
                  <a:ext uri="{FF2B5EF4-FFF2-40B4-BE49-F238E27FC236}">
                    <a16:creationId xmlns:a16="http://schemas.microsoft.com/office/drawing/2014/main" id="{9383116C-2417-7DD2-B02C-63C8C03A9293}"/>
                  </a:ext>
                </a:extLst>
              </p:cNvPr>
              <p:cNvSpPr>
                <a:spLocks noChangeArrowheads="1"/>
              </p:cNvSpPr>
              <p:nvPr/>
            </p:nvSpPr>
            <p:spPr bwMode="auto">
              <a:xfrm>
                <a:off x="4240213" y="1301750"/>
                <a:ext cx="85725" cy="93663"/>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4"/>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61" name="Freeform 36">
              <a:extLst>
                <a:ext uri="{FF2B5EF4-FFF2-40B4-BE49-F238E27FC236}">
                  <a16:creationId xmlns:a16="http://schemas.microsoft.com/office/drawing/2014/main" id="{722F52D7-A393-B29D-96EC-5C3968F7320F}"/>
                </a:ext>
              </a:extLst>
            </p:cNvPr>
            <p:cNvSpPr>
              <a:spLocks noChangeArrowheads="1"/>
            </p:cNvSpPr>
            <p:nvPr/>
          </p:nvSpPr>
          <p:spPr bwMode="auto">
            <a:xfrm>
              <a:off x="4860925" y="124460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62" name="Group 61">
              <a:extLst>
                <a:ext uri="{FF2B5EF4-FFF2-40B4-BE49-F238E27FC236}">
                  <a16:creationId xmlns:a16="http://schemas.microsoft.com/office/drawing/2014/main" id="{504384A1-C7D6-BE2C-D61C-E6453F62216E}"/>
                </a:ext>
              </a:extLst>
            </p:cNvPr>
            <p:cNvGrpSpPr/>
            <p:nvPr/>
          </p:nvGrpSpPr>
          <p:grpSpPr>
            <a:xfrm>
              <a:off x="5002213" y="1271588"/>
              <a:ext cx="515937" cy="157162"/>
              <a:chOff x="5002213" y="1271588"/>
              <a:chExt cx="515937" cy="157162"/>
            </a:xfrm>
          </p:grpSpPr>
          <p:sp>
            <p:nvSpPr>
              <p:cNvPr id="63" name="Freeform 37">
                <a:extLst>
                  <a:ext uri="{FF2B5EF4-FFF2-40B4-BE49-F238E27FC236}">
                    <a16:creationId xmlns:a16="http://schemas.microsoft.com/office/drawing/2014/main" id="{C483DE1A-657B-71F6-7914-550B14A94831}"/>
                  </a:ext>
                </a:extLst>
              </p:cNvPr>
              <p:cNvSpPr>
                <a:spLocks noChangeArrowheads="1"/>
              </p:cNvSpPr>
              <p:nvPr/>
            </p:nvSpPr>
            <p:spPr bwMode="auto">
              <a:xfrm>
                <a:off x="5002213" y="1303338"/>
                <a:ext cx="82550" cy="90487"/>
              </a:xfrm>
              <a:custGeom>
                <a:avLst/>
                <a:gdLst>
                  <a:gd name="T0" fmla="*/ 213 w 230"/>
                  <a:gd name="T1" fmla="*/ 206 h 252"/>
                  <a:gd name="T2" fmla="*/ 209 w 230"/>
                  <a:gd name="T3" fmla="*/ 207 h 252"/>
                  <a:gd name="T4" fmla="*/ 192 w 230"/>
                  <a:gd name="T5" fmla="*/ 209 h 252"/>
                  <a:gd name="T6" fmla="*/ 179 w 230"/>
                  <a:gd name="T7" fmla="*/ 193 h 252"/>
                  <a:gd name="T8" fmla="*/ 179 w 230"/>
                  <a:gd name="T9" fmla="*/ 30 h 252"/>
                  <a:gd name="T10" fmla="*/ 173 w 230"/>
                  <a:gd name="T11" fmla="*/ 20 h 252"/>
                  <a:gd name="T12" fmla="*/ 172 w 230"/>
                  <a:gd name="T13" fmla="*/ 19 h 252"/>
                  <a:gd name="T14" fmla="*/ 171 w 230"/>
                  <a:gd name="T15" fmla="*/ 18 h 252"/>
                  <a:gd name="T16" fmla="*/ 135 w 230"/>
                  <a:gd name="T17" fmla="*/ 5 h 252"/>
                  <a:gd name="T18" fmla="*/ 134 w 230"/>
                  <a:gd name="T19" fmla="*/ 5 h 252"/>
                  <a:gd name="T20" fmla="*/ 87 w 230"/>
                  <a:gd name="T21" fmla="*/ 0 h 252"/>
                  <a:gd name="T22" fmla="*/ 65 w 230"/>
                  <a:gd name="T23" fmla="*/ 1 h 252"/>
                  <a:gd name="T24" fmla="*/ 32 w 230"/>
                  <a:gd name="T25" fmla="*/ 7 h 252"/>
                  <a:gd name="T26" fmla="*/ 24 w 230"/>
                  <a:gd name="T27" fmla="*/ 17 h 252"/>
                  <a:gd name="T28" fmla="*/ 27 w 230"/>
                  <a:gd name="T29" fmla="*/ 30 h 252"/>
                  <a:gd name="T30" fmla="*/ 35 w 230"/>
                  <a:gd name="T31" fmla="*/ 39 h 252"/>
                  <a:gd name="T32" fmla="*/ 51 w 230"/>
                  <a:gd name="T33" fmla="*/ 37 h 252"/>
                  <a:gd name="T34" fmla="*/ 78 w 230"/>
                  <a:gd name="T35" fmla="*/ 34 h 252"/>
                  <a:gd name="T36" fmla="*/ 107 w 230"/>
                  <a:gd name="T37" fmla="*/ 35 h 252"/>
                  <a:gd name="T38" fmla="*/ 137 w 230"/>
                  <a:gd name="T39" fmla="*/ 45 h 252"/>
                  <a:gd name="T40" fmla="*/ 137 w 230"/>
                  <a:gd name="T41" fmla="*/ 108 h 252"/>
                  <a:gd name="T42" fmla="*/ 135 w 230"/>
                  <a:gd name="T43" fmla="*/ 108 h 252"/>
                  <a:gd name="T44" fmla="*/ 89 w 230"/>
                  <a:gd name="T45" fmla="*/ 109 h 252"/>
                  <a:gd name="T46" fmla="*/ 0 w 230"/>
                  <a:gd name="T47" fmla="*/ 184 h 252"/>
                  <a:gd name="T48" fmla="*/ 20 w 230"/>
                  <a:gd name="T49" fmla="*/ 235 h 252"/>
                  <a:gd name="T50" fmla="*/ 73 w 230"/>
                  <a:gd name="T51" fmla="*/ 251 h 252"/>
                  <a:gd name="T52" fmla="*/ 140 w 230"/>
                  <a:gd name="T53" fmla="*/ 227 h 252"/>
                  <a:gd name="T54" fmla="*/ 142 w 230"/>
                  <a:gd name="T55" fmla="*/ 226 h 252"/>
                  <a:gd name="T56" fmla="*/ 144 w 230"/>
                  <a:gd name="T57" fmla="*/ 228 h 252"/>
                  <a:gd name="T58" fmla="*/ 169 w 230"/>
                  <a:gd name="T59" fmla="*/ 249 h 252"/>
                  <a:gd name="T60" fmla="*/ 188 w 230"/>
                  <a:gd name="T61" fmla="*/ 251 h 252"/>
                  <a:gd name="T62" fmla="*/ 194 w 230"/>
                  <a:gd name="T63" fmla="*/ 251 h 252"/>
                  <a:gd name="T64" fmla="*/ 221 w 230"/>
                  <a:gd name="T65" fmla="*/ 244 h 252"/>
                  <a:gd name="T66" fmla="*/ 229 w 230"/>
                  <a:gd name="T67" fmla="*/ 232 h 252"/>
                  <a:gd name="T68" fmla="*/ 224 w 230"/>
                  <a:gd name="T69" fmla="*/ 215 h 252"/>
                  <a:gd name="T70" fmla="*/ 213 w 230"/>
                  <a:gd name="T71" fmla="*/ 206 h 252"/>
                  <a:gd name="T72" fmla="*/ 136 w 230"/>
                  <a:gd name="T73" fmla="*/ 201 h 252"/>
                  <a:gd name="T74" fmla="*/ 79 w 230"/>
                  <a:gd name="T75" fmla="*/ 218 h 252"/>
                  <a:gd name="T76" fmla="*/ 42 w 230"/>
                  <a:gd name="T77" fmla="*/ 182 h 252"/>
                  <a:gd name="T78" fmla="*/ 87 w 230"/>
                  <a:gd name="T79" fmla="*/ 140 h 252"/>
                  <a:gd name="T80" fmla="*/ 134 w 230"/>
                  <a:gd name="T81" fmla="*/ 138 h 252"/>
                  <a:gd name="T82" fmla="*/ 136 w 230"/>
                  <a:gd name="T83" fmla="*/ 138 h 252"/>
                  <a:gd name="T84" fmla="*/ 138 w 230"/>
                  <a:gd name="T85" fmla="*/ 138 h 252"/>
                  <a:gd name="T86" fmla="*/ 138 w 230"/>
                  <a:gd name="T87" fmla="*/ 200 h 252"/>
                  <a:gd name="T88" fmla="*/ 136 w 230"/>
                  <a:gd name="T89" fmla="*/ 20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0" h="252">
                    <a:moveTo>
                      <a:pt x="213" y="206"/>
                    </a:moveTo>
                    <a:cubicBezTo>
                      <a:pt x="212" y="206"/>
                      <a:pt x="211" y="206"/>
                      <a:pt x="209" y="207"/>
                    </a:cubicBezTo>
                    <a:cubicBezTo>
                      <a:pt x="201" y="209"/>
                      <a:pt x="197" y="209"/>
                      <a:pt x="192" y="209"/>
                    </a:cubicBezTo>
                    <a:cubicBezTo>
                      <a:pt x="181" y="209"/>
                      <a:pt x="179" y="206"/>
                      <a:pt x="179" y="193"/>
                    </a:cubicBezTo>
                    <a:lnTo>
                      <a:pt x="179" y="30"/>
                    </a:lnTo>
                    <a:cubicBezTo>
                      <a:pt x="179" y="25"/>
                      <a:pt x="177" y="22"/>
                      <a:pt x="173" y="20"/>
                    </a:cubicBezTo>
                    <a:lnTo>
                      <a:pt x="172" y="19"/>
                    </a:lnTo>
                    <a:lnTo>
                      <a:pt x="171" y="18"/>
                    </a:lnTo>
                    <a:cubicBezTo>
                      <a:pt x="163" y="13"/>
                      <a:pt x="148" y="8"/>
                      <a:pt x="135" y="5"/>
                    </a:cubicBezTo>
                    <a:lnTo>
                      <a:pt x="134" y="5"/>
                    </a:lnTo>
                    <a:cubicBezTo>
                      <a:pt x="119" y="2"/>
                      <a:pt x="103" y="0"/>
                      <a:pt x="87" y="0"/>
                    </a:cubicBezTo>
                    <a:cubicBezTo>
                      <a:pt x="77" y="0"/>
                      <a:pt x="69" y="1"/>
                      <a:pt x="65" y="1"/>
                    </a:cubicBezTo>
                    <a:cubicBezTo>
                      <a:pt x="58" y="2"/>
                      <a:pt x="39" y="5"/>
                      <a:pt x="32" y="7"/>
                    </a:cubicBezTo>
                    <a:cubicBezTo>
                      <a:pt x="30" y="8"/>
                      <a:pt x="25" y="10"/>
                      <a:pt x="24" y="17"/>
                    </a:cubicBezTo>
                    <a:cubicBezTo>
                      <a:pt x="24" y="20"/>
                      <a:pt x="27" y="30"/>
                      <a:pt x="27" y="30"/>
                    </a:cubicBezTo>
                    <a:cubicBezTo>
                      <a:pt x="29" y="36"/>
                      <a:pt x="31" y="38"/>
                      <a:pt x="35" y="39"/>
                    </a:cubicBezTo>
                    <a:cubicBezTo>
                      <a:pt x="39" y="39"/>
                      <a:pt x="46" y="38"/>
                      <a:pt x="51" y="37"/>
                    </a:cubicBezTo>
                    <a:cubicBezTo>
                      <a:pt x="64" y="35"/>
                      <a:pt x="72" y="34"/>
                      <a:pt x="78" y="34"/>
                    </a:cubicBezTo>
                    <a:cubicBezTo>
                      <a:pt x="86" y="34"/>
                      <a:pt x="95" y="34"/>
                      <a:pt x="107" y="35"/>
                    </a:cubicBezTo>
                    <a:cubicBezTo>
                      <a:pt x="129" y="38"/>
                      <a:pt x="137" y="45"/>
                      <a:pt x="137" y="45"/>
                    </a:cubicBezTo>
                    <a:lnTo>
                      <a:pt x="137" y="108"/>
                    </a:lnTo>
                    <a:lnTo>
                      <a:pt x="135" y="108"/>
                    </a:lnTo>
                    <a:lnTo>
                      <a:pt x="89" y="109"/>
                    </a:lnTo>
                    <a:cubicBezTo>
                      <a:pt x="28" y="111"/>
                      <a:pt x="0" y="135"/>
                      <a:pt x="0" y="184"/>
                    </a:cubicBezTo>
                    <a:cubicBezTo>
                      <a:pt x="0" y="206"/>
                      <a:pt x="7" y="223"/>
                      <a:pt x="20" y="235"/>
                    </a:cubicBezTo>
                    <a:cubicBezTo>
                      <a:pt x="32" y="246"/>
                      <a:pt x="50" y="251"/>
                      <a:pt x="73" y="251"/>
                    </a:cubicBezTo>
                    <a:cubicBezTo>
                      <a:pt x="97" y="251"/>
                      <a:pt x="119" y="244"/>
                      <a:pt x="140" y="227"/>
                    </a:cubicBezTo>
                    <a:lnTo>
                      <a:pt x="142" y="226"/>
                    </a:lnTo>
                    <a:lnTo>
                      <a:pt x="144" y="228"/>
                    </a:lnTo>
                    <a:cubicBezTo>
                      <a:pt x="149" y="238"/>
                      <a:pt x="157" y="246"/>
                      <a:pt x="169" y="249"/>
                    </a:cubicBezTo>
                    <a:cubicBezTo>
                      <a:pt x="175" y="250"/>
                      <a:pt x="181" y="251"/>
                      <a:pt x="188" y="251"/>
                    </a:cubicBezTo>
                    <a:lnTo>
                      <a:pt x="194" y="251"/>
                    </a:lnTo>
                    <a:cubicBezTo>
                      <a:pt x="201" y="250"/>
                      <a:pt x="210" y="249"/>
                      <a:pt x="221" y="244"/>
                    </a:cubicBezTo>
                    <a:cubicBezTo>
                      <a:pt x="226" y="241"/>
                      <a:pt x="229" y="237"/>
                      <a:pt x="229" y="232"/>
                    </a:cubicBezTo>
                    <a:cubicBezTo>
                      <a:pt x="227" y="229"/>
                      <a:pt x="224" y="215"/>
                      <a:pt x="224" y="215"/>
                    </a:cubicBezTo>
                    <a:cubicBezTo>
                      <a:pt x="223" y="209"/>
                      <a:pt x="218" y="206"/>
                      <a:pt x="213" y="206"/>
                    </a:cubicBezTo>
                    <a:close/>
                    <a:moveTo>
                      <a:pt x="136" y="201"/>
                    </a:moveTo>
                    <a:cubicBezTo>
                      <a:pt x="121" y="212"/>
                      <a:pt x="99" y="218"/>
                      <a:pt x="79" y="218"/>
                    </a:cubicBezTo>
                    <a:cubicBezTo>
                      <a:pt x="53" y="217"/>
                      <a:pt x="42" y="207"/>
                      <a:pt x="42" y="182"/>
                    </a:cubicBezTo>
                    <a:cubicBezTo>
                      <a:pt x="43" y="152"/>
                      <a:pt x="53" y="142"/>
                      <a:pt x="87" y="140"/>
                    </a:cubicBezTo>
                    <a:lnTo>
                      <a:pt x="134" y="138"/>
                    </a:lnTo>
                    <a:lnTo>
                      <a:pt x="136" y="138"/>
                    </a:lnTo>
                    <a:lnTo>
                      <a:pt x="138" y="138"/>
                    </a:lnTo>
                    <a:lnTo>
                      <a:pt x="138" y="200"/>
                    </a:lnTo>
                    <a:lnTo>
                      <a:pt x="136" y="201"/>
                    </a:lnTo>
                    <a:close/>
                  </a:path>
                </a:pathLst>
              </a:custGeom>
              <a:solidFill>
                <a:srgbClr val="1681C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4" name="Freeform 38">
                <a:extLst>
                  <a:ext uri="{FF2B5EF4-FFF2-40B4-BE49-F238E27FC236}">
                    <a16:creationId xmlns:a16="http://schemas.microsoft.com/office/drawing/2014/main" id="{3A1E8101-9FCF-99DC-16EE-81BFF36061B1}"/>
                  </a:ext>
                </a:extLst>
              </p:cNvPr>
              <p:cNvSpPr>
                <a:spLocks noChangeArrowheads="1"/>
              </p:cNvSpPr>
              <p:nvPr/>
            </p:nvSpPr>
            <p:spPr bwMode="auto">
              <a:xfrm>
                <a:off x="5313363" y="1308100"/>
                <a:ext cx="41275" cy="85725"/>
              </a:xfrm>
              <a:custGeom>
                <a:avLst/>
                <a:gdLst>
                  <a:gd name="T0" fmla="*/ 10 w 115"/>
                  <a:gd name="T1" fmla="*/ 238 h 239"/>
                  <a:gd name="T2" fmla="*/ 2 w 115"/>
                  <a:gd name="T3" fmla="*/ 235 h 239"/>
                  <a:gd name="T4" fmla="*/ 0 w 115"/>
                  <a:gd name="T5" fmla="*/ 227 h 239"/>
                  <a:gd name="T6" fmla="*/ 0 w 115"/>
                  <a:gd name="T7" fmla="*/ 17 h 239"/>
                  <a:gd name="T8" fmla="*/ 3 w 115"/>
                  <a:gd name="T9" fmla="*/ 8 h 239"/>
                  <a:gd name="T10" fmla="*/ 11 w 115"/>
                  <a:gd name="T11" fmla="*/ 6 h 239"/>
                  <a:gd name="T12" fmla="*/ 31 w 115"/>
                  <a:gd name="T13" fmla="*/ 6 h 239"/>
                  <a:gd name="T14" fmla="*/ 40 w 115"/>
                  <a:gd name="T15" fmla="*/ 8 h 239"/>
                  <a:gd name="T16" fmla="*/ 43 w 115"/>
                  <a:gd name="T17" fmla="*/ 16 h 239"/>
                  <a:gd name="T18" fmla="*/ 43 w 115"/>
                  <a:gd name="T19" fmla="*/ 21 h 239"/>
                  <a:gd name="T20" fmla="*/ 43 w 115"/>
                  <a:gd name="T21" fmla="*/ 25 h 239"/>
                  <a:gd name="T22" fmla="*/ 46 w 115"/>
                  <a:gd name="T23" fmla="*/ 22 h 239"/>
                  <a:gd name="T24" fmla="*/ 95 w 115"/>
                  <a:gd name="T25" fmla="*/ 0 h 239"/>
                  <a:gd name="T26" fmla="*/ 109 w 115"/>
                  <a:gd name="T27" fmla="*/ 1 h 239"/>
                  <a:gd name="T28" fmla="*/ 114 w 115"/>
                  <a:gd name="T29" fmla="*/ 8 h 239"/>
                  <a:gd name="T30" fmla="*/ 114 w 115"/>
                  <a:gd name="T31" fmla="*/ 11 h 239"/>
                  <a:gd name="T32" fmla="*/ 111 w 115"/>
                  <a:gd name="T33" fmla="*/ 33 h 239"/>
                  <a:gd name="T34" fmla="*/ 105 w 115"/>
                  <a:gd name="T35" fmla="*/ 39 h 239"/>
                  <a:gd name="T36" fmla="*/ 99 w 115"/>
                  <a:gd name="T37" fmla="*/ 38 h 239"/>
                  <a:gd name="T38" fmla="*/ 90 w 115"/>
                  <a:gd name="T39" fmla="*/ 37 h 239"/>
                  <a:gd name="T40" fmla="*/ 46 w 115"/>
                  <a:gd name="T41" fmla="*/ 63 h 239"/>
                  <a:gd name="T42" fmla="*/ 46 w 115"/>
                  <a:gd name="T43" fmla="*/ 64 h 239"/>
                  <a:gd name="T44" fmla="*/ 46 w 115"/>
                  <a:gd name="T45" fmla="*/ 225 h 239"/>
                  <a:gd name="T46" fmla="*/ 43 w 115"/>
                  <a:gd name="T47" fmla="*/ 234 h 239"/>
                  <a:gd name="T48" fmla="*/ 31 w 115"/>
                  <a:gd name="T49" fmla="*/ 238 h 239"/>
                  <a:gd name="T50" fmla="*/ 10 w 115"/>
                  <a:gd name="T51" fmla="*/ 238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5" h="239">
                    <a:moveTo>
                      <a:pt x="10" y="238"/>
                    </a:moveTo>
                    <a:cubicBezTo>
                      <a:pt x="6" y="238"/>
                      <a:pt x="3" y="237"/>
                      <a:pt x="2" y="235"/>
                    </a:cubicBezTo>
                    <a:cubicBezTo>
                      <a:pt x="0" y="233"/>
                      <a:pt x="0" y="230"/>
                      <a:pt x="0" y="227"/>
                    </a:cubicBezTo>
                    <a:lnTo>
                      <a:pt x="0" y="17"/>
                    </a:lnTo>
                    <a:cubicBezTo>
                      <a:pt x="0" y="12"/>
                      <a:pt x="1" y="10"/>
                      <a:pt x="3" y="8"/>
                    </a:cubicBezTo>
                    <a:cubicBezTo>
                      <a:pt x="5" y="6"/>
                      <a:pt x="7" y="6"/>
                      <a:pt x="11" y="6"/>
                    </a:cubicBezTo>
                    <a:lnTo>
                      <a:pt x="31" y="6"/>
                    </a:lnTo>
                    <a:cubicBezTo>
                      <a:pt x="34" y="6"/>
                      <a:pt x="37" y="7"/>
                      <a:pt x="40" y="8"/>
                    </a:cubicBezTo>
                    <a:cubicBezTo>
                      <a:pt x="42" y="10"/>
                      <a:pt x="43" y="12"/>
                      <a:pt x="43" y="16"/>
                    </a:cubicBezTo>
                    <a:lnTo>
                      <a:pt x="43" y="21"/>
                    </a:lnTo>
                    <a:lnTo>
                      <a:pt x="43" y="25"/>
                    </a:lnTo>
                    <a:lnTo>
                      <a:pt x="46" y="22"/>
                    </a:lnTo>
                    <a:cubicBezTo>
                      <a:pt x="56" y="12"/>
                      <a:pt x="72" y="0"/>
                      <a:pt x="95" y="0"/>
                    </a:cubicBezTo>
                    <a:cubicBezTo>
                      <a:pt x="98" y="0"/>
                      <a:pt x="104" y="0"/>
                      <a:pt x="109" y="1"/>
                    </a:cubicBezTo>
                    <a:cubicBezTo>
                      <a:pt x="113" y="2"/>
                      <a:pt x="114" y="6"/>
                      <a:pt x="114" y="8"/>
                    </a:cubicBezTo>
                    <a:lnTo>
                      <a:pt x="114" y="11"/>
                    </a:lnTo>
                    <a:lnTo>
                      <a:pt x="111" y="33"/>
                    </a:lnTo>
                    <a:cubicBezTo>
                      <a:pt x="111" y="36"/>
                      <a:pt x="108" y="39"/>
                      <a:pt x="105" y="39"/>
                    </a:cubicBezTo>
                    <a:cubicBezTo>
                      <a:pt x="103" y="39"/>
                      <a:pt x="101" y="39"/>
                      <a:pt x="99" y="38"/>
                    </a:cubicBezTo>
                    <a:cubicBezTo>
                      <a:pt x="97" y="38"/>
                      <a:pt x="94" y="37"/>
                      <a:pt x="90" y="37"/>
                    </a:cubicBezTo>
                    <a:cubicBezTo>
                      <a:pt x="75" y="37"/>
                      <a:pt x="57" y="48"/>
                      <a:pt x="46" y="63"/>
                    </a:cubicBezTo>
                    <a:lnTo>
                      <a:pt x="46" y="64"/>
                    </a:lnTo>
                    <a:lnTo>
                      <a:pt x="46" y="225"/>
                    </a:lnTo>
                    <a:cubicBezTo>
                      <a:pt x="46" y="229"/>
                      <a:pt x="45" y="232"/>
                      <a:pt x="43" y="234"/>
                    </a:cubicBezTo>
                    <a:cubicBezTo>
                      <a:pt x="37" y="236"/>
                      <a:pt x="35" y="238"/>
                      <a:pt x="31" y="238"/>
                    </a:cubicBezTo>
                    <a:lnTo>
                      <a:pt x="10" y="238"/>
                    </a:lnTo>
                  </a:path>
                </a:pathLst>
              </a:custGeom>
              <a:solidFill>
                <a:srgbClr val="1681C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5" name="Freeform 39">
                <a:extLst>
                  <a:ext uri="{FF2B5EF4-FFF2-40B4-BE49-F238E27FC236}">
                    <a16:creationId xmlns:a16="http://schemas.microsoft.com/office/drawing/2014/main" id="{547B5031-6FEC-DF00-4B5E-92983B0253E6}"/>
                  </a:ext>
                </a:extLst>
              </p:cNvPr>
              <p:cNvSpPr>
                <a:spLocks noChangeArrowheads="1"/>
              </p:cNvSpPr>
              <p:nvPr/>
            </p:nvSpPr>
            <p:spPr bwMode="auto">
              <a:xfrm>
                <a:off x="5222875" y="1304925"/>
                <a:ext cx="68263" cy="92075"/>
              </a:xfrm>
              <a:custGeom>
                <a:avLst/>
                <a:gdLst>
                  <a:gd name="T0" fmla="*/ 0 w 191"/>
                  <a:gd name="T1" fmla="*/ 130 h 254"/>
                  <a:gd name="T2" fmla="*/ 112 w 191"/>
                  <a:gd name="T3" fmla="*/ 253 h 254"/>
                  <a:gd name="T4" fmla="*/ 150 w 191"/>
                  <a:gd name="T5" fmla="*/ 248 h 254"/>
                  <a:gd name="T6" fmla="*/ 157 w 191"/>
                  <a:gd name="T7" fmla="*/ 247 h 254"/>
                  <a:gd name="T8" fmla="*/ 176 w 191"/>
                  <a:gd name="T9" fmla="*/ 240 h 254"/>
                  <a:gd name="T10" fmla="*/ 184 w 191"/>
                  <a:gd name="T11" fmla="*/ 230 h 254"/>
                  <a:gd name="T12" fmla="*/ 179 w 191"/>
                  <a:gd name="T13" fmla="*/ 211 h 254"/>
                  <a:gd name="T14" fmla="*/ 169 w 191"/>
                  <a:gd name="T15" fmla="*/ 204 h 254"/>
                  <a:gd name="T16" fmla="*/ 147 w 191"/>
                  <a:gd name="T17" fmla="*/ 209 h 254"/>
                  <a:gd name="T18" fmla="*/ 112 w 191"/>
                  <a:gd name="T19" fmla="*/ 213 h 254"/>
                  <a:gd name="T20" fmla="*/ 44 w 191"/>
                  <a:gd name="T21" fmla="*/ 137 h 254"/>
                  <a:gd name="T22" fmla="*/ 44 w 191"/>
                  <a:gd name="T23" fmla="*/ 133 h 254"/>
                  <a:gd name="T24" fmla="*/ 180 w 191"/>
                  <a:gd name="T25" fmla="*/ 133 h 254"/>
                  <a:gd name="T26" fmla="*/ 188 w 191"/>
                  <a:gd name="T27" fmla="*/ 125 h 254"/>
                  <a:gd name="T28" fmla="*/ 188 w 191"/>
                  <a:gd name="T29" fmla="*/ 123 h 254"/>
                  <a:gd name="T30" fmla="*/ 189 w 191"/>
                  <a:gd name="T31" fmla="*/ 97 h 254"/>
                  <a:gd name="T32" fmla="*/ 100 w 191"/>
                  <a:gd name="T33" fmla="*/ 0 h 254"/>
                  <a:gd name="T34" fmla="*/ 0 w 191"/>
                  <a:gd name="T35" fmla="*/ 130 h 254"/>
                  <a:gd name="T36" fmla="*/ 46 w 191"/>
                  <a:gd name="T37" fmla="*/ 105 h 254"/>
                  <a:gd name="T38" fmla="*/ 100 w 191"/>
                  <a:gd name="T39" fmla="*/ 32 h 254"/>
                  <a:gd name="T40" fmla="*/ 149 w 191"/>
                  <a:gd name="T41" fmla="*/ 90 h 254"/>
                  <a:gd name="T42" fmla="*/ 148 w 191"/>
                  <a:gd name="T43" fmla="*/ 105 h 254"/>
                  <a:gd name="T44" fmla="*/ 46 w 191"/>
                  <a:gd name="T45" fmla="*/ 10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1" h="254">
                    <a:moveTo>
                      <a:pt x="0" y="130"/>
                    </a:moveTo>
                    <a:cubicBezTo>
                      <a:pt x="0" y="212"/>
                      <a:pt x="39" y="253"/>
                      <a:pt x="112" y="253"/>
                    </a:cubicBezTo>
                    <a:cubicBezTo>
                      <a:pt x="123" y="253"/>
                      <a:pt x="137" y="252"/>
                      <a:pt x="150" y="248"/>
                    </a:cubicBezTo>
                    <a:cubicBezTo>
                      <a:pt x="152" y="248"/>
                      <a:pt x="154" y="247"/>
                      <a:pt x="157" y="247"/>
                    </a:cubicBezTo>
                    <a:cubicBezTo>
                      <a:pt x="165" y="245"/>
                      <a:pt x="174" y="242"/>
                      <a:pt x="176" y="240"/>
                    </a:cubicBezTo>
                    <a:cubicBezTo>
                      <a:pt x="180" y="238"/>
                      <a:pt x="184" y="234"/>
                      <a:pt x="184" y="230"/>
                    </a:cubicBezTo>
                    <a:cubicBezTo>
                      <a:pt x="183" y="224"/>
                      <a:pt x="181" y="217"/>
                      <a:pt x="179" y="211"/>
                    </a:cubicBezTo>
                    <a:cubicBezTo>
                      <a:pt x="177" y="207"/>
                      <a:pt x="174" y="203"/>
                      <a:pt x="169" y="204"/>
                    </a:cubicBezTo>
                    <a:cubicBezTo>
                      <a:pt x="168" y="204"/>
                      <a:pt x="148" y="209"/>
                      <a:pt x="147" y="209"/>
                    </a:cubicBezTo>
                    <a:cubicBezTo>
                      <a:pt x="136" y="212"/>
                      <a:pt x="123" y="213"/>
                      <a:pt x="112" y="213"/>
                    </a:cubicBezTo>
                    <a:cubicBezTo>
                      <a:pt x="60" y="213"/>
                      <a:pt x="44" y="188"/>
                      <a:pt x="44" y="137"/>
                    </a:cubicBezTo>
                    <a:lnTo>
                      <a:pt x="44" y="133"/>
                    </a:lnTo>
                    <a:lnTo>
                      <a:pt x="180" y="133"/>
                    </a:lnTo>
                    <a:cubicBezTo>
                      <a:pt x="184" y="133"/>
                      <a:pt x="188" y="130"/>
                      <a:pt x="188" y="125"/>
                    </a:cubicBezTo>
                    <a:lnTo>
                      <a:pt x="188" y="123"/>
                    </a:lnTo>
                    <a:cubicBezTo>
                      <a:pt x="188" y="115"/>
                      <a:pt x="189" y="105"/>
                      <a:pt x="189" y="97"/>
                    </a:cubicBezTo>
                    <a:cubicBezTo>
                      <a:pt x="190" y="36"/>
                      <a:pt x="160" y="0"/>
                      <a:pt x="100" y="0"/>
                    </a:cubicBezTo>
                    <a:cubicBezTo>
                      <a:pt x="43" y="0"/>
                      <a:pt x="0" y="40"/>
                      <a:pt x="0" y="130"/>
                    </a:cubicBezTo>
                    <a:close/>
                    <a:moveTo>
                      <a:pt x="46" y="105"/>
                    </a:moveTo>
                    <a:cubicBezTo>
                      <a:pt x="47" y="54"/>
                      <a:pt x="68" y="32"/>
                      <a:pt x="100" y="32"/>
                    </a:cubicBezTo>
                    <a:cubicBezTo>
                      <a:pt x="131" y="32"/>
                      <a:pt x="149" y="49"/>
                      <a:pt x="149" y="90"/>
                    </a:cubicBezTo>
                    <a:cubicBezTo>
                      <a:pt x="148" y="93"/>
                      <a:pt x="148" y="101"/>
                      <a:pt x="148" y="105"/>
                    </a:cubicBezTo>
                    <a:lnTo>
                      <a:pt x="46" y="105"/>
                    </a:lnTo>
                    <a:close/>
                  </a:path>
                </a:pathLst>
              </a:custGeom>
              <a:solidFill>
                <a:srgbClr val="1681C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6" name="Freeform 40">
                <a:extLst>
                  <a:ext uri="{FF2B5EF4-FFF2-40B4-BE49-F238E27FC236}">
                    <a16:creationId xmlns:a16="http://schemas.microsoft.com/office/drawing/2014/main" id="{B98D7CA0-C09C-F986-5619-EF81367154E9}"/>
                  </a:ext>
                </a:extLst>
              </p:cNvPr>
              <p:cNvSpPr>
                <a:spLocks noChangeArrowheads="1"/>
              </p:cNvSpPr>
              <p:nvPr/>
            </p:nvSpPr>
            <p:spPr bwMode="auto">
              <a:xfrm>
                <a:off x="5364163" y="1309688"/>
                <a:ext cx="76200" cy="119062"/>
              </a:xfrm>
              <a:custGeom>
                <a:avLst/>
                <a:gdLst>
                  <a:gd name="T0" fmla="*/ 27 w 213"/>
                  <a:gd name="T1" fmla="*/ 328 h 329"/>
                  <a:gd name="T2" fmla="*/ 6 w 213"/>
                  <a:gd name="T3" fmla="*/ 325 h 329"/>
                  <a:gd name="T4" fmla="*/ 1 w 213"/>
                  <a:gd name="T5" fmla="*/ 313 h 329"/>
                  <a:gd name="T6" fmla="*/ 2 w 213"/>
                  <a:gd name="T7" fmla="*/ 300 h 329"/>
                  <a:gd name="T8" fmla="*/ 9 w 213"/>
                  <a:gd name="T9" fmla="*/ 292 h 329"/>
                  <a:gd name="T10" fmla="*/ 10 w 213"/>
                  <a:gd name="T11" fmla="*/ 292 h 329"/>
                  <a:gd name="T12" fmla="*/ 12 w 213"/>
                  <a:gd name="T13" fmla="*/ 292 h 329"/>
                  <a:gd name="T14" fmla="*/ 17 w 213"/>
                  <a:gd name="T15" fmla="*/ 292 h 329"/>
                  <a:gd name="T16" fmla="*/ 28 w 213"/>
                  <a:gd name="T17" fmla="*/ 293 h 329"/>
                  <a:gd name="T18" fmla="*/ 79 w 213"/>
                  <a:gd name="T19" fmla="*/ 259 h 329"/>
                  <a:gd name="T20" fmla="*/ 91 w 213"/>
                  <a:gd name="T21" fmla="*/ 229 h 329"/>
                  <a:gd name="T22" fmla="*/ 92 w 213"/>
                  <a:gd name="T23" fmla="*/ 226 h 329"/>
                  <a:gd name="T24" fmla="*/ 92 w 213"/>
                  <a:gd name="T25" fmla="*/ 225 h 329"/>
                  <a:gd name="T26" fmla="*/ 92 w 213"/>
                  <a:gd name="T27" fmla="*/ 224 h 329"/>
                  <a:gd name="T28" fmla="*/ 11 w 213"/>
                  <a:gd name="T29" fmla="*/ 9 h 329"/>
                  <a:gd name="T30" fmla="*/ 11 w 213"/>
                  <a:gd name="T31" fmla="*/ 5 h 329"/>
                  <a:gd name="T32" fmla="*/ 12 w 213"/>
                  <a:gd name="T33" fmla="*/ 2 h 329"/>
                  <a:gd name="T34" fmla="*/ 16 w 213"/>
                  <a:gd name="T35" fmla="*/ 1 h 329"/>
                  <a:gd name="T36" fmla="*/ 47 w 213"/>
                  <a:gd name="T37" fmla="*/ 1 h 329"/>
                  <a:gd name="T38" fmla="*/ 56 w 213"/>
                  <a:gd name="T39" fmla="*/ 6 h 329"/>
                  <a:gd name="T40" fmla="*/ 109 w 213"/>
                  <a:gd name="T41" fmla="*/ 161 h 329"/>
                  <a:gd name="T42" fmla="*/ 113 w 213"/>
                  <a:gd name="T43" fmla="*/ 171 h 329"/>
                  <a:gd name="T44" fmla="*/ 116 w 213"/>
                  <a:gd name="T45" fmla="*/ 161 h 329"/>
                  <a:gd name="T46" fmla="*/ 171 w 213"/>
                  <a:gd name="T47" fmla="*/ 7 h 329"/>
                  <a:gd name="T48" fmla="*/ 180 w 213"/>
                  <a:gd name="T49" fmla="*/ 0 h 329"/>
                  <a:gd name="T50" fmla="*/ 181 w 213"/>
                  <a:gd name="T51" fmla="*/ 0 h 329"/>
                  <a:gd name="T52" fmla="*/ 207 w 213"/>
                  <a:gd name="T53" fmla="*/ 0 h 329"/>
                  <a:gd name="T54" fmla="*/ 211 w 213"/>
                  <a:gd name="T55" fmla="*/ 1 h 329"/>
                  <a:gd name="T56" fmla="*/ 212 w 213"/>
                  <a:gd name="T57" fmla="*/ 4 h 329"/>
                  <a:gd name="T58" fmla="*/ 211 w 213"/>
                  <a:gd name="T59" fmla="*/ 9 h 329"/>
                  <a:gd name="T60" fmla="*/ 120 w 213"/>
                  <a:gd name="T61" fmla="*/ 254 h 329"/>
                  <a:gd name="T62" fmla="*/ 28 w 213"/>
                  <a:gd name="T63" fmla="*/ 328 h 329"/>
                  <a:gd name="T64" fmla="*/ 27 w 213"/>
                  <a:gd name="T65" fmla="*/ 328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 h="329">
                    <a:moveTo>
                      <a:pt x="27" y="328"/>
                    </a:moveTo>
                    <a:cubicBezTo>
                      <a:pt x="19" y="328"/>
                      <a:pt x="12" y="326"/>
                      <a:pt x="6" y="325"/>
                    </a:cubicBezTo>
                    <a:cubicBezTo>
                      <a:pt x="1" y="324"/>
                      <a:pt x="0" y="320"/>
                      <a:pt x="1" y="313"/>
                    </a:cubicBezTo>
                    <a:cubicBezTo>
                      <a:pt x="1" y="313"/>
                      <a:pt x="1" y="305"/>
                      <a:pt x="2" y="300"/>
                    </a:cubicBezTo>
                    <a:cubicBezTo>
                      <a:pt x="3" y="294"/>
                      <a:pt x="6" y="292"/>
                      <a:pt x="9" y="292"/>
                    </a:cubicBezTo>
                    <a:lnTo>
                      <a:pt x="10" y="292"/>
                    </a:lnTo>
                    <a:lnTo>
                      <a:pt x="12" y="292"/>
                    </a:lnTo>
                    <a:lnTo>
                      <a:pt x="17" y="292"/>
                    </a:lnTo>
                    <a:cubicBezTo>
                      <a:pt x="22" y="292"/>
                      <a:pt x="25" y="293"/>
                      <a:pt x="28" y="293"/>
                    </a:cubicBezTo>
                    <a:cubicBezTo>
                      <a:pt x="55" y="293"/>
                      <a:pt x="69" y="284"/>
                      <a:pt x="79" y="259"/>
                    </a:cubicBezTo>
                    <a:lnTo>
                      <a:pt x="91" y="229"/>
                    </a:lnTo>
                    <a:lnTo>
                      <a:pt x="92" y="226"/>
                    </a:lnTo>
                    <a:lnTo>
                      <a:pt x="92" y="225"/>
                    </a:lnTo>
                    <a:lnTo>
                      <a:pt x="92" y="224"/>
                    </a:lnTo>
                    <a:lnTo>
                      <a:pt x="11" y="9"/>
                    </a:lnTo>
                    <a:lnTo>
                      <a:pt x="11" y="5"/>
                    </a:lnTo>
                    <a:cubicBezTo>
                      <a:pt x="11" y="4"/>
                      <a:pt x="11" y="3"/>
                      <a:pt x="12" y="2"/>
                    </a:cubicBezTo>
                    <a:cubicBezTo>
                      <a:pt x="13" y="1"/>
                      <a:pt x="14" y="1"/>
                      <a:pt x="16" y="1"/>
                    </a:cubicBezTo>
                    <a:lnTo>
                      <a:pt x="47" y="1"/>
                    </a:lnTo>
                    <a:cubicBezTo>
                      <a:pt x="52" y="1"/>
                      <a:pt x="55" y="3"/>
                      <a:pt x="56" y="6"/>
                    </a:cubicBezTo>
                    <a:lnTo>
                      <a:pt x="109" y="161"/>
                    </a:lnTo>
                    <a:lnTo>
                      <a:pt x="113" y="171"/>
                    </a:lnTo>
                    <a:lnTo>
                      <a:pt x="116" y="161"/>
                    </a:lnTo>
                    <a:lnTo>
                      <a:pt x="171" y="7"/>
                    </a:lnTo>
                    <a:cubicBezTo>
                      <a:pt x="172" y="3"/>
                      <a:pt x="176" y="0"/>
                      <a:pt x="180" y="0"/>
                    </a:cubicBezTo>
                    <a:lnTo>
                      <a:pt x="181" y="0"/>
                    </a:lnTo>
                    <a:lnTo>
                      <a:pt x="207" y="0"/>
                    </a:lnTo>
                    <a:cubicBezTo>
                      <a:pt x="209" y="0"/>
                      <a:pt x="210" y="0"/>
                      <a:pt x="211" y="1"/>
                    </a:cubicBezTo>
                    <a:cubicBezTo>
                      <a:pt x="212" y="2"/>
                      <a:pt x="212" y="3"/>
                      <a:pt x="212" y="4"/>
                    </a:cubicBezTo>
                    <a:cubicBezTo>
                      <a:pt x="212" y="5"/>
                      <a:pt x="212" y="7"/>
                      <a:pt x="211" y="9"/>
                    </a:cubicBezTo>
                    <a:lnTo>
                      <a:pt x="120" y="254"/>
                    </a:lnTo>
                    <a:cubicBezTo>
                      <a:pt x="102" y="307"/>
                      <a:pt x="76" y="328"/>
                      <a:pt x="28" y="328"/>
                    </a:cubicBezTo>
                    <a:lnTo>
                      <a:pt x="27" y="328"/>
                    </a:lnTo>
                  </a:path>
                </a:pathLst>
              </a:custGeom>
              <a:solidFill>
                <a:srgbClr val="1681C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7" name="Freeform 41">
                <a:extLst>
                  <a:ext uri="{FF2B5EF4-FFF2-40B4-BE49-F238E27FC236}">
                    <a16:creationId xmlns:a16="http://schemas.microsoft.com/office/drawing/2014/main" id="{55237124-6556-4564-6C44-8749563B7A3C}"/>
                  </a:ext>
                </a:extLst>
              </p:cNvPr>
              <p:cNvSpPr>
                <a:spLocks noChangeArrowheads="1"/>
              </p:cNvSpPr>
              <p:nvPr/>
            </p:nvSpPr>
            <p:spPr bwMode="auto">
              <a:xfrm>
                <a:off x="5449888" y="1309688"/>
                <a:ext cx="68262" cy="84137"/>
              </a:xfrm>
              <a:custGeom>
                <a:avLst/>
                <a:gdLst>
                  <a:gd name="T0" fmla="*/ 159 w 191"/>
                  <a:gd name="T1" fmla="*/ 233 h 234"/>
                  <a:gd name="T2" fmla="*/ 147 w 191"/>
                  <a:gd name="T3" fmla="*/ 226 h 234"/>
                  <a:gd name="T4" fmla="*/ 98 w 191"/>
                  <a:gd name="T5" fmla="*/ 151 h 234"/>
                  <a:gd name="T6" fmla="*/ 96 w 191"/>
                  <a:gd name="T7" fmla="*/ 149 h 234"/>
                  <a:gd name="T8" fmla="*/ 94 w 191"/>
                  <a:gd name="T9" fmla="*/ 151 h 234"/>
                  <a:gd name="T10" fmla="*/ 46 w 191"/>
                  <a:gd name="T11" fmla="*/ 226 h 234"/>
                  <a:gd name="T12" fmla="*/ 33 w 191"/>
                  <a:gd name="T13" fmla="*/ 233 h 234"/>
                  <a:gd name="T14" fmla="*/ 32 w 191"/>
                  <a:gd name="T15" fmla="*/ 233 h 234"/>
                  <a:gd name="T16" fmla="*/ 7 w 191"/>
                  <a:gd name="T17" fmla="*/ 233 h 234"/>
                  <a:gd name="T18" fmla="*/ 2 w 191"/>
                  <a:gd name="T19" fmla="*/ 232 h 234"/>
                  <a:gd name="T20" fmla="*/ 0 w 191"/>
                  <a:gd name="T21" fmla="*/ 228 h 234"/>
                  <a:gd name="T22" fmla="*/ 2 w 191"/>
                  <a:gd name="T23" fmla="*/ 221 h 234"/>
                  <a:gd name="T24" fmla="*/ 72 w 191"/>
                  <a:gd name="T25" fmla="*/ 114 h 234"/>
                  <a:gd name="T26" fmla="*/ 74 w 191"/>
                  <a:gd name="T27" fmla="*/ 113 h 234"/>
                  <a:gd name="T28" fmla="*/ 72 w 191"/>
                  <a:gd name="T29" fmla="*/ 112 h 234"/>
                  <a:gd name="T30" fmla="*/ 7 w 191"/>
                  <a:gd name="T31" fmla="*/ 12 h 234"/>
                  <a:gd name="T32" fmla="*/ 5 w 191"/>
                  <a:gd name="T33" fmla="*/ 6 h 234"/>
                  <a:gd name="T34" fmla="*/ 13 w 191"/>
                  <a:gd name="T35" fmla="*/ 0 h 234"/>
                  <a:gd name="T36" fmla="*/ 37 w 191"/>
                  <a:gd name="T37" fmla="*/ 0 h 234"/>
                  <a:gd name="T38" fmla="*/ 37 w 191"/>
                  <a:gd name="T39" fmla="*/ 0 h 234"/>
                  <a:gd name="T40" fmla="*/ 48 w 191"/>
                  <a:gd name="T41" fmla="*/ 5 h 234"/>
                  <a:gd name="T42" fmla="*/ 94 w 191"/>
                  <a:gd name="T43" fmla="*/ 75 h 234"/>
                  <a:gd name="T44" fmla="*/ 95 w 191"/>
                  <a:gd name="T45" fmla="*/ 77 h 234"/>
                  <a:gd name="T46" fmla="*/ 96 w 191"/>
                  <a:gd name="T47" fmla="*/ 75 h 234"/>
                  <a:gd name="T48" fmla="*/ 142 w 191"/>
                  <a:gd name="T49" fmla="*/ 6 h 234"/>
                  <a:gd name="T50" fmla="*/ 153 w 191"/>
                  <a:gd name="T51" fmla="*/ 0 h 234"/>
                  <a:gd name="T52" fmla="*/ 177 w 191"/>
                  <a:gd name="T53" fmla="*/ 0 h 234"/>
                  <a:gd name="T54" fmla="*/ 185 w 191"/>
                  <a:gd name="T55" fmla="*/ 6 h 234"/>
                  <a:gd name="T56" fmla="*/ 183 w 191"/>
                  <a:gd name="T57" fmla="*/ 11 h 234"/>
                  <a:gd name="T58" fmla="*/ 117 w 191"/>
                  <a:gd name="T59" fmla="*/ 111 h 234"/>
                  <a:gd name="T60" fmla="*/ 116 w 191"/>
                  <a:gd name="T61" fmla="*/ 112 h 234"/>
                  <a:gd name="T62" fmla="*/ 117 w 191"/>
                  <a:gd name="T63" fmla="*/ 113 h 234"/>
                  <a:gd name="T64" fmla="*/ 188 w 191"/>
                  <a:gd name="T65" fmla="*/ 220 h 234"/>
                  <a:gd name="T66" fmla="*/ 190 w 191"/>
                  <a:gd name="T67" fmla="*/ 227 h 234"/>
                  <a:gd name="T68" fmla="*/ 188 w 191"/>
                  <a:gd name="T69" fmla="*/ 231 h 234"/>
                  <a:gd name="T70" fmla="*/ 183 w 191"/>
                  <a:gd name="T71" fmla="*/ 232 h 234"/>
                  <a:gd name="T72" fmla="*/ 159 w 191"/>
                  <a:gd name="T73" fmla="*/ 233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1" h="234">
                    <a:moveTo>
                      <a:pt x="159" y="233"/>
                    </a:moveTo>
                    <a:cubicBezTo>
                      <a:pt x="154" y="233"/>
                      <a:pt x="150" y="231"/>
                      <a:pt x="147" y="226"/>
                    </a:cubicBezTo>
                    <a:lnTo>
                      <a:pt x="98" y="151"/>
                    </a:lnTo>
                    <a:lnTo>
                      <a:pt x="96" y="149"/>
                    </a:lnTo>
                    <a:lnTo>
                      <a:pt x="94" y="151"/>
                    </a:lnTo>
                    <a:lnTo>
                      <a:pt x="46" y="226"/>
                    </a:lnTo>
                    <a:cubicBezTo>
                      <a:pt x="44" y="230"/>
                      <a:pt x="38" y="233"/>
                      <a:pt x="33" y="233"/>
                    </a:cubicBezTo>
                    <a:lnTo>
                      <a:pt x="32" y="233"/>
                    </a:lnTo>
                    <a:lnTo>
                      <a:pt x="7" y="233"/>
                    </a:lnTo>
                    <a:cubicBezTo>
                      <a:pt x="5" y="233"/>
                      <a:pt x="4" y="233"/>
                      <a:pt x="2" y="232"/>
                    </a:cubicBezTo>
                    <a:cubicBezTo>
                      <a:pt x="1" y="231"/>
                      <a:pt x="0" y="229"/>
                      <a:pt x="0" y="228"/>
                    </a:cubicBezTo>
                    <a:cubicBezTo>
                      <a:pt x="0" y="226"/>
                      <a:pt x="1" y="224"/>
                      <a:pt x="2" y="221"/>
                    </a:cubicBezTo>
                    <a:lnTo>
                      <a:pt x="72" y="114"/>
                    </a:lnTo>
                    <a:lnTo>
                      <a:pt x="74" y="113"/>
                    </a:lnTo>
                    <a:lnTo>
                      <a:pt x="72" y="112"/>
                    </a:lnTo>
                    <a:lnTo>
                      <a:pt x="7" y="12"/>
                    </a:lnTo>
                    <a:cubicBezTo>
                      <a:pt x="6" y="10"/>
                      <a:pt x="5" y="8"/>
                      <a:pt x="5" y="6"/>
                    </a:cubicBezTo>
                    <a:cubicBezTo>
                      <a:pt x="5" y="2"/>
                      <a:pt x="9" y="0"/>
                      <a:pt x="13" y="0"/>
                    </a:cubicBezTo>
                    <a:lnTo>
                      <a:pt x="37" y="0"/>
                    </a:lnTo>
                    <a:lnTo>
                      <a:pt x="37" y="0"/>
                    </a:lnTo>
                    <a:cubicBezTo>
                      <a:pt x="43" y="0"/>
                      <a:pt x="47" y="2"/>
                      <a:pt x="48" y="5"/>
                    </a:cubicBezTo>
                    <a:lnTo>
                      <a:pt x="94" y="75"/>
                    </a:lnTo>
                    <a:lnTo>
                      <a:pt x="95" y="77"/>
                    </a:lnTo>
                    <a:lnTo>
                      <a:pt x="96" y="75"/>
                    </a:lnTo>
                    <a:lnTo>
                      <a:pt x="142" y="6"/>
                    </a:lnTo>
                    <a:cubicBezTo>
                      <a:pt x="144" y="2"/>
                      <a:pt x="148" y="0"/>
                      <a:pt x="153" y="0"/>
                    </a:cubicBezTo>
                    <a:lnTo>
                      <a:pt x="177" y="0"/>
                    </a:lnTo>
                    <a:cubicBezTo>
                      <a:pt x="181" y="0"/>
                      <a:pt x="185" y="2"/>
                      <a:pt x="185" y="6"/>
                    </a:cubicBezTo>
                    <a:cubicBezTo>
                      <a:pt x="185" y="7"/>
                      <a:pt x="184" y="10"/>
                      <a:pt x="183" y="11"/>
                    </a:cubicBezTo>
                    <a:lnTo>
                      <a:pt x="117" y="111"/>
                    </a:lnTo>
                    <a:lnTo>
                      <a:pt x="116" y="112"/>
                    </a:lnTo>
                    <a:lnTo>
                      <a:pt x="117" y="113"/>
                    </a:lnTo>
                    <a:lnTo>
                      <a:pt x="188" y="220"/>
                    </a:lnTo>
                    <a:cubicBezTo>
                      <a:pt x="189" y="223"/>
                      <a:pt x="190" y="225"/>
                      <a:pt x="190" y="227"/>
                    </a:cubicBezTo>
                    <a:cubicBezTo>
                      <a:pt x="190" y="229"/>
                      <a:pt x="189" y="230"/>
                      <a:pt x="188" y="231"/>
                    </a:cubicBezTo>
                    <a:cubicBezTo>
                      <a:pt x="187" y="232"/>
                      <a:pt x="185" y="232"/>
                      <a:pt x="183" y="232"/>
                    </a:cubicBezTo>
                    <a:lnTo>
                      <a:pt x="159" y="233"/>
                    </a:lnTo>
                  </a:path>
                </a:pathLst>
              </a:custGeom>
              <a:solidFill>
                <a:srgbClr val="1681C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8" name="Freeform 42">
                <a:extLst>
                  <a:ext uri="{FF2B5EF4-FFF2-40B4-BE49-F238E27FC236}">
                    <a16:creationId xmlns:a16="http://schemas.microsoft.com/office/drawing/2014/main" id="{B2F74319-EB50-EF56-3EF1-9FF9ACCA6213}"/>
                  </a:ext>
                </a:extLst>
              </p:cNvPr>
              <p:cNvSpPr>
                <a:spLocks noChangeArrowheads="1"/>
              </p:cNvSpPr>
              <p:nvPr/>
            </p:nvSpPr>
            <p:spPr bwMode="auto">
              <a:xfrm>
                <a:off x="5102225" y="1271588"/>
                <a:ext cx="44450" cy="123825"/>
              </a:xfrm>
              <a:custGeom>
                <a:avLst/>
                <a:gdLst>
                  <a:gd name="T0" fmla="*/ 36 w 122"/>
                  <a:gd name="T1" fmla="*/ 336 h 342"/>
                  <a:gd name="T2" fmla="*/ 15 w 122"/>
                  <a:gd name="T3" fmla="*/ 323 h 342"/>
                  <a:gd name="T4" fmla="*/ 0 w 122"/>
                  <a:gd name="T5" fmla="*/ 264 h 342"/>
                  <a:gd name="T6" fmla="*/ 0 w 122"/>
                  <a:gd name="T7" fmla="*/ 24 h 342"/>
                  <a:gd name="T8" fmla="*/ 2 w 122"/>
                  <a:gd name="T9" fmla="*/ 20 h 342"/>
                  <a:gd name="T10" fmla="*/ 33 w 122"/>
                  <a:gd name="T11" fmla="*/ 0 h 342"/>
                  <a:gd name="T12" fmla="*/ 35 w 122"/>
                  <a:gd name="T13" fmla="*/ 0 h 342"/>
                  <a:gd name="T14" fmla="*/ 41 w 122"/>
                  <a:gd name="T15" fmla="*/ 2 h 342"/>
                  <a:gd name="T16" fmla="*/ 44 w 122"/>
                  <a:gd name="T17" fmla="*/ 11 h 342"/>
                  <a:gd name="T18" fmla="*/ 44 w 122"/>
                  <a:gd name="T19" fmla="*/ 265 h 342"/>
                  <a:gd name="T20" fmla="*/ 53 w 122"/>
                  <a:gd name="T21" fmla="*/ 295 h 342"/>
                  <a:gd name="T22" fmla="*/ 76 w 122"/>
                  <a:gd name="T23" fmla="*/ 304 h 342"/>
                  <a:gd name="T24" fmla="*/ 85 w 122"/>
                  <a:gd name="T25" fmla="*/ 303 h 342"/>
                  <a:gd name="T26" fmla="*/ 104 w 122"/>
                  <a:gd name="T27" fmla="*/ 298 h 342"/>
                  <a:gd name="T28" fmla="*/ 109 w 122"/>
                  <a:gd name="T29" fmla="*/ 297 h 342"/>
                  <a:gd name="T30" fmla="*/ 117 w 122"/>
                  <a:gd name="T31" fmla="*/ 305 h 342"/>
                  <a:gd name="T32" fmla="*/ 121 w 122"/>
                  <a:gd name="T33" fmla="*/ 323 h 342"/>
                  <a:gd name="T34" fmla="*/ 113 w 122"/>
                  <a:gd name="T35" fmla="*/ 333 h 342"/>
                  <a:gd name="T36" fmla="*/ 68 w 122"/>
                  <a:gd name="T37" fmla="*/ 341 h 342"/>
                  <a:gd name="T38" fmla="*/ 36 w 122"/>
                  <a:gd name="T39" fmla="*/ 336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2" h="342">
                    <a:moveTo>
                      <a:pt x="36" y="336"/>
                    </a:moveTo>
                    <a:cubicBezTo>
                      <a:pt x="27" y="333"/>
                      <a:pt x="20" y="328"/>
                      <a:pt x="15" y="323"/>
                    </a:cubicBezTo>
                    <a:cubicBezTo>
                      <a:pt x="2" y="308"/>
                      <a:pt x="0" y="289"/>
                      <a:pt x="0" y="264"/>
                    </a:cubicBezTo>
                    <a:lnTo>
                      <a:pt x="0" y="24"/>
                    </a:lnTo>
                    <a:cubicBezTo>
                      <a:pt x="0" y="23"/>
                      <a:pt x="2" y="21"/>
                      <a:pt x="2" y="20"/>
                    </a:cubicBezTo>
                    <a:cubicBezTo>
                      <a:pt x="10" y="11"/>
                      <a:pt x="21" y="4"/>
                      <a:pt x="33" y="0"/>
                    </a:cubicBezTo>
                    <a:lnTo>
                      <a:pt x="35" y="0"/>
                    </a:lnTo>
                    <a:cubicBezTo>
                      <a:pt x="36" y="0"/>
                      <a:pt x="38" y="0"/>
                      <a:pt x="41" y="2"/>
                    </a:cubicBezTo>
                    <a:cubicBezTo>
                      <a:pt x="43" y="4"/>
                      <a:pt x="44" y="6"/>
                      <a:pt x="44" y="11"/>
                    </a:cubicBezTo>
                    <a:lnTo>
                      <a:pt x="44" y="265"/>
                    </a:lnTo>
                    <a:cubicBezTo>
                      <a:pt x="44" y="278"/>
                      <a:pt x="48" y="289"/>
                      <a:pt x="53" y="295"/>
                    </a:cubicBezTo>
                    <a:cubicBezTo>
                      <a:pt x="58" y="301"/>
                      <a:pt x="66" y="304"/>
                      <a:pt x="76" y="304"/>
                    </a:cubicBezTo>
                    <a:cubicBezTo>
                      <a:pt x="79" y="304"/>
                      <a:pt x="82" y="304"/>
                      <a:pt x="85" y="303"/>
                    </a:cubicBezTo>
                    <a:cubicBezTo>
                      <a:pt x="92" y="302"/>
                      <a:pt x="100" y="300"/>
                      <a:pt x="104" y="298"/>
                    </a:cubicBezTo>
                    <a:cubicBezTo>
                      <a:pt x="105" y="297"/>
                      <a:pt x="106" y="297"/>
                      <a:pt x="109" y="297"/>
                    </a:cubicBezTo>
                    <a:cubicBezTo>
                      <a:pt x="113" y="297"/>
                      <a:pt x="116" y="301"/>
                      <a:pt x="117" y="305"/>
                    </a:cubicBezTo>
                    <a:cubicBezTo>
                      <a:pt x="117" y="305"/>
                      <a:pt x="120" y="317"/>
                      <a:pt x="121" y="323"/>
                    </a:cubicBezTo>
                    <a:cubicBezTo>
                      <a:pt x="121" y="328"/>
                      <a:pt x="117" y="332"/>
                      <a:pt x="113" y="333"/>
                    </a:cubicBezTo>
                    <a:cubicBezTo>
                      <a:pt x="106" y="334"/>
                      <a:pt x="88" y="341"/>
                      <a:pt x="68" y="341"/>
                    </a:cubicBezTo>
                    <a:cubicBezTo>
                      <a:pt x="56" y="341"/>
                      <a:pt x="45" y="339"/>
                      <a:pt x="36" y="336"/>
                    </a:cubicBezTo>
                  </a:path>
                </a:pathLst>
              </a:custGeom>
              <a:solidFill>
                <a:srgbClr val="1681C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9" name="Freeform 43">
                <a:extLst>
                  <a:ext uri="{FF2B5EF4-FFF2-40B4-BE49-F238E27FC236}">
                    <a16:creationId xmlns:a16="http://schemas.microsoft.com/office/drawing/2014/main" id="{5F3779C1-4E1B-FD96-E348-3C0C8EB4742E}"/>
                  </a:ext>
                </a:extLst>
              </p:cNvPr>
              <p:cNvSpPr>
                <a:spLocks noChangeArrowheads="1"/>
              </p:cNvSpPr>
              <p:nvPr/>
            </p:nvSpPr>
            <p:spPr bwMode="auto">
              <a:xfrm>
                <a:off x="5153025" y="1276350"/>
                <a:ext cx="57150" cy="119063"/>
              </a:xfrm>
              <a:custGeom>
                <a:avLst/>
                <a:gdLst>
                  <a:gd name="T0" fmla="*/ 143 w 157"/>
                  <a:gd name="T1" fmla="*/ 282 h 329"/>
                  <a:gd name="T2" fmla="*/ 139 w 157"/>
                  <a:gd name="T3" fmla="*/ 283 h 329"/>
                  <a:gd name="T4" fmla="*/ 112 w 157"/>
                  <a:gd name="T5" fmla="*/ 289 h 329"/>
                  <a:gd name="T6" fmla="*/ 111 w 157"/>
                  <a:gd name="T7" fmla="*/ 289 h 329"/>
                  <a:gd name="T8" fmla="*/ 87 w 157"/>
                  <a:gd name="T9" fmla="*/ 280 h 329"/>
                  <a:gd name="T10" fmla="*/ 79 w 157"/>
                  <a:gd name="T11" fmla="*/ 250 h 329"/>
                  <a:gd name="T12" fmla="*/ 79 w 157"/>
                  <a:gd name="T13" fmla="*/ 249 h 329"/>
                  <a:gd name="T14" fmla="*/ 80 w 157"/>
                  <a:gd name="T15" fmla="*/ 123 h 329"/>
                  <a:gd name="T16" fmla="*/ 131 w 157"/>
                  <a:gd name="T17" fmla="*/ 123 h 329"/>
                  <a:gd name="T18" fmla="*/ 139 w 157"/>
                  <a:gd name="T19" fmla="*/ 121 h 329"/>
                  <a:gd name="T20" fmla="*/ 142 w 157"/>
                  <a:gd name="T21" fmla="*/ 113 h 329"/>
                  <a:gd name="T22" fmla="*/ 142 w 157"/>
                  <a:gd name="T23" fmla="*/ 99 h 329"/>
                  <a:gd name="T24" fmla="*/ 139 w 157"/>
                  <a:gd name="T25" fmla="*/ 92 h 329"/>
                  <a:gd name="T26" fmla="*/ 132 w 157"/>
                  <a:gd name="T27" fmla="*/ 90 h 329"/>
                  <a:gd name="T28" fmla="*/ 80 w 157"/>
                  <a:gd name="T29" fmla="*/ 90 h 329"/>
                  <a:gd name="T30" fmla="*/ 80 w 157"/>
                  <a:gd name="T31" fmla="*/ 89 h 329"/>
                  <a:gd name="T32" fmla="*/ 80 w 157"/>
                  <a:gd name="T33" fmla="*/ 35 h 329"/>
                  <a:gd name="T34" fmla="*/ 80 w 157"/>
                  <a:gd name="T35" fmla="*/ 10 h 329"/>
                  <a:gd name="T36" fmla="*/ 77 w 157"/>
                  <a:gd name="T37" fmla="*/ 2 h 329"/>
                  <a:gd name="T38" fmla="*/ 70 w 157"/>
                  <a:gd name="T39" fmla="*/ 0 h 329"/>
                  <a:gd name="T40" fmla="*/ 68 w 157"/>
                  <a:gd name="T41" fmla="*/ 0 h 329"/>
                  <a:gd name="T42" fmla="*/ 48 w 157"/>
                  <a:gd name="T43" fmla="*/ 10 h 329"/>
                  <a:gd name="T44" fmla="*/ 38 w 157"/>
                  <a:gd name="T45" fmla="*/ 19 h 329"/>
                  <a:gd name="T46" fmla="*/ 37 w 157"/>
                  <a:gd name="T47" fmla="*/ 23 h 329"/>
                  <a:gd name="T48" fmla="*/ 36 w 157"/>
                  <a:gd name="T49" fmla="*/ 90 h 329"/>
                  <a:gd name="T50" fmla="*/ 9 w 157"/>
                  <a:gd name="T51" fmla="*/ 90 h 329"/>
                  <a:gd name="T52" fmla="*/ 2 w 157"/>
                  <a:gd name="T53" fmla="*/ 93 h 329"/>
                  <a:gd name="T54" fmla="*/ 0 w 157"/>
                  <a:gd name="T55" fmla="*/ 100 h 329"/>
                  <a:gd name="T56" fmla="*/ 0 w 157"/>
                  <a:gd name="T57" fmla="*/ 115 h 329"/>
                  <a:gd name="T58" fmla="*/ 2 w 157"/>
                  <a:gd name="T59" fmla="*/ 124 h 329"/>
                  <a:gd name="T60" fmla="*/ 10 w 157"/>
                  <a:gd name="T61" fmla="*/ 126 h 329"/>
                  <a:gd name="T62" fmla="*/ 35 w 157"/>
                  <a:gd name="T63" fmla="*/ 126 h 329"/>
                  <a:gd name="T64" fmla="*/ 33 w 157"/>
                  <a:gd name="T65" fmla="*/ 245 h 329"/>
                  <a:gd name="T66" fmla="*/ 33 w 157"/>
                  <a:gd name="T67" fmla="*/ 250 h 329"/>
                  <a:gd name="T68" fmla="*/ 48 w 157"/>
                  <a:gd name="T69" fmla="*/ 310 h 329"/>
                  <a:gd name="T70" fmla="*/ 101 w 157"/>
                  <a:gd name="T71" fmla="*/ 328 h 329"/>
                  <a:gd name="T72" fmla="*/ 146 w 157"/>
                  <a:gd name="T73" fmla="*/ 320 h 329"/>
                  <a:gd name="T74" fmla="*/ 155 w 157"/>
                  <a:gd name="T75" fmla="*/ 310 h 329"/>
                  <a:gd name="T76" fmla="*/ 151 w 157"/>
                  <a:gd name="T77" fmla="*/ 290 h 329"/>
                  <a:gd name="T78" fmla="*/ 143 w 157"/>
                  <a:gd name="T79" fmla="*/ 282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7" h="329">
                    <a:moveTo>
                      <a:pt x="143" y="282"/>
                    </a:moveTo>
                    <a:cubicBezTo>
                      <a:pt x="142" y="282"/>
                      <a:pt x="141" y="282"/>
                      <a:pt x="139" y="283"/>
                    </a:cubicBezTo>
                    <a:cubicBezTo>
                      <a:pt x="132" y="286"/>
                      <a:pt x="122" y="289"/>
                      <a:pt x="112" y="289"/>
                    </a:cubicBezTo>
                    <a:lnTo>
                      <a:pt x="111" y="289"/>
                    </a:lnTo>
                    <a:cubicBezTo>
                      <a:pt x="100" y="289"/>
                      <a:pt x="93" y="286"/>
                      <a:pt x="87" y="280"/>
                    </a:cubicBezTo>
                    <a:cubicBezTo>
                      <a:pt x="83" y="275"/>
                      <a:pt x="79" y="266"/>
                      <a:pt x="79" y="250"/>
                    </a:cubicBezTo>
                    <a:lnTo>
                      <a:pt x="79" y="249"/>
                    </a:lnTo>
                    <a:lnTo>
                      <a:pt x="80" y="123"/>
                    </a:lnTo>
                    <a:lnTo>
                      <a:pt x="131" y="123"/>
                    </a:lnTo>
                    <a:cubicBezTo>
                      <a:pt x="134" y="123"/>
                      <a:pt x="137" y="123"/>
                      <a:pt x="139" y="121"/>
                    </a:cubicBezTo>
                    <a:cubicBezTo>
                      <a:pt x="141" y="119"/>
                      <a:pt x="142" y="115"/>
                      <a:pt x="142" y="113"/>
                    </a:cubicBezTo>
                    <a:lnTo>
                      <a:pt x="142" y="99"/>
                    </a:lnTo>
                    <a:cubicBezTo>
                      <a:pt x="142" y="96"/>
                      <a:pt x="141" y="94"/>
                      <a:pt x="139" y="92"/>
                    </a:cubicBezTo>
                    <a:cubicBezTo>
                      <a:pt x="137" y="90"/>
                      <a:pt x="134" y="90"/>
                      <a:pt x="132" y="90"/>
                    </a:cubicBezTo>
                    <a:lnTo>
                      <a:pt x="80" y="90"/>
                    </a:lnTo>
                    <a:lnTo>
                      <a:pt x="80" y="89"/>
                    </a:lnTo>
                    <a:lnTo>
                      <a:pt x="80" y="35"/>
                    </a:lnTo>
                    <a:lnTo>
                      <a:pt x="80" y="10"/>
                    </a:lnTo>
                    <a:cubicBezTo>
                      <a:pt x="80" y="7"/>
                      <a:pt x="80" y="4"/>
                      <a:pt x="77" y="2"/>
                    </a:cubicBezTo>
                    <a:cubicBezTo>
                      <a:pt x="75" y="0"/>
                      <a:pt x="71" y="0"/>
                      <a:pt x="70" y="0"/>
                    </a:cubicBezTo>
                    <a:lnTo>
                      <a:pt x="68" y="0"/>
                    </a:lnTo>
                    <a:cubicBezTo>
                      <a:pt x="65" y="1"/>
                      <a:pt x="57" y="4"/>
                      <a:pt x="48" y="10"/>
                    </a:cubicBezTo>
                    <a:cubicBezTo>
                      <a:pt x="44" y="13"/>
                      <a:pt x="41" y="16"/>
                      <a:pt x="38" y="19"/>
                    </a:cubicBezTo>
                    <a:cubicBezTo>
                      <a:pt x="37" y="20"/>
                      <a:pt x="37" y="21"/>
                      <a:pt x="37" y="23"/>
                    </a:cubicBezTo>
                    <a:lnTo>
                      <a:pt x="36" y="90"/>
                    </a:lnTo>
                    <a:lnTo>
                      <a:pt x="9" y="90"/>
                    </a:lnTo>
                    <a:cubicBezTo>
                      <a:pt x="7" y="90"/>
                      <a:pt x="4" y="91"/>
                      <a:pt x="2" y="93"/>
                    </a:cubicBezTo>
                    <a:cubicBezTo>
                      <a:pt x="0" y="95"/>
                      <a:pt x="0" y="98"/>
                      <a:pt x="0" y="100"/>
                    </a:cubicBezTo>
                    <a:lnTo>
                      <a:pt x="0" y="115"/>
                    </a:lnTo>
                    <a:cubicBezTo>
                      <a:pt x="0" y="119"/>
                      <a:pt x="0" y="121"/>
                      <a:pt x="2" y="124"/>
                    </a:cubicBezTo>
                    <a:cubicBezTo>
                      <a:pt x="5" y="126"/>
                      <a:pt x="7" y="126"/>
                      <a:pt x="10" y="126"/>
                    </a:cubicBezTo>
                    <a:lnTo>
                      <a:pt x="35" y="126"/>
                    </a:lnTo>
                    <a:lnTo>
                      <a:pt x="33" y="245"/>
                    </a:lnTo>
                    <a:lnTo>
                      <a:pt x="33" y="250"/>
                    </a:lnTo>
                    <a:cubicBezTo>
                      <a:pt x="33" y="275"/>
                      <a:pt x="34" y="294"/>
                      <a:pt x="48" y="310"/>
                    </a:cubicBezTo>
                    <a:cubicBezTo>
                      <a:pt x="58" y="322"/>
                      <a:pt x="78" y="328"/>
                      <a:pt x="101" y="328"/>
                    </a:cubicBezTo>
                    <a:cubicBezTo>
                      <a:pt x="123" y="328"/>
                      <a:pt x="139" y="323"/>
                      <a:pt x="146" y="320"/>
                    </a:cubicBezTo>
                    <a:cubicBezTo>
                      <a:pt x="150" y="318"/>
                      <a:pt x="155" y="314"/>
                      <a:pt x="155" y="310"/>
                    </a:cubicBezTo>
                    <a:cubicBezTo>
                      <a:pt x="156" y="304"/>
                      <a:pt x="151" y="290"/>
                      <a:pt x="151" y="290"/>
                    </a:cubicBezTo>
                    <a:cubicBezTo>
                      <a:pt x="150" y="286"/>
                      <a:pt x="146" y="282"/>
                      <a:pt x="143" y="282"/>
                    </a:cubicBezTo>
                  </a:path>
                </a:pathLst>
              </a:custGeom>
              <a:solidFill>
                <a:srgbClr val="1681C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76" name="Group 75">
            <a:extLst>
              <a:ext uri="{FF2B5EF4-FFF2-40B4-BE49-F238E27FC236}">
                <a16:creationId xmlns:a16="http://schemas.microsoft.com/office/drawing/2014/main" id="{FCEBDE0D-9286-BF0D-F0C2-2B8E0D015401}"/>
              </a:ext>
            </a:extLst>
          </p:cNvPr>
          <p:cNvGrpSpPr/>
          <p:nvPr/>
        </p:nvGrpSpPr>
        <p:grpSpPr>
          <a:xfrm>
            <a:off x="1307541" y="3359230"/>
            <a:ext cx="2286592" cy="295912"/>
            <a:chOff x="4240213" y="1693863"/>
            <a:chExt cx="1484312" cy="192087"/>
          </a:xfrm>
        </p:grpSpPr>
        <p:grpSp>
          <p:nvGrpSpPr>
            <p:cNvPr id="77" name="Group 76">
              <a:extLst>
                <a:ext uri="{FF2B5EF4-FFF2-40B4-BE49-F238E27FC236}">
                  <a16:creationId xmlns:a16="http://schemas.microsoft.com/office/drawing/2014/main" id="{C98D33EA-4E6D-EB73-88B4-BD2440966798}"/>
                </a:ext>
              </a:extLst>
            </p:cNvPr>
            <p:cNvGrpSpPr/>
            <p:nvPr/>
          </p:nvGrpSpPr>
          <p:grpSpPr>
            <a:xfrm>
              <a:off x="4240213" y="1719263"/>
              <a:ext cx="484187" cy="127000"/>
              <a:chOff x="4240213" y="1719263"/>
              <a:chExt cx="484187" cy="127000"/>
            </a:xfrm>
          </p:grpSpPr>
          <p:sp>
            <p:nvSpPr>
              <p:cNvPr id="80" name="Freeform 44">
                <a:extLst>
                  <a:ext uri="{FF2B5EF4-FFF2-40B4-BE49-F238E27FC236}">
                    <a16:creationId xmlns:a16="http://schemas.microsoft.com/office/drawing/2014/main" id="{950208D2-61FD-325A-C6FA-9660AA393B74}"/>
                  </a:ext>
                </a:extLst>
              </p:cNvPr>
              <p:cNvSpPr>
                <a:spLocks noChangeArrowheads="1"/>
              </p:cNvSpPr>
              <p:nvPr/>
            </p:nvSpPr>
            <p:spPr bwMode="auto">
              <a:xfrm>
                <a:off x="4327525" y="1719263"/>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6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6"/>
                    </a:lnTo>
                    <a:cubicBezTo>
                      <a:pt x="0" y="331"/>
                      <a:pt x="12" y="342"/>
                      <a:pt x="27" y="342"/>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1" name="Freeform 45">
                <a:extLst>
                  <a:ext uri="{FF2B5EF4-FFF2-40B4-BE49-F238E27FC236}">
                    <a16:creationId xmlns:a16="http://schemas.microsoft.com/office/drawing/2014/main" id="{1C9D80EF-3BAF-4E37-B012-CAAA51559D57}"/>
                  </a:ext>
                </a:extLst>
              </p:cNvPr>
              <p:cNvSpPr>
                <a:spLocks noChangeArrowheads="1"/>
              </p:cNvSpPr>
              <p:nvPr/>
            </p:nvSpPr>
            <p:spPr bwMode="auto">
              <a:xfrm>
                <a:off x="4354513" y="1752600"/>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2"/>
                      <a:pt x="51" y="258"/>
                      <a:pt x="119" y="259"/>
                    </a:cubicBezTo>
                    <a:close/>
                    <a:moveTo>
                      <a:pt x="132" y="62"/>
                    </a:moveTo>
                    <a:cubicBezTo>
                      <a:pt x="169" y="62"/>
                      <a:pt x="195" y="90"/>
                      <a:pt x="195" y="129"/>
                    </a:cubicBezTo>
                    <a:cubicBezTo>
                      <a:pt x="195" y="167"/>
                      <a:pt x="169" y="197"/>
                      <a:pt x="132" y="197"/>
                    </a:cubicBezTo>
                    <a:cubicBezTo>
                      <a:pt x="93" y="197"/>
                      <a:pt x="69" y="166"/>
                      <a:pt x="69" y="129"/>
                    </a:cubicBezTo>
                    <a:cubicBezTo>
                      <a:pt x="69" y="91"/>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2" name="Freeform 46">
                <a:extLst>
                  <a:ext uri="{FF2B5EF4-FFF2-40B4-BE49-F238E27FC236}">
                    <a16:creationId xmlns:a16="http://schemas.microsoft.com/office/drawing/2014/main" id="{F69B074C-3A92-54B0-923D-5F8E8A1582AF}"/>
                  </a:ext>
                </a:extLst>
              </p:cNvPr>
              <p:cNvSpPr>
                <a:spLocks noChangeArrowheads="1"/>
              </p:cNvSpPr>
              <p:nvPr/>
            </p:nvSpPr>
            <p:spPr bwMode="auto">
              <a:xfrm>
                <a:off x="4454525" y="1720850"/>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3" name="Freeform 47">
                <a:extLst>
                  <a:ext uri="{FF2B5EF4-FFF2-40B4-BE49-F238E27FC236}">
                    <a16:creationId xmlns:a16="http://schemas.microsoft.com/office/drawing/2014/main" id="{100B6B05-12E3-3D22-1A7E-D9E44BA0CBE4}"/>
                  </a:ext>
                </a:extLst>
              </p:cNvPr>
              <p:cNvSpPr>
                <a:spLocks noChangeArrowheads="1"/>
              </p:cNvSpPr>
              <p:nvPr/>
            </p:nvSpPr>
            <p:spPr bwMode="auto">
              <a:xfrm>
                <a:off x="4481513" y="1752600"/>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7"/>
                      <a:pt x="133" y="258"/>
                    </a:cubicBezTo>
                    <a:close/>
                    <a:moveTo>
                      <a:pt x="133" y="61"/>
                    </a:moveTo>
                    <a:cubicBezTo>
                      <a:pt x="170" y="61"/>
                      <a:pt x="198" y="89"/>
                      <a:pt x="198" y="129"/>
                    </a:cubicBezTo>
                    <a:cubicBezTo>
                      <a:pt x="198" y="168"/>
                      <a:pt x="170" y="196"/>
                      <a:pt x="133" y="196"/>
                    </a:cubicBezTo>
                    <a:cubicBezTo>
                      <a:pt x="95" y="196"/>
                      <a:pt x="68" y="168"/>
                      <a:pt x="68" y="129"/>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4" name="Freeform 48">
                <a:extLst>
                  <a:ext uri="{FF2B5EF4-FFF2-40B4-BE49-F238E27FC236}">
                    <a16:creationId xmlns:a16="http://schemas.microsoft.com/office/drawing/2014/main" id="{90B2E976-AFFE-52F9-0ECA-80B256B403F7}"/>
                  </a:ext>
                </a:extLst>
              </p:cNvPr>
              <p:cNvSpPr>
                <a:spLocks noChangeArrowheads="1"/>
              </p:cNvSpPr>
              <p:nvPr/>
            </p:nvSpPr>
            <p:spPr bwMode="auto">
              <a:xfrm>
                <a:off x="4579938" y="1751013"/>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3 h 257"/>
                  <a:gd name="T26" fmla="*/ 399 w 400"/>
                  <a:gd name="T27" fmla="*/ 253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3"/>
                      <a:pt x="361" y="253"/>
                    </a:cubicBezTo>
                    <a:lnTo>
                      <a:pt x="399" y="253"/>
                    </a:lnTo>
                    <a:lnTo>
                      <a:pt x="399" y="97"/>
                    </a:lnTo>
                    <a:cubicBezTo>
                      <a:pt x="399" y="40"/>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5" name="Freeform 49">
                <a:extLst>
                  <a:ext uri="{FF2B5EF4-FFF2-40B4-BE49-F238E27FC236}">
                    <a16:creationId xmlns:a16="http://schemas.microsoft.com/office/drawing/2014/main" id="{31FEBE06-2FA3-4557-981F-DCA080A72813}"/>
                  </a:ext>
                </a:extLst>
              </p:cNvPr>
              <p:cNvSpPr>
                <a:spLocks noChangeArrowheads="1"/>
              </p:cNvSpPr>
              <p:nvPr/>
            </p:nvSpPr>
            <p:spPr bwMode="auto">
              <a:xfrm>
                <a:off x="4240213" y="1752600"/>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4"/>
                      <a:pt x="113" y="56"/>
                    </a:cubicBezTo>
                    <a:cubicBezTo>
                      <a:pt x="138" y="56"/>
                      <a:pt x="163" y="63"/>
                      <a:pt x="182" y="71"/>
                    </a:cubicBezTo>
                    <a:cubicBezTo>
                      <a:pt x="195" y="76"/>
                      <a:pt x="210" y="69"/>
                      <a:pt x="216" y="57"/>
                    </a:cubicBezTo>
                    <a:lnTo>
                      <a:pt x="228" y="30"/>
                    </a:lnTo>
                    <a:cubicBezTo>
                      <a:pt x="196" y="13"/>
                      <a:pt x="158" y="2"/>
                      <a:pt x="115" y="1"/>
                    </a:cubicBezTo>
                    <a:cubicBezTo>
                      <a:pt x="57" y="0"/>
                      <a:pt x="9" y="27"/>
                      <a:pt x="7" y="77"/>
                    </a:cubicBezTo>
                    <a:cubicBezTo>
                      <a:pt x="6" y="117"/>
                      <a:pt x="25" y="144"/>
                      <a:pt x="96" y="155"/>
                    </a:cubicBezTo>
                    <a:lnTo>
                      <a:pt x="111" y="157"/>
                    </a:lnTo>
                    <a:cubicBezTo>
                      <a:pt x="143" y="162"/>
                      <a:pt x="167" y="164"/>
                      <a:pt x="167" y="181"/>
                    </a:cubicBezTo>
                    <a:cubicBezTo>
                      <a:pt x="165" y="198"/>
                      <a:pt x="147" y="203"/>
                      <a:pt x="110" y="20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78" name="Freeform 50">
              <a:extLst>
                <a:ext uri="{FF2B5EF4-FFF2-40B4-BE49-F238E27FC236}">
                  <a16:creationId xmlns:a16="http://schemas.microsoft.com/office/drawing/2014/main" id="{10E6DED9-B184-0AEB-7943-F5F3AAAFCC2E}"/>
                </a:ext>
              </a:extLst>
            </p:cNvPr>
            <p:cNvSpPr>
              <a:spLocks noChangeArrowheads="1"/>
            </p:cNvSpPr>
            <p:nvPr/>
          </p:nvSpPr>
          <p:spPr bwMode="auto">
            <a:xfrm>
              <a:off x="4860925" y="1693863"/>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9" name="Freeform 51">
              <a:extLst>
                <a:ext uri="{FF2B5EF4-FFF2-40B4-BE49-F238E27FC236}">
                  <a16:creationId xmlns:a16="http://schemas.microsoft.com/office/drawing/2014/main" id="{219EEF0D-5EDE-EDB3-8FA2-F01602504D05}"/>
                </a:ext>
              </a:extLst>
            </p:cNvPr>
            <p:cNvSpPr>
              <a:spLocks noChangeArrowheads="1"/>
            </p:cNvSpPr>
            <p:nvPr/>
          </p:nvSpPr>
          <p:spPr bwMode="auto">
            <a:xfrm>
              <a:off x="5002213" y="1719263"/>
              <a:ext cx="722312" cy="153987"/>
            </a:xfrm>
            <a:custGeom>
              <a:avLst/>
              <a:gdLst>
                <a:gd name="T0" fmla="*/ 688 w 2007"/>
                <a:gd name="T1" fmla="*/ 344 h 426"/>
                <a:gd name="T2" fmla="*/ 615 w 2007"/>
                <a:gd name="T3" fmla="*/ 197 h 426"/>
                <a:gd name="T4" fmla="*/ 524 w 2007"/>
                <a:gd name="T5" fmla="*/ 197 h 426"/>
                <a:gd name="T6" fmla="*/ 450 w 2007"/>
                <a:gd name="T7" fmla="*/ 344 h 426"/>
                <a:gd name="T8" fmla="*/ 509 w 2007"/>
                <a:gd name="T9" fmla="*/ 81 h 426"/>
                <a:gd name="T10" fmla="*/ 602 w 2007"/>
                <a:gd name="T11" fmla="*/ 77 h 426"/>
                <a:gd name="T12" fmla="*/ 145 w 2007"/>
                <a:gd name="T13" fmla="*/ 0 h 426"/>
                <a:gd name="T14" fmla="*/ 101 w 2007"/>
                <a:gd name="T15" fmla="*/ 344 h 426"/>
                <a:gd name="T16" fmla="*/ 145 w 2007"/>
                <a:gd name="T17" fmla="*/ 0 h 426"/>
                <a:gd name="T18" fmla="*/ 238 w 2007"/>
                <a:gd name="T19" fmla="*/ 205 h 426"/>
                <a:gd name="T20" fmla="*/ 290 w 2007"/>
                <a:gd name="T21" fmla="*/ 78 h 426"/>
                <a:gd name="T22" fmla="*/ 294 w 2007"/>
                <a:gd name="T23" fmla="*/ 345 h 426"/>
                <a:gd name="T24" fmla="*/ 369 w 2007"/>
                <a:gd name="T25" fmla="*/ 265 h 426"/>
                <a:gd name="T26" fmla="*/ 945 w 2007"/>
                <a:gd name="T27" fmla="*/ 108 h 426"/>
                <a:gd name="T28" fmla="*/ 973 w 2007"/>
                <a:gd name="T29" fmla="*/ 344 h 426"/>
                <a:gd name="T30" fmla="*/ 901 w 2007"/>
                <a:gd name="T31" fmla="*/ 316 h 426"/>
                <a:gd name="T32" fmla="*/ 732 w 2007"/>
                <a:gd name="T33" fmla="*/ 269 h 426"/>
                <a:gd name="T34" fmla="*/ 838 w 2007"/>
                <a:gd name="T35" fmla="*/ 184 h 426"/>
                <a:gd name="T36" fmla="*/ 902 w 2007"/>
                <a:gd name="T37" fmla="*/ 190 h 426"/>
                <a:gd name="T38" fmla="*/ 778 w 2007"/>
                <a:gd name="T39" fmla="*/ 155 h 426"/>
                <a:gd name="T40" fmla="*/ 856 w 2007"/>
                <a:gd name="T41" fmla="*/ 78 h 426"/>
                <a:gd name="T42" fmla="*/ 903 w 2007"/>
                <a:gd name="T43" fmla="*/ 239 h 426"/>
                <a:gd name="T44" fmla="*/ 805 w 2007"/>
                <a:gd name="T45" fmla="*/ 265 h 426"/>
                <a:gd name="T46" fmla="*/ 846 w 2007"/>
                <a:gd name="T47" fmla="*/ 299 h 426"/>
                <a:gd name="T48" fmla="*/ 903 w 2007"/>
                <a:gd name="T49" fmla="*/ 239 h 426"/>
                <a:gd name="T50" fmla="*/ 1305 w 2007"/>
                <a:gd name="T51" fmla="*/ 214 h 426"/>
                <a:gd name="T52" fmla="*/ 1105 w 2007"/>
                <a:gd name="T53" fmla="*/ 309 h 426"/>
                <a:gd name="T54" fmla="*/ 1031 w 2007"/>
                <a:gd name="T55" fmla="*/ 425 h 426"/>
                <a:gd name="T56" fmla="*/ 1089 w 2007"/>
                <a:gd name="T57" fmla="*/ 81 h 426"/>
                <a:gd name="T58" fmla="*/ 1186 w 2007"/>
                <a:gd name="T59" fmla="*/ 76 h 426"/>
                <a:gd name="T60" fmla="*/ 1231 w 2007"/>
                <a:gd name="T61" fmla="*/ 213 h 426"/>
                <a:gd name="T62" fmla="*/ 1104 w 2007"/>
                <a:gd name="T63" fmla="*/ 213 h 426"/>
                <a:gd name="T64" fmla="*/ 1167 w 2007"/>
                <a:gd name="T65" fmla="*/ 287 h 426"/>
                <a:gd name="T66" fmla="*/ 1231 w 2007"/>
                <a:gd name="T67" fmla="*/ 213 h 426"/>
                <a:gd name="T68" fmla="*/ 1840 w 2007"/>
                <a:gd name="T69" fmla="*/ 119 h 426"/>
                <a:gd name="T70" fmla="*/ 1765 w 2007"/>
                <a:gd name="T71" fmla="*/ 81 h 426"/>
                <a:gd name="T72" fmla="*/ 1839 w 2007"/>
                <a:gd name="T73" fmla="*/ 344 h 426"/>
                <a:gd name="T74" fmla="*/ 1885 w 2007"/>
                <a:gd name="T75" fmla="*/ 144 h 426"/>
                <a:gd name="T76" fmla="*/ 1930 w 2007"/>
                <a:gd name="T77" fmla="*/ 345 h 426"/>
                <a:gd name="T78" fmla="*/ 2004 w 2007"/>
                <a:gd name="T79" fmla="*/ 175 h 426"/>
                <a:gd name="T80" fmla="*/ 1682 w 2007"/>
                <a:gd name="T81" fmla="*/ 108 h 426"/>
                <a:gd name="T82" fmla="*/ 1709 w 2007"/>
                <a:gd name="T83" fmla="*/ 344 h 426"/>
                <a:gd name="T84" fmla="*/ 1638 w 2007"/>
                <a:gd name="T85" fmla="*/ 316 h 426"/>
                <a:gd name="T86" fmla="*/ 1469 w 2007"/>
                <a:gd name="T87" fmla="*/ 269 h 426"/>
                <a:gd name="T88" fmla="*/ 1575 w 2007"/>
                <a:gd name="T89" fmla="*/ 184 h 426"/>
                <a:gd name="T90" fmla="*/ 1639 w 2007"/>
                <a:gd name="T91" fmla="*/ 190 h 426"/>
                <a:gd name="T92" fmla="*/ 1515 w 2007"/>
                <a:gd name="T93" fmla="*/ 155 h 426"/>
                <a:gd name="T94" fmla="*/ 1593 w 2007"/>
                <a:gd name="T95" fmla="*/ 78 h 426"/>
                <a:gd name="T96" fmla="*/ 1640 w 2007"/>
                <a:gd name="T97" fmla="*/ 239 h 426"/>
                <a:gd name="T98" fmla="*/ 1541 w 2007"/>
                <a:gd name="T99" fmla="*/ 265 h 426"/>
                <a:gd name="T100" fmla="*/ 1582 w 2007"/>
                <a:gd name="T101" fmla="*/ 299 h 426"/>
                <a:gd name="T102" fmla="*/ 1640 w 2007"/>
                <a:gd name="T103" fmla="*/ 239 h 426"/>
                <a:gd name="T104" fmla="*/ 1424 w 2007"/>
                <a:gd name="T105" fmla="*/ 344 h 426"/>
                <a:gd name="T106" fmla="*/ 1350 w 2007"/>
                <a:gd name="T107"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07" h="426">
                  <a:moveTo>
                    <a:pt x="688" y="174"/>
                  </a:moveTo>
                  <a:lnTo>
                    <a:pt x="688" y="344"/>
                  </a:lnTo>
                  <a:lnTo>
                    <a:pt x="615" y="344"/>
                  </a:lnTo>
                  <a:lnTo>
                    <a:pt x="615" y="197"/>
                  </a:lnTo>
                  <a:cubicBezTo>
                    <a:pt x="615" y="162"/>
                    <a:pt x="597" y="143"/>
                    <a:pt x="570" y="143"/>
                  </a:cubicBezTo>
                  <a:cubicBezTo>
                    <a:pt x="542" y="143"/>
                    <a:pt x="524" y="162"/>
                    <a:pt x="524" y="197"/>
                  </a:cubicBezTo>
                  <a:lnTo>
                    <a:pt x="524" y="344"/>
                  </a:lnTo>
                  <a:lnTo>
                    <a:pt x="450" y="344"/>
                  </a:lnTo>
                  <a:lnTo>
                    <a:pt x="450" y="81"/>
                  </a:lnTo>
                  <a:lnTo>
                    <a:pt x="509" y="81"/>
                  </a:lnTo>
                  <a:lnTo>
                    <a:pt x="525" y="119"/>
                  </a:lnTo>
                  <a:cubicBezTo>
                    <a:pt x="542" y="96"/>
                    <a:pt x="564" y="77"/>
                    <a:pt x="602" y="77"/>
                  </a:cubicBezTo>
                  <a:cubicBezTo>
                    <a:pt x="655" y="77"/>
                    <a:pt x="688" y="114"/>
                    <a:pt x="688" y="174"/>
                  </a:cubicBezTo>
                  <a:close/>
                  <a:moveTo>
                    <a:pt x="145" y="0"/>
                  </a:moveTo>
                  <a:lnTo>
                    <a:pt x="0" y="344"/>
                  </a:lnTo>
                  <a:lnTo>
                    <a:pt x="101" y="344"/>
                  </a:lnTo>
                  <a:lnTo>
                    <a:pt x="245" y="0"/>
                  </a:lnTo>
                  <a:lnTo>
                    <a:pt x="145" y="0"/>
                  </a:lnTo>
                  <a:close/>
                  <a:moveTo>
                    <a:pt x="290" y="78"/>
                  </a:moveTo>
                  <a:lnTo>
                    <a:pt x="238" y="205"/>
                  </a:lnTo>
                  <a:lnTo>
                    <a:pt x="345" y="205"/>
                  </a:lnTo>
                  <a:lnTo>
                    <a:pt x="290" y="78"/>
                  </a:lnTo>
                  <a:close/>
                  <a:moveTo>
                    <a:pt x="261" y="265"/>
                  </a:moveTo>
                  <a:lnTo>
                    <a:pt x="294" y="345"/>
                  </a:lnTo>
                  <a:lnTo>
                    <a:pt x="403" y="345"/>
                  </a:lnTo>
                  <a:lnTo>
                    <a:pt x="369" y="265"/>
                  </a:lnTo>
                  <a:lnTo>
                    <a:pt x="261" y="265"/>
                  </a:lnTo>
                  <a:close/>
                  <a:moveTo>
                    <a:pt x="945" y="108"/>
                  </a:moveTo>
                  <a:cubicBezTo>
                    <a:pt x="964" y="127"/>
                    <a:pt x="973" y="156"/>
                    <a:pt x="973" y="192"/>
                  </a:cubicBezTo>
                  <a:lnTo>
                    <a:pt x="973" y="344"/>
                  </a:lnTo>
                  <a:lnTo>
                    <a:pt x="913" y="344"/>
                  </a:lnTo>
                  <a:lnTo>
                    <a:pt x="901" y="316"/>
                  </a:lnTo>
                  <a:cubicBezTo>
                    <a:pt x="883" y="336"/>
                    <a:pt x="859" y="349"/>
                    <a:pt x="822" y="349"/>
                  </a:cubicBezTo>
                  <a:cubicBezTo>
                    <a:pt x="773" y="349"/>
                    <a:pt x="732" y="321"/>
                    <a:pt x="732" y="269"/>
                  </a:cubicBezTo>
                  <a:lnTo>
                    <a:pt x="732" y="268"/>
                  </a:lnTo>
                  <a:cubicBezTo>
                    <a:pt x="732" y="211"/>
                    <a:pt x="776" y="184"/>
                    <a:pt x="838" y="184"/>
                  </a:cubicBezTo>
                  <a:cubicBezTo>
                    <a:pt x="865" y="184"/>
                    <a:pt x="883" y="188"/>
                    <a:pt x="902" y="195"/>
                  </a:cubicBezTo>
                  <a:lnTo>
                    <a:pt x="902" y="190"/>
                  </a:lnTo>
                  <a:cubicBezTo>
                    <a:pt x="902" y="159"/>
                    <a:pt x="883" y="142"/>
                    <a:pt x="846" y="142"/>
                  </a:cubicBezTo>
                  <a:cubicBezTo>
                    <a:pt x="819" y="142"/>
                    <a:pt x="800" y="148"/>
                    <a:pt x="778" y="155"/>
                  </a:cubicBezTo>
                  <a:lnTo>
                    <a:pt x="755" y="99"/>
                  </a:lnTo>
                  <a:cubicBezTo>
                    <a:pt x="784" y="87"/>
                    <a:pt x="811" y="78"/>
                    <a:pt x="856" y="78"/>
                  </a:cubicBezTo>
                  <a:cubicBezTo>
                    <a:pt x="897" y="79"/>
                    <a:pt x="927" y="90"/>
                    <a:pt x="945" y="108"/>
                  </a:cubicBezTo>
                  <a:close/>
                  <a:moveTo>
                    <a:pt x="903" y="239"/>
                  </a:moveTo>
                  <a:cubicBezTo>
                    <a:pt x="891" y="232"/>
                    <a:pt x="874" y="229"/>
                    <a:pt x="856" y="229"/>
                  </a:cubicBezTo>
                  <a:cubicBezTo>
                    <a:pt x="824" y="229"/>
                    <a:pt x="805" y="242"/>
                    <a:pt x="805" y="265"/>
                  </a:cubicBezTo>
                  <a:lnTo>
                    <a:pt x="805" y="266"/>
                  </a:lnTo>
                  <a:cubicBezTo>
                    <a:pt x="805" y="287"/>
                    <a:pt x="822" y="299"/>
                    <a:pt x="846" y="299"/>
                  </a:cubicBezTo>
                  <a:cubicBezTo>
                    <a:pt x="880" y="299"/>
                    <a:pt x="903" y="279"/>
                    <a:pt x="903" y="253"/>
                  </a:cubicBezTo>
                  <a:lnTo>
                    <a:pt x="903" y="239"/>
                  </a:lnTo>
                  <a:close/>
                  <a:moveTo>
                    <a:pt x="1305" y="213"/>
                  </a:moveTo>
                  <a:lnTo>
                    <a:pt x="1305" y="214"/>
                  </a:lnTo>
                  <a:cubicBezTo>
                    <a:pt x="1305" y="302"/>
                    <a:pt x="1248" y="349"/>
                    <a:pt x="1186" y="349"/>
                  </a:cubicBezTo>
                  <a:cubicBezTo>
                    <a:pt x="1146" y="349"/>
                    <a:pt x="1122" y="331"/>
                    <a:pt x="1105" y="309"/>
                  </a:cubicBezTo>
                  <a:lnTo>
                    <a:pt x="1105" y="425"/>
                  </a:lnTo>
                  <a:lnTo>
                    <a:pt x="1031" y="425"/>
                  </a:lnTo>
                  <a:lnTo>
                    <a:pt x="1031" y="81"/>
                  </a:lnTo>
                  <a:lnTo>
                    <a:pt x="1089" y="81"/>
                  </a:lnTo>
                  <a:lnTo>
                    <a:pt x="1105" y="119"/>
                  </a:lnTo>
                  <a:cubicBezTo>
                    <a:pt x="1123" y="94"/>
                    <a:pt x="1148" y="76"/>
                    <a:pt x="1186" y="76"/>
                  </a:cubicBezTo>
                  <a:cubicBezTo>
                    <a:pt x="1247" y="77"/>
                    <a:pt x="1305" y="125"/>
                    <a:pt x="1305" y="213"/>
                  </a:cubicBezTo>
                  <a:close/>
                  <a:moveTo>
                    <a:pt x="1231" y="213"/>
                  </a:moveTo>
                  <a:cubicBezTo>
                    <a:pt x="1231" y="169"/>
                    <a:pt x="1201" y="140"/>
                    <a:pt x="1167" y="140"/>
                  </a:cubicBezTo>
                  <a:cubicBezTo>
                    <a:pt x="1133" y="140"/>
                    <a:pt x="1104" y="169"/>
                    <a:pt x="1104" y="213"/>
                  </a:cubicBezTo>
                  <a:lnTo>
                    <a:pt x="1104" y="214"/>
                  </a:lnTo>
                  <a:cubicBezTo>
                    <a:pt x="1104" y="258"/>
                    <a:pt x="1133" y="287"/>
                    <a:pt x="1167" y="287"/>
                  </a:cubicBezTo>
                  <a:cubicBezTo>
                    <a:pt x="1201" y="287"/>
                    <a:pt x="1231" y="259"/>
                    <a:pt x="1231" y="214"/>
                  </a:cubicBezTo>
                  <a:lnTo>
                    <a:pt x="1231" y="213"/>
                  </a:lnTo>
                  <a:close/>
                  <a:moveTo>
                    <a:pt x="1917" y="77"/>
                  </a:moveTo>
                  <a:cubicBezTo>
                    <a:pt x="1880" y="77"/>
                    <a:pt x="1857" y="97"/>
                    <a:pt x="1840" y="119"/>
                  </a:cubicBezTo>
                  <a:lnTo>
                    <a:pt x="1824" y="81"/>
                  </a:lnTo>
                  <a:lnTo>
                    <a:pt x="1765" y="81"/>
                  </a:lnTo>
                  <a:lnTo>
                    <a:pt x="1765" y="344"/>
                  </a:lnTo>
                  <a:lnTo>
                    <a:pt x="1839" y="344"/>
                  </a:lnTo>
                  <a:lnTo>
                    <a:pt x="1839" y="198"/>
                  </a:lnTo>
                  <a:cubicBezTo>
                    <a:pt x="1839" y="163"/>
                    <a:pt x="1857" y="144"/>
                    <a:pt x="1885" y="144"/>
                  </a:cubicBezTo>
                  <a:cubicBezTo>
                    <a:pt x="1913" y="144"/>
                    <a:pt x="1930" y="163"/>
                    <a:pt x="1930" y="198"/>
                  </a:cubicBezTo>
                  <a:lnTo>
                    <a:pt x="1930" y="345"/>
                  </a:lnTo>
                  <a:lnTo>
                    <a:pt x="2004" y="345"/>
                  </a:lnTo>
                  <a:lnTo>
                    <a:pt x="2004" y="175"/>
                  </a:lnTo>
                  <a:cubicBezTo>
                    <a:pt x="2006" y="114"/>
                    <a:pt x="1974" y="77"/>
                    <a:pt x="1917" y="77"/>
                  </a:cubicBezTo>
                  <a:close/>
                  <a:moveTo>
                    <a:pt x="1682" y="108"/>
                  </a:moveTo>
                  <a:cubicBezTo>
                    <a:pt x="1701" y="127"/>
                    <a:pt x="1709" y="156"/>
                    <a:pt x="1709" y="192"/>
                  </a:cubicBezTo>
                  <a:lnTo>
                    <a:pt x="1709" y="344"/>
                  </a:lnTo>
                  <a:lnTo>
                    <a:pt x="1649" y="344"/>
                  </a:lnTo>
                  <a:lnTo>
                    <a:pt x="1638" y="316"/>
                  </a:lnTo>
                  <a:cubicBezTo>
                    <a:pt x="1620" y="336"/>
                    <a:pt x="1595" y="349"/>
                    <a:pt x="1559" y="349"/>
                  </a:cubicBezTo>
                  <a:cubicBezTo>
                    <a:pt x="1509" y="349"/>
                    <a:pt x="1469" y="321"/>
                    <a:pt x="1469" y="269"/>
                  </a:cubicBezTo>
                  <a:lnTo>
                    <a:pt x="1469" y="268"/>
                  </a:lnTo>
                  <a:cubicBezTo>
                    <a:pt x="1469" y="211"/>
                    <a:pt x="1512" y="184"/>
                    <a:pt x="1575" y="184"/>
                  </a:cubicBezTo>
                  <a:cubicBezTo>
                    <a:pt x="1601" y="184"/>
                    <a:pt x="1620" y="188"/>
                    <a:pt x="1639" y="195"/>
                  </a:cubicBezTo>
                  <a:lnTo>
                    <a:pt x="1639" y="190"/>
                  </a:lnTo>
                  <a:cubicBezTo>
                    <a:pt x="1639" y="159"/>
                    <a:pt x="1620" y="142"/>
                    <a:pt x="1582" y="142"/>
                  </a:cubicBezTo>
                  <a:cubicBezTo>
                    <a:pt x="1555" y="142"/>
                    <a:pt x="1536" y="148"/>
                    <a:pt x="1515" y="155"/>
                  </a:cubicBezTo>
                  <a:lnTo>
                    <a:pt x="1491" y="99"/>
                  </a:lnTo>
                  <a:cubicBezTo>
                    <a:pt x="1520" y="87"/>
                    <a:pt x="1548" y="78"/>
                    <a:pt x="1593" y="78"/>
                  </a:cubicBezTo>
                  <a:cubicBezTo>
                    <a:pt x="1633" y="79"/>
                    <a:pt x="1663" y="90"/>
                    <a:pt x="1682" y="108"/>
                  </a:cubicBezTo>
                  <a:close/>
                  <a:moveTo>
                    <a:pt x="1640" y="239"/>
                  </a:moveTo>
                  <a:cubicBezTo>
                    <a:pt x="1627" y="232"/>
                    <a:pt x="1610" y="229"/>
                    <a:pt x="1593" y="229"/>
                  </a:cubicBezTo>
                  <a:cubicBezTo>
                    <a:pt x="1561" y="229"/>
                    <a:pt x="1541" y="242"/>
                    <a:pt x="1541" y="265"/>
                  </a:cubicBezTo>
                  <a:lnTo>
                    <a:pt x="1541" y="266"/>
                  </a:lnTo>
                  <a:cubicBezTo>
                    <a:pt x="1541" y="287"/>
                    <a:pt x="1559" y="299"/>
                    <a:pt x="1582" y="299"/>
                  </a:cubicBezTo>
                  <a:cubicBezTo>
                    <a:pt x="1616" y="299"/>
                    <a:pt x="1640" y="279"/>
                    <a:pt x="1640" y="253"/>
                  </a:cubicBezTo>
                  <a:lnTo>
                    <a:pt x="1640" y="239"/>
                  </a:lnTo>
                  <a:close/>
                  <a:moveTo>
                    <a:pt x="1350" y="344"/>
                  </a:moveTo>
                  <a:lnTo>
                    <a:pt x="1424" y="344"/>
                  </a:lnTo>
                  <a:lnTo>
                    <a:pt x="1424" y="0"/>
                  </a:lnTo>
                  <a:lnTo>
                    <a:pt x="1350" y="0"/>
                  </a:lnTo>
                  <a:lnTo>
                    <a:pt x="1350" y="344"/>
                  </a:lnTo>
                  <a:close/>
                </a:path>
              </a:pathLst>
            </a:custGeom>
            <a:solidFill>
              <a:srgbClr val="232A6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86" name="Group 85">
            <a:extLst>
              <a:ext uri="{FF2B5EF4-FFF2-40B4-BE49-F238E27FC236}">
                <a16:creationId xmlns:a16="http://schemas.microsoft.com/office/drawing/2014/main" id="{7A2CCB56-7080-5CB8-A340-A22246A9BFEC}"/>
              </a:ext>
            </a:extLst>
          </p:cNvPr>
          <p:cNvGrpSpPr/>
          <p:nvPr/>
        </p:nvGrpSpPr>
        <p:grpSpPr>
          <a:xfrm>
            <a:off x="1307546" y="4877683"/>
            <a:ext cx="1863514" cy="295911"/>
            <a:chOff x="4240213" y="2600325"/>
            <a:chExt cx="1209675" cy="192088"/>
          </a:xfrm>
        </p:grpSpPr>
        <p:grpSp>
          <p:nvGrpSpPr>
            <p:cNvPr id="87" name="Group 86">
              <a:extLst>
                <a:ext uri="{FF2B5EF4-FFF2-40B4-BE49-F238E27FC236}">
                  <a16:creationId xmlns:a16="http://schemas.microsoft.com/office/drawing/2014/main" id="{1C566013-C228-BCF1-5FF9-A637451727D6}"/>
                </a:ext>
              </a:extLst>
            </p:cNvPr>
            <p:cNvGrpSpPr/>
            <p:nvPr/>
          </p:nvGrpSpPr>
          <p:grpSpPr>
            <a:xfrm>
              <a:off x="4240213" y="2624138"/>
              <a:ext cx="484187" cy="128587"/>
              <a:chOff x="4240213" y="2624138"/>
              <a:chExt cx="484187" cy="128587"/>
            </a:xfrm>
          </p:grpSpPr>
          <p:sp>
            <p:nvSpPr>
              <p:cNvPr id="96" name="Freeform 52">
                <a:extLst>
                  <a:ext uri="{FF2B5EF4-FFF2-40B4-BE49-F238E27FC236}">
                    <a16:creationId xmlns:a16="http://schemas.microsoft.com/office/drawing/2014/main" id="{4E4F2342-ADD4-9D1B-274D-558A0BA9C154}"/>
                  </a:ext>
                </a:extLst>
              </p:cNvPr>
              <p:cNvSpPr>
                <a:spLocks noChangeArrowheads="1"/>
              </p:cNvSpPr>
              <p:nvPr/>
            </p:nvSpPr>
            <p:spPr bwMode="auto">
              <a:xfrm>
                <a:off x="4327525" y="26241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7" name="Freeform 53">
                <a:extLst>
                  <a:ext uri="{FF2B5EF4-FFF2-40B4-BE49-F238E27FC236}">
                    <a16:creationId xmlns:a16="http://schemas.microsoft.com/office/drawing/2014/main" id="{2032E9AC-DB33-6303-3ABF-6FAE32BD8D6E}"/>
                  </a:ext>
                </a:extLst>
              </p:cNvPr>
              <p:cNvSpPr>
                <a:spLocks noChangeArrowheads="1"/>
              </p:cNvSpPr>
              <p:nvPr/>
            </p:nvSpPr>
            <p:spPr bwMode="auto">
              <a:xfrm>
                <a:off x="4354513" y="2657475"/>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6"/>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1"/>
                      <a:pt x="195" y="130"/>
                    </a:cubicBezTo>
                    <a:cubicBezTo>
                      <a:pt x="195" y="168"/>
                      <a:pt x="169" y="197"/>
                      <a:pt x="132" y="197"/>
                    </a:cubicBezTo>
                    <a:cubicBezTo>
                      <a:pt x="93" y="197"/>
                      <a:pt x="69" y="167"/>
                      <a:pt x="69" y="130"/>
                    </a:cubicBezTo>
                    <a:cubicBezTo>
                      <a:pt x="69" y="92"/>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8" name="Freeform 54">
                <a:extLst>
                  <a:ext uri="{FF2B5EF4-FFF2-40B4-BE49-F238E27FC236}">
                    <a16:creationId xmlns:a16="http://schemas.microsoft.com/office/drawing/2014/main" id="{FCDD33BA-E6E4-17E2-E57B-448C6E3916E5}"/>
                  </a:ext>
                </a:extLst>
              </p:cNvPr>
              <p:cNvSpPr>
                <a:spLocks noChangeArrowheads="1"/>
              </p:cNvSpPr>
              <p:nvPr/>
            </p:nvSpPr>
            <p:spPr bwMode="auto">
              <a:xfrm>
                <a:off x="4454525" y="262572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9" name="Freeform 55">
                <a:extLst>
                  <a:ext uri="{FF2B5EF4-FFF2-40B4-BE49-F238E27FC236}">
                    <a16:creationId xmlns:a16="http://schemas.microsoft.com/office/drawing/2014/main" id="{9A902794-76E4-6381-3A6C-441CD8D4D7EA}"/>
                  </a:ext>
                </a:extLst>
              </p:cNvPr>
              <p:cNvSpPr>
                <a:spLocks noChangeArrowheads="1"/>
              </p:cNvSpPr>
              <p:nvPr/>
            </p:nvSpPr>
            <p:spPr bwMode="auto">
              <a:xfrm>
                <a:off x="4481513" y="2659063"/>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5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8"/>
                      <a:pt x="198" y="128"/>
                    </a:cubicBezTo>
                    <a:cubicBezTo>
                      <a:pt x="198" y="168"/>
                      <a:pt x="170" y="195"/>
                      <a:pt x="133" y="195"/>
                    </a:cubicBezTo>
                    <a:cubicBezTo>
                      <a:pt x="95" y="195"/>
                      <a:pt x="68" y="168"/>
                      <a:pt x="68" y="128"/>
                    </a:cubicBezTo>
                    <a:cubicBezTo>
                      <a:pt x="68" y="88"/>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0" name="Freeform 56">
                <a:extLst>
                  <a:ext uri="{FF2B5EF4-FFF2-40B4-BE49-F238E27FC236}">
                    <a16:creationId xmlns:a16="http://schemas.microsoft.com/office/drawing/2014/main" id="{584EFE72-AE73-8C78-8165-7B05B0696B39}"/>
                  </a:ext>
                </a:extLst>
              </p:cNvPr>
              <p:cNvSpPr>
                <a:spLocks noChangeArrowheads="1"/>
              </p:cNvSpPr>
              <p:nvPr/>
            </p:nvSpPr>
            <p:spPr bwMode="auto">
              <a:xfrm>
                <a:off x="4579938" y="2657475"/>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4"/>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1" name="Freeform 57">
                <a:extLst>
                  <a:ext uri="{FF2B5EF4-FFF2-40B4-BE49-F238E27FC236}">
                    <a16:creationId xmlns:a16="http://schemas.microsoft.com/office/drawing/2014/main" id="{B928E7BA-836A-8516-4E70-A4E80E7B5E0C}"/>
                  </a:ext>
                </a:extLst>
              </p:cNvPr>
              <p:cNvSpPr>
                <a:spLocks noChangeArrowheads="1"/>
              </p:cNvSpPr>
              <p:nvPr/>
            </p:nvSpPr>
            <p:spPr bwMode="auto">
              <a:xfrm>
                <a:off x="4240213" y="2657475"/>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0"/>
                      <a:pt x="76" y="77"/>
                    </a:cubicBezTo>
                    <a:cubicBezTo>
                      <a:pt x="76" y="63"/>
                      <a:pt x="88" y="55"/>
                      <a:pt x="113" y="56"/>
                    </a:cubicBezTo>
                    <a:cubicBezTo>
                      <a:pt x="138" y="56"/>
                      <a:pt x="163" y="64"/>
                      <a:pt x="182" y="71"/>
                    </a:cubicBezTo>
                    <a:cubicBezTo>
                      <a:pt x="195" y="76"/>
                      <a:pt x="210" y="70"/>
                      <a:pt x="216" y="57"/>
                    </a:cubicBezTo>
                    <a:lnTo>
                      <a:pt x="228" y="30"/>
                    </a:lnTo>
                    <a:cubicBezTo>
                      <a:pt x="196" y="13"/>
                      <a:pt x="158" y="3"/>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88" name="Freeform 58">
              <a:extLst>
                <a:ext uri="{FF2B5EF4-FFF2-40B4-BE49-F238E27FC236}">
                  <a16:creationId xmlns:a16="http://schemas.microsoft.com/office/drawing/2014/main" id="{2D17E937-71A6-5278-069C-B542B614B543}"/>
                </a:ext>
              </a:extLst>
            </p:cNvPr>
            <p:cNvSpPr>
              <a:spLocks noChangeArrowheads="1"/>
            </p:cNvSpPr>
            <p:nvPr/>
          </p:nvSpPr>
          <p:spPr bwMode="auto">
            <a:xfrm>
              <a:off x="4860925" y="260032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89" name="Group 88">
              <a:extLst>
                <a:ext uri="{FF2B5EF4-FFF2-40B4-BE49-F238E27FC236}">
                  <a16:creationId xmlns:a16="http://schemas.microsoft.com/office/drawing/2014/main" id="{F97CFC68-C286-B4F8-6528-F2091A8CDC3B}"/>
                </a:ext>
              </a:extLst>
            </p:cNvPr>
            <p:cNvGrpSpPr/>
            <p:nvPr/>
          </p:nvGrpSpPr>
          <p:grpSpPr>
            <a:xfrm>
              <a:off x="5002213" y="2622550"/>
              <a:ext cx="447675" cy="130175"/>
              <a:chOff x="5002213" y="2622550"/>
              <a:chExt cx="447675" cy="130175"/>
            </a:xfrm>
          </p:grpSpPr>
          <p:sp>
            <p:nvSpPr>
              <p:cNvPr id="90" name="Freeform 59">
                <a:extLst>
                  <a:ext uri="{FF2B5EF4-FFF2-40B4-BE49-F238E27FC236}">
                    <a16:creationId xmlns:a16="http://schemas.microsoft.com/office/drawing/2014/main" id="{262912E9-32BD-C694-82D0-5D08DBEEEC79}"/>
                  </a:ext>
                </a:extLst>
              </p:cNvPr>
              <p:cNvSpPr>
                <a:spLocks noChangeArrowheads="1"/>
              </p:cNvSpPr>
              <p:nvPr/>
            </p:nvSpPr>
            <p:spPr bwMode="auto">
              <a:xfrm>
                <a:off x="5429250" y="2635250"/>
                <a:ext cx="20638" cy="20638"/>
              </a:xfrm>
              <a:custGeom>
                <a:avLst/>
                <a:gdLst>
                  <a:gd name="T0" fmla="*/ 56 w 57"/>
                  <a:gd name="T1" fmla="*/ 28 h 57"/>
                  <a:gd name="T2" fmla="*/ 52 w 57"/>
                  <a:gd name="T3" fmla="*/ 42 h 57"/>
                  <a:gd name="T4" fmla="*/ 42 w 57"/>
                  <a:gd name="T5" fmla="*/ 52 h 57"/>
                  <a:gd name="T6" fmla="*/ 28 w 57"/>
                  <a:gd name="T7" fmla="*/ 56 h 57"/>
                  <a:gd name="T8" fmla="*/ 14 w 57"/>
                  <a:gd name="T9" fmla="*/ 52 h 57"/>
                  <a:gd name="T10" fmla="*/ 4 w 57"/>
                  <a:gd name="T11" fmla="*/ 42 h 57"/>
                  <a:gd name="T12" fmla="*/ 0 w 57"/>
                  <a:gd name="T13" fmla="*/ 28 h 57"/>
                  <a:gd name="T14" fmla="*/ 4 w 57"/>
                  <a:gd name="T15" fmla="*/ 14 h 57"/>
                  <a:gd name="T16" fmla="*/ 14 w 57"/>
                  <a:gd name="T17" fmla="*/ 4 h 57"/>
                  <a:gd name="T18" fmla="*/ 28 w 57"/>
                  <a:gd name="T19" fmla="*/ 0 h 57"/>
                  <a:gd name="T20" fmla="*/ 42 w 57"/>
                  <a:gd name="T21" fmla="*/ 4 h 57"/>
                  <a:gd name="T22" fmla="*/ 52 w 57"/>
                  <a:gd name="T23" fmla="*/ 14 h 57"/>
                  <a:gd name="T24" fmla="*/ 56 w 57"/>
                  <a:gd name="T25"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57">
                    <a:moveTo>
                      <a:pt x="56" y="28"/>
                    </a:moveTo>
                    <a:cubicBezTo>
                      <a:pt x="56" y="33"/>
                      <a:pt x="55" y="38"/>
                      <a:pt x="52" y="42"/>
                    </a:cubicBezTo>
                    <a:cubicBezTo>
                      <a:pt x="49" y="46"/>
                      <a:pt x="47" y="49"/>
                      <a:pt x="42" y="52"/>
                    </a:cubicBezTo>
                    <a:cubicBezTo>
                      <a:pt x="38" y="54"/>
                      <a:pt x="33" y="56"/>
                      <a:pt x="28" y="56"/>
                    </a:cubicBezTo>
                    <a:cubicBezTo>
                      <a:pt x="23" y="56"/>
                      <a:pt x="18" y="54"/>
                      <a:pt x="14" y="52"/>
                    </a:cubicBezTo>
                    <a:cubicBezTo>
                      <a:pt x="10" y="49"/>
                      <a:pt x="7" y="46"/>
                      <a:pt x="4" y="42"/>
                    </a:cubicBezTo>
                    <a:cubicBezTo>
                      <a:pt x="2" y="38"/>
                      <a:pt x="0" y="33"/>
                      <a:pt x="0" y="28"/>
                    </a:cubicBezTo>
                    <a:cubicBezTo>
                      <a:pt x="0" y="23"/>
                      <a:pt x="2" y="18"/>
                      <a:pt x="4" y="14"/>
                    </a:cubicBezTo>
                    <a:cubicBezTo>
                      <a:pt x="7" y="9"/>
                      <a:pt x="10" y="7"/>
                      <a:pt x="14" y="4"/>
                    </a:cubicBezTo>
                    <a:cubicBezTo>
                      <a:pt x="18" y="1"/>
                      <a:pt x="23" y="0"/>
                      <a:pt x="28" y="0"/>
                    </a:cubicBezTo>
                    <a:cubicBezTo>
                      <a:pt x="33" y="0"/>
                      <a:pt x="38" y="1"/>
                      <a:pt x="42" y="4"/>
                    </a:cubicBezTo>
                    <a:cubicBezTo>
                      <a:pt x="47" y="7"/>
                      <a:pt x="49" y="9"/>
                      <a:pt x="52" y="14"/>
                    </a:cubicBezTo>
                    <a:cubicBezTo>
                      <a:pt x="55" y="18"/>
                      <a:pt x="56" y="23"/>
                      <a:pt x="56" y="28"/>
                    </a:cubicBezTo>
                  </a:path>
                </a:pathLst>
              </a:custGeom>
              <a:solidFill>
                <a:srgbClr val="F37A6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1" name="Freeform 60">
                <a:extLst>
                  <a:ext uri="{FF2B5EF4-FFF2-40B4-BE49-F238E27FC236}">
                    <a16:creationId xmlns:a16="http://schemas.microsoft.com/office/drawing/2014/main" id="{882A14D5-C8CC-964D-213F-252AADC463C9}"/>
                  </a:ext>
                </a:extLst>
              </p:cNvPr>
              <p:cNvSpPr>
                <a:spLocks noChangeArrowheads="1"/>
              </p:cNvSpPr>
              <p:nvPr/>
            </p:nvSpPr>
            <p:spPr bwMode="auto">
              <a:xfrm>
                <a:off x="5100638" y="2670175"/>
                <a:ext cx="84137" cy="82550"/>
              </a:xfrm>
              <a:custGeom>
                <a:avLst/>
                <a:gdLst>
                  <a:gd name="T0" fmla="*/ 117 w 234"/>
                  <a:gd name="T1" fmla="*/ 0 h 230"/>
                  <a:gd name="T2" fmla="*/ 233 w 234"/>
                  <a:gd name="T3" fmla="*/ 114 h 230"/>
                  <a:gd name="T4" fmla="*/ 117 w 234"/>
                  <a:gd name="T5" fmla="*/ 229 h 230"/>
                  <a:gd name="T6" fmla="*/ 0 w 234"/>
                  <a:gd name="T7" fmla="*/ 114 h 230"/>
                  <a:gd name="T8" fmla="*/ 117 w 234"/>
                  <a:gd name="T9" fmla="*/ 0 h 230"/>
                  <a:gd name="T10" fmla="*/ 117 w 234"/>
                  <a:gd name="T11" fmla="*/ 185 h 230"/>
                  <a:gd name="T12" fmla="*/ 187 w 234"/>
                  <a:gd name="T13" fmla="*/ 113 h 230"/>
                  <a:gd name="T14" fmla="*/ 117 w 234"/>
                  <a:gd name="T15" fmla="*/ 41 h 230"/>
                  <a:gd name="T16" fmla="*/ 46 w 234"/>
                  <a:gd name="T17" fmla="*/ 113 h 230"/>
                  <a:gd name="T18" fmla="*/ 117 w 234"/>
                  <a:gd name="T19" fmla="*/ 18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0">
                    <a:moveTo>
                      <a:pt x="117" y="0"/>
                    </a:moveTo>
                    <a:cubicBezTo>
                      <a:pt x="183" y="0"/>
                      <a:pt x="233" y="50"/>
                      <a:pt x="233" y="114"/>
                    </a:cubicBezTo>
                    <a:cubicBezTo>
                      <a:pt x="233" y="178"/>
                      <a:pt x="184" y="229"/>
                      <a:pt x="117" y="229"/>
                    </a:cubicBezTo>
                    <a:cubicBezTo>
                      <a:pt x="50" y="229"/>
                      <a:pt x="0" y="178"/>
                      <a:pt x="0" y="114"/>
                    </a:cubicBezTo>
                    <a:cubicBezTo>
                      <a:pt x="0" y="50"/>
                      <a:pt x="49" y="0"/>
                      <a:pt x="117" y="0"/>
                    </a:cubicBezTo>
                    <a:close/>
                    <a:moveTo>
                      <a:pt x="117" y="185"/>
                    </a:moveTo>
                    <a:cubicBezTo>
                      <a:pt x="158" y="185"/>
                      <a:pt x="187" y="154"/>
                      <a:pt x="187" y="113"/>
                    </a:cubicBezTo>
                    <a:cubicBezTo>
                      <a:pt x="187" y="72"/>
                      <a:pt x="157" y="41"/>
                      <a:pt x="117" y="41"/>
                    </a:cubicBezTo>
                    <a:cubicBezTo>
                      <a:pt x="75" y="41"/>
                      <a:pt x="46" y="72"/>
                      <a:pt x="46" y="113"/>
                    </a:cubicBezTo>
                    <a:cubicBezTo>
                      <a:pt x="46" y="154"/>
                      <a:pt x="75" y="185"/>
                      <a:pt x="117" y="185"/>
                    </a:cubicBezTo>
                    <a:close/>
                  </a:path>
                </a:pathLst>
              </a:custGeom>
              <a:solidFill>
                <a:srgbClr val="023D5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2" name="Freeform 61">
                <a:extLst>
                  <a:ext uri="{FF2B5EF4-FFF2-40B4-BE49-F238E27FC236}">
                    <a16:creationId xmlns:a16="http://schemas.microsoft.com/office/drawing/2014/main" id="{DF8C367B-3E13-4406-E5A4-65FD348E8242}"/>
                  </a:ext>
                </a:extLst>
              </p:cNvPr>
              <p:cNvSpPr>
                <a:spLocks noChangeArrowheads="1"/>
              </p:cNvSpPr>
              <p:nvPr/>
            </p:nvSpPr>
            <p:spPr bwMode="auto">
              <a:xfrm>
                <a:off x="5192713" y="2670175"/>
                <a:ext cx="84137" cy="82550"/>
              </a:xfrm>
              <a:custGeom>
                <a:avLst/>
                <a:gdLst>
                  <a:gd name="T0" fmla="*/ 117 w 234"/>
                  <a:gd name="T1" fmla="*/ 0 h 230"/>
                  <a:gd name="T2" fmla="*/ 233 w 234"/>
                  <a:gd name="T3" fmla="*/ 114 h 230"/>
                  <a:gd name="T4" fmla="*/ 117 w 234"/>
                  <a:gd name="T5" fmla="*/ 229 h 230"/>
                  <a:gd name="T6" fmla="*/ 0 w 234"/>
                  <a:gd name="T7" fmla="*/ 114 h 230"/>
                  <a:gd name="T8" fmla="*/ 117 w 234"/>
                  <a:gd name="T9" fmla="*/ 0 h 230"/>
                  <a:gd name="T10" fmla="*/ 117 w 234"/>
                  <a:gd name="T11" fmla="*/ 185 h 230"/>
                  <a:gd name="T12" fmla="*/ 187 w 234"/>
                  <a:gd name="T13" fmla="*/ 113 h 230"/>
                  <a:gd name="T14" fmla="*/ 117 w 234"/>
                  <a:gd name="T15" fmla="*/ 41 h 230"/>
                  <a:gd name="T16" fmla="*/ 46 w 234"/>
                  <a:gd name="T17" fmla="*/ 113 h 230"/>
                  <a:gd name="T18" fmla="*/ 117 w 234"/>
                  <a:gd name="T19" fmla="*/ 18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0">
                    <a:moveTo>
                      <a:pt x="117" y="0"/>
                    </a:moveTo>
                    <a:cubicBezTo>
                      <a:pt x="183" y="0"/>
                      <a:pt x="233" y="50"/>
                      <a:pt x="233" y="114"/>
                    </a:cubicBezTo>
                    <a:cubicBezTo>
                      <a:pt x="233" y="178"/>
                      <a:pt x="184" y="229"/>
                      <a:pt x="117" y="229"/>
                    </a:cubicBezTo>
                    <a:cubicBezTo>
                      <a:pt x="50" y="229"/>
                      <a:pt x="0" y="178"/>
                      <a:pt x="0" y="114"/>
                    </a:cubicBezTo>
                    <a:cubicBezTo>
                      <a:pt x="0" y="50"/>
                      <a:pt x="50" y="0"/>
                      <a:pt x="117" y="0"/>
                    </a:cubicBezTo>
                    <a:close/>
                    <a:moveTo>
                      <a:pt x="117" y="185"/>
                    </a:moveTo>
                    <a:cubicBezTo>
                      <a:pt x="158" y="185"/>
                      <a:pt x="187" y="154"/>
                      <a:pt x="187" y="113"/>
                    </a:cubicBezTo>
                    <a:cubicBezTo>
                      <a:pt x="187" y="72"/>
                      <a:pt x="157" y="41"/>
                      <a:pt x="117" y="41"/>
                    </a:cubicBezTo>
                    <a:cubicBezTo>
                      <a:pt x="75" y="41"/>
                      <a:pt x="46" y="72"/>
                      <a:pt x="46" y="113"/>
                    </a:cubicBezTo>
                    <a:cubicBezTo>
                      <a:pt x="46" y="154"/>
                      <a:pt x="75" y="185"/>
                      <a:pt x="117" y="185"/>
                    </a:cubicBezTo>
                    <a:close/>
                  </a:path>
                </a:pathLst>
              </a:custGeom>
              <a:solidFill>
                <a:srgbClr val="023D5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3" name="Freeform 62">
                <a:extLst>
                  <a:ext uri="{FF2B5EF4-FFF2-40B4-BE49-F238E27FC236}">
                    <a16:creationId xmlns:a16="http://schemas.microsoft.com/office/drawing/2014/main" id="{2F25BAD7-D150-A817-8908-41328EADFCC9}"/>
                  </a:ext>
                </a:extLst>
              </p:cNvPr>
              <p:cNvSpPr>
                <a:spLocks noChangeArrowheads="1"/>
              </p:cNvSpPr>
              <p:nvPr/>
            </p:nvSpPr>
            <p:spPr bwMode="auto">
              <a:xfrm>
                <a:off x="5430838" y="2668588"/>
                <a:ext cx="17462" cy="80962"/>
              </a:xfrm>
              <a:custGeom>
                <a:avLst/>
                <a:gdLst>
                  <a:gd name="T0" fmla="*/ 0 w 47"/>
                  <a:gd name="T1" fmla="*/ 220 h 226"/>
                  <a:gd name="T2" fmla="*/ 0 w 47"/>
                  <a:gd name="T3" fmla="*/ 6 h 226"/>
                  <a:gd name="T4" fmla="*/ 6 w 47"/>
                  <a:gd name="T5" fmla="*/ 0 h 226"/>
                  <a:gd name="T6" fmla="*/ 41 w 47"/>
                  <a:gd name="T7" fmla="*/ 0 h 226"/>
                  <a:gd name="T8" fmla="*/ 46 w 47"/>
                  <a:gd name="T9" fmla="*/ 6 h 226"/>
                  <a:gd name="T10" fmla="*/ 46 w 47"/>
                  <a:gd name="T11" fmla="*/ 220 h 226"/>
                  <a:gd name="T12" fmla="*/ 41 w 47"/>
                  <a:gd name="T13" fmla="*/ 225 h 226"/>
                  <a:gd name="T14" fmla="*/ 6 w 47"/>
                  <a:gd name="T15" fmla="*/ 225 h 226"/>
                  <a:gd name="T16" fmla="*/ 0 w 47"/>
                  <a:gd name="T17" fmla="*/ 22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226">
                    <a:moveTo>
                      <a:pt x="0" y="220"/>
                    </a:moveTo>
                    <a:lnTo>
                      <a:pt x="0" y="6"/>
                    </a:lnTo>
                    <a:cubicBezTo>
                      <a:pt x="0" y="3"/>
                      <a:pt x="3" y="0"/>
                      <a:pt x="6" y="0"/>
                    </a:cubicBezTo>
                    <a:lnTo>
                      <a:pt x="41" y="0"/>
                    </a:lnTo>
                    <a:cubicBezTo>
                      <a:pt x="44" y="0"/>
                      <a:pt x="46" y="3"/>
                      <a:pt x="46" y="6"/>
                    </a:cubicBezTo>
                    <a:lnTo>
                      <a:pt x="46" y="220"/>
                    </a:lnTo>
                    <a:cubicBezTo>
                      <a:pt x="46" y="223"/>
                      <a:pt x="44" y="225"/>
                      <a:pt x="41" y="225"/>
                    </a:cubicBezTo>
                    <a:lnTo>
                      <a:pt x="6" y="225"/>
                    </a:lnTo>
                    <a:cubicBezTo>
                      <a:pt x="4" y="225"/>
                      <a:pt x="0" y="222"/>
                      <a:pt x="0" y="220"/>
                    </a:cubicBezTo>
                  </a:path>
                </a:pathLst>
              </a:custGeom>
              <a:solidFill>
                <a:srgbClr val="023D5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4" name="Freeform 63">
                <a:extLst>
                  <a:ext uri="{FF2B5EF4-FFF2-40B4-BE49-F238E27FC236}">
                    <a16:creationId xmlns:a16="http://schemas.microsoft.com/office/drawing/2014/main" id="{7A9E0BB4-CB8D-D2D6-F1CE-504465EAFE73}"/>
                  </a:ext>
                </a:extLst>
              </p:cNvPr>
              <p:cNvSpPr>
                <a:spLocks noChangeArrowheads="1"/>
              </p:cNvSpPr>
              <p:nvPr/>
            </p:nvSpPr>
            <p:spPr bwMode="auto">
              <a:xfrm>
                <a:off x="5287963" y="2665413"/>
                <a:ext cx="130175" cy="84137"/>
              </a:xfrm>
              <a:custGeom>
                <a:avLst/>
                <a:gdLst>
                  <a:gd name="T0" fmla="*/ 268 w 360"/>
                  <a:gd name="T1" fmla="*/ 10 h 234"/>
                  <a:gd name="T2" fmla="*/ 190 w 360"/>
                  <a:gd name="T3" fmla="*/ 50 h 234"/>
                  <a:gd name="T4" fmla="*/ 111 w 360"/>
                  <a:gd name="T5" fmla="*/ 10 h 234"/>
                  <a:gd name="T6" fmla="*/ 45 w 360"/>
                  <a:gd name="T7" fmla="*/ 42 h 234"/>
                  <a:gd name="T8" fmla="*/ 45 w 360"/>
                  <a:gd name="T9" fmla="*/ 6 h 234"/>
                  <a:gd name="T10" fmla="*/ 38 w 360"/>
                  <a:gd name="T11" fmla="*/ 2 h 234"/>
                  <a:gd name="T12" fmla="*/ 1 w 360"/>
                  <a:gd name="T13" fmla="*/ 23 h 234"/>
                  <a:gd name="T14" fmla="*/ 0 w 360"/>
                  <a:gd name="T15" fmla="*/ 26 h 234"/>
                  <a:gd name="T16" fmla="*/ 0 w 360"/>
                  <a:gd name="T17" fmla="*/ 228 h 234"/>
                  <a:gd name="T18" fmla="*/ 6 w 360"/>
                  <a:gd name="T19" fmla="*/ 233 h 234"/>
                  <a:gd name="T20" fmla="*/ 41 w 360"/>
                  <a:gd name="T21" fmla="*/ 233 h 234"/>
                  <a:gd name="T22" fmla="*/ 46 w 360"/>
                  <a:gd name="T23" fmla="*/ 228 h 234"/>
                  <a:gd name="T24" fmla="*/ 46 w 360"/>
                  <a:gd name="T25" fmla="*/ 109 h 234"/>
                  <a:gd name="T26" fmla="*/ 105 w 360"/>
                  <a:gd name="T27" fmla="*/ 52 h 234"/>
                  <a:gd name="T28" fmla="*/ 156 w 360"/>
                  <a:gd name="T29" fmla="*/ 109 h 234"/>
                  <a:gd name="T30" fmla="*/ 156 w 360"/>
                  <a:gd name="T31" fmla="*/ 228 h 234"/>
                  <a:gd name="T32" fmla="*/ 162 w 360"/>
                  <a:gd name="T33" fmla="*/ 233 h 234"/>
                  <a:gd name="T34" fmla="*/ 197 w 360"/>
                  <a:gd name="T35" fmla="*/ 233 h 234"/>
                  <a:gd name="T36" fmla="*/ 202 w 360"/>
                  <a:gd name="T37" fmla="*/ 228 h 234"/>
                  <a:gd name="T38" fmla="*/ 202 w 360"/>
                  <a:gd name="T39" fmla="*/ 107 h 234"/>
                  <a:gd name="T40" fmla="*/ 261 w 360"/>
                  <a:gd name="T41" fmla="*/ 52 h 234"/>
                  <a:gd name="T42" fmla="*/ 313 w 360"/>
                  <a:gd name="T43" fmla="*/ 109 h 234"/>
                  <a:gd name="T44" fmla="*/ 313 w 360"/>
                  <a:gd name="T45" fmla="*/ 228 h 234"/>
                  <a:gd name="T46" fmla="*/ 318 w 360"/>
                  <a:gd name="T47" fmla="*/ 233 h 234"/>
                  <a:gd name="T48" fmla="*/ 353 w 360"/>
                  <a:gd name="T49" fmla="*/ 233 h 234"/>
                  <a:gd name="T50" fmla="*/ 359 w 360"/>
                  <a:gd name="T51" fmla="*/ 228 h 234"/>
                  <a:gd name="T52" fmla="*/ 359 w 360"/>
                  <a:gd name="T53" fmla="*/ 99 h 234"/>
                  <a:gd name="T54" fmla="*/ 268 w 360"/>
                  <a:gd name="T55" fmla="*/ 1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0" h="234">
                    <a:moveTo>
                      <a:pt x="268" y="10"/>
                    </a:moveTo>
                    <a:cubicBezTo>
                      <a:pt x="230" y="10"/>
                      <a:pt x="202" y="29"/>
                      <a:pt x="190" y="50"/>
                    </a:cubicBezTo>
                    <a:cubicBezTo>
                      <a:pt x="176" y="24"/>
                      <a:pt x="149" y="10"/>
                      <a:pt x="111" y="10"/>
                    </a:cubicBezTo>
                    <a:cubicBezTo>
                      <a:pt x="73" y="10"/>
                      <a:pt x="53" y="31"/>
                      <a:pt x="45" y="42"/>
                    </a:cubicBezTo>
                    <a:lnTo>
                      <a:pt x="45" y="6"/>
                    </a:lnTo>
                    <a:cubicBezTo>
                      <a:pt x="45" y="2"/>
                      <a:pt x="41" y="0"/>
                      <a:pt x="38" y="2"/>
                    </a:cubicBezTo>
                    <a:lnTo>
                      <a:pt x="1" y="23"/>
                    </a:lnTo>
                    <a:cubicBezTo>
                      <a:pt x="0" y="23"/>
                      <a:pt x="0" y="24"/>
                      <a:pt x="0" y="26"/>
                    </a:cubicBezTo>
                    <a:lnTo>
                      <a:pt x="0" y="228"/>
                    </a:lnTo>
                    <a:cubicBezTo>
                      <a:pt x="0" y="231"/>
                      <a:pt x="2" y="233"/>
                      <a:pt x="6" y="233"/>
                    </a:cubicBezTo>
                    <a:lnTo>
                      <a:pt x="41" y="233"/>
                    </a:lnTo>
                    <a:cubicBezTo>
                      <a:pt x="44" y="233"/>
                      <a:pt x="46" y="231"/>
                      <a:pt x="46" y="228"/>
                    </a:cubicBezTo>
                    <a:lnTo>
                      <a:pt x="46" y="109"/>
                    </a:lnTo>
                    <a:cubicBezTo>
                      <a:pt x="46" y="73"/>
                      <a:pt x="73" y="52"/>
                      <a:pt x="105" y="52"/>
                    </a:cubicBezTo>
                    <a:cubicBezTo>
                      <a:pt x="137" y="52"/>
                      <a:pt x="156" y="74"/>
                      <a:pt x="156" y="109"/>
                    </a:cubicBezTo>
                    <a:lnTo>
                      <a:pt x="156" y="228"/>
                    </a:lnTo>
                    <a:cubicBezTo>
                      <a:pt x="156" y="231"/>
                      <a:pt x="159" y="233"/>
                      <a:pt x="162" y="233"/>
                    </a:cubicBezTo>
                    <a:lnTo>
                      <a:pt x="197" y="233"/>
                    </a:lnTo>
                    <a:cubicBezTo>
                      <a:pt x="200" y="233"/>
                      <a:pt x="202" y="231"/>
                      <a:pt x="202" y="228"/>
                    </a:cubicBezTo>
                    <a:lnTo>
                      <a:pt x="202" y="107"/>
                    </a:lnTo>
                    <a:cubicBezTo>
                      <a:pt x="204" y="73"/>
                      <a:pt x="230" y="52"/>
                      <a:pt x="261" y="52"/>
                    </a:cubicBezTo>
                    <a:cubicBezTo>
                      <a:pt x="293" y="52"/>
                      <a:pt x="313" y="74"/>
                      <a:pt x="313" y="109"/>
                    </a:cubicBezTo>
                    <a:lnTo>
                      <a:pt x="313" y="228"/>
                    </a:lnTo>
                    <a:cubicBezTo>
                      <a:pt x="313" y="231"/>
                      <a:pt x="315" y="233"/>
                      <a:pt x="318" y="233"/>
                    </a:cubicBezTo>
                    <a:lnTo>
                      <a:pt x="353" y="233"/>
                    </a:lnTo>
                    <a:cubicBezTo>
                      <a:pt x="357" y="233"/>
                      <a:pt x="359" y="231"/>
                      <a:pt x="359" y="228"/>
                    </a:cubicBezTo>
                    <a:lnTo>
                      <a:pt x="359" y="99"/>
                    </a:lnTo>
                    <a:cubicBezTo>
                      <a:pt x="358" y="47"/>
                      <a:pt x="327" y="10"/>
                      <a:pt x="268" y="10"/>
                    </a:cubicBezTo>
                  </a:path>
                </a:pathLst>
              </a:custGeom>
              <a:solidFill>
                <a:srgbClr val="023D5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5" name="Freeform 64">
                <a:extLst>
                  <a:ext uri="{FF2B5EF4-FFF2-40B4-BE49-F238E27FC236}">
                    <a16:creationId xmlns:a16="http://schemas.microsoft.com/office/drawing/2014/main" id="{C833983A-3ACE-56F1-30E4-69C6271C8114}"/>
                  </a:ext>
                </a:extLst>
              </p:cNvPr>
              <p:cNvSpPr>
                <a:spLocks noChangeArrowheads="1"/>
              </p:cNvSpPr>
              <p:nvPr/>
            </p:nvSpPr>
            <p:spPr bwMode="auto">
              <a:xfrm>
                <a:off x="5002213" y="2622550"/>
                <a:ext cx="87312" cy="128588"/>
              </a:xfrm>
              <a:custGeom>
                <a:avLst/>
                <a:gdLst>
                  <a:gd name="T0" fmla="*/ 125 w 243"/>
                  <a:gd name="T1" fmla="*/ 128 h 357"/>
                  <a:gd name="T2" fmla="*/ 45 w 243"/>
                  <a:gd name="T3" fmla="*/ 159 h 357"/>
                  <a:gd name="T4" fmla="*/ 45 w 243"/>
                  <a:gd name="T5" fmla="*/ 7 h 357"/>
                  <a:gd name="T6" fmla="*/ 38 w 243"/>
                  <a:gd name="T7" fmla="*/ 2 h 357"/>
                  <a:gd name="T8" fmla="*/ 1 w 243"/>
                  <a:gd name="T9" fmla="*/ 24 h 357"/>
                  <a:gd name="T10" fmla="*/ 0 w 243"/>
                  <a:gd name="T11" fmla="*/ 26 h 357"/>
                  <a:gd name="T12" fmla="*/ 0 w 243"/>
                  <a:gd name="T13" fmla="*/ 346 h 357"/>
                  <a:gd name="T14" fmla="*/ 6 w 243"/>
                  <a:gd name="T15" fmla="*/ 351 h 357"/>
                  <a:gd name="T16" fmla="*/ 41 w 243"/>
                  <a:gd name="T17" fmla="*/ 351 h 357"/>
                  <a:gd name="T18" fmla="*/ 46 w 243"/>
                  <a:gd name="T19" fmla="*/ 346 h 357"/>
                  <a:gd name="T20" fmla="*/ 46 w 243"/>
                  <a:gd name="T21" fmla="*/ 324 h 357"/>
                  <a:gd name="T22" fmla="*/ 126 w 243"/>
                  <a:gd name="T23" fmla="*/ 356 h 357"/>
                  <a:gd name="T24" fmla="*/ 242 w 243"/>
                  <a:gd name="T25" fmla="*/ 241 h 357"/>
                  <a:gd name="T26" fmla="*/ 125 w 243"/>
                  <a:gd name="T27" fmla="*/ 128 h 357"/>
                  <a:gd name="T28" fmla="*/ 125 w 243"/>
                  <a:gd name="T29" fmla="*/ 313 h 357"/>
                  <a:gd name="T30" fmla="*/ 55 w 243"/>
                  <a:gd name="T31" fmla="*/ 241 h 357"/>
                  <a:gd name="T32" fmla="*/ 125 w 243"/>
                  <a:gd name="T33" fmla="*/ 169 h 357"/>
                  <a:gd name="T34" fmla="*/ 196 w 243"/>
                  <a:gd name="T35" fmla="*/ 241 h 357"/>
                  <a:gd name="T36" fmla="*/ 125 w 243"/>
                  <a:gd name="T37" fmla="*/ 313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3" h="357">
                    <a:moveTo>
                      <a:pt x="125" y="128"/>
                    </a:moveTo>
                    <a:cubicBezTo>
                      <a:pt x="93" y="128"/>
                      <a:pt x="65" y="139"/>
                      <a:pt x="45" y="159"/>
                    </a:cubicBezTo>
                    <a:lnTo>
                      <a:pt x="45" y="7"/>
                    </a:lnTo>
                    <a:cubicBezTo>
                      <a:pt x="45" y="2"/>
                      <a:pt x="41" y="0"/>
                      <a:pt x="38" y="2"/>
                    </a:cubicBezTo>
                    <a:lnTo>
                      <a:pt x="1" y="24"/>
                    </a:lnTo>
                    <a:cubicBezTo>
                      <a:pt x="0" y="24"/>
                      <a:pt x="0" y="25"/>
                      <a:pt x="0" y="26"/>
                    </a:cubicBezTo>
                    <a:lnTo>
                      <a:pt x="0" y="346"/>
                    </a:lnTo>
                    <a:cubicBezTo>
                      <a:pt x="0" y="349"/>
                      <a:pt x="2" y="351"/>
                      <a:pt x="6" y="351"/>
                    </a:cubicBezTo>
                    <a:lnTo>
                      <a:pt x="41" y="351"/>
                    </a:lnTo>
                    <a:cubicBezTo>
                      <a:pt x="44" y="351"/>
                      <a:pt x="46" y="349"/>
                      <a:pt x="46" y="346"/>
                    </a:cubicBezTo>
                    <a:lnTo>
                      <a:pt x="46" y="324"/>
                    </a:lnTo>
                    <a:cubicBezTo>
                      <a:pt x="67" y="344"/>
                      <a:pt x="95" y="356"/>
                      <a:pt x="126" y="356"/>
                    </a:cubicBezTo>
                    <a:cubicBezTo>
                      <a:pt x="193" y="356"/>
                      <a:pt x="242" y="305"/>
                      <a:pt x="242" y="241"/>
                    </a:cubicBezTo>
                    <a:cubicBezTo>
                      <a:pt x="242" y="177"/>
                      <a:pt x="192" y="128"/>
                      <a:pt x="125" y="128"/>
                    </a:cubicBezTo>
                    <a:close/>
                    <a:moveTo>
                      <a:pt x="125" y="313"/>
                    </a:moveTo>
                    <a:cubicBezTo>
                      <a:pt x="84" y="313"/>
                      <a:pt x="55" y="282"/>
                      <a:pt x="55" y="241"/>
                    </a:cubicBezTo>
                    <a:cubicBezTo>
                      <a:pt x="55" y="200"/>
                      <a:pt x="85" y="169"/>
                      <a:pt x="125" y="169"/>
                    </a:cubicBezTo>
                    <a:cubicBezTo>
                      <a:pt x="167" y="169"/>
                      <a:pt x="196" y="200"/>
                      <a:pt x="196" y="241"/>
                    </a:cubicBezTo>
                    <a:cubicBezTo>
                      <a:pt x="196" y="282"/>
                      <a:pt x="166" y="313"/>
                      <a:pt x="125" y="313"/>
                    </a:cubicBezTo>
                    <a:close/>
                  </a:path>
                </a:pathLst>
              </a:custGeom>
              <a:solidFill>
                <a:srgbClr val="023D5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02" name="Group 101">
            <a:extLst>
              <a:ext uri="{FF2B5EF4-FFF2-40B4-BE49-F238E27FC236}">
                <a16:creationId xmlns:a16="http://schemas.microsoft.com/office/drawing/2014/main" id="{2CB4779E-2499-D0F5-11D9-0914DA7E5FAA}"/>
              </a:ext>
            </a:extLst>
          </p:cNvPr>
          <p:cNvGrpSpPr/>
          <p:nvPr/>
        </p:nvGrpSpPr>
        <p:grpSpPr>
          <a:xfrm>
            <a:off x="4622796" y="4112928"/>
            <a:ext cx="2377080" cy="293468"/>
            <a:chOff x="4240213" y="3949700"/>
            <a:chExt cx="1543050" cy="190500"/>
          </a:xfrm>
        </p:grpSpPr>
        <p:grpSp>
          <p:nvGrpSpPr>
            <p:cNvPr id="103" name="Group 102">
              <a:extLst>
                <a:ext uri="{FF2B5EF4-FFF2-40B4-BE49-F238E27FC236}">
                  <a16:creationId xmlns:a16="http://schemas.microsoft.com/office/drawing/2014/main" id="{375E5B72-3D20-6020-D4BC-24BDCE5FAF9F}"/>
                </a:ext>
              </a:extLst>
            </p:cNvPr>
            <p:cNvGrpSpPr/>
            <p:nvPr/>
          </p:nvGrpSpPr>
          <p:grpSpPr>
            <a:xfrm>
              <a:off x="4240213" y="3975100"/>
              <a:ext cx="484187" cy="127000"/>
              <a:chOff x="4240213" y="3975100"/>
              <a:chExt cx="484187" cy="127000"/>
            </a:xfrm>
          </p:grpSpPr>
          <p:sp>
            <p:nvSpPr>
              <p:cNvPr id="119" name="Freeform 82">
                <a:extLst>
                  <a:ext uri="{FF2B5EF4-FFF2-40B4-BE49-F238E27FC236}">
                    <a16:creationId xmlns:a16="http://schemas.microsoft.com/office/drawing/2014/main" id="{7A3A05D2-0E0C-C24B-C9C8-CA3F86673078}"/>
                  </a:ext>
                </a:extLst>
              </p:cNvPr>
              <p:cNvSpPr>
                <a:spLocks noChangeArrowheads="1"/>
              </p:cNvSpPr>
              <p:nvPr/>
            </p:nvSpPr>
            <p:spPr bwMode="auto">
              <a:xfrm>
                <a:off x="4327525" y="3975100"/>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0"/>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0" name="Freeform 83">
                <a:extLst>
                  <a:ext uri="{FF2B5EF4-FFF2-40B4-BE49-F238E27FC236}">
                    <a16:creationId xmlns:a16="http://schemas.microsoft.com/office/drawing/2014/main" id="{FE232BF9-EAEE-A60B-0FA6-E60FFAC94067}"/>
                  </a:ext>
                </a:extLst>
              </p:cNvPr>
              <p:cNvSpPr>
                <a:spLocks noChangeArrowheads="1"/>
              </p:cNvSpPr>
              <p:nvPr/>
            </p:nvSpPr>
            <p:spPr bwMode="auto">
              <a:xfrm>
                <a:off x="4354513" y="4006850"/>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4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4"/>
                    </a:lnTo>
                    <a:cubicBezTo>
                      <a:pt x="178" y="14"/>
                      <a:pt x="154" y="0"/>
                      <a:pt x="120" y="0"/>
                    </a:cubicBezTo>
                    <a:cubicBezTo>
                      <a:pt x="52" y="0"/>
                      <a:pt x="1" y="56"/>
                      <a:pt x="1" y="129"/>
                    </a:cubicBezTo>
                    <a:cubicBezTo>
                      <a:pt x="0" y="204"/>
                      <a:pt x="51" y="259"/>
                      <a:pt x="119" y="259"/>
                    </a:cubicBezTo>
                    <a:close/>
                    <a:moveTo>
                      <a:pt x="132" y="62"/>
                    </a:moveTo>
                    <a:cubicBezTo>
                      <a:pt x="169" y="62"/>
                      <a:pt x="195" y="92"/>
                      <a:pt x="195" y="130"/>
                    </a:cubicBezTo>
                    <a:cubicBezTo>
                      <a:pt x="195" y="169"/>
                      <a:pt x="169" y="197"/>
                      <a:pt x="132" y="197"/>
                    </a:cubicBezTo>
                    <a:cubicBezTo>
                      <a:pt x="93" y="197"/>
                      <a:pt x="69" y="168"/>
                      <a:pt x="69" y="130"/>
                    </a:cubicBezTo>
                    <a:cubicBezTo>
                      <a:pt x="69" y="93"/>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1" name="Freeform 84">
                <a:extLst>
                  <a:ext uri="{FF2B5EF4-FFF2-40B4-BE49-F238E27FC236}">
                    <a16:creationId xmlns:a16="http://schemas.microsoft.com/office/drawing/2014/main" id="{1E33F579-A955-A7DF-75C3-B7BA0C72EE4A}"/>
                  </a:ext>
                </a:extLst>
              </p:cNvPr>
              <p:cNvSpPr>
                <a:spLocks noChangeArrowheads="1"/>
              </p:cNvSpPr>
              <p:nvPr/>
            </p:nvSpPr>
            <p:spPr bwMode="auto">
              <a:xfrm>
                <a:off x="4454525" y="3975100"/>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0"/>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2" name="Freeform 85">
                <a:extLst>
                  <a:ext uri="{FF2B5EF4-FFF2-40B4-BE49-F238E27FC236}">
                    <a16:creationId xmlns:a16="http://schemas.microsoft.com/office/drawing/2014/main" id="{D5DE8CEF-AAA1-87CA-8390-144A108885DB}"/>
                  </a:ext>
                </a:extLst>
              </p:cNvPr>
              <p:cNvSpPr>
                <a:spLocks noChangeArrowheads="1"/>
              </p:cNvSpPr>
              <p:nvPr/>
            </p:nvSpPr>
            <p:spPr bwMode="auto">
              <a:xfrm>
                <a:off x="4481513" y="4008438"/>
                <a:ext cx="96837" cy="93662"/>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3" name="Freeform 86">
                <a:extLst>
                  <a:ext uri="{FF2B5EF4-FFF2-40B4-BE49-F238E27FC236}">
                    <a16:creationId xmlns:a16="http://schemas.microsoft.com/office/drawing/2014/main" id="{6F258543-6302-93AD-0A78-DF97E2E4CB9C}"/>
                  </a:ext>
                </a:extLst>
              </p:cNvPr>
              <p:cNvSpPr>
                <a:spLocks noChangeArrowheads="1"/>
              </p:cNvSpPr>
              <p:nvPr/>
            </p:nvSpPr>
            <p:spPr bwMode="auto">
              <a:xfrm>
                <a:off x="4579938" y="4006850"/>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5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5"/>
                      <a:pt x="119" y="65"/>
                    </a:cubicBezTo>
                    <a:cubicBezTo>
                      <a:pt x="149" y="65"/>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5"/>
                    </a:cubicBezTo>
                    <a:lnTo>
                      <a:pt x="65" y="7"/>
                    </a:lnTo>
                    <a:lnTo>
                      <a:pt x="1" y="7"/>
                    </a:lnTo>
                    <a:lnTo>
                      <a:pt x="0" y="225"/>
                    </a:lnTo>
                    <a:cubicBezTo>
                      <a:pt x="0" y="243"/>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4" name="Freeform 87">
                <a:extLst>
                  <a:ext uri="{FF2B5EF4-FFF2-40B4-BE49-F238E27FC236}">
                    <a16:creationId xmlns:a16="http://schemas.microsoft.com/office/drawing/2014/main" id="{B7CE534E-D7D4-A6C3-F6F9-FF1950740F74}"/>
                  </a:ext>
                </a:extLst>
              </p:cNvPr>
              <p:cNvSpPr>
                <a:spLocks noChangeArrowheads="1"/>
              </p:cNvSpPr>
              <p:nvPr/>
            </p:nvSpPr>
            <p:spPr bwMode="auto">
              <a:xfrm>
                <a:off x="4240213" y="4006850"/>
                <a:ext cx="85725" cy="93663"/>
              </a:xfrm>
              <a:custGeom>
                <a:avLst/>
                <a:gdLst>
                  <a:gd name="T0" fmla="*/ 110 w 236"/>
                  <a:gd name="T1" fmla="*/ 204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8 h 262"/>
                  <a:gd name="T32" fmla="*/ 167 w 236"/>
                  <a:gd name="T33" fmla="*/ 181 h 262"/>
                  <a:gd name="T34" fmla="*/ 110 w 236"/>
                  <a:gd name="T35" fmla="*/ 20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4"/>
                    </a:moveTo>
                    <a:cubicBezTo>
                      <a:pt x="73" y="202"/>
                      <a:pt x="40" y="185"/>
                      <a:pt x="24" y="177"/>
                    </a:cubicBezTo>
                    <a:lnTo>
                      <a:pt x="0" y="228"/>
                    </a:lnTo>
                    <a:cubicBezTo>
                      <a:pt x="34" y="249"/>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8"/>
                    </a:lnTo>
                    <a:cubicBezTo>
                      <a:pt x="143" y="162"/>
                      <a:pt x="167" y="164"/>
                      <a:pt x="167" y="181"/>
                    </a:cubicBezTo>
                    <a:cubicBezTo>
                      <a:pt x="165" y="198"/>
                      <a:pt x="147" y="205"/>
                      <a:pt x="110" y="204"/>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4" name="Freeform 88">
              <a:extLst>
                <a:ext uri="{FF2B5EF4-FFF2-40B4-BE49-F238E27FC236}">
                  <a16:creationId xmlns:a16="http://schemas.microsoft.com/office/drawing/2014/main" id="{03DDE0DF-21E0-DD37-D4B5-968340998E02}"/>
                </a:ext>
              </a:extLst>
            </p:cNvPr>
            <p:cNvSpPr>
              <a:spLocks noChangeArrowheads="1"/>
            </p:cNvSpPr>
            <p:nvPr/>
          </p:nvSpPr>
          <p:spPr bwMode="auto">
            <a:xfrm>
              <a:off x="4860925" y="3949700"/>
              <a:ext cx="4763" cy="190500"/>
            </a:xfrm>
            <a:custGeom>
              <a:avLst/>
              <a:gdLst>
                <a:gd name="T0" fmla="*/ 6 w 12"/>
                <a:gd name="T1" fmla="*/ 530 h 531"/>
                <a:gd name="T2" fmla="*/ 0 w 12"/>
                <a:gd name="T3" fmla="*/ 530 h 531"/>
                <a:gd name="T4" fmla="*/ 0 w 12"/>
                <a:gd name="T5" fmla="*/ 0 h 531"/>
                <a:gd name="T6" fmla="*/ 11 w 12"/>
                <a:gd name="T7" fmla="*/ 0 h 531"/>
                <a:gd name="T8" fmla="*/ 11 w 12"/>
                <a:gd name="T9" fmla="*/ 530 h 531"/>
                <a:gd name="T10" fmla="*/ 6 w 12"/>
                <a:gd name="T11" fmla="*/ 530 h 531"/>
              </a:gdLst>
              <a:ahLst/>
              <a:cxnLst>
                <a:cxn ang="0">
                  <a:pos x="T0" y="T1"/>
                </a:cxn>
                <a:cxn ang="0">
                  <a:pos x="T2" y="T3"/>
                </a:cxn>
                <a:cxn ang="0">
                  <a:pos x="T4" y="T5"/>
                </a:cxn>
                <a:cxn ang="0">
                  <a:pos x="T6" y="T7"/>
                </a:cxn>
                <a:cxn ang="0">
                  <a:pos x="T8" y="T9"/>
                </a:cxn>
                <a:cxn ang="0">
                  <a:pos x="T10" y="T11"/>
                </a:cxn>
              </a:cxnLst>
              <a:rect l="0" t="0" r="r" b="b"/>
              <a:pathLst>
                <a:path w="12" h="531">
                  <a:moveTo>
                    <a:pt x="6" y="530"/>
                  </a:moveTo>
                  <a:lnTo>
                    <a:pt x="0" y="530"/>
                  </a:lnTo>
                  <a:lnTo>
                    <a:pt x="0" y="0"/>
                  </a:lnTo>
                  <a:lnTo>
                    <a:pt x="11" y="0"/>
                  </a:lnTo>
                  <a:lnTo>
                    <a:pt x="11" y="530"/>
                  </a:lnTo>
                  <a:lnTo>
                    <a:pt x="6" y="530"/>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05" name="Group 104">
              <a:extLst>
                <a:ext uri="{FF2B5EF4-FFF2-40B4-BE49-F238E27FC236}">
                  <a16:creationId xmlns:a16="http://schemas.microsoft.com/office/drawing/2014/main" id="{4400DB61-692F-5587-85FF-8035D137FB44}"/>
                </a:ext>
              </a:extLst>
            </p:cNvPr>
            <p:cNvGrpSpPr/>
            <p:nvPr/>
          </p:nvGrpSpPr>
          <p:grpSpPr>
            <a:xfrm>
              <a:off x="5003800" y="3960813"/>
              <a:ext cx="779463" cy="168275"/>
              <a:chOff x="5003800" y="3960813"/>
              <a:chExt cx="779463" cy="168275"/>
            </a:xfrm>
          </p:grpSpPr>
          <p:sp>
            <p:nvSpPr>
              <p:cNvPr id="106" name="Freeform 89">
                <a:extLst>
                  <a:ext uri="{FF2B5EF4-FFF2-40B4-BE49-F238E27FC236}">
                    <a16:creationId xmlns:a16="http://schemas.microsoft.com/office/drawing/2014/main" id="{22D3C9E9-2906-12A1-B9E3-2E657A40DA27}"/>
                  </a:ext>
                </a:extLst>
              </p:cNvPr>
              <p:cNvSpPr>
                <a:spLocks noChangeArrowheads="1"/>
              </p:cNvSpPr>
              <p:nvPr/>
            </p:nvSpPr>
            <p:spPr bwMode="auto">
              <a:xfrm>
                <a:off x="5219700" y="3994150"/>
                <a:ext cx="107950" cy="100013"/>
              </a:xfrm>
              <a:custGeom>
                <a:avLst/>
                <a:gdLst>
                  <a:gd name="T0" fmla="*/ 150 w 300"/>
                  <a:gd name="T1" fmla="*/ 211 h 279"/>
                  <a:gd name="T2" fmla="*/ 149 w 300"/>
                  <a:gd name="T3" fmla="*/ 211 h 279"/>
                  <a:gd name="T4" fmla="*/ 137 w 300"/>
                  <a:gd name="T5" fmla="*/ 174 h 279"/>
                  <a:gd name="T6" fmla="*/ 67 w 300"/>
                  <a:gd name="T7" fmla="*/ 0 h 279"/>
                  <a:gd name="T8" fmla="*/ 0 w 300"/>
                  <a:gd name="T9" fmla="*/ 0 h 279"/>
                  <a:gd name="T10" fmla="*/ 0 w 300"/>
                  <a:gd name="T11" fmla="*/ 277 h 279"/>
                  <a:gd name="T12" fmla="*/ 45 w 300"/>
                  <a:gd name="T13" fmla="*/ 277 h 279"/>
                  <a:gd name="T14" fmla="*/ 45 w 300"/>
                  <a:gd name="T15" fmla="*/ 107 h 279"/>
                  <a:gd name="T16" fmla="*/ 44 w 300"/>
                  <a:gd name="T17" fmla="*/ 69 h 279"/>
                  <a:gd name="T18" fmla="*/ 43 w 300"/>
                  <a:gd name="T19" fmla="*/ 51 h 279"/>
                  <a:gd name="T20" fmla="*/ 44 w 300"/>
                  <a:gd name="T21" fmla="*/ 51 h 279"/>
                  <a:gd name="T22" fmla="*/ 50 w 300"/>
                  <a:gd name="T23" fmla="*/ 75 h 279"/>
                  <a:gd name="T24" fmla="*/ 134 w 300"/>
                  <a:gd name="T25" fmla="*/ 277 h 279"/>
                  <a:gd name="T26" fmla="*/ 165 w 300"/>
                  <a:gd name="T27" fmla="*/ 277 h 279"/>
                  <a:gd name="T28" fmla="*/ 247 w 300"/>
                  <a:gd name="T29" fmla="*/ 73 h 279"/>
                  <a:gd name="T30" fmla="*/ 252 w 300"/>
                  <a:gd name="T31" fmla="*/ 51 h 279"/>
                  <a:gd name="T32" fmla="*/ 253 w 300"/>
                  <a:gd name="T33" fmla="*/ 51 h 279"/>
                  <a:gd name="T34" fmla="*/ 251 w 300"/>
                  <a:gd name="T35" fmla="*/ 102 h 279"/>
                  <a:gd name="T36" fmla="*/ 251 w 300"/>
                  <a:gd name="T37" fmla="*/ 278 h 279"/>
                  <a:gd name="T38" fmla="*/ 299 w 300"/>
                  <a:gd name="T39" fmla="*/ 278 h 279"/>
                  <a:gd name="T40" fmla="*/ 299 w 300"/>
                  <a:gd name="T41" fmla="*/ 1 h 279"/>
                  <a:gd name="T42" fmla="*/ 234 w 300"/>
                  <a:gd name="T43" fmla="*/ 1 h 279"/>
                  <a:gd name="T44" fmla="*/ 162 w 300"/>
                  <a:gd name="T45" fmla="*/ 174 h 279"/>
                  <a:gd name="T46" fmla="*/ 150 w 300"/>
                  <a:gd name="T47" fmla="*/ 21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0" h="279">
                    <a:moveTo>
                      <a:pt x="150" y="211"/>
                    </a:moveTo>
                    <a:lnTo>
                      <a:pt x="149" y="211"/>
                    </a:lnTo>
                    <a:cubicBezTo>
                      <a:pt x="146" y="202"/>
                      <a:pt x="142" y="190"/>
                      <a:pt x="137" y="174"/>
                    </a:cubicBezTo>
                    <a:lnTo>
                      <a:pt x="67" y="0"/>
                    </a:lnTo>
                    <a:lnTo>
                      <a:pt x="0" y="0"/>
                    </a:lnTo>
                    <a:lnTo>
                      <a:pt x="0" y="277"/>
                    </a:lnTo>
                    <a:lnTo>
                      <a:pt x="45" y="277"/>
                    </a:lnTo>
                    <a:lnTo>
                      <a:pt x="45" y="107"/>
                    </a:lnTo>
                    <a:cubicBezTo>
                      <a:pt x="45" y="96"/>
                      <a:pt x="45" y="83"/>
                      <a:pt x="44" y="69"/>
                    </a:cubicBezTo>
                    <a:cubicBezTo>
                      <a:pt x="44" y="62"/>
                      <a:pt x="43" y="57"/>
                      <a:pt x="43" y="51"/>
                    </a:cubicBezTo>
                    <a:lnTo>
                      <a:pt x="44" y="51"/>
                    </a:lnTo>
                    <a:cubicBezTo>
                      <a:pt x="46" y="62"/>
                      <a:pt x="48" y="69"/>
                      <a:pt x="50" y="75"/>
                    </a:cubicBezTo>
                    <a:lnTo>
                      <a:pt x="134" y="277"/>
                    </a:lnTo>
                    <a:lnTo>
                      <a:pt x="165" y="277"/>
                    </a:lnTo>
                    <a:lnTo>
                      <a:pt x="247" y="73"/>
                    </a:lnTo>
                    <a:cubicBezTo>
                      <a:pt x="249" y="68"/>
                      <a:pt x="251" y="59"/>
                      <a:pt x="252" y="51"/>
                    </a:cubicBezTo>
                    <a:lnTo>
                      <a:pt x="253" y="51"/>
                    </a:lnTo>
                    <a:cubicBezTo>
                      <a:pt x="252" y="72"/>
                      <a:pt x="251" y="90"/>
                      <a:pt x="251" y="102"/>
                    </a:cubicBezTo>
                    <a:lnTo>
                      <a:pt x="251" y="278"/>
                    </a:lnTo>
                    <a:lnTo>
                      <a:pt x="299" y="278"/>
                    </a:lnTo>
                    <a:lnTo>
                      <a:pt x="299" y="1"/>
                    </a:lnTo>
                    <a:lnTo>
                      <a:pt x="234" y="1"/>
                    </a:lnTo>
                    <a:lnTo>
                      <a:pt x="162" y="174"/>
                    </a:lnTo>
                    <a:lnTo>
                      <a:pt x="150" y="211"/>
                    </a:ln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7" name="Freeform 90">
                <a:extLst>
                  <a:ext uri="{FF2B5EF4-FFF2-40B4-BE49-F238E27FC236}">
                    <a16:creationId xmlns:a16="http://schemas.microsoft.com/office/drawing/2014/main" id="{AB2C1399-8861-CEF8-BF0D-6D2381082FAC}"/>
                  </a:ext>
                </a:extLst>
              </p:cNvPr>
              <p:cNvSpPr>
                <a:spLocks noChangeArrowheads="1"/>
              </p:cNvSpPr>
              <p:nvPr/>
            </p:nvSpPr>
            <p:spPr bwMode="auto">
              <a:xfrm>
                <a:off x="5343525" y="4022725"/>
                <a:ext cx="17463" cy="71438"/>
              </a:xfrm>
              <a:custGeom>
                <a:avLst/>
                <a:gdLst>
                  <a:gd name="T0" fmla="*/ 46 w 47"/>
                  <a:gd name="T1" fmla="*/ 199 h 200"/>
                  <a:gd name="T2" fmla="*/ 46 w 47"/>
                  <a:gd name="T3" fmla="*/ 49 h 200"/>
                  <a:gd name="T4" fmla="*/ 46 w 47"/>
                  <a:gd name="T5" fmla="*/ 0 h 200"/>
                  <a:gd name="T6" fmla="*/ 0 w 47"/>
                  <a:gd name="T7" fmla="*/ 0 h 200"/>
                  <a:gd name="T8" fmla="*/ 0 w 47"/>
                  <a:gd name="T9" fmla="*/ 99 h 200"/>
                  <a:gd name="T10" fmla="*/ 0 w 47"/>
                  <a:gd name="T11" fmla="*/ 199 h 200"/>
                  <a:gd name="T12" fmla="*/ 46 w 47"/>
                  <a:gd name="T13" fmla="*/ 199 h 200"/>
                </a:gdLst>
                <a:ahLst/>
                <a:cxnLst>
                  <a:cxn ang="0">
                    <a:pos x="T0" y="T1"/>
                  </a:cxn>
                  <a:cxn ang="0">
                    <a:pos x="T2" y="T3"/>
                  </a:cxn>
                  <a:cxn ang="0">
                    <a:pos x="T4" y="T5"/>
                  </a:cxn>
                  <a:cxn ang="0">
                    <a:pos x="T6" y="T7"/>
                  </a:cxn>
                  <a:cxn ang="0">
                    <a:pos x="T8" y="T9"/>
                  </a:cxn>
                  <a:cxn ang="0">
                    <a:pos x="T10" y="T11"/>
                  </a:cxn>
                  <a:cxn ang="0">
                    <a:pos x="T12" y="T13"/>
                  </a:cxn>
                </a:cxnLst>
                <a:rect l="0" t="0" r="r" b="b"/>
                <a:pathLst>
                  <a:path w="47" h="200">
                    <a:moveTo>
                      <a:pt x="46" y="199"/>
                    </a:moveTo>
                    <a:lnTo>
                      <a:pt x="46" y="49"/>
                    </a:lnTo>
                    <a:lnTo>
                      <a:pt x="46" y="0"/>
                    </a:lnTo>
                    <a:lnTo>
                      <a:pt x="0" y="0"/>
                    </a:lnTo>
                    <a:lnTo>
                      <a:pt x="0" y="99"/>
                    </a:lnTo>
                    <a:lnTo>
                      <a:pt x="0" y="199"/>
                    </a:lnTo>
                    <a:lnTo>
                      <a:pt x="46" y="199"/>
                    </a:ln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 name="Freeform 91">
                <a:extLst>
                  <a:ext uri="{FF2B5EF4-FFF2-40B4-BE49-F238E27FC236}">
                    <a16:creationId xmlns:a16="http://schemas.microsoft.com/office/drawing/2014/main" id="{78C3FCC1-AFB8-E950-E173-1EA1C83F83A8}"/>
                  </a:ext>
                </a:extLst>
              </p:cNvPr>
              <p:cNvSpPr>
                <a:spLocks noChangeArrowheads="1"/>
              </p:cNvSpPr>
              <p:nvPr/>
            </p:nvSpPr>
            <p:spPr bwMode="auto">
              <a:xfrm>
                <a:off x="5341938" y="3992563"/>
                <a:ext cx="20637" cy="19050"/>
              </a:xfrm>
              <a:custGeom>
                <a:avLst/>
                <a:gdLst>
                  <a:gd name="T0" fmla="*/ 9 w 59"/>
                  <a:gd name="T1" fmla="*/ 8 h 55"/>
                  <a:gd name="T2" fmla="*/ 0 w 59"/>
                  <a:gd name="T3" fmla="*/ 27 h 55"/>
                  <a:gd name="T4" fmla="*/ 9 w 59"/>
                  <a:gd name="T5" fmla="*/ 47 h 55"/>
                  <a:gd name="T6" fmla="*/ 29 w 59"/>
                  <a:gd name="T7" fmla="*/ 54 h 55"/>
                  <a:gd name="T8" fmla="*/ 49 w 59"/>
                  <a:gd name="T9" fmla="*/ 47 h 55"/>
                  <a:gd name="T10" fmla="*/ 58 w 59"/>
                  <a:gd name="T11" fmla="*/ 27 h 55"/>
                  <a:gd name="T12" fmla="*/ 49 w 59"/>
                  <a:gd name="T13" fmla="*/ 8 h 55"/>
                  <a:gd name="T14" fmla="*/ 29 w 59"/>
                  <a:gd name="T15" fmla="*/ 0 h 55"/>
                  <a:gd name="T16" fmla="*/ 9 w 59"/>
                  <a:gd name="T17" fmla="*/ 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55">
                    <a:moveTo>
                      <a:pt x="9" y="8"/>
                    </a:moveTo>
                    <a:cubicBezTo>
                      <a:pt x="3" y="13"/>
                      <a:pt x="0" y="20"/>
                      <a:pt x="0" y="27"/>
                    </a:cubicBezTo>
                    <a:cubicBezTo>
                      <a:pt x="0" y="35"/>
                      <a:pt x="4" y="42"/>
                      <a:pt x="9" y="47"/>
                    </a:cubicBezTo>
                    <a:cubicBezTo>
                      <a:pt x="15" y="53"/>
                      <a:pt x="20" y="54"/>
                      <a:pt x="29" y="54"/>
                    </a:cubicBezTo>
                    <a:cubicBezTo>
                      <a:pt x="38" y="54"/>
                      <a:pt x="44" y="53"/>
                      <a:pt x="49" y="47"/>
                    </a:cubicBezTo>
                    <a:cubicBezTo>
                      <a:pt x="55" y="42"/>
                      <a:pt x="58" y="35"/>
                      <a:pt x="58" y="27"/>
                    </a:cubicBezTo>
                    <a:cubicBezTo>
                      <a:pt x="58" y="20"/>
                      <a:pt x="55" y="13"/>
                      <a:pt x="49" y="8"/>
                    </a:cubicBezTo>
                    <a:cubicBezTo>
                      <a:pt x="44" y="4"/>
                      <a:pt x="36" y="0"/>
                      <a:pt x="29" y="0"/>
                    </a:cubicBezTo>
                    <a:cubicBezTo>
                      <a:pt x="21" y="0"/>
                      <a:pt x="15" y="3"/>
                      <a:pt x="9" y="8"/>
                    </a:cubicBez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9" name="Freeform 92">
                <a:extLst>
                  <a:ext uri="{FF2B5EF4-FFF2-40B4-BE49-F238E27FC236}">
                    <a16:creationId xmlns:a16="http://schemas.microsoft.com/office/drawing/2014/main" id="{852C8CC8-8368-7AC6-BED1-7BF9482DA638}"/>
                  </a:ext>
                </a:extLst>
              </p:cNvPr>
              <p:cNvSpPr>
                <a:spLocks noChangeArrowheads="1"/>
              </p:cNvSpPr>
              <p:nvPr/>
            </p:nvSpPr>
            <p:spPr bwMode="auto">
              <a:xfrm>
                <a:off x="5372100" y="4021138"/>
                <a:ext cx="57150" cy="74612"/>
              </a:xfrm>
              <a:custGeom>
                <a:avLst/>
                <a:gdLst>
                  <a:gd name="T0" fmla="*/ 107 w 159"/>
                  <a:gd name="T1" fmla="*/ 0 h 209"/>
                  <a:gd name="T2" fmla="*/ 50 w 159"/>
                  <a:gd name="T3" fmla="*/ 14 h 209"/>
                  <a:gd name="T4" fmla="*/ 12 w 159"/>
                  <a:gd name="T5" fmla="*/ 52 h 209"/>
                  <a:gd name="T6" fmla="*/ 0 w 159"/>
                  <a:gd name="T7" fmla="*/ 109 h 209"/>
                  <a:gd name="T8" fmla="*/ 12 w 159"/>
                  <a:gd name="T9" fmla="*/ 160 h 209"/>
                  <a:gd name="T10" fmla="*/ 48 w 159"/>
                  <a:gd name="T11" fmla="*/ 196 h 209"/>
                  <a:gd name="T12" fmla="*/ 99 w 159"/>
                  <a:gd name="T13" fmla="*/ 208 h 209"/>
                  <a:gd name="T14" fmla="*/ 156 w 159"/>
                  <a:gd name="T15" fmla="*/ 196 h 209"/>
                  <a:gd name="T16" fmla="*/ 157 w 159"/>
                  <a:gd name="T17" fmla="*/ 196 h 209"/>
                  <a:gd name="T18" fmla="*/ 157 w 159"/>
                  <a:gd name="T19" fmla="*/ 153 h 209"/>
                  <a:gd name="T20" fmla="*/ 155 w 159"/>
                  <a:gd name="T21" fmla="*/ 154 h 209"/>
                  <a:gd name="T22" fmla="*/ 132 w 159"/>
                  <a:gd name="T23" fmla="*/ 166 h 209"/>
                  <a:gd name="T24" fmla="*/ 110 w 159"/>
                  <a:gd name="T25" fmla="*/ 170 h 209"/>
                  <a:gd name="T26" fmla="*/ 66 w 159"/>
                  <a:gd name="T27" fmla="*/ 153 h 209"/>
                  <a:gd name="T28" fmla="*/ 50 w 159"/>
                  <a:gd name="T29" fmla="*/ 106 h 209"/>
                  <a:gd name="T30" fmla="*/ 67 w 159"/>
                  <a:gd name="T31" fmla="*/ 58 h 209"/>
                  <a:gd name="T32" fmla="*/ 111 w 159"/>
                  <a:gd name="T33" fmla="*/ 39 h 209"/>
                  <a:gd name="T34" fmla="*/ 156 w 159"/>
                  <a:gd name="T35" fmla="*/ 54 h 209"/>
                  <a:gd name="T36" fmla="*/ 158 w 159"/>
                  <a:gd name="T37" fmla="*/ 55 h 209"/>
                  <a:gd name="T38" fmla="*/ 158 w 159"/>
                  <a:gd name="T39" fmla="*/ 10 h 209"/>
                  <a:gd name="T40" fmla="*/ 157 w 159"/>
                  <a:gd name="T41" fmla="*/ 10 h 209"/>
                  <a:gd name="T42" fmla="*/ 132 w 159"/>
                  <a:gd name="T43" fmla="*/ 3 h 209"/>
                  <a:gd name="T44" fmla="*/ 107 w 159"/>
                  <a:gd name="T45"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9" h="209">
                    <a:moveTo>
                      <a:pt x="107" y="0"/>
                    </a:moveTo>
                    <a:cubicBezTo>
                      <a:pt x="85" y="0"/>
                      <a:pt x="66" y="4"/>
                      <a:pt x="50" y="14"/>
                    </a:cubicBezTo>
                    <a:cubicBezTo>
                      <a:pt x="34" y="22"/>
                      <a:pt x="21" y="36"/>
                      <a:pt x="12" y="52"/>
                    </a:cubicBezTo>
                    <a:cubicBezTo>
                      <a:pt x="4" y="68"/>
                      <a:pt x="0" y="87"/>
                      <a:pt x="0" y="109"/>
                    </a:cubicBezTo>
                    <a:cubicBezTo>
                      <a:pt x="0" y="128"/>
                      <a:pt x="4" y="145"/>
                      <a:pt x="12" y="160"/>
                    </a:cubicBezTo>
                    <a:cubicBezTo>
                      <a:pt x="21" y="175"/>
                      <a:pt x="33" y="188"/>
                      <a:pt x="48" y="196"/>
                    </a:cubicBezTo>
                    <a:cubicBezTo>
                      <a:pt x="63" y="205"/>
                      <a:pt x="80" y="208"/>
                      <a:pt x="99" y="208"/>
                    </a:cubicBezTo>
                    <a:cubicBezTo>
                      <a:pt x="122" y="208"/>
                      <a:pt x="140" y="204"/>
                      <a:pt x="156" y="196"/>
                    </a:cubicBezTo>
                    <a:lnTo>
                      <a:pt x="157" y="196"/>
                    </a:lnTo>
                    <a:lnTo>
                      <a:pt x="157" y="153"/>
                    </a:lnTo>
                    <a:lnTo>
                      <a:pt x="155" y="154"/>
                    </a:lnTo>
                    <a:cubicBezTo>
                      <a:pt x="148" y="159"/>
                      <a:pt x="140" y="162"/>
                      <a:pt x="132" y="166"/>
                    </a:cubicBezTo>
                    <a:cubicBezTo>
                      <a:pt x="124" y="169"/>
                      <a:pt x="116" y="170"/>
                      <a:pt x="110" y="170"/>
                    </a:cubicBezTo>
                    <a:cubicBezTo>
                      <a:pt x="92" y="170"/>
                      <a:pt x="77" y="165"/>
                      <a:pt x="66" y="153"/>
                    </a:cubicBezTo>
                    <a:cubicBezTo>
                      <a:pt x="55" y="141"/>
                      <a:pt x="50" y="127"/>
                      <a:pt x="50" y="106"/>
                    </a:cubicBezTo>
                    <a:cubicBezTo>
                      <a:pt x="50" y="86"/>
                      <a:pt x="55" y="69"/>
                      <a:pt x="67" y="58"/>
                    </a:cubicBezTo>
                    <a:cubicBezTo>
                      <a:pt x="78" y="46"/>
                      <a:pt x="93" y="39"/>
                      <a:pt x="111" y="39"/>
                    </a:cubicBezTo>
                    <a:cubicBezTo>
                      <a:pt x="126" y="39"/>
                      <a:pt x="141" y="45"/>
                      <a:pt x="156" y="54"/>
                    </a:cubicBezTo>
                    <a:lnTo>
                      <a:pt x="158" y="55"/>
                    </a:lnTo>
                    <a:lnTo>
                      <a:pt x="158" y="10"/>
                    </a:lnTo>
                    <a:lnTo>
                      <a:pt x="157" y="10"/>
                    </a:lnTo>
                    <a:cubicBezTo>
                      <a:pt x="148" y="7"/>
                      <a:pt x="141" y="5"/>
                      <a:pt x="132" y="3"/>
                    </a:cubicBezTo>
                    <a:cubicBezTo>
                      <a:pt x="124" y="1"/>
                      <a:pt x="114" y="0"/>
                      <a:pt x="107" y="0"/>
                    </a:cubicBez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0" name="Freeform 93">
                <a:extLst>
                  <a:ext uri="{FF2B5EF4-FFF2-40B4-BE49-F238E27FC236}">
                    <a16:creationId xmlns:a16="http://schemas.microsoft.com/office/drawing/2014/main" id="{5AC299EE-EDE6-0C23-25BC-7A91BB6FA67F}"/>
                  </a:ext>
                </a:extLst>
              </p:cNvPr>
              <p:cNvSpPr>
                <a:spLocks noChangeArrowheads="1"/>
              </p:cNvSpPr>
              <p:nvPr/>
            </p:nvSpPr>
            <p:spPr bwMode="auto">
              <a:xfrm>
                <a:off x="5440363" y="4021138"/>
                <a:ext cx="42862" cy="73025"/>
              </a:xfrm>
              <a:custGeom>
                <a:avLst/>
                <a:gdLst>
                  <a:gd name="T0" fmla="*/ 65 w 117"/>
                  <a:gd name="T1" fmla="*/ 11 h 203"/>
                  <a:gd name="T2" fmla="*/ 47 w 117"/>
                  <a:gd name="T3" fmla="*/ 37 h 203"/>
                  <a:gd name="T4" fmla="*/ 47 w 117"/>
                  <a:gd name="T5" fmla="*/ 3 h 203"/>
                  <a:gd name="T6" fmla="*/ 0 w 117"/>
                  <a:gd name="T7" fmla="*/ 3 h 203"/>
                  <a:gd name="T8" fmla="*/ 0 w 117"/>
                  <a:gd name="T9" fmla="*/ 202 h 203"/>
                  <a:gd name="T10" fmla="*/ 47 w 117"/>
                  <a:gd name="T11" fmla="*/ 202 h 203"/>
                  <a:gd name="T12" fmla="*/ 47 w 117"/>
                  <a:gd name="T13" fmla="*/ 100 h 203"/>
                  <a:gd name="T14" fmla="*/ 59 w 117"/>
                  <a:gd name="T15" fmla="*/ 59 h 203"/>
                  <a:gd name="T16" fmla="*/ 89 w 117"/>
                  <a:gd name="T17" fmla="*/ 43 h 203"/>
                  <a:gd name="T18" fmla="*/ 103 w 117"/>
                  <a:gd name="T19" fmla="*/ 45 h 203"/>
                  <a:gd name="T20" fmla="*/ 114 w 117"/>
                  <a:gd name="T21" fmla="*/ 49 h 203"/>
                  <a:gd name="T22" fmla="*/ 116 w 117"/>
                  <a:gd name="T23" fmla="*/ 50 h 203"/>
                  <a:gd name="T24" fmla="*/ 116 w 117"/>
                  <a:gd name="T25" fmla="*/ 3 h 203"/>
                  <a:gd name="T26" fmla="*/ 115 w 117"/>
                  <a:gd name="T27" fmla="*/ 3 h 203"/>
                  <a:gd name="T28" fmla="*/ 96 w 117"/>
                  <a:gd name="T29" fmla="*/ 0 h 203"/>
                  <a:gd name="T30" fmla="*/ 65 w 117"/>
                  <a:gd name="T31" fmla="*/ 11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203">
                    <a:moveTo>
                      <a:pt x="65" y="11"/>
                    </a:moveTo>
                    <a:cubicBezTo>
                      <a:pt x="58" y="17"/>
                      <a:pt x="51" y="26"/>
                      <a:pt x="47" y="37"/>
                    </a:cubicBezTo>
                    <a:lnTo>
                      <a:pt x="47" y="3"/>
                    </a:lnTo>
                    <a:lnTo>
                      <a:pt x="0" y="3"/>
                    </a:lnTo>
                    <a:lnTo>
                      <a:pt x="0" y="202"/>
                    </a:lnTo>
                    <a:lnTo>
                      <a:pt x="47" y="202"/>
                    </a:lnTo>
                    <a:lnTo>
                      <a:pt x="47" y="100"/>
                    </a:lnTo>
                    <a:cubicBezTo>
                      <a:pt x="47" y="83"/>
                      <a:pt x="52" y="70"/>
                      <a:pt x="59" y="59"/>
                    </a:cubicBezTo>
                    <a:cubicBezTo>
                      <a:pt x="67" y="49"/>
                      <a:pt x="77" y="43"/>
                      <a:pt x="89" y="43"/>
                    </a:cubicBezTo>
                    <a:cubicBezTo>
                      <a:pt x="93" y="43"/>
                      <a:pt x="97" y="44"/>
                      <a:pt x="103" y="45"/>
                    </a:cubicBezTo>
                    <a:cubicBezTo>
                      <a:pt x="108" y="46"/>
                      <a:pt x="111" y="48"/>
                      <a:pt x="114" y="49"/>
                    </a:cubicBezTo>
                    <a:lnTo>
                      <a:pt x="116" y="50"/>
                    </a:lnTo>
                    <a:lnTo>
                      <a:pt x="116" y="3"/>
                    </a:lnTo>
                    <a:lnTo>
                      <a:pt x="115" y="3"/>
                    </a:lnTo>
                    <a:cubicBezTo>
                      <a:pt x="110" y="1"/>
                      <a:pt x="104" y="0"/>
                      <a:pt x="96" y="0"/>
                    </a:cubicBezTo>
                    <a:cubicBezTo>
                      <a:pt x="85" y="0"/>
                      <a:pt x="74" y="4"/>
                      <a:pt x="65" y="11"/>
                    </a:cubicBez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1" name="Freeform 94">
                <a:extLst>
                  <a:ext uri="{FF2B5EF4-FFF2-40B4-BE49-F238E27FC236}">
                    <a16:creationId xmlns:a16="http://schemas.microsoft.com/office/drawing/2014/main" id="{EA10A210-2DF8-C80E-D1FA-38E763E0BB65}"/>
                  </a:ext>
                </a:extLst>
              </p:cNvPr>
              <p:cNvSpPr>
                <a:spLocks noChangeArrowheads="1"/>
              </p:cNvSpPr>
              <p:nvPr/>
            </p:nvSpPr>
            <p:spPr bwMode="auto">
              <a:xfrm>
                <a:off x="5483225" y="4021138"/>
                <a:ext cx="73025" cy="76200"/>
              </a:xfrm>
              <a:custGeom>
                <a:avLst/>
                <a:gdLst>
                  <a:gd name="T0" fmla="*/ 102 w 204"/>
                  <a:gd name="T1" fmla="*/ 170 h 211"/>
                  <a:gd name="T2" fmla="*/ 61 w 204"/>
                  <a:gd name="T3" fmla="*/ 153 h 211"/>
                  <a:gd name="T4" fmla="*/ 47 w 204"/>
                  <a:gd name="T5" fmla="*/ 105 h 211"/>
                  <a:gd name="T6" fmla="*/ 61 w 204"/>
                  <a:gd name="T7" fmla="*/ 55 h 211"/>
                  <a:gd name="T8" fmla="*/ 100 w 204"/>
                  <a:gd name="T9" fmla="*/ 38 h 211"/>
                  <a:gd name="T10" fmla="*/ 139 w 204"/>
                  <a:gd name="T11" fmla="*/ 54 h 211"/>
                  <a:gd name="T12" fmla="*/ 153 w 204"/>
                  <a:gd name="T13" fmla="*/ 103 h 211"/>
                  <a:gd name="T14" fmla="*/ 141 w 204"/>
                  <a:gd name="T15" fmla="*/ 153 h 211"/>
                  <a:gd name="T16" fmla="*/ 102 w 204"/>
                  <a:gd name="T17" fmla="*/ 170 h 211"/>
                  <a:gd name="T18" fmla="*/ 28 w 204"/>
                  <a:gd name="T19" fmla="*/ 29 h 211"/>
                  <a:gd name="T20" fmla="*/ 0 w 204"/>
                  <a:gd name="T21" fmla="*/ 107 h 211"/>
                  <a:gd name="T22" fmla="*/ 27 w 204"/>
                  <a:gd name="T23" fmla="*/ 182 h 211"/>
                  <a:gd name="T24" fmla="*/ 99 w 204"/>
                  <a:gd name="T25" fmla="*/ 210 h 211"/>
                  <a:gd name="T26" fmla="*/ 175 w 204"/>
                  <a:gd name="T27" fmla="*/ 181 h 211"/>
                  <a:gd name="T28" fmla="*/ 203 w 204"/>
                  <a:gd name="T29" fmla="*/ 104 h 211"/>
                  <a:gd name="T30" fmla="*/ 178 w 204"/>
                  <a:gd name="T31" fmla="*/ 29 h 211"/>
                  <a:gd name="T32" fmla="*/ 105 w 204"/>
                  <a:gd name="T33" fmla="*/ 0 h 211"/>
                  <a:gd name="T34" fmla="*/ 28 w 204"/>
                  <a:gd name="T35"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 h="211">
                    <a:moveTo>
                      <a:pt x="102" y="170"/>
                    </a:moveTo>
                    <a:cubicBezTo>
                      <a:pt x="85" y="170"/>
                      <a:pt x="71" y="165"/>
                      <a:pt x="61" y="153"/>
                    </a:cubicBezTo>
                    <a:cubicBezTo>
                      <a:pt x="51" y="141"/>
                      <a:pt x="47" y="125"/>
                      <a:pt x="47" y="105"/>
                    </a:cubicBezTo>
                    <a:cubicBezTo>
                      <a:pt x="47" y="83"/>
                      <a:pt x="52" y="67"/>
                      <a:pt x="61" y="55"/>
                    </a:cubicBezTo>
                    <a:cubicBezTo>
                      <a:pt x="71" y="44"/>
                      <a:pt x="83" y="38"/>
                      <a:pt x="100" y="38"/>
                    </a:cubicBezTo>
                    <a:cubicBezTo>
                      <a:pt x="117" y="38"/>
                      <a:pt x="129" y="44"/>
                      <a:pt x="139" y="54"/>
                    </a:cubicBezTo>
                    <a:cubicBezTo>
                      <a:pt x="149" y="65"/>
                      <a:pt x="153" y="82"/>
                      <a:pt x="153" y="103"/>
                    </a:cubicBezTo>
                    <a:cubicBezTo>
                      <a:pt x="155" y="125"/>
                      <a:pt x="151" y="142"/>
                      <a:pt x="141" y="153"/>
                    </a:cubicBezTo>
                    <a:cubicBezTo>
                      <a:pt x="133" y="164"/>
                      <a:pt x="120" y="170"/>
                      <a:pt x="102" y="170"/>
                    </a:cubicBezTo>
                    <a:close/>
                    <a:moveTo>
                      <a:pt x="28" y="29"/>
                    </a:moveTo>
                    <a:cubicBezTo>
                      <a:pt x="10" y="49"/>
                      <a:pt x="0" y="74"/>
                      <a:pt x="0" y="107"/>
                    </a:cubicBezTo>
                    <a:cubicBezTo>
                      <a:pt x="0" y="138"/>
                      <a:pt x="10" y="164"/>
                      <a:pt x="27" y="182"/>
                    </a:cubicBezTo>
                    <a:cubicBezTo>
                      <a:pt x="45" y="200"/>
                      <a:pt x="69" y="210"/>
                      <a:pt x="99" y="210"/>
                    </a:cubicBezTo>
                    <a:cubicBezTo>
                      <a:pt x="132" y="210"/>
                      <a:pt x="156" y="200"/>
                      <a:pt x="175" y="181"/>
                    </a:cubicBezTo>
                    <a:cubicBezTo>
                      <a:pt x="194" y="161"/>
                      <a:pt x="203" y="136"/>
                      <a:pt x="203" y="104"/>
                    </a:cubicBezTo>
                    <a:cubicBezTo>
                      <a:pt x="203" y="72"/>
                      <a:pt x="195" y="47"/>
                      <a:pt x="178" y="29"/>
                    </a:cubicBezTo>
                    <a:cubicBezTo>
                      <a:pt x="159" y="8"/>
                      <a:pt x="135" y="0"/>
                      <a:pt x="105" y="0"/>
                    </a:cubicBezTo>
                    <a:cubicBezTo>
                      <a:pt x="72" y="0"/>
                      <a:pt x="46" y="10"/>
                      <a:pt x="28" y="29"/>
                    </a:cubicBezTo>
                    <a:close/>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2" name="Freeform 95">
                <a:extLst>
                  <a:ext uri="{FF2B5EF4-FFF2-40B4-BE49-F238E27FC236}">
                    <a16:creationId xmlns:a16="http://schemas.microsoft.com/office/drawing/2014/main" id="{F6AD1B35-ED4B-F1DA-26CE-0E091D0F1813}"/>
                  </a:ext>
                </a:extLst>
              </p:cNvPr>
              <p:cNvSpPr>
                <a:spLocks noChangeArrowheads="1"/>
              </p:cNvSpPr>
              <p:nvPr/>
            </p:nvSpPr>
            <p:spPr bwMode="auto">
              <a:xfrm>
                <a:off x="5564188" y="4021138"/>
                <a:ext cx="47625" cy="76200"/>
              </a:xfrm>
              <a:custGeom>
                <a:avLst/>
                <a:gdLst>
                  <a:gd name="T0" fmla="*/ 53 w 132"/>
                  <a:gd name="T1" fmla="*/ 72 h 210"/>
                  <a:gd name="T2" fmla="*/ 48 w 132"/>
                  <a:gd name="T3" fmla="*/ 57 h 210"/>
                  <a:gd name="T4" fmla="*/ 55 w 132"/>
                  <a:gd name="T5" fmla="*/ 43 h 210"/>
                  <a:gd name="T6" fmla="*/ 76 w 132"/>
                  <a:gd name="T7" fmla="*/ 37 h 210"/>
                  <a:gd name="T8" fmla="*/ 99 w 132"/>
                  <a:gd name="T9" fmla="*/ 40 h 210"/>
                  <a:gd name="T10" fmla="*/ 121 w 132"/>
                  <a:gd name="T11" fmla="*/ 50 h 210"/>
                  <a:gd name="T12" fmla="*/ 123 w 132"/>
                  <a:gd name="T13" fmla="*/ 51 h 210"/>
                  <a:gd name="T14" fmla="*/ 123 w 132"/>
                  <a:gd name="T15" fmla="*/ 8 h 210"/>
                  <a:gd name="T16" fmla="*/ 122 w 132"/>
                  <a:gd name="T17" fmla="*/ 8 h 210"/>
                  <a:gd name="T18" fmla="*/ 100 w 132"/>
                  <a:gd name="T19" fmla="*/ 2 h 210"/>
                  <a:gd name="T20" fmla="*/ 77 w 132"/>
                  <a:gd name="T21" fmla="*/ 0 h 210"/>
                  <a:gd name="T22" fmla="*/ 22 w 132"/>
                  <a:gd name="T23" fmla="*/ 17 h 210"/>
                  <a:gd name="T24" fmla="*/ 1 w 132"/>
                  <a:gd name="T25" fmla="*/ 61 h 210"/>
                  <a:gd name="T26" fmla="*/ 5 w 132"/>
                  <a:gd name="T27" fmla="*/ 85 h 210"/>
                  <a:gd name="T28" fmla="*/ 19 w 132"/>
                  <a:gd name="T29" fmla="*/ 104 h 210"/>
                  <a:gd name="T30" fmla="*/ 48 w 132"/>
                  <a:gd name="T31" fmla="*/ 120 h 210"/>
                  <a:gd name="T32" fmla="*/ 71 w 132"/>
                  <a:gd name="T33" fmla="*/ 130 h 210"/>
                  <a:gd name="T34" fmla="*/ 82 w 132"/>
                  <a:gd name="T35" fmla="*/ 139 h 210"/>
                  <a:gd name="T36" fmla="*/ 85 w 132"/>
                  <a:gd name="T37" fmla="*/ 151 h 210"/>
                  <a:gd name="T38" fmla="*/ 54 w 132"/>
                  <a:gd name="T39" fmla="*/ 171 h 210"/>
                  <a:gd name="T40" fmla="*/ 29 w 132"/>
                  <a:gd name="T41" fmla="*/ 167 h 210"/>
                  <a:gd name="T42" fmla="*/ 2 w 132"/>
                  <a:gd name="T43" fmla="*/ 153 h 210"/>
                  <a:gd name="T44" fmla="*/ 0 w 132"/>
                  <a:gd name="T45" fmla="*/ 152 h 210"/>
                  <a:gd name="T46" fmla="*/ 0 w 132"/>
                  <a:gd name="T47" fmla="*/ 198 h 210"/>
                  <a:gd name="T48" fmla="*/ 1 w 132"/>
                  <a:gd name="T49" fmla="*/ 198 h 210"/>
                  <a:gd name="T50" fmla="*/ 25 w 132"/>
                  <a:gd name="T51" fmla="*/ 205 h 210"/>
                  <a:gd name="T52" fmla="*/ 52 w 132"/>
                  <a:gd name="T53" fmla="*/ 209 h 210"/>
                  <a:gd name="T54" fmla="*/ 110 w 132"/>
                  <a:gd name="T55" fmla="*/ 191 h 210"/>
                  <a:gd name="T56" fmla="*/ 131 w 132"/>
                  <a:gd name="T57" fmla="*/ 146 h 210"/>
                  <a:gd name="T58" fmla="*/ 120 w 132"/>
                  <a:gd name="T59" fmla="*/ 112 h 210"/>
                  <a:gd name="T60" fmla="*/ 81 w 132"/>
                  <a:gd name="T61" fmla="*/ 86 h 210"/>
                  <a:gd name="T62" fmla="*/ 53 w 132"/>
                  <a:gd name="T63" fmla="*/ 72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210">
                    <a:moveTo>
                      <a:pt x="53" y="72"/>
                    </a:moveTo>
                    <a:cubicBezTo>
                      <a:pt x="50" y="68"/>
                      <a:pt x="48" y="63"/>
                      <a:pt x="48" y="57"/>
                    </a:cubicBezTo>
                    <a:cubicBezTo>
                      <a:pt x="48" y="51"/>
                      <a:pt x="50" y="46"/>
                      <a:pt x="55" y="43"/>
                    </a:cubicBezTo>
                    <a:cubicBezTo>
                      <a:pt x="61" y="38"/>
                      <a:pt x="67" y="37"/>
                      <a:pt x="76" y="37"/>
                    </a:cubicBezTo>
                    <a:cubicBezTo>
                      <a:pt x="83" y="37"/>
                      <a:pt x="92" y="38"/>
                      <a:pt x="99" y="40"/>
                    </a:cubicBezTo>
                    <a:cubicBezTo>
                      <a:pt x="107" y="43"/>
                      <a:pt x="114" y="46"/>
                      <a:pt x="121" y="50"/>
                    </a:cubicBezTo>
                    <a:lnTo>
                      <a:pt x="123" y="51"/>
                    </a:lnTo>
                    <a:lnTo>
                      <a:pt x="123" y="8"/>
                    </a:lnTo>
                    <a:lnTo>
                      <a:pt x="122" y="8"/>
                    </a:lnTo>
                    <a:cubicBezTo>
                      <a:pt x="116" y="6"/>
                      <a:pt x="109" y="4"/>
                      <a:pt x="100" y="2"/>
                    </a:cubicBezTo>
                    <a:cubicBezTo>
                      <a:pt x="92" y="1"/>
                      <a:pt x="84" y="0"/>
                      <a:pt x="77" y="0"/>
                    </a:cubicBezTo>
                    <a:cubicBezTo>
                      <a:pt x="54" y="0"/>
                      <a:pt x="36" y="5"/>
                      <a:pt x="22" y="17"/>
                    </a:cubicBezTo>
                    <a:cubicBezTo>
                      <a:pt x="8" y="29"/>
                      <a:pt x="1" y="43"/>
                      <a:pt x="1" y="61"/>
                    </a:cubicBezTo>
                    <a:cubicBezTo>
                      <a:pt x="1" y="70"/>
                      <a:pt x="2" y="78"/>
                      <a:pt x="5" y="85"/>
                    </a:cubicBezTo>
                    <a:cubicBezTo>
                      <a:pt x="8" y="93"/>
                      <a:pt x="13" y="98"/>
                      <a:pt x="19" y="104"/>
                    </a:cubicBezTo>
                    <a:cubicBezTo>
                      <a:pt x="25" y="109"/>
                      <a:pt x="35" y="114"/>
                      <a:pt x="48" y="120"/>
                    </a:cubicBezTo>
                    <a:cubicBezTo>
                      <a:pt x="59" y="124"/>
                      <a:pt x="67" y="128"/>
                      <a:pt x="71" y="130"/>
                    </a:cubicBezTo>
                    <a:cubicBezTo>
                      <a:pt x="77" y="134"/>
                      <a:pt x="80" y="136"/>
                      <a:pt x="82" y="139"/>
                    </a:cubicBezTo>
                    <a:cubicBezTo>
                      <a:pt x="84" y="142"/>
                      <a:pt x="85" y="145"/>
                      <a:pt x="85" y="151"/>
                    </a:cubicBezTo>
                    <a:cubicBezTo>
                      <a:pt x="85" y="165"/>
                      <a:pt x="76" y="171"/>
                      <a:pt x="54" y="171"/>
                    </a:cubicBezTo>
                    <a:cubicBezTo>
                      <a:pt x="47" y="171"/>
                      <a:pt x="38" y="170"/>
                      <a:pt x="29" y="167"/>
                    </a:cubicBezTo>
                    <a:cubicBezTo>
                      <a:pt x="19" y="164"/>
                      <a:pt x="10" y="159"/>
                      <a:pt x="2" y="153"/>
                    </a:cubicBezTo>
                    <a:lnTo>
                      <a:pt x="0" y="152"/>
                    </a:lnTo>
                    <a:lnTo>
                      <a:pt x="0" y="198"/>
                    </a:lnTo>
                    <a:lnTo>
                      <a:pt x="1" y="198"/>
                    </a:lnTo>
                    <a:cubicBezTo>
                      <a:pt x="7" y="201"/>
                      <a:pt x="16" y="203"/>
                      <a:pt x="25" y="205"/>
                    </a:cubicBezTo>
                    <a:cubicBezTo>
                      <a:pt x="35" y="207"/>
                      <a:pt x="45" y="209"/>
                      <a:pt x="52" y="209"/>
                    </a:cubicBezTo>
                    <a:cubicBezTo>
                      <a:pt x="77" y="209"/>
                      <a:pt x="96" y="203"/>
                      <a:pt x="110" y="191"/>
                    </a:cubicBezTo>
                    <a:cubicBezTo>
                      <a:pt x="124" y="180"/>
                      <a:pt x="131" y="165"/>
                      <a:pt x="131" y="146"/>
                    </a:cubicBezTo>
                    <a:cubicBezTo>
                      <a:pt x="131" y="133"/>
                      <a:pt x="127" y="122"/>
                      <a:pt x="120" y="112"/>
                    </a:cubicBezTo>
                    <a:cubicBezTo>
                      <a:pt x="112" y="103"/>
                      <a:pt x="99" y="94"/>
                      <a:pt x="81" y="86"/>
                    </a:cubicBezTo>
                    <a:cubicBezTo>
                      <a:pt x="66" y="80"/>
                      <a:pt x="56" y="76"/>
                      <a:pt x="53" y="72"/>
                    </a:cubicBez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3" name="Freeform 96">
                <a:extLst>
                  <a:ext uri="{FF2B5EF4-FFF2-40B4-BE49-F238E27FC236}">
                    <a16:creationId xmlns:a16="http://schemas.microsoft.com/office/drawing/2014/main" id="{75F08CDB-B9D3-230A-3AAD-38B963A690B4}"/>
                  </a:ext>
                </a:extLst>
              </p:cNvPr>
              <p:cNvSpPr>
                <a:spLocks noChangeArrowheads="1"/>
              </p:cNvSpPr>
              <p:nvPr/>
            </p:nvSpPr>
            <p:spPr bwMode="auto">
              <a:xfrm>
                <a:off x="5619750" y="4021138"/>
                <a:ext cx="73025" cy="76200"/>
              </a:xfrm>
              <a:custGeom>
                <a:avLst/>
                <a:gdLst>
                  <a:gd name="T0" fmla="*/ 102 w 204"/>
                  <a:gd name="T1" fmla="*/ 170 h 211"/>
                  <a:gd name="T2" fmla="*/ 62 w 204"/>
                  <a:gd name="T3" fmla="*/ 153 h 211"/>
                  <a:gd name="T4" fmla="*/ 48 w 204"/>
                  <a:gd name="T5" fmla="*/ 105 h 211"/>
                  <a:gd name="T6" fmla="*/ 62 w 204"/>
                  <a:gd name="T7" fmla="*/ 55 h 211"/>
                  <a:gd name="T8" fmla="*/ 101 w 204"/>
                  <a:gd name="T9" fmla="*/ 38 h 211"/>
                  <a:gd name="T10" fmla="*/ 140 w 204"/>
                  <a:gd name="T11" fmla="*/ 54 h 211"/>
                  <a:gd name="T12" fmla="*/ 154 w 204"/>
                  <a:gd name="T13" fmla="*/ 103 h 211"/>
                  <a:gd name="T14" fmla="*/ 142 w 204"/>
                  <a:gd name="T15" fmla="*/ 153 h 211"/>
                  <a:gd name="T16" fmla="*/ 102 w 204"/>
                  <a:gd name="T17" fmla="*/ 170 h 211"/>
                  <a:gd name="T18" fmla="*/ 28 w 204"/>
                  <a:gd name="T19" fmla="*/ 29 h 211"/>
                  <a:gd name="T20" fmla="*/ 0 w 204"/>
                  <a:gd name="T21" fmla="*/ 107 h 211"/>
                  <a:gd name="T22" fmla="*/ 26 w 204"/>
                  <a:gd name="T23" fmla="*/ 182 h 211"/>
                  <a:gd name="T24" fmla="*/ 99 w 204"/>
                  <a:gd name="T25" fmla="*/ 210 h 211"/>
                  <a:gd name="T26" fmla="*/ 175 w 204"/>
                  <a:gd name="T27" fmla="*/ 181 h 211"/>
                  <a:gd name="T28" fmla="*/ 203 w 204"/>
                  <a:gd name="T29" fmla="*/ 104 h 211"/>
                  <a:gd name="T30" fmla="*/ 177 w 204"/>
                  <a:gd name="T31" fmla="*/ 29 h 211"/>
                  <a:gd name="T32" fmla="*/ 105 w 204"/>
                  <a:gd name="T33" fmla="*/ 0 h 211"/>
                  <a:gd name="T34" fmla="*/ 28 w 204"/>
                  <a:gd name="T35"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 h="211">
                    <a:moveTo>
                      <a:pt x="102" y="170"/>
                    </a:moveTo>
                    <a:cubicBezTo>
                      <a:pt x="85" y="170"/>
                      <a:pt x="72" y="165"/>
                      <a:pt x="62" y="153"/>
                    </a:cubicBezTo>
                    <a:cubicBezTo>
                      <a:pt x="53" y="141"/>
                      <a:pt x="48" y="125"/>
                      <a:pt x="48" y="105"/>
                    </a:cubicBezTo>
                    <a:cubicBezTo>
                      <a:pt x="48" y="83"/>
                      <a:pt x="53" y="67"/>
                      <a:pt x="62" y="55"/>
                    </a:cubicBezTo>
                    <a:cubicBezTo>
                      <a:pt x="71" y="44"/>
                      <a:pt x="84" y="38"/>
                      <a:pt x="101" y="38"/>
                    </a:cubicBezTo>
                    <a:cubicBezTo>
                      <a:pt x="117" y="38"/>
                      <a:pt x="130" y="44"/>
                      <a:pt x="140" y="54"/>
                    </a:cubicBezTo>
                    <a:cubicBezTo>
                      <a:pt x="150" y="65"/>
                      <a:pt x="154" y="82"/>
                      <a:pt x="154" y="103"/>
                    </a:cubicBezTo>
                    <a:cubicBezTo>
                      <a:pt x="155" y="125"/>
                      <a:pt x="151" y="142"/>
                      <a:pt x="142" y="153"/>
                    </a:cubicBezTo>
                    <a:cubicBezTo>
                      <a:pt x="133" y="164"/>
                      <a:pt x="120" y="170"/>
                      <a:pt x="102" y="170"/>
                    </a:cubicBezTo>
                    <a:close/>
                    <a:moveTo>
                      <a:pt x="28" y="29"/>
                    </a:moveTo>
                    <a:cubicBezTo>
                      <a:pt x="10" y="49"/>
                      <a:pt x="0" y="74"/>
                      <a:pt x="0" y="107"/>
                    </a:cubicBezTo>
                    <a:cubicBezTo>
                      <a:pt x="0" y="138"/>
                      <a:pt x="9" y="164"/>
                      <a:pt x="26" y="182"/>
                    </a:cubicBezTo>
                    <a:cubicBezTo>
                      <a:pt x="45" y="200"/>
                      <a:pt x="69" y="210"/>
                      <a:pt x="99" y="210"/>
                    </a:cubicBezTo>
                    <a:cubicBezTo>
                      <a:pt x="131" y="210"/>
                      <a:pt x="156" y="200"/>
                      <a:pt x="175" y="181"/>
                    </a:cubicBezTo>
                    <a:cubicBezTo>
                      <a:pt x="193" y="161"/>
                      <a:pt x="203" y="136"/>
                      <a:pt x="203" y="104"/>
                    </a:cubicBezTo>
                    <a:cubicBezTo>
                      <a:pt x="203" y="72"/>
                      <a:pt x="194" y="47"/>
                      <a:pt x="177" y="29"/>
                    </a:cubicBezTo>
                    <a:cubicBezTo>
                      <a:pt x="160" y="8"/>
                      <a:pt x="136" y="0"/>
                      <a:pt x="105" y="0"/>
                    </a:cubicBezTo>
                    <a:cubicBezTo>
                      <a:pt x="71" y="0"/>
                      <a:pt x="47" y="10"/>
                      <a:pt x="28" y="29"/>
                    </a:cubicBezTo>
                    <a:close/>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4" name="Freeform 97">
                <a:extLst>
                  <a:ext uri="{FF2B5EF4-FFF2-40B4-BE49-F238E27FC236}">
                    <a16:creationId xmlns:a16="http://schemas.microsoft.com/office/drawing/2014/main" id="{61842CCF-9146-3195-3072-2A6A09F698FE}"/>
                  </a:ext>
                </a:extLst>
              </p:cNvPr>
              <p:cNvSpPr>
                <a:spLocks noChangeArrowheads="1"/>
              </p:cNvSpPr>
              <p:nvPr/>
            </p:nvSpPr>
            <p:spPr bwMode="auto">
              <a:xfrm>
                <a:off x="5694363" y="3987800"/>
                <a:ext cx="88900" cy="109538"/>
              </a:xfrm>
              <a:custGeom>
                <a:avLst/>
                <a:gdLst>
                  <a:gd name="T0" fmla="*/ 244 w 246"/>
                  <a:gd name="T1" fmla="*/ 98 h 304"/>
                  <a:gd name="T2" fmla="*/ 197 w 246"/>
                  <a:gd name="T3" fmla="*/ 98 h 304"/>
                  <a:gd name="T4" fmla="*/ 197 w 246"/>
                  <a:gd name="T5" fmla="*/ 39 h 304"/>
                  <a:gd name="T6" fmla="*/ 196 w 246"/>
                  <a:gd name="T7" fmla="*/ 39 h 304"/>
                  <a:gd name="T8" fmla="*/ 152 w 246"/>
                  <a:gd name="T9" fmla="*/ 53 h 304"/>
                  <a:gd name="T10" fmla="*/ 151 w 246"/>
                  <a:gd name="T11" fmla="*/ 53 h 304"/>
                  <a:gd name="T12" fmla="*/ 151 w 246"/>
                  <a:gd name="T13" fmla="*/ 98 h 304"/>
                  <a:gd name="T14" fmla="*/ 82 w 246"/>
                  <a:gd name="T15" fmla="*/ 98 h 304"/>
                  <a:gd name="T16" fmla="*/ 82 w 246"/>
                  <a:gd name="T17" fmla="*/ 73 h 304"/>
                  <a:gd name="T18" fmla="*/ 89 w 246"/>
                  <a:gd name="T19" fmla="*/ 47 h 304"/>
                  <a:gd name="T20" fmla="*/ 111 w 246"/>
                  <a:gd name="T21" fmla="*/ 38 h 304"/>
                  <a:gd name="T22" fmla="*/ 131 w 246"/>
                  <a:gd name="T23" fmla="*/ 42 h 304"/>
                  <a:gd name="T24" fmla="*/ 133 w 246"/>
                  <a:gd name="T25" fmla="*/ 43 h 304"/>
                  <a:gd name="T26" fmla="*/ 133 w 246"/>
                  <a:gd name="T27" fmla="*/ 3 h 304"/>
                  <a:gd name="T28" fmla="*/ 132 w 246"/>
                  <a:gd name="T29" fmla="*/ 3 h 304"/>
                  <a:gd name="T30" fmla="*/ 105 w 246"/>
                  <a:gd name="T31" fmla="*/ 0 h 304"/>
                  <a:gd name="T32" fmla="*/ 68 w 246"/>
                  <a:gd name="T33" fmla="*/ 8 h 304"/>
                  <a:gd name="T34" fmla="*/ 42 w 246"/>
                  <a:gd name="T35" fmla="*/ 34 h 304"/>
                  <a:gd name="T36" fmla="*/ 34 w 246"/>
                  <a:gd name="T37" fmla="*/ 71 h 304"/>
                  <a:gd name="T38" fmla="*/ 34 w 246"/>
                  <a:gd name="T39" fmla="*/ 99 h 304"/>
                  <a:gd name="T40" fmla="*/ 0 w 246"/>
                  <a:gd name="T41" fmla="*/ 99 h 304"/>
                  <a:gd name="T42" fmla="*/ 0 w 246"/>
                  <a:gd name="T43" fmla="*/ 138 h 304"/>
                  <a:gd name="T44" fmla="*/ 34 w 246"/>
                  <a:gd name="T45" fmla="*/ 138 h 304"/>
                  <a:gd name="T46" fmla="*/ 34 w 246"/>
                  <a:gd name="T47" fmla="*/ 298 h 304"/>
                  <a:gd name="T48" fmla="*/ 81 w 246"/>
                  <a:gd name="T49" fmla="*/ 298 h 304"/>
                  <a:gd name="T50" fmla="*/ 81 w 246"/>
                  <a:gd name="T51" fmla="*/ 138 h 304"/>
                  <a:gd name="T52" fmla="*/ 150 w 246"/>
                  <a:gd name="T53" fmla="*/ 138 h 304"/>
                  <a:gd name="T54" fmla="*/ 150 w 246"/>
                  <a:gd name="T55" fmla="*/ 239 h 304"/>
                  <a:gd name="T56" fmla="*/ 209 w 246"/>
                  <a:gd name="T57" fmla="*/ 303 h 304"/>
                  <a:gd name="T58" fmla="*/ 229 w 246"/>
                  <a:gd name="T59" fmla="*/ 300 h 304"/>
                  <a:gd name="T60" fmla="*/ 244 w 246"/>
                  <a:gd name="T61" fmla="*/ 296 h 304"/>
                  <a:gd name="T62" fmla="*/ 245 w 246"/>
                  <a:gd name="T63" fmla="*/ 296 h 304"/>
                  <a:gd name="T64" fmla="*/ 245 w 246"/>
                  <a:gd name="T65" fmla="*/ 258 h 304"/>
                  <a:gd name="T66" fmla="*/ 243 w 246"/>
                  <a:gd name="T67" fmla="*/ 259 h 304"/>
                  <a:gd name="T68" fmla="*/ 234 w 246"/>
                  <a:gd name="T69" fmla="*/ 263 h 304"/>
                  <a:gd name="T70" fmla="*/ 224 w 246"/>
                  <a:gd name="T71" fmla="*/ 264 h 304"/>
                  <a:gd name="T72" fmla="*/ 204 w 246"/>
                  <a:gd name="T73" fmla="*/ 256 h 304"/>
                  <a:gd name="T74" fmla="*/ 197 w 246"/>
                  <a:gd name="T75" fmla="*/ 231 h 304"/>
                  <a:gd name="T76" fmla="*/ 197 w 246"/>
                  <a:gd name="T77" fmla="*/ 137 h 304"/>
                  <a:gd name="T78" fmla="*/ 244 w 246"/>
                  <a:gd name="T79" fmla="*/ 137 h 304"/>
                  <a:gd name="T80" fmla="*/ 244 w 246"/>
                  <a:gd name="T81" fmla="*/ 98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6" h="304">
                    <a:moveTo>
                      <a:pt x="244" y="98"/>
                    </a:moveTo>
                    <a:lnTo>
                      <a:pt x="197" y="98"/>
                    </a:lnTo>
                    <a:lnTo>
                      <a:pt x="197" y="39"/>
                    </a:lnTo>
                    <a:lnTo>
                      <a:pt x="196" y="39"/>
                    </a:lnTo>
                    <a:lnTo>
                      <a:pt x="152" y="53"/>
                    </a:lnTo>
                    <a:lnTo>
                      <a:pt x="151" y="53"/>
                    </a:lnTo>
                    <a:lnTo>
                      <a:pt x="151" y="98"/>
                    </a:lnTo>
                    <a:lnTo>
                      <a:pt x="82" y="98"/>
                    </a:lnTo>
                    <a:lnTo>
                      <a:pt x="82" y="73"/>
                    </a:lnTo>
                    <a:cubicBezTo>
                      <a:pt x="82" y="62"/>
                      <a:pt x="84" y="53"/>
                      <a:pt x="89" y="47"/>
                    </a:cubicBezTo>
                    <a:cubicBezTo>
                      <a:pt x="95" y="40"/>
                      <a:pt x="102" y="38"/>
                      <a:pt x="111" y="38"/>
                    </a:cubicBezTo>
                    <a:cubicBezTo>
                      <a:pt x="117" y="38"/>
                      <a:pt x="125" y="39"/>
                      <a:pt x="131" y="42"/>
                    </a:cubicBezTo>
                    <a:lnTo>
                      <a:pt x="133" y="43"/>
                    </a:lnTo>
                    <a:lnTo>
                      <a:pt x="133" y="3"/>
                    </a:lnTo>
                    <a:lnTo>
                      <a:pt x="132" y="3"/>
                    </a:lnTo>
                    <a:cubicBezTo>
                      <a:pt x="126" y="1"/>
                      <a:pt x="117" y="0"/>
                      <a:pt x="105" y="0"/>
                    </a:cubicBezTo>
                    <a:cubicBezTo>
                      <a:pt x="91" y="0"/>
                      <a:pt x="79" y="3"/>
                      <a:pt x="68" y="8"/>
                    </a:cubicBezTo>
                    <a:cubicBezTo>
                      <a:pt x="57" y="15"/>
                      <a:pt x="49" y="23"/>
                      <a:pt x="42" y="34"/>
                    </a:cubicBezTo>
                    <a:cubicBezTo>
                      <a:pt x="36" y="45"/>
                      <a:pt x="34" y="57"/>
                      <a:pt x="34" y="71"/>
                    </a:cubicBezTo>
                    <a:lnTo>
                      <a:pt x="34" y="99"/>
                    </a:lnTo>
                    <a:lnTo>
                      <a:pt x="0" y="99"/>
                    </a:lnTo>
                    <a:lnTo>
                      <a:pt x="0" y="138"/>
                    </a:lnTo>
                    <a:lnTo>
                      <a:pt x="34" y="138"/>
                    </a:lnTo>
                    <a:lnTo>
                      <a:pt x="34" y="298"/>
                    </a:lnTo>
                    <a:lnTo>
                      <a:pt x="81" y="298"/>
                    </a:lnTo>
                    <a:lnTo>
                      <a:pt x="81" y="138"/>
                    </a:lnTo>
                    <a:lnTo>
                      <a:pt x="150" y="138"/>
                    </a:lnTo>
                    <a:lnTo>
                      <a:pt x="150" y="239"/>
                    </a:lnTo>
                    <a:cubicBezTo>
                      <a:pt x="150" y="281"/>
                      <a:pt x="171" y="303"/>
                      <a:pt x="209" y="303"/>
                    </a:cubicBezTo>
                    <a:cubicBezTo>
                      <a:pt x="216" y="303"/>
                      <a:pt x="222" y="301"/>
                      <a:pt x="229" y="300"/>
                    </a:cubicBezTo>
                    <a:cubicBezTo>
                      <a:pt x="237" y="299"/>
                      <a:pt x="241" y="297"/>
                      <a:pt x="244" y="296"/>
                    </a:cubicBezTo>
                    <a:lnTo>
                      <a:pt x="245" y="296"/>
                    </a:lnTo>
                    <a:lnTo>
                      <a:pt x="245" y="258"/>
                    </a:lnTo>
                    <a:lnTo>
                      <a:pt x="243" y="259"/>
                    </a:lnTo>
                    <a:cubicBezTo>
                      <a:pt x="241" y="261"/>
                      <a:pt x="238" y="262"/>
                      <a:pt x="234" y="263"/>
                    </a:cubicBezTo>
                    <a:cubicBezTo>
                      <a:pt x="229" y="264"/>
                      <a:pt x="227" y="264"/>
                      <a:pt x="224" y="264"/>
                    </a:cubicBezTo>
                    <a:cubicBezTo>
                      <a:pt x="214" y="264"/>
                      <a:pt x="209" y="262"/>
                      <a:pt x="204" y="256"/>
                    </a:cubicBezTo>
                    <a:cubicBezTo>
                      <a:pt x="200" y="251"/>
                      <a:pt x="197" y="243"/>
                      <a:pt x="197" y="231"/>
                    </a:cubicBezTo>
                    <a:lnTo>
                      <a:pt x="197" y="137"/>
                    </a:lnTo>
                    <a:lnTo>
                      <a:pt x="244" y="137"/>
                    </a:lnTo>
                    <a:lnTo>
                      <a:pt x="244" y="98"/>
                    </a:lnTo>
                  </a:path>
                </a:pathLst>
              </a:custGeom>
              <a:solidFill>
                <a:srgbClr val="73737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5" name="Freeform 98">
                <a:extLst>
                  <a:ext uri="{FF2B5EF4-FFF2-40B4-BE49-F238E27FC236}">
                    <a16:creationId xmlns:a16="http://schemas.microsoft.com/office/drawing/2014/main" id="{10DC8032-6313-0A56-1F87-147C4326A7C9}"/>
                  </a:ext>
                </a:extLst>
              </p:cNvPr>
              <p:cNvSpPr>
                <a:spLocks noChangeArrowheads="1"/>
              </p:cNvSpPr>
              <p:nvPr/>
            </p:nvSpPr>
            <p:spPr bwMode="auto">
              <a:xfrm>
                <a:off x="5003800" y="3960813"/>
                <a:ext cx="79375" cy="79375"/>
              </a:xfrm>
              <a:custGeom>
                <a:avLst/>
                <a:gdLst>
                  <a:gd name="T0" fmla="*/ 0 w 221"/>
                  <a:gd name="T1" fmla="*/ 220 h 221"/>
                  <a:gd name="T2" fmla="*/ 0 w 221"/>
                  <a:gd name="T3" fmla="*/ 0 h 221"/>
                  <a:gd name="T4" fmla="*/ 220 w 221"/>
                  <a:gd name="T5" fmla="*/ 0 h 221"/>
                  <a:gd name="T6" fmla="*/ 220 w 221"/>
                  <a:gd name="T7" fmla="*/ 220 h 221"/>
                  <a:gd name="T8" fmla="*/ 0 w 221"/>
                  <a:gd name="T9" fmla="*/ 220 h 221"/>
                </a:gdLst>
                <a:ahLst/>
                <a:cxnLst>
                  <a:cxn ang="0">
                    <a:pos x="T0" y="T1"/>
                  </a:cxn>
                  <a:cxn ang="0">
                    <a:pos x="T2" y="T3"/>
                  </a:cxn>
                  <a:cxn ang="0">
                    <a:pos x="T4" y="T5"/>
                  </a:cxn>
                  <a:cxn ang="0">
                    <a:pos x="T6" y="T7"/>
                  </a:cxn>
                  <a:cxn ang="0">
                    <a:pos x="T8" y="T9"/>
                  </a:cxn>
                </a:cxnLst>
                <a:rect l="0" t="0" r="r" b="b"/>
                <a:pathLst>
                  <a:path w="221" h="221">
                    <a:moveTo>
                      <a:pt x="0" y="220"/>
                    </a:moveTo>
                    <a:lnTo>
                      <a:pt x="0" y="0"/>
                    </a:lnTo>
                    <a:lnTo>
                      <a:pt x="220" y="0"/>
                    </a:lnTo>
                    <a:lnTo>
                      <a:pt x="220" y="220"/>
                    </a:lnTo>
                    <a:lnTo>
                      <a:pt x="0" y="220"/>
                    </a:lnTo>
                  </a:path>
                </a:pathLst>
              </a:custGeom>
              <a:solidFill>
                <a:srgbClr val="EE522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6" name="Freeform 99">
                <a:extLst>
                  <a:ext uri="{FF2B5EF4-FFF2-40B4-BE49-F238E27FC236}">
                    <a16:creationId xmlns:a16="http://schemas.microsoft.com/office/drawing/2014/main" id="{D6EB2F13-8391-EA47-372E-F29CF2939B7B}"/>
                  </a:ext>
                </a:extLst>
              </p:cNvPr>
              <p:cNvSpPr>
                <a:spLocks noChangeArrowheads="1"/>
              </p:cNvSpPr>
              <p:nvPr/>
            </p:nvSpPr>
            <p:spPr bwMode="auto">
              <a:xfrm>
                <a:off x="5091113" y="3960813"/>
                <a:ext cx="79375" cy="79375"/>
              </a:xfrm>
              <a:custGeom>
                <a:avLst/>
                <a:gdLst>
                  <a:gd name="T0" fmla="*/ 0 w 221"/>
                  <a:gd name="T1" fmla="*/ 220 h 221"/>
                  <a:gd name="T2" fmla="*/ 0 w 221"/>
                  <a:gd name="T3" fmla="*/ 0 h 221"/>
                  <a:gd name="T4" fmla="*/ 220 w 221"/>
                  <a:gd name="T5" fmla="*/ 0 h 221"/>
                  <a:gd name="T6" fmla="*/ 220 w 221"/>
                  <a:gd name="T7" fmla="*/ 220 h 221"/>
                  <a:gd name="T8" fmla="*/ 0 w 221"/>
                  <a:gd name="T9" fmla="*/ 220 h 221"/>
                </a:gdLst>
                <a:ahLst/>
                <a:cxnLst>
                  <a:cxn ang="0">
                    <a:pos x="T0" y="T1"/>
                  </a:cxn>
                  <a:cxn ang="0">
                    <a:pos x="T2" y="T3"/>
                  </a:cxn>
                  <a:cxn ang="0">
                    <a:pos x="T4" y="T5"/>
                  </a:cxn>
                  <a:cxn ang="0">
                    <a:pos x="T6" y="T7"/>
                  </a:cxn>
                  <a:cxn ang="0">
                    <a:pos x="T8" y="T9"/>
                  </a:cxn>
                </a:cxnLst>
                <a:rect l="0" t="0" r="r" b="b"/>
                <a:pathLst>
                  <a:path w="221" h="221">
                    <a:moveTo>
                      <a:pt x="0" y="220"/>
                    </a:moveTo>
                    <a:lnTo>
                      <a:pt x="0" y="0"/>
                    </a:lnTo>
                    <a:lnTo>
                      <a:pt x="220" y="0"/>
                    </a:lnTo>
                    <a:lnTo>
                      <a:pt x="220" y="220"/>
                    </a:lnTo>
                    <a:lnTo>
                      <a:pt x="0" y="220"/>
                    </a:lnTo>
                  </a:path>
                </a:pathLst>
              </a:custGeom>
              <a:solidFill>
                <a:srgbClr val="80BA4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7" name="Freeform 100">
                <a:extLst>
                  <a:ext uri="{FF2B5EF4-FFF2-40B4-BE49-F238E27FC236}">
                    <a16:creationId xmlns:a16="http://schemas.microsoft.com/office/drawing/2014/main" id="{EA5A71FE-1E2D-8B99-F6C8-8E2FA9CA5780}"/>
                  </a:ext>
                </a:extLst>
              </p:cNvPr>
              <p:cNvSpPr>
                <a:spLocks noChangeArrowheads="1"/>
              </p:cNvSpPr>
              <p:nvPr/>
            </p:nvSpPr>
            <p:spPr bwMode="auto">
              <a:xfrm>
                <a:off x="5003800" y="4049713"/>
                <a:ext cx="79375" cy="79375"/>
              </a:xfrm>
              <a:custGeom>
                <a:avLst/>
                <a:gdLst>
                  <a:gd name="T0" fmla="*/ 0 w 221"/>
                  <a:gd name="T1" fmla="*/ 220 h 221"/>
                  <a:gd name="T2" fmla="*/ 0 w 221"/>
                  <a:gd name="T3" fmla="*/ 0 h 221"/>
                  <a:gd name="T4" fmla="*/ 220 w 221"/>
                  <a:gd name="T5" fmla="*/ 0 h 221"/>
                  <a:gd name="T6" fmla="*/ 220 w 221"/>
                  <a:gd name="T7" fmla="*/ 220 h 221"/>
                  <a:gd name="T8" fmla="*/ 0 w 221"/>
                  <a:gd name="T9" fmla="*/ 220 h 221"/>
                </a:gdLst>
                <a:ahLst/>
                <a:cxnLst>
                  <a:cxn ang="0">
                    <a:pos x="T0" y="T1"/>
                  </a:cxn>
                  <a:cxn ang="0">
                    <a:pos x="T2" y="T3"/>
                  </a:cxn>
                  <a:cxn ang="0">
                    <a:pos x="T4" y="T5"/>
                  </a:cxn>
                  <a:cxn ang="0">
                    <a:pos x="T6" y="T7"/>
                  </a:cxn>
                  <a:cxn ang="0">
                    <a:pos x="T8" y="T9"/>
                  </a:cxn>
                </a:cxnLst>
                <a:rect l="0" t="0" r="r" b="b"/>
                <a:pathLst>
                  <a:path w="221" h="221">
                    <a:moveTo>
                      <a:pt x="0" y="220"/>
                    </a:moveTo>
                    <a:lnTo>
                      <a:pt x="0" y="0"/>
                    </a:lnTo>
                    <a:lnTo>
                      <a:pt x="220" y="0"/>
                    </a:lnTo>
                    <a:lnTo>
                      <a:pt x="220" y="220"/>
                    </a:lnTo>
                    <a:lnTo>
                      <a:pt x="0" y="220"/>
                    </a:lnTo>
                  </a:path>
                </a:pathLst>
              </a:custGeom>
              <a:solidFill>
                <a:srgbClr val="319ED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8" name="Freeform 101">
                <a:extLst>
                  <a:ext uri="{FF2B5EF4-FFF2-40B4-BE49-F238E27FC236}">
                    <a16:creationId xmlns:a16="http://schemas.microsoft.com/office/drawing/2014/main" id="{94978892-709D-96AA-859E-BC455A0F8299}"/>
                  </a:ext>
                </a:extLst>
              </p:cNvPr>
              <p:cNvSpPr>
                <a:spLocks noChangeArrowheads="1"/>
              </p:cNvSpPr>
              <p:nvPr/>
            </p:nvSpPr>
            <p:spPr bwMode="auto">
              <a:xfrm>
                <a:off x="5091113" y="4049713"/>
                <a:ext cx="79375" cy="79375"/>
              </a:xfrm>
              <a:custGeom>
                <a:avLst/>
                <a:gdLst>
                  <a:gd name="T0" fmla="*/ 0 w 221"/>
                  <a:gd name="T1" fmla="*/ 220 h 221"/>
                  <a:gd name="T2" fmla="*/ 0 w 221"/>
                  <a:gd name="T3" fmla="*/ 0 h 221"/>
                  <a:gd name="T4" fmla="*/ 220 w 221"/>
                  <a:gd name="T5" fmla="*/ 0 h 221"/>
                  <a:gd name="T6" fmla="*/ 220 w 221"/>
                  <a:gd name="T7" fmla="*/ 220 h 221"/>
                  <a:gd name="T8" fmla="*/ 0 w 221"/>
                  <a:gd name="T9" fmla="*/ 220 h 221"/>
                </a:gdLst>
                <a:ahLst/>
                <a:cxnLst>
                  <a:cxn ang="0">
                    <a:pos x="T0" y="T1"/>
                  </a:cxn>
                  <a:cxn ang="0">
                    <a:pos x="T2" y="T3"/>
                  </a:cxn>
                  <a:cxn ang="0">
                    <a:pos x="T4" y="T5"/>
                  </a:cxn>
                  <a:cxn ang="0">
                    <a:pos x="T6" y="T7"/>
                  </a:cxn>
                  <a:cxn ang="0">
                    <a:pos x="T8" y="T9"/>
                  </a:cxn>
                </a:cxnLst>
                <a:rect l="0" t="0" r="r" b="b"/>
                <a:pathLst>
                  <a:path w="221" h="221">
                    <a:moveTo>
                      <a:pt x="0" y="220"/>
                    </a:moveTo>
                    <a:lnTo>
                      <a:pt x="0" y="0"/>
                    </a:lnTo>
                    <a:lnTo>
                      <a:pt x="220" y="0"/>
                    </a:lnTo>
                    <a:lnTo>
                      <a:pt x="220" y="220"/>
                    </a:lnTo>
                    <a:lnTo>
                      <a:pt x="0" y="220"/>
                    </a:lnTo>
                  </a:path>
                </a:pathLst>
              </a:custGeom>
              <a:solidFill>
                <a:srgbClr val="FBB61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46" name="Group 145">
            <a:extLst>
              <a:ext uri="{FF2B5EF4-FFF2-40B4-BE49-F238E27FC236}">
                <a16:creationId xmlns:a16="http://schemas.microsoft.com/office/drawing/2014/main" id="{883F2A44-3E19-060A-D7F2-0F6A49AAE16B}"/>
              </a:ext>
            </a:extLst>
          </p:cNvPr>
          <p:cNvGrpSpPr/>
          <p:nvPr/>
        </p:nvGrpSpPr>
        <p:grpSpPr>
          <a:xfrm>
            <a:off x="4622814" y="3357965"/>
            <a:ext cx="1707003" cy="295913"/>
            <a:chOff x="4240213" y="3498850"/>
            <a:chExt cx="1108075" cy="192088"/>
          </a:xfrm>
        </p:grpSpPr>
        <p:grpSp>
          <p:nvGrpSpPr>
            <p:cNvPr id="147" name="Group 146">
              <a:extLst>
                <a:ext uri="{FF2B5EF4-FFF2-40B4-BE49-F238E27FC236}">
                  <a16:creationId xmlns:a16="http://schemas.microsoft.com/office/drawing/2014/main" id="{3098E2DC-19E1-711D-0E6E-3BAC0FB4A68E}"/>
                </a:ext>
              </a:extLst>
            </p:cNvPr>
            <p:cNvGrpSpPr/>
            <p:nvPr/>
          </p:nvGrpSpPr>
          <p:grpSpPr>
            <a:xfrm>
              <a:off x="4240213" y="3525838"/>
              <a:ext cx="484187" cy="125412"/>
              <a:chOff x="4240213" y="3525838"/>
              <a:chExt cx="484187" cy="125412"/>
            </a:xfrm>
          </p:grpSpPr>
          <p:sp>
            <p:nvSpPr>
              <p:cNvPr id="154" name="Freeform 169">
                <a:extLst>
                  <a:ext uri="{FF2B5EF4-FFF2-40B4-BE49-F238E27FC236}">
                    <a16:creationId xmlns:a16="http://schemas.microsoft.com/office/drawing/2014/main" id="{6E4B4206-AB55-B2CF-4A04-D81CE6E16E9E}"/>
                  </a:ext>
                </a:extLst>
              </p:cNvPr>
              <p:cNvSpPr>
                <a:spLocks noChangeArrowheads="1"/>
              </p:cNvSpPr>
              <p:nvPr/>
            </p:nvSpPr>
            <p:spPr bwMode="auto">
              <a:xfrm>
                <a:off x="4327525" y="35258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5" name="Freeform 170">
                <a:extLst>
                  <a:ext uri="{FF2B5EF4-FFF2-40B4-BE49-F238E27FC236}">
                    <a16:creationId xmlns:a16="http://schemas.microsoft.com/office/drawing/2014/main" id="{A0D55CC2-64E7-47F7-EE71-07D2604B223E}"/>
                  </a:ext>
                </a:extLst>
              </p:cNvPr>
              <p:cNvSpPr>
                <a:spLocks noChangeArrowheads="1"/>
              </p:cNvSpPr>
              <p:nvPr/>
            </p:nvSpPr>
            <p:spPr bwMode="auto">
              <a:xfrm>
                <a:off x="4354513" y="35575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6"/>
                      <a:pt x="69" y="129"/>
                    </a:cubicBezTo>
                    <a:cubicBezTo>
                      <a:pt x="69" y="91"/>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6" name="Freeform 171">
                <a:extLst>
                  <a:ext uri="{FF2B5EF4-FFF2-40B4-BE49-F238E27FC236}">
                    <a16:creationId xmlns:a16="http://schemas.microsoft.com/office/drawing/2014/main" id="{F2389481-FA2D-EB3E-43DC-78F2201BB19A}"/>
                  </a:ext>
                </a:extLst>
              </p:cNvPr>
              <p:cNvSpPr>
                <a:spLocks noChangeArrowheads="1"/>
              </p:cNvSpPr>
              <p:nvPr/>
            </p:nvSpPr>
            <p:spPr bwMode="auto">
              <a:xfrm>
                <a:off x="4454525" y="35258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7" name="Freeform 172">
                <a:extLst>
                  <a:ext uri="{FF2B5EF4-FFF2-40B4-BE49-F238E27FC236}">
                    <a16:creationId xmlns:a16="http://schemas.microsoft.com/office/drawing/2014/main" id="{693962AB-D14B-B69A-841C-478776A58DB9}"/>
                  </a:ext>
                </a:extLst>
              </p:cNvPr>
              <p:cNvSpPr>
                <a:spLocks noChangeArrowheads="1"/>
              </p:cNvSpPr>
              <p:nvPr/>
            </p:nvSpPr>
            <p:spPr bwMode="auto">
              <a:xfrm>
                <a:off x="4481513" y="3557588"/>
                <a:ext cx="96837" cy="93662"/>
              </a:xfrm>
              <a:custGeom>
                <a:avLst/>
                <a:gdLst>
                  <a:gd name="T0" fmla="*/ 133 w 268"/>
                  <a:gd name="T1" fmla="*/ 258 h 259"/>
                  <a:gd name="T2" fmla="*/ 267 w 268"/>
                  <a:gd name="T3" fmla="*/ 130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8" name="Freeform 173">
                <a:extLst>
                  <a:ext uri="{FF2B5EF4-FFF2-40B4-BE49-F238E27FC236}">
                    <a16:creationId xmlns:a16="http://schemas.microsoft.com/office/drawing/2014/main" id="{2B891A68-9B10-E6E6-9A80-9753DFFF6638}"/>
                  </a:ext>
                </a:extLst>
              </p:cNvPr>
              <p:cNvSpPr>
                <a:spLocks noChangeArrowheads="1"/>
              </p:cNvSpPr>
              <p:nvPr/>
            </p:nvSpPr>
            <p:spPr bwMode="auto">
              <a:xfrm>
                <a:off x="4579938" y="35575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0"/>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9" name="Freeform 174">
                <a:extLst>
                  <a:ext uri="{FF2B5EF4-FFF2-40B4-BE49-F238E27FC236}">
                    <a16:creationId xmlns:a16="http://schemas.microsoft.com/office/drawing/2014/main" id="{0CD9EB41-4579-7452-4E6E-B2FA9A3A7DB4}"/>
                  </a:ext>
                </a:extLst>
              </p:cNvPr>
              <p:cNvSpPr>
                <a:spLocks noChangeArrowheads="1"/>
              </p:cNvSpPr>
              <p:nvPr/>
            </p:nvSpPr>
            <p:spPr bwMode="auto">
              <a:xfrm>
                <a:off x="4240213" y="3557588"/>
                <a:ext cx="85725" cy="93662"/>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4"/>
                      <a:pt x="113" y="56"/>
                    </a:cubicBezTo>
                    <a:cubicBezTo>
                      <a:pt x="138" y="56"/>
                      <a:pt x="163" y="63"/>
                      <a:pt x="182" y="71"/>
                    </a:cubicBezTo>
                    <a:cubicBezTo>
                      <a:pt x="195" y="76"/>
                      <a:pt x="210" y="69"/>
                      <a:pt x="216" y="57"/>
                    </a:cubicBezTo>
                    <a:lnTo>
                      <a:pt x="228" y="30"/>
                    </a:lnTo>
                    <a:cubicBezTo>
                      <a:pt x="196" y="13"/>
                      <a:pt x="158" y="2"/>
                      <a:pt x="115" y="1"/>
                    </a:cubicBezTo>
                    <a:cubicBezTo>
                      <a:pt x="57" y="0"/>
                      <a:pt x="9" y="27"/>
                      <a:pt x="7" y="77"/>
                    </a:cubicBezTo>
                    <a:cubicBezTo>
                      <a:pt x="6" y="117"/>
                      <a:pt x="25" y="144"/>
                      <a:pt x="96" y="155"/>
                    </a:cubicBezTo>
                    <a:lnTo>
                      <a:pt x="111" y="157"/>
                    </a:lnTo>
                    <a:cubicBezTo>
                      <a:pt x="143" y="162"/>
                      <a:pt x="167" y="164"/>
                      <a:pt x="167" y="181"/>
                    </a:cubicBezTo>
                    <a:cubicBezTo>
                      <a:pt x="165" y="198"/>
                      <a:pt x="147" y="204"/>
                      <a:pt x="110" y="20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48" name="Freeform 175">
              <a:extLst>
                <a:ext uri="{FF2B5EF4-FFF2-40B4-BE49-F238E27FC236}">
                  <a16:creationId xmlns:a16="http://schemas.microsoft.com/office/drawing/2014/main" id="{018E2A1D-C752-05E6-860A-4B4AC7116661}"/>
                </a:ext>
              </a:extLst>
            </p:cNvPr>
            <p:cNvSpPr>
              <a:spLocks noChangeArrowheads="1"/>
            </p:cNvSpPr>
            <p:nvPr/>
          </p:nvSpPr>
          <p:spPr bwMode="auto">
            <a:xfrm>
              <a:off x="4860925" y="349885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49" name="Group 148">
              <a:extLst>
                <a:ext uri="{FF2B5EF4-FFF2-40B4-BE49-F238E27FC236}">
                  <a16:creationId xmlns:a16="http://schemas.microsoft.com/office/drawing/2014/main" id="{C6C92F0C-EDAD-F781-5B56-AA405815D988}"/>
                </a:ext>
              </a:extLst>
            </p:cNvPr>
            <p:cNvGrpSpPr/>
            <p:nvPr/>
          </p:nvGrpSpPr>
          <p:grpSpPr>
            <a:xfrm>
              <a:off x="5002213" y="3498850"/>
              <a:ext cx="346075" cy="192088"/>
              <a:chOff x="5002213" y="3498850"/>
              <a:chExt cx="346075" cy="192088"/>
            </a:xfrm>
          </p:grpSpPr>
          <p:sp>
            <p:nvSpPr>
              <p:cNvPr id="150" name="Freeform 176">
                <a:extLst>
                  <a:ext uri="{FF2B5EF4-FFF2-40B4-BE49-F238E27FC236}">
                    <a16:creationId xmlns:a16="http://schemas.microsoft.com/office/drawing/2014/main" id="{09421772-B265-36AC-1AA2-7744D5B3D7EA}"/>
                  </a:ext>
                </a:extLst>
              </p:cNvPr>
              <p:cNvSpPr>
                <a:spLocks noChangeArrowheads="1"/>
              </p:cNvSpPr>
              <p:nvPr/>
            </p:nvSpPr>
            <p:spPr bwMode="auto">
              <a:xfrm>
                <a:off x="5054600" y="3649663"/>
                <a:ext cx="173038" cy="41275"/>
              </a:xfrm>
              <a:custGeom>
                <a:avLst/>
                <a:gdLst>
                  <a:gd name="T0" fmla="*/ 83 w 481"/>
                  <a:gd name="T1" fmla="*/ 112 h 113"/>
                  <a:gd name="T2" fmla="*/ 95 w 481"/>
                  <a:gd name="T3" fmla="*/ 112 h 113"/>
                  <a:gd name="T4" fmla="*/ 52 w 481"/>
                  <a:gd name="T5" fmla="*/ 0 h 113"/>
                  <a:gd name="T6" fmla="*/ 44 w 481"/>
                  <a:gd name="T7" fmla="*/ 0 h 113"/>
                  <a:gd name="T8" fmla="*/ 0 w 481"/>
                  <a:gd name="T9" fmla="*/ 112 h 113"/>
                  <a:gd name="T10" fmla="*/ 12 w 481"/>
                  <a:gd name="T11" fmla="*/ 112 h 113"/>
                  <a:gd name="T12" fmla="*/ 26 w 481"/>
                  <a:gd name="T13" fmla="*/ 77 h 113"/>
                  <a:gd name="T14" fmla="*/ 69 w 481"/>
                  <a:gd name="T15" fmla="*/ 77 h 113"/>
                  <a:gd name="T16" fmla="*/ 83 w 481"/>
                  <a:gd name="T17" fmla="*/ 112 h 113"/>
                  <a:gd name="T18" fmla="*/ 46 w 481"/>
                  <a:gd name="T19" fmla="*/ 28 h 113"/>
                  <a:gd name="T20" fmla="*/ 48 w 481"/>
                  <a:gd name="T21" fmla="*/ 22 h 113"/>
                  <a:gd name="T22" fmla="*/ 51 w 481"/>
                  <a:gd name="T23" fmla="*/ 28 h 113"/>
                  <a:gd name="T24" fmla="*/ 65 w 481"/>
                  <a:gd name="T25" fmla="*/ 65 h 113"/>
                  <a:gd name="T26" fmla="*/ 32 w 481"/>
                  <a:gd name="T27" fmla="*/ 65 h 113"/>
                  <a:gd name="T28" fmla="*/ 46 w 481"/>
                  <a:gd name="T29" fmla="*/ 28 h 113"/>
                  <a:gd name="T30" fmla="*/ 154 w 481"/>
                  <a:gd name="T31" fmla="*/ 112 h 113"/>
                  <a:gd name="T32" fmla="*/ 154 w 481"/>
                  <a:gd name="T33" fmla="*/ 14 h 113"/>
                  <a:gd name="T34" fmla="*/ 116 w 481"/>
                  <a:gd name="T35" fmla="*/ 14 h 113"/>
                  <a:gd name="T36" fmla="*/ 111 w 481"/>
                  <a:gd name="T37" fmla="*/ 2 h 113"/>
                  <a:gd name="T38" fmla="*/ 201 w 481"/>
                  <a:gd name="T39" fmla="*/ 2 h 113"/>
                  <a:gd name="T40" fmla="*/ 201 w 481"/>
                  <a:gd name="T41" fmla="*/ 14 h 113"/>
                  <a:gd name="T42" fmla="*/ 166 w 481"/>
                  <a:gd name="T43" fmla="*/ 14 h 113"/>
                  <a:gd name="T44" fmla="*/ 166 w 481"/>
                  <a:gd name="T45" fmla="*/ 112 h 113"/>
                  <a:gd name="T46" fmla="*/ 154 w 481"/>
                  <a:gd name="T47" fmla="*/ 112 h 113"/>
                  <a:gd name="T48" fmla="*/ 243 w 481"/>
                  <a:gd name="T49" fmla="*/ 2 h 113"/>
                  <a:gd name="T50" fmla="*/ 255 w 481"/>
                  <a:gd name="T51" fmla="*/ 2 h 113"/>
                  <a:gd name="T52" fmla="*/ 255 w 481"/>
                  <a:gd name="T53" fmla="*/ 112 h 113"/>
                  <a:gd name="T54" fmla="*/ 243 w 481"/>
                  <a:gd name="T55" fmla="*/ 112 h 113"/>
                  <a:gd name="T56" fmla="*/ 243 w 481"/>
                  <a:gd name="T57" fmla="*/ 2 h 113"/>
                  <a:gd name="T58" fmla="*/ 322 w 481"/>
                  <a:gd name="T59" fmla="*/ 102 h 113"/>
                  <a:gd name="T60" fmla="*/ 373 w 481"/>
                  <a:gd name="T61" fmla="*/ 102 h 113"/>
                  <a:gd name="T62" fmla="*/ 373 w 481"/>
                  <a:gd name="T63" fmla="*/ 112 h 113"/>
                  <a:gd name="T64" fmla="*/ 310 w 481"/>
                  <a:gd name="T65" fmla="*/ 112 h 113"/>
                  <a:gd name="T66" fmla="*/ 310 w 481"/>
                  <a:gd name="T67" fmla="*/ 2 h 113"/>
                  <a:gd name="T68" fmla="*/ 322 w 481"/>
                  <a:gd name="T69" fmla="*/ 2 h 113"/>
                  <a:gd name="T70" fmla="*/ 322 w 481"/>
                  <a:gd name="T71" fmla="*/ 102 h 113"/>
                  <a:gd name="T72" fmla="*/ 429 w 481"/>
                  <a:gd name="T73" fmla="*/ 102 h 113"/>
                  <a:gd name="T74" fmla="*/ 480 w 481"/>
                  <a:gd name="T75" fmla="*/ 102 h 113"/>
                  <a:gd name="T76" fmla="*/ 480 w 481"/>
                  <a:gd name="T77" fmla="*/ 112 h 113"/>
                  <a:gd name="T78" fmla="*/ 417 w 481"/>
                  <a:gd name="T79" fmla="*/ 112 h 113"/>
                  <a:gd name="T80" fmla="*/ 417 w 481"/>
                  <a:gd name="T81" fmla="*/ 2 h 113"/>
                  <a:gd name="T82" fmla="*/ 429 w 481"/>
                  <a:gd name="T83" fmla="*/ 2 h 113"/>
                  <a:gd name="T84" fmla="*/ 429 w 481"/>
                  <a:gd name="T85" fmla="*/ 10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1" h="113">
                    <a:moveTo>
                      <a:pt x="83" y="112"/>
                    </a:moveTo>
                    <a:lnTo>
                      <a:pt x="95" y="112"/>
                    </a:lnTo>
                    <a:lnTo>
                      <a:pt x="52" y="0"/>
                    </a:lnTo>
                    <a:lnTo>
                      <a:pt x="44" y="0"/>
                    </a:lnTo>
                    <a:lnTo>
                      <a:pt x="0" y="112"/>
                    </a:lnTo>
                    <a:lnTo>
                      <a:pt x="12" y="112"/>
                    </a:lnTo>
                    <a:lnTo>
                      <a:pt x="26" y="77"/>
                    </a:lnTo>
                    <a:lnTo>
                      <a:pt x="69" y="77"/>
                    </a:lnTo>
                    <a:lnTo>
                      <a:pt x="83" y="112"/>
                    </a:lnTo>
                    <a:close/>
                    <a:moveTo>
                      <a:pt x="46" y="28"/>
                    </a:moveTo>
                    <a:lnTo>
                      <a:pt x="48" y="22"/>
                    </a:lnTo>
                    <a:cubicBezTo>
                      <a:pt x="49" y="24"/>
                      <a:pt x="50" y="27"/>
                      <a:pt x="51" y="28"/>
                    </a:cubicBezTo>
                    <a:lnTo>
                      <a:pt x="65" y="65"/>
                    </a:lnTo>
                    <a:lnTo>
                      <a:pt x="32" y="65"/>
                    </a:lnTo>
                    <a:lnTo>
                      <a:pt x="46" y="28"/>
                    </a:lnTo>
                    <a:close/>
                    <a:moveTo>
                      <a:pt x="154" y="112"/>
                    </a:moveTo>
                    <a:lnTo>
                      <a:pt x="154" y="14"/>
                    </a:lnTo>
                    <a:lnTo>
                      <a:pt x="116" y="14"/>
                    </a:lnTo>
                    <a:lnTo>
                      <a:pt x="111" y="2"/>
                    </a:lnTo>
                    <a:lnTo>
                      <a:pt x="201" y="2"/>
                    </a:lnTo>
                    <a:lnTo>
                      <a:pt x="201" y="14"/>
                    </a:lnTo>
                    <a:lnTo>
                      <a:pt x="166" y="14"/>
                    </a:lnTo>
                    <a:lnTo>
                      <a:pt x="166" y="112"/>
                    </a:lnTo>
                    <a:lnTo>
                      <a:pt x="154" y="112"/>
                    </a:lnTo>
                    <a:close/>
                    <a:moveTo>
                      <a:pt x="243" y="2"/>
                    </a:moveTo>
                    <a:lnTo>
                      <a:pt x="255" y="2"/>
                    </a:lnTo>
                    <a:lnTo>
                      <a:pt x="255" y="112"/>
                    </a:lnTo>
                    <a:lnTo>
                      <a:pt x="243" y="112"/>
                    </a:lnTo>
                    <a:lnTo>
                      <a:pt x="243" y="2"/>
                    </a:lnTo>
                    <a:close/>
                    <a:moveTo>
                      <a:pt x="322" y="102"/>
                    </a:moveTo>
                    <a:lnTo>
                      <a:pt x="373" y="102"/>
                    </a:lnTo>
                    <a:lnTo>
                      <a:pt x="373" y="112"/>
                    </a:lnTo>
                    <a:lnTo>
                      <a:pt x="310" y="112"/>
                    </a:lnTo>
                    <a:lnTo>
                      <a:pt x="310" y="2"/>
                    </a:lnTo>
                    <a:lnTo>
                      <a:pt x="322" y="2"/>
                    </a:lnTo>
                    <a:lnTo>
                      <a:pt x="322" y="102"/>
                    </a:lnTo>
                    <a:close/>
                    <a:moveTo>
                      <a:pt x="429" y="102"/>
                    </a:moveTo>
                    <a:lnTo>
                      <a:pt x="480" y="102"/>
                    </a:lnTo>
                    <a:lnTo>
                      <a:pt x="480" y="112"/>
                    </a:lnTo>
                    <a:lnTo>
                      <a:pt x="417" y="112"/>
                    </a:lnTo>
                    <a:lnTo>
                      <a:pt x="417" y="2"/>
                    </a:lnTo>
                    <a:lnTo>
                      <a:pt x="429" y="2"/>
                    </a:lnTo>
                    <a:lnTo>
                      <a:pt x="429" y="102"/>
                    </a:lnTo>
                    <a:close/>
                  </a:path>
                </a:pathLst>
              </a:custGeom>
              <a:solidFill>
                <a:srgbClr val="33333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1" name="Freeform 177">
                <a:extLst>
                  <a:ext uri="{FF2B5EF4-FFF2-40B4-BE49-F238E27FC236}">
                    <a16:creationId xmlns:a16="http://schemas.microsoft.com/office/drawing/2014/main" id="{1A92DB1D-C895-4AD2-AAAD-722E2BAEB937}"/>
                  </a:ext>
                </a:extLst>
              </p:cNvPr>
              <p:cNvSpPr>
                <a:spLocks noChangeArrowheads="1"/>
              </p:cNvSpPr>
              <p:nvPr/>
            </p:nvSpPr>
            <p:spPr bwMode="auto">
              <a:xfrm>
                <a:off x="5243513" y="3649663"/>
                <a:ext cx="58737" cy="41275"/>
              </a:xfrm>
              <a:custGeom>
                <a:avLst/>
                <a:gdLst>
                  <a:gd name="T0" fmla="*/ 0 w 163"/>
                  <a:gd name="T1" fmla="*/ 2 h 115"/>
                  <a:gd name="T2" fmla="*/ 12 w 163"/>
                  <a:gd name="T3" fmla="*/ 2 h 115"/>
                  <a:gd name="T4" fmla="*/ 12 w 163"/>
                  <a:gd name="T5" fmla="*/ 112 h 115"/>
                  <a:gd name="T6" fmla="*/ 0 w 163"/>
                  <a:gd name="T7" fmla="*/ 112 h 115"/>
                  <a:gd name="T8" fmla="*/ 0 w 163"/>
                  <a:gd name="T9" fmla="*/ 2 h 115"/>
                  <a:gd name="T10" fmla="*/ 112 w 163"/>
                  <a:gd name="T11" fmla="*/ 114 h 115"/>
                  <a:gd name="T12" fmla="*/ 75 w 163"/>
                  <a:gd name="T13" fmla="*/ 99 h 115"/>
                  <a:gd name="T14" fmla="*/ 62 w 163"/>
                  <a:gd name="T15" fmla="*/ 57 h 115"/>
                  <a:gd name="T16" fmla="*/ 76 w 163"/>
                  <a:gd name="T17" fmla="*/ 15 h 115"/>
                  <a:gd name="T18" fmla="*/ 112 w 163"/>
                  <a:gd name="T19" fmla="*/ 0 h 115"/>
                  <a:gd name="T20" fmla="*/ 149 w 163"/>
                  <a:gd name="T21" fmla="*/ 15 h 115"/>
                  <a:gd name="T22" fmla="*/ 162 w 163"/>
                  <a:gd name="T23" fmla="*/ 57 h 115"/>
                  <a:gd name="T24" fmla="*/ 149 w 163"/>
                  <a:gd name="T25" fmla="*/ 98 h 115"/>
                  <a:gd name="T26" fmla="*/ 112 w 163"/>
                  <a:gd name="T27" fmla="*/ 114 h 115"/>
                  <a:gd name="T28" fmla="*/ 112 w 163"/>
                  <a:gd name="T29" fmla="*/ 11 h 115"/>
                  <a:gd name="T30" fmla="*/ 84 w 163"/>
                  <a:gd name="T31" fmla="*/ 23 h 115"/>
                  <a:gd name="T32" fmla="*/ 74 w 163"/>
                  <a:gd name="T33" fmla="*/ 57 h 115"/>
                  <a:gd name="T34" fmla="*/ 84 w 163"/>
                  <a:gd name="T35" fmla="*/ 91 h 115"/>
                  <a:gd name="T36" fmla="*/ 112 w 163"/>
                  <a:gd name="T37" fmla="*/ 103 h 115"/>
                  <a:gd name="T38" fmla="*/ 140 w 163"/>
                  <a:gd name="T39" fmla="*/ 91 h 115"/>
                  <a:gd name="T40" fmla="*/ 149 w 163"/>
                  <a:gd name="T41" fmla="*/ 57 h 115"/>
                  <a:gd name="T42" fmla="*/ 140 w 163"/>
                  <a:gd name="T43" fmla="*/ 22 h 115"/>
                  <a:gd name="T44" fmla="*/ 112 w 163"/>
                  <a:gd name="T45" fmla="*/ 1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3" h="115">
                    <a:moveTo>
                      <a:pt x="0" y="2"/>
                    </a:moveTo>
                    <a:lnTo>
                      <a:pt x="12" y="2"/>
                    </a:lnTo>
                    <a:lnTo>
                      <a:pt x="12" y="112"/>
                    </a:lnTo>
                    <a:lnTo>
                      <a:pt x="0" y="112"/>
                    </a:lnTo>
                    <a:lnTo>
                      <a:pt x="0" y="2"/>
                    </a:lnTo>
                    <a:close/>
                    <a:moveTo>
                      <a:pt x="112" y="114"/>
                    </a:moveTo>
                    <a:cubicBezTo>
                      <a:pt x="97" y="114"/>
                      <a:pt x="84" y="109"/>
                      <a:pt x="75" y="99"/>
                    </a:cubicBezTo>
                    <a:cubicBezTo>
                      <a:pt x="67" y="89"/>
                      <a:pt x="62" y="74"/>
                      <a:pt x="62" y="57"/>
                    </a:cubicBezTo>
                    <a:cubicBezTo>
                      <a:pt x="62" y="39"/>
                      <a:pt x="67" y="25"/>
                      <a:pt x="76" y="15"/>
                    </a:cubicBezTo>
                    <a:cubicBezTo>
                      <a:pt x="85" y="5"/>
                      <a:pt x="97" y="0"/>
                      <a:pt x="112" y="0"/>
                    </a:cubicBezTo>
                    <a:cubicBezTo>
                      <a:pt x="128" y="0"/>
                      <a:pt x="140" y="5"/>
                      <a:pt x="149" y="15"/>
                    </a:cubicBezTo>
                    <a:cubicBezTo>
                      <a:pt x="158" y="25"/>
                      <a:pt x="162" y="39"/>
                      <a:pt x="162" y="57"/>
                    </a:cubicBezTo>
                    <a:cubicBezTo>
                      <a:pt x="162" y="74"/>
                      <a:pt x="157" y="88"/>
                      <a:pt x="149" y="98"/>
                    </a:cubicBezTo>
                    <a:cubicBezTo>
                      <a:pt x="140" y="109"/>
                      <a:pt x="127" y="114"/>
                      <a:pt x="112" y="114"/>
                    </a:cubicBezTo>
                    <a:close/>
                    <a:moveTo>
                      <a:pt x="112" y="11"/>
                    </a:moveTo>
                    <a:cubicBezTo>
                      <a:pt x="100" y="11"/>
                      <a:pt x="91" y="15"/>
                      <a:pt x="84" y="23"/>
                    </a:cubicBezTo>
                    <a:cubicBezTo>
                      <a:pt x="78" y="31"/>
                      <a:pt x="74" y="42"/>
                      <a:pt x="74" y="57"/>
                    </a:cubicBezTo>
                    <a:cubicBezTo>
                      <a:pt x="74" y="72"/>
                      <a:pt x="78" y="83"/>
                      <a:pt x="84" y="91"/>
                    </a:cubicBezTo>
                    <a:cubicBezTo>
                      <a:pt x="91" y="99"/>
                      <a:pt x="100" y="103"/>
                      <a:pt x="112" y="103"/>
                    </a:cubicBezTo>
                    <a:cubicBezTo>
                      <a:pt x="124" y="103"/>
                      <a:pt x="133" y="99"/>
                      <a:pt x="140" y="91"/>
                    </a:cubicBezTo>
                    <a:cubicBezTo>
                      <a:pt x="146" y="83"/>
                      <a:pt x="149" y="72"/>
                      <a:pt x="149" y="57"/>
                    </a:cubicBezTo>
                    <a:cubicBezTo>
                      <a:pt x="149" y="42"/>
                      <a:pt x="146" y="30"/>
                      <a:pt x="140" y="22"/>
                    </a:cubicBezTo>
                    <a:cubicBezTo>
                      <a:pt x="133" y="15"/>
                      <a:pt x="124" y="11"/>
                      <a:pt x="112" y="11"/>
                    </a:cubicBezTo>
                    <a:close/>
                  </a:path>
                </a:pathLst>
              </a:custGeom>
              <a:solidFill>
                <a:srgbClr val="669A4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2" name="Freeform 178">
                <a:extLst>
                  <a:ext uri="{FF2B5EF4-FFF2-40B4-BE49-F238E27FC236}">
                    <a16:creationId xmlns:a16="http://schemas.microsoft.com/office/drawing/2014/main" id="{263D18CC-825A-BE06-98CA-C9146983E273}"/>
                  </a:ext>
                </a:extLst>
              </p:cNvPr>
              <p:cNvSpPr>
                <a:spLocks noChangeArrowheads="1"/>
              </p:cNvSpPr>
              <p:nvPr/>
            </p:nvSpPr>
            <p:spPr bwMode="auto">
              <a:xfrm>
                <a:off x="5002213" y="3649663"/>
                <a:ext cx="346075" cy="39687"/>
              </a:xfrm>
              <a:custGeom>
                <a:avLst/>
                <a:gdLst>
                  <a:gd name="T0" fmla="*/ 949 w 962"/>
                  <a:gd name="T1" fmla="*/ 0 h 111"/>
                  <a:gd name="T2" fmla="*/ 961 w 962"/>
                  <a:gd name="T3" fmla="*/ 0 h 111"/>
                  <a:gd name="T4" fmla="*/ 961 w 962"/>
                  <a:gd name="T5" fmla="*/ 110 h 111"/>
                  <a:gd name="T6" fmla="*/ 949 w 962"/>
                  <a:gd name="T7" fmla="*/ 110 h 111"/>
                  <a:gd name="T8" fmla="*/ 890 w 962"/>
                  <a:gd name="T9" fmla="*/ 21 h 111"/>
                  <a:gd name="T10" fmla="*/ 891 w 962"/>
                  <a:gd name="T11" fmla="*/ 39 h 111"/>
                  <a:gd name="T12" fmla="*/ 891 w 962"/>
                  <a:gd name="T13" fmla="*/ 110 h 111"/>
                  <a:gd name="T14" fmla="*/ 879 w 962"/>
                  <a:gd name="T15" fmla="*/ 110 h 111"/>
                  <a:gd name="T16" fmla="*/ 879 w 962"/>
                  <a:gd name="T17" fmla="*/ 0 h 111"/>
                  <a:gd name="T18" fmla="*/ 891 w 962"/>
                  <a:gd name="T19" fmla="*/ 0 h 111"/>
                  <a:gd name="T20" fmla="*/ 949 w 962"/>
                  <a:gd name="T21" fmla="*/ 88 h 111"/>
                  <a:gd name="T22" fmla="*/ 949 w 962"/>
                  <a:gd name="T23" fmla="*/ 0 h 111"/>
                  <a:gd name="T24" fmla="*/ 103 w 962"/>
                  <a:gd name="T25" fmla="*/ 0 h 111"/>
                  <a:gd name="T26" fmla="*/ 89 w 962"/>
                  <a:gd name="T27" fmla="*/ 0 h 111"/>
                  <a:gd name="T28" fmla="*/ 53 w 962"/>
                  <a:gd name="T29" fmla="*/ 76 h 111"/>
                  <a:gd name="T30" fmla="*/ 16 w 962"/>
                  <a:gd name="T31" fmla="*/ 0 h 111"/>
                  <a:gd name="T32" fmla="*/ 0 w 962"/>
                  <a:gd name="T33" fmla="*/ 0 h 111"/>
                  <a:gd name="T34" fmla="*/ 0 w 962"/>
                  <a:gd name="T35" fmla="*/ 110 h 111"/>
                  <a:gd name="T36" fmla="*/ 12 w 962"/>
                  <a:gd name="T37" fmla="*/ 110 h 111"/>
                  <a:gd name="T38" fmla="*/ 12 w 962"/>
                  <a:gd name="T39" fmla="*/ 29 h 111"/>
                  <a:gd name="T40" fmla="*/ 12 w 962"/>
                  <a:gd name="T41" fmla="*/ 18 h 111"/>
                  <a:gd name="T42" fmla="*/ 49 w 962"/>
                  <a:gd name="T43" fmla="*/ 94 h 111"/>
                  <a:gd name="T44" fmla="*/ 56 w 962"/>
                  <a:gd name="T45" fmla="*/ 94 h 111"/>
                  <a:gd name="T46" fmla="*/ 93 w 962"/>
                  <a:gd name="T47" fmla="*/ 19 h 111"/>
                  <a:gd name="T48" fmla="*/ 93 w 962"/>
                  <a:gd name="T49" fmla="*/ 28 h 111"/>
                  <a:gd name="T50" fmla="*/ 93 w 962"/>
                  <a:gd name="T51" fmla="*/ 110 h 111"/>
                  <a:gd name="T52" fmla="*/ 105 w 962"/>
                  <a:gd name="T53" fmla="*/ 110 h 111"/>
                  <a:gd name="T54" fmla="*/ 105 w 962"/>
                  <a:gd name="T55" fmla="*/ 1 h 111"/>
                  <a:gd name="T56" fmla="*/ 103 w 962"/>
                  <a:gd name="T57" fmla="*/ 1 h 111"/>
                  <a:gd name="T58" fmla="*/ 103 w 962"/>
                  <a:gd name="T5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2" h="111">
                    <a:moveTo>
                      <a:pt x="949" y="0"/>
                    </a:moveTo>
                    <a:lnTo>
                      <a:pt x="961" y="0"/>
                    </a:lnTo>
                    <a:lnTo>
                      <a:pt x="961" y="110"/>
                    </a:lnTo>
                    <a:lnTo>
                      <a:pt x="949" y="110"/>
                    </a:lnTo>
                    <a:lnTo>
                      <a:pt x="890" y="21"/>
                    </a:lnTo>
                    <a:lnTo>
                      <a:pt x="891" y="39"/>
                    </a:lnTo>
                    <a:lnTo>
                      <a:pt x="891" y="110"/>
                    </a:lnTo>
                    <a:lnTo>
                      <a:pt x="879" y="110"/>
                    </a:lnTo>
                    <a:lnTo>
                      <a:pt x="879" y="0"/>
                    </a:lnTo>
                    <a:lnTo>
                      <a:pt x="891" y="0"/>
                    </a:lnTo>
                    <a:lnTo>
                      <a:pt x="949" y="88"/>
                    </a:lnTo>
                    <a:lnTo>
                      <a:pt x="949" y="0"/>
                    </a:lnTo>
                    <a:close/>
                    <a:moveTo>
                      <a:pt x="103" y="0"/>
                    </a:moveTo>
                    <a:lnTo>
                      <a:pt x="89" y="0"/>
                    </a:lnTo>
                    <a:lnTo>
                      <a:pt x="53" y="76"/>
                    </a:lnTo>
                    <a:lnTo>
                      <a:pt x="16" y="0"/>
                    </a:lnTo>
                    <a:lnTo>
                      <a:pt x="0" y="0"/>
                    </a:lnTo>
                    <a:lnTo>
                      <a:pt x="0" y="110"/>
                    </a:lnTo>
                    <a:lnTo>
                      <a:pt x="12" y="110"/>
                    </a:lnTo>
                    <a:lnTo>
                      <a:pt x="12" y="29"/>
                    </a:lnTo>
                    <a:lnTo>
                      <a:pt x="12" y="18"/>
                    </a:lnTo>
                    <a:lnTo>
                      <a:pt x="49" y="94"/>
                    </a:lnTo>
                    <a:lnTo>
                      <a:pt x="56" y="94"/>
                    </a:lnTo>
                    <a:lnTo>
                      <a:pt x="93" y="19"/>
                    </a:lnTo>
                    <a:cubicBezTo>
                      <a:pt x="93" y="22"/>
                      <a:pt x="93" y="25"/>
                      <a:pt x="93" y="28"/>
                    </a:cubicBezTo>
                    <a:lnTo>
                      <a:pt x="93" y="110"/>
                    </a:lnTo>
                    <a:lnTo>
                      <a:pt x="105" y="110"/>
                    </a:lnTo>
                    <a:lnTo>
                      <a:pt x="105" y="1"/>
                    </a:lnTo>
                    <a:lnTo>
                      <a:pt x="103" y="1"/>
                    </a:lnTo>
                    <a:lnTo>
                      <a:pt x="103" y="0"/>
                    </a:lnTo>
                    <a:close/>
                  </a:path>
                </a:pathLst>
              </a:custGeom>
              <a:solidFill>
                <a:srgbClr val="33333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3" name="Freeform 179">
                <a:extLst>
                  <a:ext uri="{FF2B5EF4-FFF2-40B4-BE49-F238E27FC236}">
                    <a16:creationId xmlns:a16="http://schemas.microsoft.com/office/drawing/2014/main" id="{44B8CE24-328E-0E7E-210C-0C48BE73EC16}"/>
                  </a:ext>
                </a:extLst>
              </p:cNvPr>
              <p:cNvSpPr>
                <a:spLocks noChangeArrowheads="1"/>
              </p:cNvSpPr>
              <p:nvPr/>
            </p:nvSpPr>
            <p:spPr bwMode="auto">
              <a:xfrm>
                <a:off x="5060950" y="3498850"/>
                <a:ext cx="230188" cy="115888"/>
              </a:xfrm>
              <a:custGeom>
                <a:avLst/>
                <a:gdLst>
                  <a:gd name="T0" fmla="*/ 318 w 638"/>
                  <a:gd name="T1" fmla="*/ 0 h 320"/>
                  <a:gd name="T2" fmla="*/ 0 w 638"/>
                  <a:gd name="T3" fmla="*/ 319 h 320"/>
                  <a:gd name="T4" fmla="*/ 109 w 638"/>
                  <a:gd name="T5" fmla="*/ 319 h 320"/>
                  <a:gd name="T6" fmla="*/ 372 w 638"/>
                  <a:gd name="T7" fmla="*/ 56 h 320"/>
                  <a:gd name="T8" fmla="*/ 318 w 638"/>
                  <a:gd name="T9" fmla="*/ 0 h 320"/>
                  <a:gd name="T10" fmla="*/ 332 w 638"/>
                  <a:gd name="T11" fmla="*/ 319 h 320"/>
                  <a:gd name="T12" fmla="*/ 429 w 638"/>
                  <a:gd name="T13" fmla="*/ 222 h 320"/>
                  <a:gd name="T14" fmla="*/ 526 w 638"/>
                  <a:gd name="T15" fmla="*/ 319 h 320"/>
                  <a:gd name="T16" fmla="*/ 637 w 638"/>
                  <a:gd name="T17" fmla="*/ 319 h 320"/>
                  <a:gd name="T18" fmla="*/ 429 w 638"/>
                  <a:gd name="T19" fmla="*/ 112 h 320"/>
                  <a:gd name="T20" fmla="*/ 221 w 638"/>
                  <a:gd name="T21" fmla="*/ 319 h 320"/>
                  <a:gd name="T22" fmla="*/ 332 w 638"/>
                  <a:gd name="T23" fmla="*/ 31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8" h="320">
                    <a:moveTo>
                      <a:pt x="318" y="0"/>
                    </a:moveTo>
                    <a:lnTo>
                      <a:pt x="0" y="319"/>
                    </a:lnTo>
                    <a:lnTo>
                      <a:pt x="109" y="319"/>
                    </a:lnTo>
                    <a:lnTo>
                      <a:pt x="372" y="56"/>
                    </a:lnTo>
                    <a:lnTo>
                      <a:pt x="318" y="0"/>
                    </a:lnTo>
                    <a:close/>
                    <a:moveTo>
                      <a:pt x="332" y="319"/>
                    </a:moveTo>
                    <a:lnTo>
                      <a:pt x="429" y="222"/>
                    </a:lnTo>
                    <a:lnTo>
                      <a:pt x="526" y="319"/>
                    </a:lnTo>
                    <a:lnTo>
                      <a:pt x="637" y="319"/>
                    </a:lnTo>
                    <a:lnTo>
                      <a:pt x="429" y="112"/>
                    </a:lnTo>
                    <a:lnTo>
                      <a:pt x="221" y="319"/>
                    </a:lnTo>
                    <a:lnTo>
                      <a:pt x="332" y="319"/>
                    </a:lnTo>
                    <a:close/>
                  </a:path>
                </a:pathLst>
              </a:custGeom>
              <a:solidFill>
                <a:srgbClr val="669A4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60" name="Group 159">
            <a:extLst>
              <a:ext uri="{FF2B5EF4-FFF2-40B4-BE49-F238E27FC236}">
                <a16:creationId xmlns:a16="http://schemas.microsoft.com/office/drawing/2014/main" id="{61E29D10-5AEE-2DE5-1B13-0567630F4DC2}"/>
              </a:ext>
            </a:extLst>
          </p:cNvPr>
          <p:cNvGrpSpPr/>
          <p:nvPr/>
        </p:nvGrpSpPr>
        <p:grpSpPr>
          <a:xfrm>
            <a:off x="4622803" y="5615015"/>
            <a:ext cx="2220565" cy="295912"/>
            <a:chOff x="4240213" y="4862513"/>
            <a:chExt cx="1441450" cy="192087"/>
          </a:xfrm>
        </p:grpSpPr>
        <p:grpSp>
          <p:nvGrpSpPr>
            <p:cNvPr id="161" name="Group 160">
              <a:extLst>
                <a:ext uri="{FF2B5EF4-FFF2-40B4-BE49-F238E27FC236}">
                  <a16:creationId xmlns:a16="http://schemas.microsoft.com/office/drawing/2014/main" id="{4757862C-08DB-54ED-9A8F-6C364F0943FF}"/>
                </a:ext>
              </a:extLst>
            </p:cNvPr>
            <p:cNvGrpSpPr/>
            <p:nvPr/>
          </p:nvGrpSpPr>
          <p:grpSpPr>
            <a:xfrm>
              <a:off x="4240213" y="4887913"/>
              <a:ext cx="484187" cy="127000"/>
              <a:chOff x="4240213" y="4887913"/>
              <a:chExt cx="484187" cy="127000"/>
            </a:xfrm>
          </p:grpSpPr>
          <p:sp>
            <p:nvSpPr>
              <p:cNvPr id="177" name="Freeform 180">
                <a:extLst>
                  <a:ext uri="{FF2B5EF4-FFF2-40B4-BE49-F238E27FC236}">
                    <a16:creationId xmlns:a16="http://schemas.microsoft.com/office/drawing/2014/main" id="{24EFFE37-E0A5-58CC-0E11-2A8DB49D061A}"/>
                  </a:ext>
                </a:extLst>
              </p:cNvPr>
              <p:cNvSpPr>
                <a:spLocks noChangeArrowheads="1"/>
              </p:cNvSpPr>
              <p:nvPr/>
            </p:nvSpPr>
            <p:spPr bwMode="auto">
              <a:xfrm>
                <a:off x="4327525" y="4887913"/>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0"/>
                      <a:pt x="12" y="342"/>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8" name="Freeform 181">
                <a:extLst>
                  <a:ext uri="{FF2B5EF4-FFF2-40B4-BE49-F238E27FC236}">
                    <a16:creationId xmlns:a16="http://schemas.microsoft.com/office/drawing/2014/main" id="{48796892-48B0-46BB-DDB9-6A4D0A07D108}"/>
                  </a:ext>
                </a:extLst>
              </p:cNvPr>
              <p:cNvSpPr>
                <a:spLocks noChangeArrowheads="1"/>
              </p:cNvSpPr>
              <p:nvPr/>
            </p:nvSpPr>
            <p:spPr bwMode="auto">
              <a:xfrm>
                <a:off x="4354513" y="4919663"/>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4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4"/>
                    </a:lnTo>
                    <a:cubicBezTo>
                      <a:pt x="178" y="14"/>
                      <a:pt x="154" y="0"/>
                      <a:pt x="120" y="0"/>
                    </a:cubicBezTo>
                    <a:cubicBezTo>
                      <a:pt x="52" y="0"/>
                      <a:pt x="1" y="56"/>
                      <a:pt x="1" y="129"/>
                    </a:cubicBezTo>
                    <a:cubicBezTo>
                      <a:pt x="0" y="203"/>
                      <a:pt x="51" y="259"/>
                      <a:pt x="119" y="259"/>
                    </a:cubicBezTo>
                    <a:close/>
                    <a:moveTo>
                      <a:pt x="132" y="62"/>
                    </a:moveTo>
                    <a:cubicBezTo>
                      <a:pt x="169" y="62"/>
                      <a:pt x="195" y="92"/>
                      <a:pt x="195" y="130"/>
                    </a:cubicBezTo>
                    <a:cubicBezTo>
                      <a:pt x="195" y="169"/>
                      <a:pt x="169" y="197"/>
                      <a:pt x="132" y="197"/>
                    </a:cubicBezTo>
                    <a:cubicBezTo>
                      <a:pt x="93" y="197"/>
                      <a:pt x="69" y="168"/>
                      <a:pt x="69" y="130"/>
                    </a:cubicBezTo>
                    <a:cubicBezTo>
                      <a:pt x="69" y="93"/>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9" name="Freeform 182">
                <a:extLst>
                  <a:ext uri="{FF2B5EF4-FFF2-40B4-BE49-F238E27FC236}">
                    <a16:creationId xmlns:a16="http://schemas.microsoft.com/office/drawing/2014/main" id="{04FB7E15-B09F-C614-9C0A-B9B96F2690F0}"/>
                  </a:ext>
                </a:extLst>
              </p:cNvPr>
              <p:cNvSpPr>
                <a:spLocks noChangeArrowheads="1"/>
              </p:cNvSpPr>
              <p:nvPr/>
            </p:nvSpPr>
            <p:spPr bwMode="auto">
              <a:xfrm>
                <a:off x="4454525" y="4887913"/>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0" name="Freeform 183">
                <a:extLst>
                  <a:ext uri="{FF2B5EF4-FFF2-40B4-BE49-F238E27FC236}">
                    <a16:creationId xmlns:a16="http://schemas.microsoft.com/office/drawing/2014/main" id="{709C4274-DE2B-783D-0EFC-90CDA800DE0C}"/>
                  </a:ext>
                </a:extLst>
              </p:cNvPr>
              <p:cNvSpPr>
                <a:spLocks noChangeArrowheads="1"/>
              </p:cNvSpPr>
              <p:nvPr/>
            </p:nvSpPr>
            <p:spPr bwMode="auto">
              <a:xfrm>
                <a:off x="4481513" y="4921250"/>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1" name="Freeform 184">
                <a:extLst>
                  <a:ext uri="{FF2B5EF4-FFF2-40B4-BE49-F238E27FC236}">
                    <a16:creationId xmlns:a16="http://schemas.microsoft.com/office/drawing/2014/main" id="{11B7CEBA-AAEC-CA69-C47C-1FEBCA61F832}"/>
                  </a:ext>
                </a:extLst>
              </p:cNvPr>
              <p:cNvSpPr>
                <a:spLocks noChangeArrowheads="1"/>
              </p:cNvSpPr>
              <p:nvPr/>
            </p:nvSpPr>
            <p:spPr bwMode="auto">
              <a:xfrm>
                <a:off x="4579938" y="4919663"/>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2" name="Freeform 185">
                <a:extLst>
                  <a:ext uri="{FF2B5EF4-FFF2-40B4-BE49-F238E27FC236}">
                    <a16:creationId xmlns:a16="http://schemas.microsoft.com/office/drawing/2014/main" id="{B59276D3-4180-63C3-ED3F-014E1468BBFE}"/>
                  </a:ext>
                </a:extLst>
              </p:cNvPr>
              <p:cNvSpPr>
                <a:spLocks noChangeArrowheads="1"/>
              </p:cNvSpPr>
              <p:nvPr/>
            </p:nvSpPr>
            <p:spPr bwMode="auto">
              <a:xfrm>
                <a:off x="4240213" y="4919663"/>
                <a:ext cx="85725" cy="93662"/>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8"/>
                      <a:pt x="147" y="205"/>
                      <a:pt x="110" y="20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62" name="Freeform 186">
              <a:extLst>
                <a:ext uri="{FF2B5EF4-FFF2-40B4-BE49-F238E27FC236}">
                  <a16:creationId xmlns:a16="http://schemas.microsoft.com/office/drawing/2014/main" id="{0A92123C-51BC-2AB9-1DFE-6D067865C548}"/>
                </a:ext>
              </a:extLst>
            </p:cNvPr>
            <p:cNvSpPr>
              <a:spLocks noChangeArrowheads="1"/>
            </p:cNvSpPr>
            <p:nvPr/>
          </p:nvSpPr>
          <p:spPr bwMode="auto">
            <a:xfrm>
              <a:off x="4860925" y="4862513"/>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63" name="Group 162">
              <a:extLst>
                <a:ext uri="{FF2B5EF4-FFF2-40B4-BE49-F238E27FC236}">
                  <a16:creationId xmlns:a16="http://schemas.microsoft.com/office/drawing/2014/main" id="{B2BDF5B8-1663-50CD-741F-DE79FC5D9ACD}"/>
                </a:ext>
              </a:extLst>
            </p:cNvPr>
            <p:cNvGrpSpPr/>
            <p:nvPr/>
          </p:nvGrpSpPr>
          <p:grpSpPr>
            <a:xfrm>
              <a:off x="4991100" y="4862513"/>
              <a:ext cx="690563" cy="188912"/>
              <a:chOff x="4991100" y="4862513"/>
              <a:chExt cx="690563" cy="188912"/>
            </a:xfrm>
          </p:grpSpPr>
          <p:sp>
            <p:nvSpPr>
              <p:cNvPr id="164" name="Freeform 187">
                <a:extLst>
                  <a:ext uri="{FF2B5EF4-FFF2-40B4-BE49-F238E27FC236}">
                    <a16:creationId xmlns:a16="http://schemas.microsoft.com/office/drawing/2014/main" id="{675D0BED-BB29-8AF8-183D-2DCB8E5AB70E}"/>
                  </a:ext>
                </a:extLst>
              </p:cNvPr>
              <p:cNvSpPr>
                <a:spLocks noChangeArrowheads="1"/>
              </p:cNvSpPr>
              <p:nvPr/>
            </p:nvSpPr>
            <p:spPr bwMode="auto">
              <a:xfrm>
                <a:off x="5668963" y="4919663"/>
                <a:ext cx="12700" cy="12700"/>
              </a:xfrm>
              <a:custGeom>
                <a:avLst/>
                <a:gdLst>
                  <a:gd name="T0" fmla="*/ 15 w 37"/>
                  <a:gd name="T1" fmla="*/ 12 h 37"/>
                  <a:gd name="T2" fmla="*/ 15 w 37"/>
                  <a:gd name="T3" fmla="*/ 18 h 37"/>
                  <a:gd name="T4" fmla="*/ 17 w 37"/>
                  <a:gd name="T5" fmla="*/ 18 h 37"/>
                  <a:gd name="T6" fmla="*/ 21 w 37"/>
                  <a:gd name="T7" fmla="*/ 15 h 37"/>
                  <a:gd name="T8" fmla="*/ 17 w 37"/>
                  <a:gd name="T9" fmla="*/ 12 h 37"/>
                  <a:gd name="T10" fmla="*/ 15 w 37"/>
                  <a:gd name="T11" fmla="*/ 12 h 37"/>
                  <a:gd name="T12" fmla="*/ 24 w 37"/>
                  <a:gd name="T13" fmla="*/ 29 h 37"/>
                  <a:gd name="T14" fmla="*/ 22 w 37"/>
                  <a:gd name="T15" fmla="*/ 29 h 37"/>
                  <a:gd name="T16" fmla="*/ 21 w 37"/>
                  <a:gd name="T17" fmla="*/ 29 h 37"/>
                  <a:gd name="T18" fmla="*/ 20 w 37"/>
                  <a:gd name="T19" fmla="*/ 27 h 37"/>
                  <a:gd name="T20" fmla="*/ 17 w 37"/>
                  <a:gd name="T21" fmla="*/ 21 h 37"/>
                  <a:gd name="T22" fmla="*/ 16 w 37"/>
                  <a:gd name="T23" fmla="*/ 20 h 37"/>
                  <a:gd name="T24" fmla="*/ 15 w 37"/>
                  <a:gd name="T25" fmla="*/ 20 h 37"/>
                  <a:gd name="T26" fmla="*/ 15 w 37"/>
                  <a:gd name="T27" fmla="*/ 28 h 37"/>
                  <a:gd name="T28" fmla="*/ 14 w 37"/>
                  <a:gd name="T29" fmla="*/ 29 h 37"/>
                  <a:gd name="T30" fmla="*/ 13 w 37"/>
                  <a:gd name="T31" fmla="*/ 29 h 37"/>
                  <a:gd name="T32" fmla="*/ 12 w 37"/>
                  <a:gd name="T33" fmla="*/ 28 h 37"/>
                  <a:gd name="T34" fmla="*/ 12 w 37"/>
                  <a:gd name="T35" fmla="*/ 10 h 37"/>
                  <a:gd name="T36" fmla="*/ 13 w 37"/>
                  <a:gd name="T37" fmla="*/ 8 h 37"/>
                  <a:gd name="T38" fmla="*/ 18 w 37"/>
                  <a:gd name="T39" fmla="*/ 8 h 37"/>
                  <a:gd name="T40" fmla="*/ 24 w 37"/>
                  <a:gd name="T41" fmla="*/ 14 h 37"/>
                  <a:gd name="T42" fmla="*/ 19 w 37"/>
                  <a:gd name="T43" fmla="*/ 19 h 37"/>
                  <a:gd name="T44" fmla="*/ 24 w 37"/>
                  <a:gd name="T45" fmla="*/ 27 h 37"/>
                  <a:gd name="T46" fmla="*/ 24 w 37"/>
                  <a:gd name="T47" fmla="*/ 29 h 37"/>
                  <a:gd name="T48" fmla="*/ 3 w 37"/>
                  <a:gd name="T49" fmla="*/ 18 h 37"/>
                  <a:gd name="T50" fmla="*/ 18 w 37"/>
                  <a:gd name="T51" fmla="*/ 33 h 37"/>
                  <a:gd name="T52" fmla="*/ 33 w 37"/>
                  <a:gd name="T53" fmla="*/ 18 h 37"/>
                  <a:gd name="T54" fmla="*/ 18 w 37"/>
                  <a:gd name="T55" fmla="*/ 3 h 37"/>
                  <a:gd name="T56" fmla="*/ 3 w 37"/>
                  <a:gd name="T57" fmla="*/ 18 h 37"/>
                  <a:gd name="T58" fmla="*/ 0 w 37"/>
                  <a:gd name="T59" fmla="*/ 18 h 37"/>
                  <a:gd name="T60" fmla="*/ 18 w 37"/>
                  <a:gd name="T61" fmla="*/ 0 h 37"/>
                  <a:gd name="T62" fmla="*/ 36 w 37"/>
                  <a:gd name="T63" fmla="*/ 18 h 37"/>
                  <a:gd name="T64" fmla="*/ 18 w 37"/>
                  <a:gd name="T65" fmla="*/ 36 h 37"/>
                  <a:gd name="T66" fmla="*/ 0 w 37"/>
                  <a:gd name="T67" fmla="*/ 1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 h="37">
                    <a:moveTo>
                      <a:pt x="15" y="12"/>
                    </a:moveTo>
                    <a:lnTo>
                      <a:pt x="15" y="18"/>
                    </a:lnTo>
                    <a:lnTo>
                      <a:pt x="17" y="18"/>
                    </a:lnTo>
                    <a:cubicBezTo>
                      <a:pt x="20" y="18"/>
                      <a:pt x="21" y="17"/>
                      <a:pt x="21" y="15"/>
                    </a:cubicBezTo>
                    <a:lnTo>
                      <a:pt x="17" y="12"/>
                    </a:lnTo>
                    <a:lnTo>
                      <a:pt x="15" y="12"/>
                    </a:lnTo>
                    <a:close/>
                    <a:moveTo>
                      <a:pt x="24" y="29"/>
                    </a:moveTo>
                    <a:lnTo>
                      <a:pt x="22" y="29"/>
                    </a:lnTo>
                    <a:lnTo>
                      <a:pt x="21" y="29"/>
                    </a:lnTo>
                    <a:lnTo>
                      <a:pt x="20" y="27"/>
                    </a:lnTo>
                    <a:lnTo>
                      <a:pt x="17" y="21"/>
                    </a:lnTo>
                    <a:lnTo>
                      <a:pt x="16" y="20"/>
                    </a:lnTo>
                    <a:lnTo>
                      <a:pt x="15" y="20"/>
                    </a:lnTo>
                    <a:lnTo>
                      <a:pt x="15" y="28"/>
                    </a:lnTo>
                    <a:lnTo>
                      <a:pt x="14" y="29"/>
                    </a:lnTo>
                    <a:lnTo>
                      <a:pt x="13" y="29"/>
                    </a:lnTo>
                    <a:lnTo>
                      <a:pt x="12" y="28"/>
                    </a:lnTo>
                    <a:lnTo>
                      <a:pt x="12" y="10"/>
                    </a:lnTo>
                    <a:lnTo>
                      <a:pt x="13" y="8"/>
                    </a:lnTo>
                    <a:lnTo>
                      <a:pt x="18" y="8"/>
                    </a:lnTo>
                    <a:cubicBezTo>
                      <a:pt x="22" y="8"/>
                      <a:pt x="24" y="11"/>
                      <a:pt x="24" y="14"/>
                    </a:cubicBezTo>
                    <a:cubicBezTo>
                      <a:pt x="24" y="17"/>
                      <a:pt x="22" y="19"/>
                      <a:pt x="19" y="19"/>
                    </a:cubicBezTo>
                    <a:cubicBezTo>
                      <a:pt x="20" y="19"/>
                      <a:pt x="22" y="22"/>
                      <a:pt x="24" y="27"/>
                    </a:cubicBezTo>
                    <a:lnTo>
                      <a:pt x="24" y="29"/>
                    </a:lnTo>
                    <a:close/>
                    <a:moveTo>
                      <a:pt x="3" y="18"/>
                    </a:moveTo>
                    <a:cubicBezTo>
                      <a:pt x="3" y="27"/>
                      <a:pt x="9" y="33"/>
                      <a:pt x="18" y="33"/>
                    </a:cubicBezTo>
                    <a:cubicBezTo>
                      <a:pt x="27" y="33"/>
                      <a:pt x="33" y="27"/>
                      <a:pt x="33" y="18"/>
                    </a:cubicBezTo>
                    <a:cubicBezTo>
                      <a:pt x="33" y="10"/>
                      <a:pt x="27" y="3"/>
                      <a:pt x="18" y="3"/>
                    </a:cubicBezTo>
                    <a:cubicBezTo>
                      <a:pt x="9" y="3"/>
                      <a:pt x="3" y="10"/>
                      <a:pt x="3" y="18"/>
                    </a:cubicBezTo>
                    <a:close/>
                    <a:moveTo>
                      <a:pt x="0" y="18"/>
                    </a:moveTo>
                    <a:cubicBezTo>
                      <a:pt x="0" y="8"/>
                      <a:pt x="7" y="0"/>
                      <a:pt x="18" y="0"/>
                    </a:cubicBezTo>
                    <a:cubicBezTo>
                      <a:pt x="28" y="0"/>
                      <a:pt x="36" y="7"/>
                      <a:pt x="36" y="18"/>
                    </a:cubicBezTo>
                    <a:cubicBezTo>
                      <a:pt x="36" y="29"/>
                      <a:pt x="28" y="36"/>
                      <a:pt x="18" y="36"/>
                    </a:cubicBezTo>
                    <a:cubicBezTo>
                      <a:pt x="8" y="36"/>
                      <a:pt x="0" y="29"/>
                      <a:pt x="0" y="18"/>
                    </a:cubicBez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5" name="Freeform 188">
                <a:extLst>
                  <a:ext uri="{FF2B5EF4-FFF2-40B4-BE49-F238E27FC236}">
                    <a16:creationId xmlns:a16="http://schemas.microsoft.com/office/drawing/2014/main" id="{89F9145D-43C6-37E8-5735-FB3FDB11F10A}"/>
                  </a:ext>
                </a:extLst>
              </p:cNvPr>
              <p:cNvSpPr>
                <a:spLocks noChangeArrowheads="1"/>
              </p:cNvSpPr>
              <p:nvPr/>
            </p:nvSpPr>
            <p:spPr bwMode="auto">
              <a:xfrm>
                <a:off x="5067300" y="4921250"/>
                <a:ext cx="73025" cy="73025"/>
              </a:xfrm>
              <a:custGeom>
                <a:avLst/>
                <a:gdLst>
                  <a:gd name="T0" fmla="*/ 147 w 205"/>
                  <a:gd name="T1" fmla="*/ 84 h 203"/>
                  <a:gd name="T2" fmla="*/ 147 w 205"/>
                  <a:gd name="T3" fmla="*/ 75 h 203"/>
                  <a:gd name="T4" fmla="*/ 204 w 205"/>
                  <a:gd name="T5" fmla="*/ 75 h 203"/>
                  <a:gd name="T6" fmla="*/ 185 w 205"/>
                  <a:gd name="T7" fmla="*/ 17 h 203"/>
                  <a:gd name="T8" fmla="*/ 175 w 205"/>
                  <a:gd name="T9" fmla="*/ 0 h 203"/>
                  <a:gd name="T10" fmla="*/ 118 w 205"/>
                  <a:gd name="T11" fmla="*/ 34 h 203"/>
                  <a:gd name="T12" fmla="*/ 67 w 205"/>
                  <a:gd name="T13" fmla="*/ 178 h 203"/>
                  <a:gd name="T14" fmla="*/ 0 w 205"/>
                  <a:gd name="T15" fmla="*/ 199 h 203"/>
                  <a:gd name="T16" fmla="*/ 22 w 205"/>
                  <a:gd name="T17" fmla="*/ 201 h 203"/>
                  <a:gd name="T18" fmla="*/ 108 w 205"/>
                  <a:gd name="T19" fmla="*/ 166 h 203"/>
                  <a:gd name="T20" fmla="*/ 147 w 205"/>
                  <a:gd name="T21" fmla="*/ 8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5" h="203">
                    <a:moveTo>
                      <a:pt x="147" y="84"/>
                    </a:moveTo>
                    <a:lnTo>
                      <a:pt x="147" y="75"/>
                    </a:lnTo>
                    <a:lnTo>
                      <a:pt x="204" y="75"/>
                    </a:lnTo>
                    <a:cubicBezTo>
                      <a:pt x="201" y="56"/>
                      <a:pt x="195" y="36"/>
                      <a:pt x="185" y="17"/>
                    </a:cubicBezTo>
                    <a:cubicBezTo>
                      <a:pt x="182" y="12"/>
                      <a:pt x="178" y="6"/>
                      <a:pt x="175" y="0"/>
                    </a:cubicBezTo>
                    <a:lnTo>
                      <a:pt x="118" y="34"/>
                    </a:lnTo>
                    <a:cubicBezTo>
                      <a:pt x="153" y="96"/>
                      <a:pt x="115" y="150"/>
                      <a:pt x="67" y="178"/>
                    </a:cubicBezTo>
                    <a:cubicBezTo>
                      <a:pt x="48" y="189"/>
                      <a:pt x="25" y="197"/>
                      <a:pt x="0" y="199"/>
                    </a:cubicBezTo>
                    <a:cubicBezTo>
                      <a:pt x="7" y="201"/>
                      <a:pt x="15" y="201"/>
                      <a:pt x="22" y="201"/>
                    </a:cubicBezTo>
                    <a:cubicBezTo>
                      <a:pt x="52" y="202"/>
                      <a:pt x="84" y="189"/>
                      <a:pt x="108" y="166"/>
                    </a:cubicBezTo>
                    <a:cubicBezTo>
                      <a:pt x="133" y="144"/>
                      <a:pt x="147" y="114"/>
                      <a:pt x="147" y="84"/>
                    </a:cubicBezTo>
                  </a:path>
                </a:pathLst>
              </a:custGeom>
              <a:solidFill>
                <a:srgbClr val="E3312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6" name="Freeform 189">
                <a:extLst>
                  <a:ext uri="{FF2B5EF4-FFF2-40B4-BE49-F238E27FC236}">
                    <a16:creationId xmlns:a16="http://schemas.microsoft.com/office/drawing/2014/main" id="{15DEFB9D-90CD-BFB6-CFA5-BBEA775ABD44}"/>
                  </a:ext>
                </a:extLst>
              </p:cNvPr>
              <p:cNvSpPr>
                <a:spLocks noChangeArrowheads="1"/>
              </p:cNvSpPr>
              <p:nvPr/>
            </p:nvSpPr>
            <p:spPr bwMode="auto">
              <a:xfrm>
                <a:off x="5045075" y="4951413"/>
                <a:ext cx="96838" cy="57150"/>
              </a:xfrm>
              <a:custGeom>
                <a:avLst/>
                <a:gdLst>
                  <a:gd name="T0" fmla="*/ 217 w 270"/>
                  <a:gd name="T1" fmla="*/ 61 h 158"/>
                  <a:gd name="T2" fmla="*/ 253 w 270"/>
                  <a:gd name="T3" fmla="*/ 81 h 158"/>
                  <a:gd name="T4" fmla="*/ 269 w 270"/>
                  <a:gd name="T5" fmla="*/ 13 h 158"/>
                  <a:gd name="T6" fmla="*/ 268 w 270"/>
                  <a:gd name="T7" fmla="*/ 0 h 158"/>
                  <a:gd name="T8" fmla="*/ 218 w 270"/>
                  <a:gd name="T9" fmla="*/ 0 h 158"/>
                  <a:gd name="T10" fmla="*/ 84 w 270"/>
                  <a:gd name="T11" fmla="*/ 126 h 158"/>
                  <a:gd name="T12" fmla="*/ 0 w 270"/>
                  <a:gd name="T13" fmla="*/ 101 h 158"/>
                  <a:gd name="T14" fmla="*/ 26 w 270"/>
                  <a:gd name="T15" fmla="*/ 120 h 158"/>
                  <a:gd name="T16" fmla="*/ 213 w 270"/>
                  <a:gd name="T17" fmla="*/ 68 h 158"/>
                  <a:gd name="T18" fmla="*/ 217 w 270"/>
                  <a:gd name="T19" fmla="*/ 6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0" h="158">
                    <a:moveTo>
                      <a:pt x="217" y="61"/>
                    </a:moveTo>
                    <a:lnTo>
                      <a:pt x="253" y="81"/>
                    </a:lnTo>
                    <a:cubicBezTo>
                      <a:pt x="263" y="60"/>
                      <a:pt x="269" y="36"/>
                      <a:pt x="269" y="13"/>
                    </a:cubicBezTo>
                    <a:cubicBezTo>
                      <a:pt x="269" y="8"/>
                      <a:pt x="269" y="4"/>
                      <a:pt x="268" y="0"/>
                    </a:cubicBezTo>
                    <a:lnTo>
                      <a:pt x="218" y="0"/>
                    </a:lnTo>
                    <a:cubicBezTo>
                      <a:pt x="218" y="68"/>
                      <a:pt x="152" y="126"/>
                      <a:pt x="84" y="126"/>
                    </a:cubicBezTo>
                    <a:cubicBezTo>
                      <a:pt x="54" y="126"/>
                      <a:pt x="25" y="118"/>
                      <a:pt x="0" y="101"/>
                    </a:cubicBezTo>
                    <a:cubicBezTo>
                      <a:pt x="7" y="108"/>
                      <a:pt x="16" y="114"/>
                      <a:pt x="26" y="120"/>
                    </a:cubicBezTo>
                    <a:cubicBezTo>
                      <a:pt x="91" y="157"/>
                      <a:pt x="175" y="135"/>
                      <a:pt x="213" y="68"/>
                    </a:cubicBezTo>
                    <a:lnTo>
                      <a:pt x="217" y="61"/>
                    </a:lnTo>
                  </a:path>
                </a:pathLst>
              </a:custGeom>
              <a:solidFill>
                <a:srgbClr val="E3312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7" name="Freeform 190">
                <a:extLst>
                  <a:ext uri="{FF2B5EF4-FFF2-40B4-BE49-F238E27FC236}">
                    <a16:creationId xmlns:a16="http://schemas.microsoft.com/office/drawing/2014/main" id="{ED90DF7F-CA2A-0666-3D14-06106BA0F4DA}"/>
                  </a:ext>
                </a:extLst>
              </p:cNvPr>
              <p:cNvSpPr>
                <a:spLocks noChangeArrowheads="1"/>
              </p:cNvSpPr>
              <p:nvPr/>
            </p:nvSpPr>
            <p:spPr bwMode="auto">
              <a:xfrm>
                <a:off x="5029200" y="4968875"/>
                <a:ext cx="106363" cy="52388"/>
              </a:xfrm>
              <a:custGeom>
                <a:avLst/>
                <a:gdLst>
                  <a:gd name="T0" fmla="*/ 65 w 294"/>
                  <a:gd name="T1" fmla="*/ 78 h 147"/>
                  <a:gd name="T2" fmla="*/ 0 w 294"/>
                  <a:gd name="T3" fmla="*/ 0 h 147"/>
                  <a:gd name="T4" fmla="*/ 17 w 294"/>
                  <a:gd name="T5" fmla="*/ 44 h 147"/>
                  <a:gd name="T6" fmla="*/ 233 w 294"/>
                  <a:gd name="T7" fmla="*/ 102 h 147"/>
                  <a:gd name="T8" fmla="*/ 293 w 294"/>
                  <a:gd name="T9" fmla="*/ 41 h 147"/>
                  <a:gd name="T10" fmla="*/ 265 w 294"/>
                  <a:gd name="T11" fmla="*/ 25 h 147"/>
                  <a:gd name="T12" fmla="*/ 65 w 294"/>
                  <a:gd name="T13" fmla="*/ 78 h 147"/>
                </a:gdLst>
                <a:ahLst/>
                <a:cxnLst>
                  <a:cxn ang="0">
                    <a:pos x="T0" y="T1"/>
                  </a:cxn>
                  <a:cxn ang="0">
                    <a:pos x="T2" y="T3"/>
                  </a:cxn>
                  <a:cxn ang="0">
                    <a:pos x="T4" y="T5"/>
                  </a:cxn>
                  <a:cxn ang="0">
                    <a:pos x="T6" y="T7"/>
                  </a:cxn>
                  <a:cxn ang="0">
                    <a:pos x="T8" y="T9"/>
                  </a:cxn>
                  <a:cxn ang="0">
                    <a:pos x="T10" y="T11"/>
                  </a:cxn>
                  <a:cxn ang="0">
                    <a:pos x="T12" y="T13"/>
                  </a:cxn>
                </a:cxnLst>
                <a:rect l="0" t="0" r="r" b="b"/>
                <a:pathLst>
                  <a:path w="294" h="147">
                    <a:moveTo>
                      <a:pt x="65" y="78"/>
                    </a:moveTo>
                    <a:cubicBezTo>
                      <a:pt x="34" y="60"/>
                      <a:pt x="12" y="32"/>
                      <a:pt x="0" y="0"/>
                    </a:cubicBezTo>
                    <a:cubicBezTo>
                      <a:pt x="3" y="15"/>
                      <a:pt x="10" y="30"/>
                      <a:pt x="17" y="44"/>
                    </a:cubicBezTo>
                    <a:cubicBezTo>
                      <a:pt x="61" y="120"/>
                      <a:pt x="157" y="146"/>
                      <a:pt x="233" y="102"/>
                    </a:cubicBezTo>
                    <a:cubicBezTo>
                      <a:pt x="259" y="87"/>
                      <a:pt x="279" y="65"/>
                      <a:pt x="293" y="41"/>
                    </a:cubicBezTo>
                    <a:lnTo>
                      <a:pt x="265" y="25"/>
                    </a:lnTo>
                    <a:cubicBezTo>
                      <a:pt x="225" y="95"/>
                      <a:pt x="136" y="119"/>
                      <a:pt x="65" y="78"/>
                    </a:cubicBezTo>
                  </a:path>
                </a:pathLst>
              </a:custGeom>
              <a:solidFill>
                <a:srgbClr val="E3312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8" name="Freeform 191">
                <a:extLst>
                  <a:ext uri="{FF2B5EF4-FFF2-40B4-BE49-F238E27FC236}">
                    <a16:creationId xmlns:a16="http://schemas.microsoft.com/office/drawing/2014/main" id="{20F0A3FE-9120-0C01-3D72-3165F254CA6C}"/>
                  </a:ext>
                </a:extLst>
              </p:cNvPr>
              <p:cNvSpPr>
                <a:spLocks noChangeArrowheads="1"/>
              </p:cNvSpPr>
              <p:nvPr/>
            </p:nvSpPr>
            <p:spPr bwMode="auto">
              <a:xfrm>
                <a:off x="4991100" y="4862513"/>
                <a:ext cx="188913" cy="188912"/>
              </a:xfrm>
              <a:custGeom>
                <a:avLst/>
                <a:gdLst>
                  <a:gd name="T0" fmla="*/ 178 w 523"/>
                  <a:gd name="T1" fmla="*/ 116 h 524"/>
                  <a:gd name="T2" fmla="*/ 406 w 523"/>
                  <a:gd name="T3" fmla="*/ 177 h 524"/>
                  <a:gd name="T4" fmla="*/ 345 w 523"/>
                  <a:gd name="T5" fmla="*/ 406 h 524"/>
                  <a:gd name="T6" fmla="*/ 117 w 523"/>
                  <a:gd name="T7" fmla="*/ 345 h 524"/>
                  <a:gd name="T8" fmla="*/ 178 w 523"/>
                  <a:gd name="T9" fmla="*/ 116 h 524"/>
                  <a:gd name="T10" fmla="*/ 147 w 523"/>
                  <a:gd name="T11" fmla="*/ 63 h 524"/>
                  <a:gd name="T12" fmla="*/ 63 w 523"/>
                  <a:gd name="T13" fmla="*/ 376 h 524"/>
                  <a:gd name="T14" fmla="*/ 376 w 523"/>
                  <a:gd name="T15" fmla="*/ 460 h 524"/>
                  <a:gd name="T16" fmla="*/ 459 w 523"/>
                  <a:gd name="T17" fmla="*/ 146 h 524"/>
                  <a:gd name="T18" fmla="*/ 147 w 523"/>
                  <a:gd name="T19" fmla="*/ 63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3" h="524">
                    <a:moveTo>
                      <a:pt x="178" y="116"/>
                    </a:moveTo>
                    <a:cubicBezTo>
                      <a:pt x="258" y="70"/>
                      <a:pt x="359" y="97"/>
                      <a:pt x="406" y="177"/>
                    </a:cubicBezTo>
                    <a:cubicBezTo>
                      <a:pt x="452" y="257"/>
                      <a:pt x="425" y="359"/>
                      <a:pt x="345" y="406"/>
                    </a:cubicBezTo>
                    <a:cubicBezTo>
                      <a:pt x="264" y="452"/>
                      <a:pt x="163" y="426"/>
                      <a:pt x="117" y="345"/>
                    </a:cubicBezTo>
                    <a:cubicBezTo>
                      <a:pt x="71" y="265"/>
                      <a:pt x="97" y="163"/>
                      <a:pt x="178" y="116"/>
                    </a:cubicBezTo>
                    <a:close/>
                    <a:moveTo>
                      <a:pt x="147" y="63"/>
                    </a:moveTo>
                    <a:cubicBezTo>
                      <a:pt x="37" y="126"/>
                      <a:pt x="0" y="267"/>
                      <a:pt x="63" y="376"/>
                    </a:cubicBezTo>
                    <a:cubicBezTo>
                      <a:pt x="126" y="485"/>
                      <a:pt x="267" y="523"/>
                      <a:pt x="376" y="460"/>
                    </a:cubicBezTo>
                    <a:cubicBezTo>
                      <a:pt x="485" y="397"/>
                      <a:pt x="522" y="256"/>
                      <a:pt x="459" y="146"/>
                    </a:cubicBezTo>
                    <a:cubicBezTo>
                      <a:pt x="396" y="37"/>
                      <a:pt x="256" y="0"/>
                      <a:pt x="147" y="63"/>
                    </a:cubicBezTo>
                    <a:close/>
                  </a:path>
                </a:pathLst>
              </a:custGeom>
              <a:solidFill>
                <a:srgbClr val="E3312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9" name="Freeform 192">
                <a:extLst>
                  <a:ext uri="{FF2B5EF4-FFF2-40B4-BE49-F238E27FC236}">
                    <a16:creationId xmlns:a16="http://schemas.microsoft.com/office/drawing/2014/main" id="{6000759C-CA7B-28D2-BF21-6822E646610F}"/>
                  </a:ext>
                </a:extLst>
              </p:cNvPr>
              <p:cNvSpPr>
                <a:spLocks noChangeArrowheads="1"/>
              </p:cNvSpPr>
              <p:nvPr/>
            </p:nvSpPr>
            <p:spPr bwMode="auto">
              <a:xfrm>
                <a:off x="5368925" y="4929188"/>
                <a:ext cx="60325" cy="66675"/>
              </a:xfrm>
              <a:custGeom>
                <a:avLst/>
                <a:gdLst>
                  <a:gd name="T0" fmla="*/ 85 w 168"/>
                  <a:gd name="T1" fmla="*/ 24 h 185"/>
                  <a:gd name="T2" fmla="*/ 129 w 168"/>
                  <a:gd name="T3" fmla="*/ 76 h 185"/>
                  <a:gd name="T4" fmla="*/ 38 w 168"/>
                  <a:gd name="T5" fmla="*/ 76 h 185"/>
                  <a:gd name="T6" fmla="*/ 85 w 168"/>
                  <a:gd name="T7" fmla="*/ 24 h 185"/>
                  <a:gd name="T8" fmla="*/ 84 w 168"/>
                  <a:gd name="T9" fmla="*/ 0 h 185"/>
                  <a:gd name="T10" fmla="*/ 0 w 168"/>
                  <a:gd name="T11" fmla="*/ 91 h 185"/>
                  <a:gd name="T12" fmla="*/ 99 w 168"/>
                  <a:gd name="T13" fmla="*/ 184 h 185"/>
                  <a:gd name="T14" fmla="*/ 143 w 168"/>
                  <a:gd name="T15" fmla="*/ 179 h 185"/>
                  <a:gd name="T16" fmla="*/ 150 w 168"/>
                  <a:gd name="T17" fmla="*/ 169 h 185"/>
                  <a:gd name="T18" fmla="*/ 147 w 168"/>
                  <a:gd name="T19" fmla="*/ 159 h 185"/>
                  <a:gd name="T20" fmla="*/ 135 w 168"/>
                  <a:gd name="T21" fmla="*/ 154 h 185"/>
                  <a:gd name="T22" fmla="*/ 100 w 168"/>
                  <a:gd name="T23" fmla="*/ 158 h 185"/>
                  <a:gd name="T24" fmla="*/ 41 w 168"/>
                  <a:gd name="T25" fmla="*/ 99 h 185"/>
                  <a:gd name="T26" fmla="*/ 159 w 168"/>
                  <a:gd name="T27" fmla="*/ 99 h 185"/>
                  <a:gd name="T28" fmla="*/ 167 w 168"/>
                  <a:gd name="T29" fmla="*/ 92 h 185"/>
                  <a:gd name="T30" fmla="*/ 84 w 168"/>
                  <a:gd name="T31"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185">
                    <a:moveTo>
                      <a:pt x="85" y="24"/>
                    </a:moveTo>
                    <a:cubicBezTo>
                      <a:pt x="117" y="24"/>
                      <a:pt x="128" y="51"/>
                      <a:pt x="129" y="76"/>
                    </a:cubicBezTo>
                    <a:lnTo>
                      <a:pt x="38" y="76"/>
                    </a:lnTo>
                    <a:cubicBezTo>
                      <a:pt x="44" y="31"/>
                      <a:pt x="69" y="24"/>
                      <a:pt x="85" y="24"/>
                    </a:cubicBezTo>
                    <a:close/>
                    <a:moveTo>
                      <a:pt x="84" y="0"/>
                    </a:moveTo>
                    <a:cubicBezTo>
                      <a:pt x="34" y="0"/>
                      <a:pt x="0" y="34"/>
                      <a:pt x="0" y="91"/>
                    </a:cubicBezTo>
                    <a:cubicBezTo>
                      <a:pt x="0" y="152"/>
                      <a:pt x="35" y="184"/>
                      <a:pt x="99" y="184"/>
                    </a:cubicBezTo>
                    <a:cubicBezTo>
                      <a:pt x="119" y="184"/>
                      <a:pt x="133" y="182"/>
                      <a:pt x="143" y="179"/>
                    </a:cubicBezTo>
                    <a:cubicBezTo>
                      <a:pt x="149" y="176"/>
                      <a:pt x="152" y="173"/>
                      <a:pt x="150" y="169"/>
                    </a:cubicBezTo>
                    <a:lnTo>
                      <a:pt x="147" y="159"/>
                    </a:lnTo>
                    <a:cubicBezTo>
                      <a:pt x="144" y="155"/>
                      <a:pt x="141" y="153"/>
                      <a:pt x="135" y="154"/>
                    </a:cubicBezTo>
                    <a:cubicBezTo>
                      <a:pt x="124" y="156"/>
                      <a:pt x="113" y="158"/>
                      <a:pt x="100" y="158"/>
                    </a:cubicBezTo>
                    <a:cubicBezTo>
                      <a:pt x="59" y="158"/>
                      <a:pt x="42" y="138"/>
                      <a:pt x="41" y="99"/>
                    </a:cubicBezTo>
                    <a:lnTo>
                      <a:pt x="159" y="99"/>
                    </a:lnTo>
                    <a:cubicBezTo>
                      <a:pt x="163" y="99"/>
                      <a:pt x="167" y="96"/>
                      <a:pt x="167" y="92"/>
                    </a:cubicBezTo>
                    <a:cubicBezTo>
                      <a:pt x="167" y="21"/>
                      <a:pt x="127" y="0"/>
                      <a:pt x="84" y="0"/>
                    </a:cubicBez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0" name="Freeform 193">
                <a:extLst>
                  <a:ext uri="{FF2B5EF4-FFF2-40B4-BE49-F238E27FC236}">
                    <a16:creationId xmlns:a16="http://schemas.microsoft.com/office/drawing/2014/main" id="{D7202D1F-6BA3-55B7-0AE7-5F06F4B97CC8}"/>
                  </a:ext>
                </a:extLst>
              </p:cNvPr>
              <p:cNvSpPr>
                <a:spLocks noChangeArrowheads="1"/>
              </p:cNvSpPr>
              <p:nvPr/>
            </p:nvSpPr>
            <p:spPr bwMode="auto">
              <a:xfrm>
                <a:off x="5608638" y="4929188"/>
                <a:ext cx="60325" cy="66675"/>
              </a:xfrm>
              <a:custGeom>
                <a:avLst/>
                <a:gdLst>
                  <a:gd name="T0" fmla="*/ 85 w 168"/>
                  <a:gd name="T1" fmla="*/ 24 h 185"/>
                  <a:gd name="T2" fmla="*/ 129 w 168"/>
                  <a:gd name="T3" fmla="*/ 76 h 185"/>
                  <a:gd name="T4" fmla="*/ 38 w 168"/>
                  <a:gd name="T5" fmla="*/ 76 h 185"/>
                  <a:gd name="T6" fmla="*/ 85 w 168"/>
                  <a:gd name="T7" fmla="*/ 24 h 185"/>
                  <a:gd name="T8" fmla="*/ 84 w 168"/>
                  <a:gd name="T9" fmla="*/ 0 h 185"/>
                  <a:gd name="T10" fmla="*/ 0 w 168"/>
                  <a:gd name="T11" fmla="*/ 91 h 185"/>
                  <a:gd name="T12" fmla="*/ 99 w 168"/>
                  <a:gd name="T13" fmla="*/ 184 h 185"/>
                  <a:gd name="T14" fmla="*/ 143 w 168"/>
                  <a:gd name="T15" fmla="*/ 179 h 185"/>
                  <a:gd name="T16" fmla="*/ 150 w 168"/>
                  <a:gd name="T17" fmla="*/ 169 h 185"/>
                  <a:gd name="T18" fmla="*/ 146 w 168"/>
                  <a:gd name="T19" fmla="*/ 159 h 185"/>
                  <a:gd name="T20" fmla="*/ 135 w 168"/>
                  <a:gd name="T21" fmla="*/ 154 h 185"/>
                  <a:gd name="T22" fmla="*/ 100 w 168"/>
                  <a:gd name="T23" fmla="*/ 158 h 185"/>
                  <a:gd name="T24" fmla="*/ 40 w 168"/>
                  <a:gd name="T25" fmla="*/ 99 h 185"/>
                  <a:gd name="T26" fmla="*/ 159 w 168"/>
                  <a:gd name="T27" fmla="*/ 99 h 185"/>
                  <a:gd name="T28" fmla="*/ 167 w 168"/>
                  <a:gd name="T29" fmla="*/ 92 h 185"/>
                  <a:gd name="T30" fmla="*/ 84 w 168"/>
                  <a:gd name="T31"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185">
                    <a:moveTo>
                      <a:pt x="85" y="24"/>
                    </a:moveTo>
                    <a:cubicBezTo>
                      <a:pt x="116" y="24"/>
                      <a:pt x="128" y="51"/>
                      <a:pt x="129" y="76"/>
                    </a:cubicBezTo>
                    <a:lnTo>
                      <a:pt x="38" y="76"/>
                    </a:lnTo>
                    <a:cubicBezTo>
                      <a:pt x="44" y="31"/>
                      <a:pt x="69" y="24"/>
                      <a:pt x="85" y="24"/>
                    </a:cubicBezTo>
                    <a:close/>
                    <a:moveTo>
                      <a:pt x="84" y="0"/>
                    </a:moveTo>
                    <a:cubicBezTo>
                      <a:pt x="34" y="0"/>
                      <a:pt x="0" y="34"/>
                      <a:pt x="0" y="91"/>
                    </a:cubicBezTo>
                    <a:cubicBezTo>
                      <a:pt x="0" y="152"/>
                      <a:pt x="35" y="184"/>
                      <a:pt x="99" y="184"/>
                    </a:cubicBezTo>
                    <a:cubicBezTo>
                      <a:pt x="119" y="184"/>
                      <a:pt x="133" y="182"/>
                      <a:pt x="143" y="179"/>
                    </a:cubicBezTo>
                    <a:cubicBezTo>
                      <a:pt x="149" y="176"/>
                      <a:pt x="152" y="173"/>
                      <a:pt x="150" y="169"/>
                    </a:cubicBezTo>
                    <a:lnTo>
                      <a:pt x="146" y="159"/>
                    </a:lnTo>
                    <a:cubicBezTo>
                      <a:pt x="144" y="155"/>
                      <a:pt x="141" y="153"/>
                      <a:pt x="135" y="154"/>
                    </a:cubicBezTo>
                    <a:cubicBezTo>
                      <a:pt x="124" y="156"/>
                      <a:pt x="113" y="158"/>
                      <a:pt x="100" y="158"/>
                    </a:cubicBezTo>
                    <a:cubicBezTo>
                      <a:pt x="59" y="158"/>
                      <a:pt x="42" y="138"/>
                      <a:pt x="40" y="99"/>
                    </a:cubicBezTo>
                    <a:lnTo>
                      <a:pt x="159" y="99"/>
                    </a:lnTo>
                    <a:cubicBezTo>
                      <a:pt x="162" y="99"/>
                      <a:pt x="167" y="96"/>
                      <a:pt x="167" y="92"/>
                    </a:cubicBezTo>
                    <a:cubicBezTo>
                      <a:pt x="167" y="21"/>
                      <a:pt x="127" y="0"/>
                      <a:pt x="84" y="0"/>
                    </a:cubicBez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1" name="Freeform 194">
                <a:extLst>
                  <a:ext uri="{FF2B5EF4-FFF2-40B4-BE49-F238E27FC236}">
                    <a16:creationId xmlns:a16="http://schemas.microsoft.com/office/drawing/2014/main" id="{8ECC6606-D4BF-52DA-2021-627167CE3DA4}"/>
                  </a:ext>
                </a:extLst>
              </p:cNvPr>
              <p:cNvSpPr>
                <a:spLocks noChangeArrowheads="1"/>
              </p:cNvSpPr>
              <p:nvPr/>
            </p:nvSpPr>
            <p:spPr bwMode="auto">
              <a:xfrm>
                <a:off x="5230813" y="4929188"/>
                <a:ext cx="50800" cy="66675"/>
              </a:xfrm>
              <a:custGeom>
                <a:avLst/>
                <a:gdLst>
                  <a:gd name="T0" fmla="*/ 7 w 143"/>
                  <a:gd name="T1" fmla="*/ 174 h 186"/>
                  <a:gd name="T2" fmla="*/ 2 w 143"/>
                  <a:gd name="T3" fmla="*/ 165 h 186"/>
                  <a:gd name="T4" fmla="*/ 6 w 143"/>
                  <a:gd name="T5" fmla="*/ 154 h 186"/>
                  <a:gd name="T6" fmla="*/ 18 w 143"/>
                  <a:gd name="T7" fmla="*/ 149 h 186"/>
                  <a:gd name="T8" fmla="*/ 69 w 143"/>
                  <a:gd name="T9" fmla="*/ 158 h 186"/>
                  <a:gd name="T10" fmla="*/ 104 w 143"/>
                  <a:gd name="T11" fmla="*/ 134 h 186"/>
                  <a:gd name="T12" fmla="*/ 8 w 143"/>
                  <a:gd name="T13" fmla="*/ 49 h 186"/>
                  <a:gd name="T14" fmla="*/ 80 w 143"/>
                  <a:gd name="T15" fmla="*/ 0 h 186"/>
                  <a:gd name="T16" fmla="*/ 128 w 143"/>
                  <a:gd name="T17" fmla="*/ 7 h 186"/>
                  <a:gd name="T18" fmla="*/ 132 w 143"/>
                  <a:gd name="T19" fmla="*/ 17 h 186"/>
                  <a:gd name="T20" fmla="*/ 128 w 143"/>
                  <a:gd name="T21" fmla="*/ 27 h 186"/>
                  <a:gd name="T22" fmla="*/ 116 w 143"/>
                  <a:gd name="T23" fmla="*/ 31 h 186"/>
                  <a:gd name="T24" fmla="*/ 79 w 143"/>
                  <a:gd name="T25" fmla="*/ 24 h 186"/>
                  <a:gd name="T26" fmla="*/ 46 w 143"/>
                  <a:gd name="T27" fmla="*/ 47 h 186"/>
                  <a:gd name="T28" fmla="*/ 142 w 143"/>
                  <a:gd name="T29" fmla="*/ 135 h 186"/>
                  <a:gd name="T30" fmla="*/ 69 w 143"/>
                  <a:gd name="T31" fmla="*/ 185 h 186"/>
                  <a:gd name="T32" fmla="*/ 7 w 143"/>
                  <a:gd name="T33" fmla="*/ 17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186">
                    <a:moveTo>
                      <a:pt x="7" y="174"/>
                    </a:moveTo>
                    <a:cubicBezTo>
                      <a:pt x="2" y="172"/>
                      <a:pt x="0" y="169"/>
                      <a:pt x="2" y="165"/>
                    </a:cubicBezTo>
                    <a:lnTo>
                      <a:pt x="6" y="154"/>
                    </a:lnTo>
                    <a:cubicBezTo>
                      <a:pt x="8" y="149"/>
                      <a:pt x="14" y="148"/>
                      <a:pt x="18" y="149"/>
                    </a:cubicBezTo>
                    <a:cubicBezTo>
                      <a:pt x="33" y="155"/>
                      <a:pt x="51" y="158"/>
                      <a:pt x="69" y="158"/>
                    </a:cubicBezTo>
                    <a:cubicBezTo>
                      <a:pt x="93" y="158"/>
                      <a:pt x="104" y="150"/>
                      <a:pt x="104" y="134"/>
                    </a:cubicBezTo>
                    <a:cubicBezTo>
                      <a:pt x="104" y="99"/>
                      <a:pt x="8" y="99"/>
                      <a:pt x="8" y="49"/>
                    </a:cubicBezTo>
                    <a:cubicBezTo>
                      <a:pt x="8" y="20"/>
                      <a:pt x="36" y="0"/>
                      <a:pt x="80" y="0"/>
                    </a:cubicBezTo>
                    <a:cubicBezTo>
                      <a:pt x="101" y="0"/>
                      <a:pt x="116" y="3"/>
                      <a:pt x="128" y="7"/>
                    </a:cubicBezTo>
                    <a:cubicBezTo>
                      <a:pt x="132" y="9"/>
                      <a:pt x="135" y="13"/>
                      <a:pt x="132" y="17"/>
                    </a:cubicBezTo>
                    <a:lnTo>
                      <a:pt x="128" y="27"/>
                    </a:lnTo>
                    <a:cubicBezTo>
                      <a:pt x="126" y="31"/>
                      <a:pt x="122" y="32"/>
                      <a:pt x="116" y="31"/>
                    </a:cubicBezTo>
                    <a:cubicBezTo>
                      <a:pt x="107" y="28"/>
                      <a:pt x="93" y="24"/>
                      <a:pt x="79" y="24"/>
                    </a:cubicBezTo>
                    <a:cubicBezTo>
                      <a:pt x="58" y="24"/>
                      <a:pt x="46" y="33"/>
                      <a:pt x="46" y="47"/>
                    </a:cubicBezTo>
                    <a:cubicBezTo>
                      <a:pt x="46" y="78"/>
                      <a:pt x="142" y="79"/>
                      <a:pt x="142" y="135"/>
                    </a:cubicBezTo>
                    <a:cubicBezTo>
                      <a:pt x="142" y="164"/>
                      <a:pt x="114" y="185"/>
                      <a:pt x="69" y="185"/>
                    </a:cubicBezTo>
                    <a:cubicBezTo>
                      <a:pt x="49" y="185"/>
                      <a:pt x="24" y="181"/>
                      <a:pt x="7" y="174"/>
                    </a:cubicBez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2" name="Freeform 195">
                <a:extLst>
                  <a:ext uri="{FF2B5EF4-FFF2-40B4-BE49-F238E27FC236}">
                    <a16:creationId xmlns:a16="http://schemas.microsoft.com/office/drawing/2014/main" id="{CB23F43C-CDBE-B683-B392-2EE193FEB388}"/>
                  </a:ext>
                </a:extLst>
              </p:cNvPr>
              <p:cNvSpPr>
                <a:spLocks noChangeArrowheads="1"/>
              </p:cNvSpPr>
              <p:nvPr/>
            </p:nvSpPr>
            <p:spPr bwMode="auto">
              <a:xfrm>
                <a:off x="5438775" y="4929188"/>
                <a:ext cx="50800" cy="66675"/>
              </a:xfrm>
              <a:custGeom>
                <a:avLst/>
                <a:gdLst>
                  <a:gd name="T0" fmla="*/ 91 w 142"/>
                  <a:gd name="T1" fmla="*/ 185 h 186"/>
                  <a:gd name="T2" fmla="*/ 0 w 142"/>
                  <a:gd name="T3" fmla="*/ 91 h 186"/>
                  <a:gd name="T4" fmla="*/ 89 w 142"/>
                  <a:gd name="T5" fmla="*/ 0 h 186"/>
                  <a:gd name="T6" fmla="*/ 129 w 142"/>
                  <a:gd name="T7" fmla="*/ 6 h 186"/>
                  <a:gd name="T8" fmla="*/ 137 w 142"/>
                  <a:gd name="T9" fmla="*/ 16 h 186"/>
                  <a:gd name="T10" fmla="*/ 132 w 142"/>
                  <a:gd name="T11" fmla="*/ 27 h 186"/>
                  <a:gd name="T12" fmla="*/ 121 w 142"/>
                  <a:gd name="T13" fmla="*/ 31 h 186"/>
                  <a:gd name="T14" fmla="*/ 88 w 142"/>
                  <a:gd name="T15" fmla="*/ 26 h 186"/>
                  <a:gd name="T16" fmla="*/ 39 w 142"/>
                  <a:gd name="T17" fmla="*/ 91 h 186"/>
                  <a:gd name="T18" fmla="*/ 93 w 142"/>
                  <a:gd name="T19" fmla="*/ 157 h 186"/>
                  <a:gd name="T20" fmla="*/ 125 w 142"/>
                  <a:gd name="T21" fmla="*/ 154 h 186"/>
                  <a:gd name="T22" fmla="*/ 137 w 142"/>
                  <a:gd name="T23" fmla="*/ 159 h 186"/>
                  <a:gd name="T24" fmla="*/ 140 w 142"/>
                  <a:gd name="T25" fmla="*/ 171 h 186"/>
                  <a:gd name="T26" fmla="*/ 133 w 142"/>
                  <a:gd name="T27" fmla="*/ 181 h 186"/>
                  <a:gd name="T28" fmla="*/ 91 w 142"/>
                  <a:gd name="T29"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 h="186">
                    <a:moveTo>
                      <a:pt x="91" y="185"/>
                    </a:moveTo>
                    <a:cubicBezTo>
                      <a:pt x="36" y="185"/>
                      <a:pt x="0" y="152"/>
                      <a:pt x="0" y="91"/>
                    </a:cubicBezTo>
                    <a:cubicBezTo>
                      <a:pt x="0" y="37"/>
                      <a:pt x="38" y="0"/>
                      <a:pt x="89" y="0"/>
                    </a:cubicBezTo>
                    <a:cubicBezTo>
                      <a:pt x="106" y="0"/>
                      <a:pt x="121" y="3"/>
                      <a:pt x="129" y="6"/>
                    </a:cubicBezTo>
                    <a:cubicBezTo>
                      <a:pt x="136" y="8"/>
                      <a:pt x="138" y="12"/>
                      <a:pt x="137" y="16"/>
                    </a:cubicBezTo>
                    <a:lnTo>
                      <a:pt x="132" y="27"/>
                    </a:lnTo>
                    <a:cubicBezTo>
                      <a:pt x="131" y="31"/>
                      <a:pt x="128" y="33"/>
                      <a:pt x="121" y="31"/>
                    </a:cubicBezTo>
                    <a:cubicBezTo>
                      <a:pt x="113" y="29"/>
                      <a:pt x="102" y="26"/>
                      <a:pt x="88" y="26"/>
                    </a:cubicBezTo>
                    <a:cubicBezTo>
                      <a:pt x="60" y="26"/>
                      <a:pt x="39" y="50"/>
                      <a:pt x="39" y="91"/>
                    </a:cubicBezTo>
                    <a:cubicBezTo>
                      <a:pt x="39" y="135"/>
                      <a:pt x="57" y="157"/>
                      <a:pt x="93" y="157"/>
                    </a:cubicBezTo>
                    <a:cubicBezTo>
                      <a:pt x="106" y="157"/>
                      <a:pt x="116" y="156"/>
                      <a:pt x="125" y="154"/>
                    </a:cubicBezTo>
                    <a:cubicBezTo>
                      <a:pt x="131" y="153"/>
                      <a:pt x="136" y="156"/>
                      <a:pt x="137" y="159"/>
                    </a:cubicBezTo>
                    <a:lnTo>
                      <a:pt x="140" y="171"/>
                    </a:lnTo>
                    <a:cubicBezTo>
                      <a:pt x="141" y="174"/>
                      <a:pt x="139" y="179"/>
                      <a:pt x="133" y="181"/>
                    </a:cubicBezTo>
                    <a:cubicBezTo>
                      <a:pt x="121" y="184"/>
                      <a:pt x="107" y="185"/>
                      <a:pt x="91" y="185"/>
                    </a:cubicBez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3" name="Freeform 196">
                <a:extLst>
                  <a:ext uri="{FF2B5EF4-FFF2-40B4-BE49-F238E27FC236}">
                    <a16:creationId xmlns:a16="http://schemas.microsoft.com/office/drawing/2014/main" id="{91BA8B68-F616-31EE-D4F2-F0C227CE9658}"/>
                  </a:ext>
                </a:extLst>
              </p:cNvPr>
              <p:cNvSpPr>
                <a:spLocks noChangeArrowheads="1"/>
              </p:cNvSpPr>
              <p:nvPr/>
            </p:nvSpPr>
            <p:spPr bwMode="auto">
              <a:xfrm>
                <a:off x="5494338" y="4930775"/>
                <a:ext cx="65087" cy="66675"/>
              </a:xfrm>
              <a:custGeom>
                <a:avLst/>
                <a:gdLst>
                  <a:gd name="T0" fmla="*/ 39 w 180"/>
                  <a:gd name="T1" fmla="*/ 92 h 185"/>
                  <a:gd name="T2" fmla="*/ 89 w 180"/>
                  <a:gd name="T3" fmla="*/ 159 h 185"/>
                  <a:gd name="T4" fmla="*/ 139 w 180"/>
                  <a:gd name="T5" fmla="*/ 92 h 185"/>
                  <a:gd name="T6" fmla="*/ 89 w 180"/>
                  <a:gd name="T7" fmla="*/ 25 h 185"/>
                  <a:gd name="T8" fmla="*/ 39 w 180"/>
                  <a:gd name="T9" fmla="*/ 92 h 185"/>
                  <a:gd name="T10" fmla="*/ 0 w 180"/>
                  <a:gd name="T11" fmla="*/ 92 h 185"/>
                  <a:gd name="T12" fmla="*/ 90 w 180"/>
                  <a:gd name="T13" fmla="*/ 0 h 185"/>
                  <a:gd name="T14" fmla="*/ 179 w 180"/>
                  <a:gd name="T15" fmla="*/ 92 h 185"/>
                  <a:gd name="T16" fmla="*/ 90 w 180"/>
                  <a:gd name="T17" fmla="*/ 184 h 185"/>
                  <a:gd name="T18" fmla="*/ 0 w 180"/>
                  <a:gd name="T19" fmla="*/ 92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5">
                    <a:moveTo>
                      <a:pt x="39" y="92"/>
                    </a:moveTo>
                    <a:cubicBezTo>
                      <a:pt x="39" y="138"/>
                      <a:pt x="57" y="159"/>
                      <a:pt x="89" y="159"/>
                    </a:cubicBezTo>
                    <a:cubicBezTo>
                      <a:pt x="121" y="159"/>
                      <a:pt x="139" y="138"/>
                      <a:pt x="139" y="92"/>
                    </a:cubicBezTo>
                    <a:cubicBezTo>
                      <a:pt x="139" y="46"/>
                      <a:pt x="121" y="25"/>
                      <a:pt x="89" y="25"/>
                    </a:cubicBezTo>
                    <a:cubicBezTo>
                      <a:pt x="57" y="25"/>
                      <a:pt x="39" y="47"/>
                      <a:pt x="39" y="92"/>
                    </a:cubicBezTo>
                    <a:close/>
                    <a:moveTo>
                      <a:pt x="0" y="92"/>
                    </a:moveTo>
                    <a:cubicBezTo>
                      <a:pt x="0" y="34"/>
                      <a:pt x="35" y="0"/>
                      <a:pt x="90" y="0"/>
                    </a:cubicBezTo>
                    <a:cubicBezTo>
                      <a:pt x="143" y="0"/>
                      <a:pt x="179" y="35"/>
                      <a:pt x="179" y="92"/>
                    </a:cubicBezTo>
                    <a:cubicBezTo>
                      <a:pt x="179" y="149"/>
                      <a:pt x="145" y="184"/>
                      <a:pt x="90" y="184"/>
                    </a:cubicBezTo>
                    <a:cubicBezTo>
                      <a:pt x="36" y="184"/>
                      <a:pt x="0" y="150"/>
                      <a:pt x="0" y="92"/>
                    </a:cubicBezTo>
                    <a:close/>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 name="Freeform 197">
                <a:extLst>
                  <a:ext uri="{FF2B5EF4-FFF2-40B4-BE49-F238E27FC236}">
                    <a16:creationId xmlns:a16="http://schemas.microsoft.com/office/drawing/2014/main" id="{A197621F-C239-C5E9-9204-16B5914BAF61}"/>
                  </a:ext>
                </a:extLst>
              </p:cNvPr>
              <p:cNvSpPr>
                <a:spLocks noChangeArrowheads="1"/>
              </p:cNvSpPr>
              <p:nvPr/>
            </p:nvSpPr>
            <p:spPr bwMode="auto">
              <a:xfrm>
                <a:off x="5572125" y="4929188"/>
                <a:ext cx="33338" cy="66675"/>
              </a:xfrm>
              <a:custGeom>
                <a:avLst/>
                <a:gdLst>
                  <a:gd name="T0" fmla="*/ 90 w 91"/>
                  <a:gd name="T1" fmla="*/ 6 h 184"/>
                  <a:gd name="T2" fmla="*/ 87 w 91"/>
                  <a:gd name="T3" fmla="*/ 0 h 184"/>
                  <a:gd name="T4" fmla="*/ 65 w 91"/>
                  <a:gd name="T5" fmla="*/ 0 h 184"/>
                  <a:gd name="T6" fmla="*/ 0 w 91"/>
                  <a:gd name="T7" fmla="*/ 50 h 184"/>
                  <a:gd name="T8" fmla="*/ 0 w 91"/>
                  <a:gd name="T9" fmla="*/ 179 h 184"/>
                  <a:gd name="T10" fmla="*/ 10 w 91"/>
                  <a:gd name="T11" fmla="*/ 183 h 184"/>
                  <a:gd name="T12" fmla="*/ 27 w 91"/>
                  <a:gd name="T13" fmla="*/ 183 h 184"/>
                  <a:gd name="T14" fmla="*/ 36 w 91"/>
                  <a:gd name="T15" fmla="*/ 179 h 184"/>
                  <a:gd name="T16" fmla="*/ 36 w 91"/>
                  <a:gd name="T17" fmla="*/ 61 h 184"/>
                  <a:gd name="T18" fmla="*/ 73 w 91"/>
                  <a:gd name="T19" fmla="*/ 26 h 184"/>
                  <a:gd name="T20" fmla="*/ 87 w 91"/>
                  <a:gd name="T21" fmla="*/ 26 h 184"/>
                  <a:gd name="T22" fmla="*/ 90 w 91"/>
                  <a:gd name="T23" fmla="*/ 18 h 184"/>
                  <a:gd name="T24" fmla="*/ 90 w 91"/>
                  <a:gd name="T25" fmla="*/ 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184">
                    <a:moveTo>
                      <a:pt x="90" y="6"/>
                    </a:moveTo>
                    <a:cubicBezTo>
                      <a:pt x="90" y="3"/>
                      <a:pt x="89" y="0"/>
                      <a:pt x="87" y="0"/>
                    </a:cubicBezTo>
                    <a:lnTo>
                      <a:pt x="65" y="0"/>
                    </a:lnTo>
                    <a:cubicBezTo>
                      <a:pt x="24" y="0"/>
                      <a:pt x="0" y="18"/>
                      <a:pt x="0" y="50"/>
                    </a:cubicBezTo>
                    <a:lnTo>
                      <a:pt x="0" y="179"/>
                    </a:lnTo>
                    <a:cubicBezTo>
                      <a:pt x="0" y="181"/>
                      <a:pt x="4" y="183"/>
                      <a:pt x="10" y="183"/>
                    </a:cubicBezTo>
                    <a:lnTo>
                      <a:pt x="27" y="183"/>
                    </a:lnTo>
                    <a:cubicBezTo>
                      <a:pt x="32" y="183"/>
                      <a:pt x="36" y="181"/>
                      <a:pt x="36" y="179"/>
                    </a:cubicBezTo>
                    <a:lnTo>
                      <a:pt x="36" y="61"/>
                    </a:lnTo>
                    <a:cubicBezTo>
                      <a:pt x="36" y="32"/>
                      <a:pt x="50" y="26"/>
                      <a:pt x="73" y="26"/>
                    </a:cubicBezTo>
                    <a:lnTo>
                      <a:pt x="87" y="26"/>
                    </a:lnTo>
                    <a:cubicBezTo>
                      <a:pt x="89" y="24"/>
                      <a:pt x="90" y="21"/>
                      <a:pt x="90" y="18"/>
                    </a:cubicBezTo>
                    <a:lnTo>
                      <a:pt x="90" y="6"/>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5" name="Freeform 198">
                <a:extLst>
                  <a:ext uri="{FF2B5EF4-FFF2-40B4-BE49-F238E27FC236}">
                    <a16:creationId xmlns:a16="http://schemas.microsoft.com/office/drawing/2014/main" id="{3E469BD4-E64A-9F6A-69C9-13929AF1D7BF}"/>
                  </a:ext>
                </a:extLst>
              </p:cNvPr>
              <p:cNvSpPr>
                <a:spLocks noChangeArrowheads="1"/>
              </p:cNvSpPr>
              <p:nvPr/>
            </p:nvSpPr>
            <p:spPr bwMode="auto">
              <a:xfrm>
                <a:off x="5329238" y="4911725"/>
                <a:ext cx="33337" cy="84138"/>
              </a:xfrm>
              <a:custGeom>
                <a:avLst/>
                <a:gdLst>
                  <a:gd name="T0" fmla="*/ 72 w 91"/>
                  <a:gd name="T1" fmla="*/ 207 h 235"/>
                  <a:gd name="T2" fmla="*/ 36 w 91"/>
                  <a:gd name="T3" fmla="*/ 172 h 235"/>
                  <a:gd name="T4" fmla="*/ 36 w 91"/>
                  <a:gd name="T5" fmla="*/ 76 h 235"/>
                  <a:gd name="T6" fmla="*/ 68 w 91"/>
                  <a:gd name="T7" fmla="*/ 76 h 235"/>
                  <a:gd name="T8" fmla="*/ 71 w 91"/>
                  <a:gd name="T9" fmla="*/ 69 h 235"/>
                  <a:gd name="T10" fmla="*/ 71 w 91"/>
                  <a:gd name="T11" fmla="*/ 58 h 235"/>
                  <a:gd name="T12" fmla="*/ 68 w 91"/>
                  <a:gd name="T13" fmla="*/ 52 h 235"/>
                  <a:gd name="T14" fmla="*/ 36 w 91"/>
                  <a:gd name="T15" fmla="*/ 52 h 235"/>
                  <a:gd name="T16" fmla="*/ 36 w 91"/>
                  <a:gd name="T17" fmla="*/ 6 h 235"/>
                  <a:gd name="T18" fmla="*/ 24 w 91"/>
                  <a:gd name="T19" fmla="*/ 2 h 235"/>
                  <a:gd name="T20" fmla="*/ 7 w 91"/>
                  <a:gd name="T21" fmla="*/ 7 h 235"/>
                  <a:gd name="T22" fmla="*/ 0 w 91"/>
                  <a:gd name="T23" fmla="*/ 16 h 235"/>
                  <a:gd name="T24" fmla="*/ 0 w 91"/>
                  <a:gd name="T25" fmla="*/ 55 h 235"/>
                  <a:gd name="T26" fmla="*/ 0 w 91"/>
                  <a:gd name="T27" fmla="*/ 184 h 235"/>
                  <a:gd name="T28" fmla="*/ 65 w 91"/>
                  <a:gd name="T29" fmla="*/ 234 h 235"/>
                  <a:gd name="T30" fmla="*/ 86 w 91"/>
                  <a:gd name="T31" fmla="*/ 234 h 235"/>
                  <a:gd name="T32" fmla="*/ 90 w 91"/>
                  <a:gd name="T33" fmla="*/ 228 h 235"/>
                  <a:gd name="T34" fmla="*/ 90 w 91"/>
                  <a:gd name="T35" fmla="*/ 216 h 235"/>
                  <a:gd name="T36" fmla="*/ 86 w 91"/>
                  <a:gd name="T37" fmla="*/ 207 h 235"/>
                  <a:gd name="T38" fmla="*/ 72 w 91"/>
                  <a:gd name="T39" fmla="*/ 2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 h="235">
                    <a:moveTo>
                      <a:pt x="72" y="207"/>
                    </a:moveTo>
                    <a:cubicBezTo>
                      <a:pt x="51" y="207"/>
                      <a:pt x="36" y="200"/>
                      <a:pt x="36" y="172"/>
                    </a:cubicBezTo>
                    <a:lnTo>
                      <a:pt x="36" y="76"/>
                    </a:lnTo>
                    <a:lnTo>
                      <a:pt x="68" y="76"/>
                    </a:lnTo>
                    <a:cubicBezTo>
                      <a:pt x="69" y="76"/>
                      <a:pt x="71" y="72"/>
                      <a:pt x="71" y="69"/>
                    </a:cubicBezTo>
                    <a:lnTo>
                      <a:pt x="71" y="58"/>
                    </a:lnTo>
                    <a:cubicBezTo>
                      <a:pt x="71" y="55"/>
                      <a:pt x="70" y="52"/>
                      <a:pt x="68" y="52"/>
                    </a:cubicBezTo>
                    <a:lnTo>
                      <a:pt x="36" y="52"/>
                    </a:lnTo>
                    <a:lnTo>
                      <a:pt x="36" y="6"/>
                    </a:lnTo>
                    <a:cubicBezTo>
                      <a:pt x="36" y="0"/>
                      <a:pt x="30" y="1"/>
                      <a:pt x="24" y="2"/>
                    </a:cubicBezTo>
                    <a:lnTo>
                      <a:pt x="7" y="7"/>
                    </a:lnTo>
                    <a:cubicBezTo>
                      <a:pt x="3" y="8"/>
                      <a:pt x="0" y="11"/>
                      <a:pt x="0" y="16"/>
                    </a:cubicBezTo>
                    <a:lnTo>
                      <a:pt x="0" y="55"/>
                    </a:lnTo>
                    <a:lnTo>
                      <a:pt x="0" y="184"/>
                    </a:lnTo>
                    <a:cubicBezTo>
                      <a:pt x="0" y="216"/>
                      <a:pt x="23" y="234"/>
                      <a:pt x="65" y="234"/>
                    </a:cubicBezTo>
                    <a:lnTo>
                      <a:pt x="86" y="234"/>
                    </a:lnTo>
                    <a:cubicBezTo>
                      <a:pt x="88" y="234"/>
                      <a:pt x="90" y="231"/>
                      <a:pt x="90" y="228"/>
                    </a:cubicBezTo>
                    <a:lnTo>
                      <a:pt x="90" y="216"/>
                    </a:lnTo>
                    <a:cubicBezTo>
                      <a:pt x="90" y="210"/>
                      <a:pt x="88" y="207"/>
                      <a:pt x="86" y="207"/>
                    </a:cubicBezTo>
                    <a:lnTo>
                      <a:pt x="72" y="207"/>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6" name="Freeform 199">
                <a:extLst>
                  <a:ext uri="{FF2B5EF4-FFF2-40B4-BE49-F238E27FC236}">
                    <a16:creationId xmlns:a16="http://schemas.microsoft.com/office/drawing/2014/main" id="{49E73D66-190E-1167-4287-0FCFBD3B9065}"/>
                  </a:ext>
                </a:extLst>
              </p:cNvPr>
              <p:cNvSpPr>
                <a:spLocks noChangeArrowheads="1"/>
              </p:cNvSpPr>
              <p:nvPr/>
            </p:nvSpPr>
            <p:spPr bwMode="auto">
              <a:xfrm>
                <a:off x="5297488" y="4929188"/>
                <a:ext cx="12700" cy="66675"/>
              </a:xfrm>
              <a:custGeom>
                <a:avLst/>
                <a:gdLst>
                  <a:gd name="T0" fmla="*/ 7 w 37"/>
                  <a:gd name="T1" fmla="*/ 7 h 186"/>
                  <a:gd name="T2" fmla="*/ 0 w 37"/>
                  <a:gd name="T3" fmla="*/ 16 h 186"/>
                  <a:gd name="T4" fmla="*/ 0 w 37"/>
                  <a:gd name="T5" fmla="*/ 181 h 186"/>
                  <a:gd name="T6" fmla="*/ 10 w 37"/>
                  <a:gd name="T7" fmla="*/ 185 h 186"/>
                  <a:gd name="T8" fmla="*/ 27 w 37"/>
                  <a:gd name="T9" fmla="*/ 185 h 186"/>
                  <a:gd name="T10" fmla="*/ 36 w 37"/>
                  <a:gd name="T11" fmla="*/ 181 h 186"/>
                  <a:gd name="T12" fmla="*/ 36 w 37"/>
                  <a:gd name="T13" fmla="*/ 6 h 186"/>
                  <a:gd name="T14" fmla="*/ 24 w 37"/>
                  <a:gd name="T15" fmla="*/ 2 h 186"/>
                  <a:gd name="T16" fmla="*/ 7 w 37"/>
                  <a:gd name="T17" fmla="*/ 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186">
                    <a:moveTo>
                      <a:pt x="7" y="7"/>
                    </a:moveTo>
                    <a:cubicBezTo>
                      <a:pt x="3" y="8"/>
                      <a:pt x="0" y="11"/>
                      <a:pt x="0" y="16"/>
                    </a:cubicBezTo>
                    <a:lnTo>
                      <a:pt x="0" y="181"/>
                    </a:lnTo>
                    <a:cubicBezTo>
                      <a:pt x="0" y="183"/>
                      <a:pt x="4" y="185"/>
                      <a:pt x="10" y="185"/>
                    </a:cubicBezTo>
                    <a:lnTo>
                      <a:pt x="27" y="185"/>
                    </a:lnTo>
                    <a:cubicBezTo>
                      <a:pt x="32" y="185"/>
                      <a:pt x="36" y="183"/>
                      <a:pt x="36" y="181"/>
                    </a:cubicBezTo>
                    <a:lnTo>
                      <a:pt x="36" y="6"/>
                    </a:lnTo>
                    <a:cubicBezTo>
                      <a:pt x="36" y="0"/>
                      <a:pt x="30" y="1"/>
                      <a:pt x="24" y="2"/>
                    </a:cubicBezTo>
                    <a:lnTo>
                      <a:pt x="7" y="7"/>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83" name="Group 182">
            <a:extLst>
              <a:ext uri="{FF2B5EF4-FFF2-40B4-BE49-F238E27FC236}">
                <a16:creationId xmlns:a16="http://schemas.microsoft.com/office/drawing/2014/main" id="{7C585C2B-1D33-FE00-E90E-48CF34526437}"/>
              </a:ext>
            </a:extLst>
          </p:cNvPr>
          <p:cNvGrpSpPr/>
          <p:nvPr/>
        </p:nvGrpSpPr>
        <p:grpSpPr>
          <a:xfrm>
            <a:off x="8005476" y="1851209"/>
            <a:ext cx="2465118" cy="295913"/>
            <a:chOff x="4240213" y="5311775"/>
            <a:chExt cx="1600200" cy="192088"/>
          </a:xfrm>
        </p:grpSpPr>
        <p:grpSp>
          <p:nvGrpSpPr>
            <p:cNvPr id="184" name="Group 183">
              <a:extLst>
                <a:ext uri="{FF2B5EF4-FFF2-40B4-BE49-F238E27FC236}">
                  <a16:creationId xmlns:a16="http://schemas.microsoft.com/office/drawing/2014/main" id="{1D3AF416-64B4-CD30-0FD0-2484E19EB02A}"/>
                </a:ext>
              </a:extLst>
            </p:cNvPr>
            <p:cNvGrpSpPr/>
            <p:nvPr/>
          </p:nvGrpSpPr>
          <p:grpSpPr>
            <a:xfrm>
              <a:off x="4240213" y="5337175"/>
              <a:ext cx="484187" cy="128588"/>
              <a:chOff x="4240213" y="5337175"/>
              <a:chExt cx="484187" cy="128588"/>
            </a:xfrm>
          </p:grpSpPr>
          <p:sp>
            <p:nvSpPr>
              <p:cNvPr id="187" name="Freeform 120">
                <a:extLst>
                  <a:ext uri="{FF2B5EF4-FFF2-40B4-BE49-F238E27FC236}">
                    <a16:creationId xmlns:a16="http://schemas.microsoft.com/office/drawing/2014/main" id="{198956CC-BEEA-15B9-E9E7-1685FA3886F0}"/>
                  </a:ext>
                </a:extLst>
              </p:cNvPr>
              <p:cNvSpPr>
                <a:spLocks noChangeArrowheads="1"/>
              </p:cNvSpPr>
              <p:nvPr/>
            </p:nvSpPr>
            <p:spPr bwMode="auto">
              <a:xfrm>
                <a:off x="4327525" y="5337175"/>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0"/>
                      <a:pt x="12" y="342"/>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8" name="Freeform 121">
                <a:extLst>
                  <a:ext uri="{FF2B5EF4-FFF2-40B4-BE49-F238E27FC236}">
                    <a16:creationId xmlns:a16="http://schemas.microsoft.com/office/drawing/2014/main" id="{DB6AA92B-9755-2B7C-B82E-370CDF52312E}"/>
                  </a:ext>
                </a:extLst>
              </p:cNvPr>
              <p:cNvSpPr>
                <a:spLocks noChangeArrowheads="1"/>
              </p:cNvSpPr>
              <p:nvPr/>
            </p:nvSpPr>
            <p:spPr bwMode="auto">
              <a:xfrm>
                <a:off x="4354513" y="5370513"/>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2"/>
                      <a:pt x="195" y="130"/>
                    </a:cubicBezTo>
                    <a:cubicBezTo>
                      <a:pt x="195" y="169"/>
                      <a:pt x="169" y="197"/>
                      <a:pt x="132" y="197"/>
                    </a:cubicBezTo>
                    <a:cubicBezTo>
                      <a:pt x="93" y="197"/>
                      <a:pt x="69" y="167"/>
                      <a:pt x="69" y="130"/>
                    </a:cubicBezTo>
                    <a:cubicBezTo>
                      <a:pt x="69" y="92"/>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9" name="Freeform 122">
                <a:extLst>
                  <a:ext uri="{FF2B5EF4-FFF2-40B4-BE49-F238E27FC236}">
                    <a16:creationId xmlns:a16="http://schemas.microsoft.com/office/drawing/2014/main" id="{CAA4162B-281A-DFAD-25FF-8CB6760D8B01}"/>
                  </a:ext>
                </a:extLst>
              </p:cNvPr>
              <p:cNvSpPr>
                <a:spLocks noChangeArrowheads="1"/>
              </p:cNvSpPr>
              <p:nvPr/>
            </p:nvSpPr>
            <p:spPr bwMode="auto">
              <a:xfrm>
                <a:off x="4454525" y="533717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0" name="Freeform 123">
                <a:extLst>
                  <a:ext uri="{FF2B5EF4-FFF2-40B4-BE49-F238E27FC236}">
                    <a16:creationId xmlns:a16="http://schemas.microsoft.com/office/drawing/2014/main" id="{E8D5BA54-3FE1-8E70-04C0-54FC4B927B17}"/>
                  </a:ext>
                </a:extLst>
              </p:cNvPr>
              <p:cNvSpPr>
                <a:spLocks noChangeArrowheads="1"/>
              </p:cNvSpPr>
              <p:nvPr/>
            </p:nvSpPr>
            <p:spPr bwMode="auto">
              <a:xfrm>
                <a:off x="4481513" y="5370513"/>
                <a:ext cx="96837" cy="93662"/>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2 h 259"/>
                  <a:gd name="T12" fmla="*/ 198 w 268"/>
                  <a:gd name="T13" fmla="*/ 129 h 259"/>
                  <a:gd name="T14" fmla="*/ 133 w 268"/>
                  <a:gd name="T15" fmla="*/ 196 h 259"/>
                  <a:gd name="T16" fmla="*/ 68 w 268"/>
                  <a:gd name="T17" fmla="*/ 129 h 259"/>
                  <a:gd name="T18" fmla="*/ 133 w 268"/>
                  <a:gd name="T19" fmla="*/ 6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2"/>
                    </a:moveTo>
                    <a:cubicBezTo>
                      <a:pt x="170" y="62"/>
                      <a:pt x="198" y="89"/>
                      <a:pt x="198" y="129"/>
                    </a:cubicBezTo>
                    <a:cubicBezTo>
                      <a:pt x="198" y="169"/>
                      <a:pt x="170" y="196"/>
                      <a:pt x="133" y="196"/>
                    </a:cubicBezTo>
                    <a:cubicBezTo>
                      <a:pt x="95" y="196"/>
                      <a:pt x="68" y="169"/>
                      <a:pt x="68" y="129"/>
                    </a:cubicBezTo>
                    <a:cubicBezTo>
                      <a:pt x="68" y="89"/>
                      <a:pt x="96" y="62"/>
                      <a:pt x="133"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1" name="Freeform 124">
                <a:extLst>
                  <a:ext uri="{FF2B5EF4-FFF2-40B4-BE49-F238E27FC236}">
                    <a16:creationId xmlns:a16="http://schemas.microsoft.com/office/drawing/2014/main" id="{6C11FB64-A79E-B0BD-15E2-4D7E29B22F6D}"/>
                  </a:ext>
                </a:extLst>
              </p:cNvPr>
              <p:cNvSpPr>
                <a:spLocks noChangeArrowheads="1"/>
              </p:cNvSpPr>
              <p:nvPr/>
            </p:nvSpPr>
            <p:spPr bwMode="auto">
              <a:xfrm>
                <a:off x="4579938" y="5368925"/>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4"/>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2" name="Freeform 125">
                <a:extLst>
                  <a:ext uri="{FF2B5EF4-FFF2-40B4-BE49-F238E27FC236}">
                    <a16:creationId xmlns:a16="http://schemas.microsoft.com/office/drawing/2014/main" id="{DE7D6954-E5C5-B127-AE12-45A6E06FF944}"/>
                  </a:ext>
                </a:extLst>
              </p:cNvPr>
              <p:cNvSpPr>
                <a:spLocks noChangeArrowheads="1"/>
              </p:cNvSpPr>
              <p:nvPr/>
            </p:nvSpPr>
            <p:spPr bwMode="auto">
              <a:xfrm>
                <a:off x="4240213" y="5370513"/>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1"/>
                      <a:pt x="76" y="77"/>
                    </a:cubicBezTo>
                    <a:cubicBezTo>
                      <a:pt x="76" y="64"/>
                      <a:pt x="88" y="55"/>
                      <a:pt x="113" y="56"/>
                    </a:cubicBezTo>
                    <a:cubicBezTo>
                      <a:pt x="138" y="56"/>
                      <a:pt x="163" y="64"/>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85" name="Freeform 126">
              <a:extLst>
                <a:ext uri="{FF2B5EF4-FFF2-40B4-BE49-F238E27FC236}">
                  <a16:creationId xmlns:a16="http://schemas.microsoft.com/office/drawing/2014/main" id="{48ACF990-C9E8-6031-B966-99EF9742F359}"/>
                </a:ext>
              </a:extLst>
            </p:cNvPr>
            <p:cNvSpPr>
              <a:spLocks noChangeArrowheads="1"/>
            </p:cNvSpPr>
            <p:nvPr/>
          </p:nvSpPr>
          <p:spPr bwMode="auto">
            <a:xfrm>
              <a:off x="4860925" y="531177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6" name="Freeform 127">
              <a:extLst>
                <a:ext uri="{FF2B5EF4-FFF2-40B4-BE49-F238E27FC236}">
                  <a16:creationId xmlns:a16="http://schemas.microsoft.com/office/drawing/2014/main" id="{BF22FF94-161A-3E6C-BC18-44065B582488}"/>
                </a:ext>
              </a:extLst>
            </p:cNvPr>
            <p:cNvSpPr>
              <a:spLocks noChangeArrowheads="1"/>
            </p:cNvSpPr>
            <p:nvPr/>
          </p:nvSpPr>
          <p:spPr bwMode="auto">
            <a:xfrm>
              <a:off x="5000625" y="5311775"/>
              <a:ext cx="839788" cy="192088"/>
            </a:xfrm>
            <a:custGeom>
              <a:avLst/>
              <a:gdLst>
                <a:gd name="T0" fmla="*/ 2288 w 2334"/>
                <a:gd name="T1" fmla="*/ 151 h 534"/>
                <a:gd name="T2" fmla="*/ 2302 w 2334"/>
                <a:gd name="T3" fmla="*/ 171 h 534"/>
                <a:gd name="T4" fmla="*/ 2275 w 2334"/>
                <a:gd name="T5" fmla="*/ 166 h 534"/>
                <a:gd name="T6" fmla="*/ 2333 w 2334"/>
                <a:gd name="T7" fmla="*/ 166 h 534"/>
                <a:gd name="T8" fmla="*/ 355 w 2334"/>
                <a:gd name="T9" fmla="*/ 276 h 534"/>
                <a:gd name="T10" fmla="*/ 457 w 2334"/>
                <a:gd name="T11" fmla="*/ 405 h 534"/>
                <a:gd name="T12" fmla="*/ 360 w 2334"/>
                <a:gd name="T13" fmla="*/ 427 h 534"/>
                <a:gd name="T14" fmla="*/ 272 w 2334"/>
                <a:gd name="T15" fmla="*/ 327 h 534"/>
                <a:gd name="T16" fmla="*/ 209 w 2334"/>
                <a:gd name="T17" fmla="*/ 264 h 534"/>
                <a:gd name="T18" fmla="*/ 275 w 2334"/>
                <a:gd name="T19" fmla="*/ 207 h 534"/>
                <a:gd name="T20" fmla="*/ 327 w 2334"/>
                <a:gd name="T21" fmla="*/ 279 h 534"/>
                <a:gd name="T22" fmla="*/ 249 w 2334"/>
                <a:gd name="T23" fmla="*/ 260 h 534"/>
                <a:gd name="T24" fmla="*/ 274 w 2334"/>
                <a:gd name="T25" fmla="*/ 285 h 534"/>
                <a:gd name="T26" fmla="*/ 243 w 2334"/>
                <a:gd name="T27" fmla="*/ 33 h 534"/>
                <a:gd name="T28" fmla="*/ 325 w 2334"/>
                <a:gd name="T29" fmla="*/ 196 h 534"/>
                <a:gd name="T30" fmla="*/ 327 w 2334"/>
                <a:gd name="T31" fmla="*/ 1 h 534"/>
                <a:gd name="T32" fmla="*/ 68 w 2334"/>
                <a:gd name="T33" fmla="*/ 450 h 534"/>
                <a:gd name="T34" fmla="*/ 212 w 2334"/>
                <a:gd name="T35" fmla="*/ 337 h 534"/>
                <a:gd name="T36" fmla="*/ 21 w 2334"/>
                <a:gd name="T37" fmla="*/ 231 h 534"/>
                <a:gd name="T38" fmla="*/ 1570 w 2334"/>
                <a:gd name="T39" fmla="*/ 82 h 534"/>
                <a:gd name="T40" fmla="*/ 1523 w 2334"/>
                <a:gd name="T41" fmla="*/ 97 h 534"/>
                <a:gd name="T42" fmla="*/ 1478 w 2334"/>
                <a:gd name="T43" fmla="*/ 188 h 534"/>
                <a:gd name="T44" fmla="*/ 1537 w 2334"/>
                <a:gd name="T45" fmla="*/ 353 h 534"/>
                <a:gd name="T46" fmla="*/ 1537 w 2334"/>
                <a:gd name="T47" fmla="*/ 164 h 534"/>
                <a:gd name="T48" fmla="*/ 1566 w 2334"/>
                <a:gd name="T49" fmla="*/ 109 h 534"/>
                <a:gd name="T50" fmla="*/ 2058 w 2334"/>
                <a:gd name="T51" fmla="*/ 177 h 534"/>
                <a:gd name="T52" fmla="*/ 2034 w 2334"/>
                <a:gd name="T53" fmla="*/ 168 h 534"/>
                <a:gd name="T54" fmla="*/ 1903 w 2334"/>
                <a:gd name="T55" fmla="*/ 365 h 534"/>
                <a:gd name="T56" fmla="*/ 2044 w 2334"/>
                <a:gd name="T57" fmla="*/ 369 h 534"/>
                <a:gd name="T58" fmla="*/ 1981 w 2334"/>
                <a:gd name="T59" fmla="*/ 257 h 534"/>
                <a:gd name="T60" fmla="*/ 1840 w 2334"/>
                <a:gd name="T61" fmla="*/ 364 h 534"/>
                <a:gd name="T62" fmla="*/ 1767 w 2334"/>
                <a:gd name="T63" fmla="*/ 164 h 534"/>
                <a:gd name="T64" fmla="*/ 1815 w 2334"/>
                <a:gd name="T65" fmla="*/ 215 h 534"/>
                <a:gd name="T66" fmla="*/ 1835 w 2334"/>
                <a:gd name="T67" fmla="*/ 267 h 534"/>
                <a:gd name="T68" fmla="*/ 664 w 2334"/>
                <a:gd name="T69" fmla="*/ 194 h 534"/>
                <a:gd name="T70" fmla="*/ 744 w 2334"/>
                <a:gd name="T71" fmla="*/ 209 h 534"/>
                <a:gd name="T72" fmla="*/ 635 w 2334"/>
                <a:gd name="T73" fmla="*/ 177 h 534"/>
                <a:gd name="T74" fmla="*/ 715 w 2334"/>
                <a:gd name="T75" fmla="*/ 288 h 534"/>
                <a:gd name="T76" fmla="*/ 645 w 2334"/>
                <a:gd name="T77" fmla="*/ 329 h 534"/>
                <a:gd name="T78" fmla="*/ 614 w 2334"/>
                <a:gd name="T79" fmla="*/ 331 h 534"/>
                <a:gd name="T80" fmla="*/ 735 w 2334"/>
                <a:gd name="T81" fmla="*/ 351 h 534"/>
                <a:gd name="T82" fmla="*/ 1613 w 2334"/>
                <a:gd name="T83" fmla="*/ 96 h 534"/>
                <a:gd name="T84" fmla="*/ 2262 w 2334"/>
                <a:gd name="T85" fmla="*/ 260 h 534"/>
                <a:gd name="T86" fmla="*/ 2208 w 2334"/>
                <a:gd name="T87" fmla="*/ 329 h 534"/>
                <a:gd name="T88" fmla="*/ 2259 w 2334"/>
                <a:gd name="T89" fmla="*/ 309 h 534"/>
                <a:gd name="T90" fmla="*/ 2095 w 2334"/>
                <a:gd name="T91" fmla="*/ 337 h 534"/>
                <a:gd name="T92" fmla="*/ 2165 w 2334"/>
                <a:gd name="T93" fmla="*/ 192 h 534"/>
                <a:gd name="T94" fmla="*/ 802 w 2334"/>
                <a:gd name="T95" fmla="*/ 164 h 534"/>
                <a:gd name="T96" fmla="*/ 799 w 2334"/>
                <a:gd name="T97" fmla="*/ 367 h 534"/>
                <a:gd name="T98" fmla="*/ 814 w 2334"/>
                <a:gd name="T99" fmla="*/ 363 h 534"/>
                <a:gd name="T100" fmla="*/ 914 w 2334"/>
                <a:gd name="T101" fmla="*/ 209 h 534"/>
                <a:gd name="T102" fmla="*/ 958 w 2334"/>
                <a:gd name="T103" fmla="*/ 249 h 534"/>
                <a:gd name="T104" fmla="*/ 981 w 2334"/>
                <a:gd name="T105" fmla="*/ 267 h 534"/>
                <a:gd name="T106" fmla="*/ 1030 w 2334"/>
                <a:gd name="T107" fmla="*/ 215 h 534"/>
                <a:gd name="T108" fmla="*/ 1445 w 2334"/>
                <a:gd name="T109" fmla="*/ 167 h 534"/>
                <a:gd name="T110" fmla="*/ 1333 w 2334"/>
                <a:gd name="T111" fmla="*/ 222 h 534"/>
                <a:gd name="T112" fmla="*/ 1267 w 2334"/>
                <a:gd name="T113" fmla="*/ 319 h 534"/>
                <a:gd name="T114" fmla="*/ 1195 w 2334"/>
                <a:gd name="T115" fmla="*/ 167 h 534"/>
                <a:gd name="T116" fmla="*/ 1259 w 2334"/>
                <a:gd name="T117" fmla="*/ 367 h 534"/>
                <a:gd name="T118" fmla="*/ 1322 w 2334"/>
                <a:gd name="T119" fmla="*/ 263 h 534"/>
                <a:gd name="T120" fmla="*/ 1384 w 2334"/>
                <a:gd name="T121" fmla="*/ 368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34" h="534">
                  <a:moveTo>
                    <a:pt x="2302" y="157"/>
                  </a:moveTo>
                  <a:lnTo>
                    <a:pt x="2296" y="157"/>
                  </a:lnTo>
                  <a:lnTo>
                    <a:pt x="2296" y="164"/>
                  </a:lnTo>
                  <a:lnTo>
                    <a:pt x="2302" y="164"/>
                  </a:lnTo>
                  <a:cubicBezTo>
                    <a:pt x="2305" y="164"/>
                    <a:pt x="2306" y="163"/>
                    <a:pt x="2306" y="161"/>
                  </a:cubicBezTo>
                  <a:cubicBezTo>
                    <a:pt x="2306" y="159"/>
                    <a:pt x="2304" y="157"/>
                    <a:pt x="2302" y="157"/>
                  </a:cubicBezTo>
                  <a:close/>
                  <a:moveTo>
                    <a:pt x="2288" y="151"/>
                  </a:moveTo>
                  <a:lnTo>
                    <a:pt x="2302" y="151"/>
                  </a:lnTo>
                  <a:cubicBezTo>
                    <a:pt x="2309" y="151"/>
                    <a:pt x="2315" y="155"/>
                    <a:pt x="2315" y="161"/>
                  </a:cubicBezTo>
                  <a:cubicBezTo>
                    <a:pt x="2315" y="166"/>
                    <a:pt x="2313" y="169"/>
                    <a:pt x="2309" y="170"/>
                  </a:cubicBezTo>
                  <a:lnTo>
                    <a:pt x="2315" y="177"/>
                  </a:lnTo>
                  <a:lnTo>
                    <a:pt x="2315" y="178"/>
                  </a:lnTo>
                  <a:lnTo>
                    <a:pt x="2307" y="178"/>
                  </a:lnTo>
                  <a:lnTo>
                    <a:pt x="2302" y="171"/>
                  </a:lnTo>
                  <a:lnTo>
                    <a:pt x="2296" y="171"/>
                  </a:lnTo>
                  <a:lnTo>
                    <a:pt x="2296" y="178"/>
                  </a:lnTo>
                  <a:lnTo>
                    <a:pt x="2288" y="178"/>
                  </a:lnTo>
                  <a:lnTo>
                    <a:pt x="2288" y="151"/>
                  </a:lnTo>
                  <a:close/>
                  <a:moveTo>
                    <a:pt x="2327" y="166"/>
                  </a:moveTo>
                  <a:cubicBezTo>
                    <a:pt x="2327" y="151"/>
                    <a:pt x="2316" y="139"/>
                    <a:pt x="2301" y="139"/>
                  </a:cubicBezTo>
                  <a:cubicBezTo>
                    <a:pt x="2286" y="139"/>
                    <a:pt x="2275" y="150"/>
                    <a:pt x="2275" y="166"/>
                  </a:cubicBezTo>
                  <a:cubicBezTo>
                    <a:pt x="2275" y="181"/>
                    <a:pt x="2286" y="192"/>
                    <a:pt x="2301" y="192"/>
                  </a:cubicBezTo>
                  <a:cubicBezTo>
                    <a:pt x="2316" y="192"/>
                    <a:pt x="2327" y="181"/>
                    <a:pt x="2327" y="166"/>
                  </a:cubicBezTo>
                  <a:close/>
                  <a:moveTo>
                    <a:pt x="2333" y="166"/>
                  </a:moveTo>
                  <a:cubicBezTo>
                    <a:pt x="2333" y="184"/>
                    <a:pt x="2321" y="199"/>
                    <a:pt x="2301" y="199"/>
                  </a:cubicBezTo>
                  <a:cubicBezTo>
                    <a:pt x="2281" y="199"/>
                    <a:pt x="2269" y="184"/>
                    <a:pt x="2269" y="166"/>
                  </a:cubicBezTo>
                  <a:cubicBezTo>
                    <a:pt x="2269" y="147"/>
                    <a:pt x="2281" y="132"/>
                    <a:pt x="2301" y="132"/>
                  </a:cubicBezTo>
                  <a:cubicBezTo>
                    <a:pt x="2321" y="132"/>
                    <a:pt x="2333" y="147"/>
                    <a:pt x="2333" y="166"/>
                  </a:cubicBezTo>
                  <a:close/>
                  <a:moveTo>
                    <a:pt x="516" y="230"/>
                  </a:moveTo>
                  <a:lnTo>
                    <a:pt x="454" y="266"/>
                  </a:lnTo>
                  <a:lnTo>
                    <a:pt x="516" y="303"/>
                  </a:lnTo>
                  <a:cubicBezTo>
                    <a:pt x="532" y="312"/>
                    <a:pt x="537" y="332"/>
                    <a:pt x="527" y="348"/>
                  </a:cubicBezTo>
                  <a:cubicBezTo>
                    <a:pt x="518" y="365"/>
                    <a:pt x="499" y="369"/>
                    <a:pt x="482" y="359"/>
                  </a:cubicBezTo>
                  <a:lnTo>
                    <a:pt x="370" y="295"/>
                  </a:lnTo>
                  <a:cubicBezTo>
                    <a:pt x="363" y="291"/>
                    <a:pt x="357" y="284"/>
                    <a:pt x="355" y="276"/>
                  </a:cubicBezTo>
                  <a:cubicBezTo>
                    <a:pt x="354" y="273"/>
                    <a:pt x="354" y="268"/>
                    <a:pt x="354" y="265"/>
                  </a:cubicBezTo>
                  <a:cubicBezTo>
                    <a:pt x="354" y="263"/>
                    <a:pt x="354" y="260"/>
                    <a:pt x="355" y="258"/>
                  </a:cubicBezTo>
                  <a:cubicBezTo>
                    <a:pt x="357" y="249"/>
                    <a:pt x="363" y="243"/>
                    <a:pt x="370" y="238"/>
                  </a:cubicBezTo>
                  <a:lnTo>
                    <a:pt x="482" y="174"/>
                  </a:lnTo>
                  <a:cubicBezTo>
                    <a:pt x="499" y="166"/>
                    <a:pt x="519" y="171"/>
                    <a:pt x="527" y="186"/>
                  </a:cubicBezTo>
                  <a:cubicBezTo>
                    <a:pt x="537" y="201"/>
                    <a:pt x="532" y="221"/>
                    <a:pt x="516" y="230"/>
                  </a:cubicBezTo>
                  <a:close/>
                  <a:moveTo>
                    <a:pt x="457" y="405"/>
                  </a:moveTo>
                  <a:lnTo>
                    <a:pt x="344" y="341"/>
                  </a:lnTo>
                  <a:cubicBezTo>
                    <a:pt x="338" y="338"/>
                    <a:pt x="332" y="336"/>
                    <a:pt x="325" y="337"/>
                  </a:cubicBezTo>
                  <a:cubicBezTo>
                    <a:pt x="308" y="338"/>
                    <a:pt x="294" y="352"/>
                    <a:pt x="294" y="370"/>
                  </a:cubicBezTo>
                  <a:lnTo>
                    <a:pt x="294" y="500"/>
                  </a:lnTo>
                  <a:cubicBezTo>
                    <a:pt x="294" y="518"/>
                    <a:pt x="309" y="533"/>
                    <a:pt x="327" y="533"/>
                  </a:cubicBezTo>
                  <a:cubicBezTo>
                    <a:pt x="345" y="533"/>
                    <a:pt x="360" y="518"/>
                    <a:pt x="360" y="500"/>
                  </a:cubicBezTo>
                  <a:lnTo>
                    <a:pt x="360" y="427"/>
                  </a:lnTo>
                  <a:lnTo>
                    <a:pt x="424" y="463"/>
                  </a:lnTo>
                  <a:cubicBezTo>
                    <a:pt x="440" y="473"/>
                    <a:pt x="460" y="466"/>
                    <a:pt x="469" y="451"/>
                  </a:cubicBezTo>
                  <a:cubicBezTo>
                    <a:pt x="478" y="435"/>
                    <a:pt x="473" y="415"/>
                    <a:pt x="457" y="405"/>
                  </a:cubicBezTo>
                  <a:close/>
                  <a:moveTo>
                    <a:pt x="327" y="279"/>
                  </a:moveTo>
                  <a:lnTo>
                    <a:pt x="280" y="325"/>
                  </a:lnTo>
                  <a:cubicBezTo>
                    <a:pt x="279" y="326"/>
                    <a:pt x="276" y="327"/>
                    <a:pt x="275" y="327"/>
                  </a:cubicBezTo>
                  <a:lnTo>
                    <a:pt x="272" y="327"/>
                  </a:lnTo>
                  <a:lnTo>
                    <a:pt x="265" y="327"/>
                  </a:lnTo>
                  <a:lnTo>
                    <a:pt x="262" y="327"/>
                  </a:lnTo>
                  <a:cubicBezTo>
                    <a:pt x="260" y="327"/>
                    <a:pt x="258" y="326"/>
                    <a:pt x="257" y="325"/>
                  </a:cubicBezTo>
                  <a:lnTo>
                    <a:pt x="212" y="279"/>
                  </a:lnTo>
                  <a:cubicBezTo>
                    <a:pt x="211" y="278"/>
                    <a:pt x="209" y="275"/>
                    <a:pt x="209" y="274"/>
                  </a:cubicBezTo>
                  <a:lnTo>
                    <a:pt x="209" y="270"/>
                  </a:lnTo>
                  <a:lnTo>
                    <a:pt x="209" y="264"/>
                  </a:lnTo>
                  <a:lnTo>
                    <a:pt x="209" y="261"/>
                  </a:lnTo>
                  <a:cubicBezTo>
                    <a:pt x="209" y="259"/>
                    <a:pt x="211" y="257"/>
                    <a:pt x="212" y="255"/>
                  </a:cubicBezTo>
                  <a:lnTo>
                    <a:pt x="257" y="209"/>
                  </a:lnTo>
                  <a:cubicBezTo>
                    <a:pt x="258" y="208"/>
                    <a:pt x="261" y="207"/>
                    <a:pt x="262" y="207"/>
                  </a:cubicBezTo>
                  <a:lnTo>
                    <a:pt x="265" y="207"/>
                  </a:lnTo>
                  <a:lnTo>
                    <a:pt x="272" y="207"/>
                  </a:lnTo>
                  <a:lnTo>
                    <a:pt x="275" y="207"/>
                  </a:lnTo>
                  <a:cubicBezTo>
                    <a:pt x="277" y="207"/>
                    <a:pt x="279" y="208"/>
                    <a:pt x="280" y="209"/>
                  </a:cubicBezTo>
                  <a:lnTo>
                    <a:pt x="327" y="255"/>
                  </a:lnTo>
                  <a:cubicBezTo>
                    <a:pt x="328" y="257"/>
                    <a:pt x="329" y="260"/>
                    <a:pt x="329" y="261"/>
                  </a:cubicBezTo>
                  <a:lnTo>
                    <a:pt x="329" y="264"/>
                  </a:lnTo>
                  <a:lnTo>
                    <a:pt x="329" y="270"/>
                  </a:lnTo>
                  <a:lnTo>
                    <a:pt x="329" y="274"/>
                  </a:lnTo>
                  <a:cubicBezTo>
                    <a:pt x="329" y="275"/>
                    <a:pt x="328" y="278"/>
                    <a:pt x="327" y="279"/>
                  </a:cubicBezTo>
                  <a:close/>
                  <a:moveTo>
                    <a:pt x="290" y="266"/>
                  </a:moveTo>
                  <a:cubicBezTo>
                    <a:pt x="290" y="264"/>
                    <a:pt x="289" y="262"/>
                    <a:pt x="288" y="260"/>
                  </a:cubicBezTo>
                  <a:lnTo>
                    <a:pt x="274" y="246"/>
                  </a:lnTo>
                  <a:cubicBezTo>
                    <a:pt x="273" y="245"/>
                    <a:pt x="269" y="244"/>
                    <a:pt x="268" y="244"/>
                  </a:cubicBezTo>
                  <a:lnTo>
                    <a:pt x="268" y="244"/>
                  </a:lnTo>
                  <a:cubicBezTo>
                    <a:pt x="266" y="244"/>
                    <a:pt x="264" y="245"/>
                    <a:pt x="263" y="246"/>
                  </a:cubicBezTo>
                  <a:lnTo>
                    <a:pt x="249" y="260"/>
                  </a:lnTo>
                  <a:cubicBezTo>
                    <a:pt x="248" y="261"/>
                    <a:pt x="247" y="264"/>
                    <a:pt x="247" y="266"/>
                  </a:cubicBezTo>
                  <a:lnTo>
                    <a:pt x="247" y="266"/>
                  </a:lnTo>
                  <a:cubicBezTo>
                    <a:pt x="247" y="268"/>
                    <a:pt x="248" y="270"/>
                    <a:pt x="249" y="272"/>
                  </a:cubicBezTo>
                  <a:lnTo>
                    <a:pt x="263" y="285"/>
                  </a:lnTo>
                  <a:cubicBezTo>
                    <a:pt x="264" y="287"/>
                    <a:pt x="267" y="288"/>
                    <a:pt x="268" y="288"/>
                  </a:cubicBezTo>
                  <a:lnTo>
                    <a:pt x="268" y="288"/>
                  </a:lnTo>
                  <a:cubicBezTo>
                    <a:pt x="271" y="288"/>
                    <a:pt x="273" y="287"/>
                    <a:pt x="274" y="285"/>
                  </a:cubicBezTo>
                  <a:lnTo>
                    <a:pt x="288" y="272"/>
                  </a:lnTo>
                  <a:cubicBezTo>
                    <a:pt x="289" y="270"/>
                    <a:pt x="290" y="268"/>
                    <a:pt x="290" y="266"/>
                  </a:cubicBezTo>
                  <a:close/>
                  <a:moveTo>
                    <a:pt x="81" y="127"/>
                  </a:moveTo>
                  <a:lnTo>
                    <a:pt x="193" y="191"/>
                  </a:lnTo>
                  <a:cubicBezTo>
                    <a:pt x="200" y="194"/>
                    <a:pt x="206" y="197"/>
                    <a:pt x="213" y="196"/>
                  </a:cubicBezTo>
                  <a:cubicBezTo>
                    <a:pt x="230" y="194"/>
                    <a:pt x="243" y="179"/>
                    <a:pt x="243" y="162"/>
                  </a:cubicBezTo>
                  <a:lnTo>
                    <a:pt x="243" y="33"/>
                  </a:lnTo>
                  <a:cubicBezTo>
                    <a:pt x="243" y="15"/>
                    <a:pt x="229" y="0"/>
                    <a:pt x="211" y="0"/>
                  </a:cubicBezTo>
                  <a:cubicBezTo>
                    <a:pt x="192" y="0"/>
                    <a:pt x="177" y="15"/>
                    <a:pt x="177" y="33"/>
                  </a:cubicBezTo>
                  <a:lnTo>
                    <a:pt x="177" y="106"/>
                  </a:lnTo>
                  <a:lnTo>
                    <a:pt x="114" y="69"/>
                  </a:lnTo>
                  <a:cubicBezTo>
                    <a:pt x="98" y="60"/>
                    <a:pt x="78" y="66"/>
                    <a:pt x="69" y="81"/>
                  </a:cubicBezTo>
                  <a:cubicBezTo>
                    <a:pt x="60" y="98"/>
                    <a:pt x="65" y="117"/>
                    <a:pt x="81" y="127"/>
                  </a:cubicBezTo>
                  <a:close/>
                  <a:moveTo>
                    <a:pt x="325" y="196"/>
                  </a:moveTo>
                  <a:cubicBezTo>
                    <a:pt x="332" y="196"/>
                    <a:pt x="338" y="194"/>
                    <a:pt x="344" y="191"/>
                  </a:cubicBezTo>
                  <a:lnTo>
                    <a:pt x="457" y="127"/>
                  </a:lnTo>
                  <a:cubicBezTo>
                    <a:pt x="473" y="117"/>
                    <a:pt x="478" y="98"/>
                    <a:pt x="469" y="82"/>
                  </a:cubicBezTo>
                  <a:cubicBezTo>
                    <a:pt x="460" y="66"/>
                    <a:pt x="440" y="61"/>
                    <a:pt x="424" y="70"/>
                  </a:cubicBezTo>
                  <a:lnTo>
                    <a:pt x="360" y="107"/>
                  </a:lnTo>
                  <a:lnTo>
                    <a:pt x="360" y="34"/>
                  </a:lnTo>
                  <a:cubicBezTo>
                    <a:pt x="360" y="16"/>
                    <a:pt x="345" y="1"/>
                    <a:pt x="327" y="1"/>
                  </a:cubicBezTo>
                  <a:cubicBezTo>
                    <a:pt x="309" y="1"/>
                    <a:pt x="294" y="16"/>
                    <a:pt x="294" y="34"/>
                  </a:cubicBezTo>
                  <a:lnTo>
                    <a:pt x="294" y="163"/>
                  </a:lnTo>
                  <a:cubicBezTo>
                    <a:pt x="295" y="181"/>
                    <a:pt x="308" y="194"/>
                    <a:pt x="325" y="196"/>
                  </a:cubicBezTo>
                  <a:close/>
                  <a:moveTo>
                    <a:pt x="212" y="337"/>
                  </a:moveTo>
                  <a:cubicBezTo>
                    <a:pt x="205" y="336"/>
                    <a:pt x="199" y="338"/>
                    <a:pt x="192" y="341"/>
                  </a:cubicBezTo>
                  <a:lnTo>
                    <a:pt x="80" y="405"/>
                  </a:lnTo>
                  <a:cubicBezTo>
                    <a:pt x="64" y="415"/>
                    <a:pt x="58" y="434"/>
                    <a:pt x="68" y="450"/>
                  </a:cubicBezTo>
                  <a:cubicBezTo>
                    <a:pt x="77" y="466"/>
                    <a:pt x="97" y="472"/>
                    <a:pt x="113" y="462"/>
                  </a:cubicBezTo>
                  <a:lnTo>
                    <a:pt x="176" y="426"/>
                  </a:lnTo>
                  <a:lnTo>
                    <a:pt x="176" y="498"/>
                  </a:lnTo>
                  <a:cubicBezTo>
                    <a:pt x="176" y="517"/>
                    <a:pt x="191" y="532"/>
                    <a:pt x="209" y="532"/>
                  </a:cubicBezTo>
                  <a:cubicBezTo>
                    <a:pt x="228" y="532"/>
                    <a:pt x="242" y="517"/>
                    <a:pt x="242" y="498"/>
                  </a:cubicBezTo>
                  <a:lnTo>
                    <a:pt x="242" y="369"/>
                  </a:lnTo>
                  <a:cubicBezTo>
                    <a:pt x="242" y="352"/>
                    <a:pt x="229" y="338"/>
                    <a:pt x="212" y="337"/>
                  </a:cubicBezTo>
                  <a:close/>
                  <a:moveTo>
                    <a:pt x="182" y="276"/>
                  </a:moveTo>
                  <a:cubicBezTo>
                    <a:pt x="183" y="273"/>
                    <a:pt x="183" y="268"/>
                    <a:pt x="183" y="265"/>
                  </a:cubicBezTo>
                  <a:cubicBezTo>
                    <a:pt x="183" y="263"/>
                    <a:pt x="183" y="260"/>
                    <a:pt x="182" y="258"/>
                  </a:cubicBezTo>
                  <a:cubicBezTo>
                    <a:pt x="179" y="249"/>
                    <a:pt x="174" y="243"/>
                    <a:pt x="167" y="238"/>
                  </a:cubicBezTo>
                  <a:lnTo>
                    <a:pt x="54" y="174"/>
                  </a:lnTo>
                  <a:cubicBezTo>
                    <a:pt x="38" y="166"/>
                    <a:pt x="18" y="171"/>
                    <a:pt x="9" y="186"/>
                  </a:cubicBezTo>
                  <a:cubicBezTo>
                    <a:pt x="0" y="202"/>
                    <a:pt x="5" y="222"/>
                    <a:pt x="21" y="231"/>
                  </a:cubicBezTo>
                  <a:lnTo>
                    <a:pt x="83" y="267"/>
                  </a:lnTo>
                  <a:lnTo>
                    <a:pt x="21" y="304"/>
                  </a:lnTo>
                  <a:cubicBezTo>
                    <a:pt x="5" y="313"/>
                    <a:pt x="0" y="333"/>
                    <a:pt x="9" y="349"/>
                  </a:cubicBezTo>
                  <a:cubicBezTo>
                    <a:pt x="18" y="365"/>
                    <a:pt x="38" y="370"/>
                    <a:pt x="54" y="360"/>
                  </a:cubicBezTo>
                  <a:lnTo>
                    <a:pt x="167" y="296"/>
                  </a:lnTo>
                  <a:cubicBezTo>
                    <a:pt x="174" y="291"/>
                    <a:pt x="179" y="283"/>
                    <a:pt x="182" y="276"/>
                  </a:cubicBezTo>
                  <a:close/>
                  <a:moveTo>
                    <a:pt x="1570" y="82"/>
                  </a:moveTo>
                  <a:lnTo>
                    <a:pt x="1567" y="82"/>
                  </a:lnTo>
                  <a:lnTo>
                    <a:pt x="1566" y="82"/>
                  </a:lnTo>
                  <a:lnTo>
                    <a:pt x="1565" y="82"/>
                  </a:lnTo>
                  <a:cubicBezTo>
                    <a:pt x="1557" y="82"/>
                    <a:pt x="1548" y="83"/>
                    <a:pt x="1542" y="85"/>
                  </a:cubicBezTo>
                  <a:cubicBezTo>
                    <a:pt x="1535" y="87"/>
                    <a:pt x="1528" y="92"/>
                    <a:pt x="1523" y="97"/>
                  </a:cubicBezTo>
                  <a:lnTo>
                    <a:pt x="1523" y="97"/>
                  </a:lnTo>
                  <a:lnTo>
                    <a:pt x="1523" y="97"/>
                  </a:lnTo>
                  <a:lnTo>
                    <a:pt x="1523" y="97"/>
                  </a:lnTo>
                  <a:cubicBezTo>
                    <a:pt x="1517" y="102"/>
                    <a:pt x="1514" y="110"/>
                    <a:pt x="1512" y="117"/>
                  </a:cubicBezTo>
                  <a:cubicBezTo>
                    <a:pt x="1510" y="125"/>
                    <a:pt x="1509" y="135"/>
                    <a:pt x="1509" y="144"/>
                  </a:cubicBezTo>
                  <a:lnTo>
                    <a:pt x="1509" y="163"/>
                  </a:lnTo>
                  <a:lnTo>
                    <a:pt x="1487" y="163"/>
                  </a:lnTo>
                  <a:cubicBezTo>
                    <a:pt x="1480" y="163"/>
                    <a:pt x="1474" y="170"/>
                    <a:pt x="1474" y="177"/>
                  </a:cubicBezTo>
                  <a:cubicBezTo>
                    <a:pt x="1474" y="182"/>
                    <a:pt x="1475" y="185"/>
                    <a:pt x="1478" y="188"/>
                  </a:cubicBezTo>
                  <a:cubicBezTo>
                    <a:pt x="1480" y="190"/>
                    <a:pt x="1484" y="192"/>
                    <a:pt x="1487" y="192"/>
                  </a:cubicBezTo>
                  <a:lnTo>
                    <a:pt x="1509" y="192"/>
                  </a:lnTo>
                  <a:lnTo>
                    <a:pt x="1509" y="353"/>
                  </a:lnTo>
                  <a:lnTo>
                    <a:pt x="1509" y="353"/>
                  </a:lnTo>
                  <a:cubicBezTo>
                    <a:pt x="1509" y="357"/>
                    <a:pt x="1510" y="360"/>
                    <a:pt x="1513" y="363"/>
                  </a:cubicBezTo>
                  <a:cubicBezTo>
                    <a:pt x="1515" y="365"/>
                    <a:pt x="1520" y="367"/>
                    <a:pt x="1523" y="367"/>
                  </a:cubicBezTo>
                  <a:cubicBezTo>
                    <a:pt x="1530" y="367"/>
                    <a:pt x="1536" y="360"/>
                    <a:pt x="1537" y="353"/>
                  </a:cubicBezTo>
                  <a:lnTo>
                    <a:pt x="1537" y="191"/>
                  </a:lnTo>
                  <a:lnTo>
                    <a:pt x="1560" y="191"/>
                  </a:lnTo>
                  <a:cubicBezTo>
                    <a:pt x="1565" y="191"/>
                    <a:pt x="1568" y="189"/>
                    <a:pt x="1570" y="187"/>
                  </a:cubicBezTo>
                  <a:cubicBezTo>
                    <a:pt x="1572" y="185"/>
                    <a:pt x="1574" y="181"/>
                    <a:pt x="1574" y="177"/>
                  </a:cubicBezTo>
                  <a:lnTo>
                    <a:pt x="1574" y="177"/>
                  </a:lnTo>
                  <a:cubicBezTo>
                    <a:pt x="1574" y="170"/>
                    <a:pt x="1568" y="164"/>
                    <a:pt x="1560" y="164"/>
                  </a:cubicBezTo>
                  <a:lnTo>
                    <a:pt x="1537" y="164"/>
                  </a:lnTo>
                  <a:lnTo>
                    <a:pt x="1537" y="145"/>
                  </a:lnTo>
                  <a:cubicBezTo>
                    <a:pt x="1537" y="137"/>
                    <a:pt x="1538" y="130"/>
                    <a:pt x="1539" y="125"/>
                  </a:cubicBezTo>
                  <a:cubicBezTo>
                    <a:pt x="1540" y="121"/>
                    <a:pt x="1542" y="117"/>
                    <a:pt x="1543" y="115"/>
                  </a:cubicBezTo>
                  <a:cubicBezTo>
                    <a:pt x="1544" y="113"/>
                    <a:pt x="1546" y="112"/>
                    <a:pt x="1550" y="111"/>
                  </a:cubicBezTo>
                  <a:cubicBezTo>
                    <a:pt x="1553" y="110"/>
                    <a:pt x="1557" y="109"/>
                    <a:pt x="1563" y="109"/>
                  </a:cubicBezTo>
                  <a:lnTo>
                    <a:pt x="1565" y="109"/>
                  </a:lnTo>
                  <a:lnTo>
                    <a:pt x="1566" y="109"/>
                  </a:lnTo>
                  <a:lnTo>
                    <a:pt x="1567" y="109"/>
                  </a:lnTo>
                  <a:lnTo>
                    <a:pt x="1569" y="109"/>
                  </a:lnTo>
                  <a:lnTo>
                    <a:pt x="1570" y="109"/>
                  </a:lnTo>
                  <a:cubicBezTo>
                    <a:pt x="1577" y="109"/>
                    <a:pt x="1584" y="102"/>
                    <a:pt x="1584" y="95"/>
                  </a:cubicBezTo>
                  <a:cubicBezTo>
                    <a:pt x="1584" y="88"/>
                    <a:pt x="1578" y="82"/>
                    <a:pt x="1570" y="82"/>
                  </a:cubicBezTo>
                  <a:close/>
                  <a:moveTo>
                    <a:pt x="2054" y="187"/>
                  </a:moveTo>
                  <a:cubicBezTo>
                    <a:pt x="2057" y="184"/>
                    <a:pt x="2058" y="181"/>
                    <a:pt x="2058" y="177"/>
                  </a:cubicBezTo>
                  <a:cubicBezTo>
                    <a:pt x="2058" y="174"/>
                    <a:pt x="2057" y="170"/>
                    <a:pt x="2054" y="168"/>
                  </a:cubicBezTo>
                  <a:lnTo>
                    <a:pt x="2054" y="168"/>
                  </a:lnTo>
                  <a:lnTo>
                    <a:pt x="2054" y="168"/>
                  </a:lnTo>
                  <a:lnTo>
                    <a:pt x="2054" y="168"/>
                  </a:lnTo>
                  <a:lnTo>
                    <a:pt x="2054" y="168"/>
                  </a:lnTo>
                  <a:cubicBezTo>
                    <a:pt x="2051" y="166"/>
                    <a:pt x="2047" y="163"/>
                    <a:pt x="2044" y="163"/>
                  </a:cubicBezTo>
                  <a:cubicBezTo>
                    <a:pt x="2041" y="163"/>
                    <a:pt x="2037" y="164"/>
                    <a:pt x="2034" y="168"/>
                  </a:cubicBezTo>
                  <a:lnTo>
                    <a:pt x="1926" y="273"/>
                  </a:lnTo>
                  <a:lnTo>
                    <a:pt x="1926" y="96"/>
                  </a:lnTo>
                  <a:cubicBezTo>
                    <a:pt x="1926" y="88"/>
                    <a:pt x="1920" y="82"/>
                    <a:pt x="1912" y="82"/>
                  </a:cubicBezTo>
                  <a:cubicBezTo>
                    <a:pt x="1908" y="82"/>
                    <a:pt x="1905" y="83"/>
                    <a:pt x="1903" y="86"/>
                  </a:cubicBezTo>
                  <a:cubicBezTo>
                    <a:pt x="1901" y="88"/>
                    <a:pt x="1898" y="93"/>
                    <a:pt x="1898" y="96"/>
                  </a:cubicBezTo>
                  <a:lnTo>
                    <a:pt x="1898" y="355"/>
                  </a:lnTo>
                  <a:cubicBezTo>
                    <a:pt x="1898" y="359"/>
                    <a:pt x="1901" y="363"/>
                    <a:pt x="1903" y="365"/>
                  </a:cubicBezTo>
                  <a:cubicBezTo>
                    <a:pt x="1905" y="367"/>
                    <a:pt x="1909" y="369"/>
                    <a:pt x="1912" y="369"/>
                  </a:cubicBezTo>
                  <a:cubicBezTo>
                    <a:pt x="1920" y="369"/>
                    <a:pt x="1926" y="363"/>
                    <a:pt x="1926" y="355"/>
                  </a:cubicBezTo>
                  <a:lnTo>
                    <a:pt x="1926" y="312"/>
                  </a:lnTo>
                  <a:lnTo>
                    <a:pt x="1962" y="277"/>
                  </a:lnTo>
                  <a:lnTo>
                    <a:pt x="2033" y="364"/>
                  </a:lnTo>
                  <a:cubicBezTo>
                    <a:pt x="2034" y="366"/>
                    <a:pt x="2037" y="367"/>
                    <a:pt x="2039" y="368"/>
                  </a:cubicBezTo>
                  <a:cubicBezTo>
                    <a:pt x="2041" y="369"/>
                    <a:pt x="2043" y="369"/>
                    <a:pt x="2044" y="369"/>
                  </a:cubicBezTo>
                  <a:cubicBezTo>
                    <a:pt x="2046" y="369"/>
                    <a:pt x="2050" y="369"/>
                    <a:pt x="2053" y="366"/>
                  </a:cubicBezTo>
                  <a:lnTo>
                    <a:pt x="2053" y="366"/>
                  </a:lnTo>
                  <a:lnTo>
                    <a:pt x="2053" y="366"/>
                  </a:lnTo>
                  <a:cubicBezTo>
                    <a:pt x="2056" y="363"/>
                    <a:pt x="2057" y="359"/>
                    <a:pt x="2057" y="355"/>
                  </a:cubicBezTo>
                  <a:cubicBezTo>
                    <a:pt x="2057" y="352"/>
                    <a:pt x="2056" y="349"/>
                    <a:pt x="2054" y="345"/>
                  </a:cubicBezTo>
                  <a:lnTo>
                    <a:pt x="2054" y="345"/>
                  </a:lnTo>
                  <a:lnTo>
                    <a:pt x="1981" y="257"/>
                  </a:lnTo>
                  <a:lnTo>
                    <a:pt x="2054" y="187"/>
                  </a:lnTo>
                  <a:close/>
                  <a:moveTo>
                    <a:pt x="1859" y="169"/>
                  </a:moveTo>
                  <a:cubicBezTo>
                    <a:pt x="1861" y="171"/>
                    <a:pt x="1863" y="175"/>
                    <a:pt x="1863" y="178"/>
                  </a:cubicBezTo>
                  <a:lnTo>
                    <a:pt x="1863" y="354"/>
                  </a:lnTo>
                  <a:cubicBezTo>
                    <a:pt x="1863" y="358"/>
                    <a:pt x="1861" y="361"/>
                    <a:pt x="1859" y="364"/>
                  </a:cubicBezTo>
                  <a:cubicBezTo>
                    <a:pt x="1857" y="366"/>
                    <a:pt x="1852" y="368"/>
                    <a:pt x="1849" y="368"/>
                  </a:cubicBezTo>
                  <a:cubicBezTo>
                    <a:pt x="1845" y="368"/>
                    <a:pt x="1842" y="366"/>
                    <a:pt x="1840" y="364"/>
                  </a:cubicBezTo>
                  <a:cubicBezTo>
                    <a:pt x="1837" y="361"/>
                    <a:pt x="1835" y="357"/>
                    <a:pt x="1835" y="354"/>
                  </a:cubicBezTo>
                  <a:lnTo>
                    <a:pt x="1835" y="337"/>
                  </a:lnTo>
                  <a:cubicBezTo>
                    <a:pt x="1818" y="356"/>
                    <a:pt x="1794" y="368"/>
                    <a:pt x="1767" y="368"/>
                  </a:cubicBezTo>
                  <a:cubicBezTo>
                    <a:pt x="1740" y="368"/>
                    <a:pt x="1715" y="356"/>
                    <a:pt x="1698" y="338"/>
                  </a:cubicBezTo>
                  <a:cubicBezTo>
                    <a:pt x="1681" y="320"/>
                    <a:pt x="1670" y="294"/>
                    <a:pt x="1670" y="266"/>
                  </a:cubicBezTo>
                  <a:cubicBezTo>
                    <a:pt x="1670" y="238"/>
                    <a:pt x="1681" y="213"/>
                    <a:pt x="1698" y="194"/>
                  </a:cubicBezTo>
                  <a:cubicBezTo>
                    <a:pt x="1715" y="176"/>
                    <a:pt x="1740" y="164"/>
                    <a:pt x="1767" y="164"/>
                  </a:cubicBezTo>
                  <a:cubicBezTo>
                    <a:pt x="1794" y="164"/>
                    <a:pt x="1818" y="176"/>
                    <a:pt x="1835" y="194"/>
                  </a:cubicBezTo>
                  <a:lnTo>
                    <a:pt x="1835" y="177"/>
                  </a:lnTo>
                  <a:cubicBezTo>
                    <a:pt x="1835" y="173"/>
                    <a:pt x="1836" y="170"/>
                    <a:pt x="1840" y="168"/>
                  </a:cubicBezTo>
                  <a:cubicBezTo>
                    <a:pt x="1842" y="166"/>
                    <a:pt x="1846" y="163"/>
                    <a:pt x="1849" y="163"/>
                  </a:cubicBezTo>
                  <a:cubicBezTo>
                    <a:pt x="1852" y="166"/>
                    <a:pt x="1856" y="167"/>
                    <a:pt x="1859" y="169"/>
                  </a:cubicBezTo>
                  <a:close/>
                  <a:moveTo>
                    <a:pt x="1835" y="267"/>
                  </a:moveTo>
                  <a:cubicBezTo>
                    <a:pt x="1835" y="247"/>
                    <a:pt x="1828" y="228"/>
                    <a:pt x="1815" y="215"/>
                  </a:cubicBezTo>
                  <a:cubicBezTo>
                    <a:pt x="1802" y="202"/>
                    <a:pt x="1785" y="193"/>
                    <a:pt x="1767" y="193"/>
                  </a:cubicBezTo>
                  <a:cubicBezTo>
                    <a:pt x="1749" y="193"/>
                    <a:pt x="1731" y="202"/>
                    <a:pt x="1719" y="215"/>
                  </a:cubicBezTo>
                  <a:cubicBezTo>
                    <a:pt x="1706" y="229"/>
                    <a:pt x="1698" y="247"/>
                    <a:pt x="1698" y="267"/>
                  </a:cubicBezTo>
                  <a:cubicBezTo>
                    <a:pt x="1698" y="288"/>
                    <a:pt x="1706" y="307"/>
                    <a:pt x="1719" y="320"/>
                  </a:cubicBezTo>
                  <a:cubicBezTo>
                    <a:pt x="1731" y="333"/>
                    <a:pt x="1749" y="341"/>
                    <a:pt x="1767" y="341"/>
                  </a:cubicBezTo>
                  <a:cubicBezTo>
                    <a:pt x="1786" y="341"/>
                    <a:pt x="1803" y="334"/>
                    <a:pt x="1815" y="320"/>
                  </a:cubicBezTo>
                  <a:cubicBezTo>
                    <a:pt x="1828" y="306"/>
                    <a:pt x="1835" y="288"/>
                    <a:pt x="1835" y="267"/>
                  </a:cubicBezTo>
                  <a:close/>
                  <a:moveTo>
                    <a:pt x="724" y="262"/>
                  </a:moveTo>
                  <a:cubicBezTo>
                    <a:pt x="714" y="257"/>
                    <a:pt x="701" y="252"/>
                    <a:pt x="688" y="249"/>
                  </a:cubicBezTo>
                  <a:cubicBezTo>
                    <a:pt x="676" y="245"/>
                    <a:pt x="664" y="242"/>
                    <a:pt x="656" y="237"/>
                  </a:cubicBezTo>
                  <a:cubicBezTo>
                    <a:pt x="652" y="235"/>
                    <a:pt x="648" y="233"/>
                    <a:pt x="646" y="230"/>
                  </a:cubicBezTo>
                  <a:cubicBezTo>
                    <a:pt x="644" y="227"/>
                    <a:pt x="643" y="224"/>
                    <a:pt x="643" y="220"/>
                  </a:cubicBezTo>
                  <a:cubicBezTo>
                    <a:pt x="643" y="215"/>
                    <a:pt x="644" y="211"/>
                    <a:pt x="647" y="207"/>
                  </a:cubicBezTo>
                  <a:cubicBezTo>
                    <a:pt x="652" y="202"/>
                    <a:pt x="657" y="198"/>
                    <a:pt x="664" y="194"/>
                  </a:cubicBezTo>
                  <a:cubicBezTo>
                    <a:pt x="671" y="191"/>
                    <a:pt x="678" y="190"/>
                    <a:pt x="684" y="190"/>
                  </a:cubicBezTo>
                  <a:cubicBezTo>
                    <a:pt x="700" y="190"/>
                    <a:pt x="709" y="196"/>
                    <a:pt x="717" y="201"/>
                  </a:cubicBezTo>
                  <a:cubicBezTo>
                    <a:pt x="721" y="204"/>
                    <a:pt x="723" y="206"/>
                    <a:pt x="726" y="208"/>
                  </a:cubicBezTo>
                  <a:cubicBezTo>
                    <a:pt x="728" y="209"/>
                    <a:pt x="730" y="211"/>
                    <a:pt x="731" y="212"/>
                  </a:cubicBezTo>
                  <a:cubicBezTo>
                    <a:pt x="732" y="213"/>
                    <a:pt x="734" y="213"/>
                    <a:pt x="736" y="213"/>
                  </a:cubicBezTo>
                  <a:cubicBezTo>
                    <a:pt x="737" y="213"/>
                    <a:pt x="738" y="213"/>
                    <a:pt x="740" y="212"/>
                  </a:cubicBezTo>
                  <a:cubicBezTo>
                    <a:pt x="741" y="212"/>
                    <a:pt x="743" y="211"/>
                    <a:pt x="744" y="209"/>
                  </a:cubicBezTo>
                  <a:cubicBezTo>
                    <a:pt x="745" y="208"/>
                    <a:pt x="746" y="207"/>
                    <a:pt x="746" y="206"/>
                  </a:cubicBezTo>
                  <a:cubicBezTo>
                    <a:pt x="747" y="205"/>
                    <a:pt x="747" y="204"/>
                    <a:pt x="747" y="202"/>
                  </a:cubicBezTo>
                  <a:cubicBezTo>
                    <a:pt x="747" y="200"/>
                    <a:pt x="746" y="198"/>
                    <a:pt x="745" y="196"/>
                  </a:cubicBezTo>
                  <a:cubicBezTo>
                    <a:pt x="743" y="191"/>
                    <a:pt x="739" y="188"/>
                    <a:pt x="735" y="185"/>
                  </a:cubicBezTo>
                  <a:cubicBezTo>
                    <a:pt x="729" y="179"/>
                    <a:pt x="721" y="174"/>
                    <a:pt x="713" y="171"/>
                  </a:cubicBezTo>
                  <a:cubicBezTo>
                    <a:pt x="704" y="167"/>
                    <a:pt x="694" y="164"/>
                    <a:pt x="686" y="164"/>
                  </a:cubicBezTo>
                  <a:cubicBezTo>
                    <a:pt x="665" y="164"/>
                    <a:pt x="648" y="169"/>
                    <a:pt x="635" y="177"/>
                  </a:cubicBezTo>
                  <a:cubicBezTo>
                    <a:pt x="629" y="182"/>
                    <a:pt x="624" y="187"/>
                    <a:pt x="619" y="193"/>
                  </a:cubicBezTo>
                  <a:cubicBezTo>
                    <a:pt x="615" y="200"/>
                    <a:pt x="613" y="208"/>
                    <a:pt x="613" y="219"/>
                  </a:cubicBezTo>
                  <a:lnTo>
                    <a:pt x="613" y="220"/>
                  </a:lnTo>
                  <a:cubicBezTo>
                    <a:pt x="613" y="231"/>
                    <a:pt x="616" y="239"/>
                    <a:pt x="622" y="246"/>
                  </a:cubicBezTo>
                  <a:cubicBezTo>
                    <a:pt x="630" y="257"/>
                    <a:pt x="643" y="262"/>
                    <a:pt x="654" y="266"/>
                  </a:cubicBezTo>
                  <a:cubicBezTo>
                    <a:pt x="666" y="270"/>
                    <a:pt x="677" y="273"/>
                    <a:pt x="685" y="276"/>
                  </a:cubicBezTo>
                  <a:cubicBezTo>
                    <a:pt x="695" y="279"/>
                    <a:pt x="706" y="283"/>
                    <a:pt x="715" y="288"/>
                  </a:cubicBezTo>
                  <a:cubicBezTo>
                    <a:pt x="719" y="290"/>
                    <a:pt x="722" y="293"/>
                    <a:pt x="724" y="296"/>
                  </a:cubicBezTo>
                  <a:cubicBezTo>
                    <a:pt x="726" y="299"/>
                    <a:pt x="728" y="303"/>
                    <a:pt x="728" y="307"/>
                  </a:cubicBezTo>
                  <a:lnTo>
                    <a:pt x="728" y="307"/>
                  </a:lnTo>
                  <a:cubicBezTo>
                    <a:pt x="728" y="312"/>
                    <a:pt x="725" y="318"/>
                    <a:pt x="723" y="321"/>
                  </a:cubicBezTo>
                  <a:cubicBezTo>
                    <a:pt x="719" y="326"/>
                    <a:pt x="711" y="332"/>
                    <a:pt x="704" y="334"/>
                  </a:cubicBezTo>
                  <a:cubicBezTo>
                    <a:pt x="697" y="337"/>
                    <a:pt x="689" y="338"/>
                    <a:pt x="684" y="338"/>
                  </a:cubicBezTo>
                  <a:cubicBezTo>
                    <a:pt x="665" y="338"/>
                    <a:pt x="654" y="334"/>
                    <a:pt x="645" y="329"/>
                  </a:cubicBezTo>
                  <a:cubicBezTo>
                    <a:pt x="641" y="327"/>
                    <a:pt x="638" y="325"/>
                    <a:pt x="634" y="323"/>
                  </a:cubicBezTo>
                  <a:cubicBezTo>
                    <a:pt x="633" y="322"/>
                    <a:pt x="631" y="321"/>
                    <a:pt x="630" y="321"/>
                  </a:cubicBezTo>
                  <a:cubicBezTo>
                    <a:pt x="629" y="320"/>
                    <a:pt x="627" y="320"/>
                    <a:pt x="625" y="320"/>
                  </a:cubicBezTo>
                  <a:cubicBezTo>
                    <a:pt x="624" y="320"/>
                    <a:pt x="623" y="320"/>
                    <a:pt x="622" y="321"/>
                  </a:cubicBezTo>
                  <a:cubicBezTo>
                    <a:pt x="621" y="321"/>
                    <a:pt x="619" y="322"/>
                    <a:pt x="618" y="323"/>
                  </a:cubicBezTo>
                  <a:cubicBezTo>
                    <a:pt x="617" y="324"/>
                    <a:pt x="616" y="325"/>
                    <a:pt x="615" y="327"/>
                  </a:cubicBezTo>
                  <a:cubicBezTo>
                    <a:pt x="614" y="328"/>
                    <a:pt x="614" y="330"/>
                    <a:pt x="614" y="331"/>
                  </a:cubicBezTo>
                  <a:cubicBezTo>
                    <a:pt x="614" y="335"/>
                    <a:pt x="615" y="337"/>
                    <a:pt x="616" y="339"/>
                  </a:cubicBezTo>
                  <a:cubicBezTo>
                    <a:pt x="618" y="342"/>
                    <a:pt x="622" y="345"/>
                    <a:pt x="626" y="348"/>
                  </a:cubicBezTo>
                  <a:cubicBezTo>
                    <a:pt x="630" y="351"/>
                    <a:pt x="635" y="353"/>
                    <a:pt x="641" y="356"/>
                  </a:cubicBezTo>
                  <a:cubicBezTo>
                    <a:pt x="654" y="363"/>
                    <a:pt x="671" y="366"/>
                    <a:pt x="684" y="366"/>
                  </a:cubicBezTo>
                  <a:lnTo>
                    <a:pt x="684" y="366"/>
                  </a:lnTo>
                  <a:cubicBezTo>
                    <a:pt x="703" y="366"/>
                    <a:pt x="720" y="361"/>
                    <a:pt x="735" y="351"/>
                  </a:cubicBezTo>
                  <a:lnTo>
                    <a:pt x="735" y="351"/>
                  </a:lnTo>
                  <a:lnTo>
                    <a:pt x="735" y="351"/>
                  </a:lnTo>
                  <a:cubicBezTo>
                    <a:pt x="749" y="340"/>
                    <a:pt x="758" y="324"/>
                    <a:pt x="758" y="307"/>
                  </a:cubicBezTo>
                  <a:cubicBezTo>
                    <a:pt x="758" y="297"/>
                    <a:pt x="755" y="289"/>
                    <a:pt x="751" y="282"/>
                  </a:cubicBezTo>
                  <a:cubicBezTo>
                    <a:pt x="746" y="274"/>
                    <a:pt x="736" y="267"/>
                    <a:pt x="724" y="262"/>
                  </a:cubicBezTo>
                  <a:close/>
                  <a:moveTo>
                    <a:pt x="1627" y="82"/>
                  </a:moveTo>
                  <a:cubicBezTo>
                    <a:pt x="1622" y="82"/>
                    <a:pt x="1619" y="83"/>
                    <a:pt x="1617" y="86"/>
                  </a:cubicBezTo>
                  <a:cubicBezTo>
                    <a:pt x="1615" y="88"/>
                    <a:pt x="1613" y="93"/>
                    <a:pt x="1613" y="96"/>
                  </a:cubicBezTo>
                  <a:lnTo>
                    <a:pt x="1613" y="355"/>
                  </a:lnTo>
                  <a:cubicBezTo>
                    <a:pt x="1613" y="359"/>
                    <a:pt x="1614" y="363"/>
                    <a:pt x="1617" y="365"/>
                  </a:cubicBezTo>
                  <a:cubicBezTo>
                    <a:pt x="1619" y="367"/>
                    <a:pt x="1623" y="369"/>
                    <a:pt x="1627" y="369"/>
                  </a:cubicBezTo>
                  <a:cubicBezTo>
                    <a:pt x="1634" y="369"/>
                    <a:pt x="1640" y="363"/>
                    <a:pt x="1640" y="355"/>
                  </a:cubicBezTo>
                  <a:lnTo>
                    <a:pt x="1640" y="96"/>
                  </a:lnTo>
                  <a:cubicBezTo>
                    <a:pt x="1642" y="88"/>
                    <a:pt x="1635" y="82"/>
                    <a:pt x="1627" y="82"/>
                  </a:cubicBezTo>
                  <a:close/>
                  <a:moveTo>
                    <a:pt x="2262" y="260"/>
                  </a:moveTo>
                  <a:lnTo>
                    <a:pt x="2262" y="261"/>
                  </a:lnTo>
                  <a:cubicBezTo>
                    <a:pt x="2262" y="265"/>
                    <a:pt x="2260" y="268"/>
                    <a:pt x="2258" y="270"/>
                  </a:cubicBezTo>
                  <a:cubicBezTo>
                    <a:pt x="2256" y="273"/>
                    <a:pt x="2252" y="274"/>
                    <a:pt x="2248" y="274"/>
                  </a:cubicBezTo>
                  <a:lnTo>
                    <a:pt x="2093" y="274"/>
                  </a:lnTo>
                  <a:cubicBezTo>
                    <a:pt x="2098" y="311"/>
                    <a:pt x="2127" y="339"/>
                    <a:pt x="2164" y="340"/>
                  </a:cubicBezTo>
                  <a:lnTo>
                    <a:pt x="2173" y="340"/>
                  </a:lnTo>
                  <a:cubicBezTo>
                    <a:pt x="2185" y="340"/>
                    <a:pt x="2198" y="336"/>
                    <a:pt x="2208" y="329"/>
                  </a:cubicBezTo>
                  <a:cubicBezTo>
                    <a:pt x="2219" y="323"/>
                    <a:pt x="2227" y="313"/>
                    <a:pt x="2233" y="303"/>
                  </a:cubicBezTo>
                  <a:cubicBezTo>
                    <a:pt x="2235" y="300"/>
                    <a:pt x="2237" y="298"/>
                    <a:pt x="2239" y="297"/>
                  </a:cubicBezTo>
                  <a:cubicBezTo>
                    <a:pt x="2241" y="296"/>
                    <a:pt x="2243" y="295"/>
                    <a:pt x="2245" y="295"/>
                  </a:cubicBezTo>
                  <a:cubicBezTo>
                    <a:pt x="2247" y="295"/>
                    <a:pt x="2251" y="296"/>
                    <a:pt x="2253" y="297"/>
                  </a:cubicBezTo>
                  <a:lnTo>
                    <a:pt x="2253" y="297"/>
                  </a:lnTo>
                  <a:lnTo>
                    <a:pt x="2253" y="297"/>
                  </a:lnTo>
                  <a:cubicBezTo>
                    <a:pt x="2257" y="300"/>
                    <a:pt x="2259" y="305"/>
                    <a:pt x="2259" y="309"/>
                  </a:cubicBezTo>
                  <a:cubicBezTo>
                    <a:pt x="2259" y="311"/>
                    <a:pt x="2258" y="314"/>
                    <a:pt x="2257" y="316"/>
                  </a:cubicBezTo>
                  <a:lnTo>
                    <a:pt x="2257" y="316"/>
                  </a:lnTo>
                  <a:lnTo>
                    <a:pt x="2257" y="316"/>
                  </a:lnTo>
                  <a:cubicBezTo>
                    <a:pt x="2248" y="330"/>
                    <a:pt x="2237" y="343"/>
                    <a:pt x="2223" y="352"/>
                  </a:cubicBezTo>
                  <a:cubicBezTo>
                    <a:pt x="2209" y="361"/>
                    <a:pt x="2193" y="367"/>
                    <a:pt x="2175" y="367"/>
                  </a:cubicBezTo>
                  <a:lnTo>
                    <a:pt x="2165" y="367"/>
                  </a:lnTo>
                  <a:cubicBezTo>
                    <a:pt x="2138" y="367"/>
                    <a:pt x="2114" y="355"/>
                    <a:pt x="2095" y="337"/>
                  </a:cubicBezTo>
                  <a:cubicBezTo>
                    <a:pt x="2077" y="319"/>
                    <a:pt x="2066" y="293"/>
                    <a:pt x="2066" y="266"/>
                  </a:cubicBezTo>
                  <a:cubicBezTo>
                    <a:pt x="2066" y="238"/>
                    <a:pt x="2077" y="213"/>
                    <a:pt x="2095" y="194"/>
                  </a:cubicBezTo>
                  <a:cubicBezTo>
                    <a:pt x="2114" y="176"/>
                    <a:pt x="2138" y="164"/>
                    <a:pt x="2165" y="164"/>
                  </a:cubicBezTo>
                  <a:cubicBezTo>
                    <a:pt x="2191" y="164"/>
                    <a:pt x="2214" y="175"/>
                    <a:pt x="2232" y="192"/>
                  </a:cubicBezTo>
                  <a:cubicBezTo>
                    <a:pt x="2248" y="209"/>
                    <a:pt x="2260" y="233"/>
                    <a:pt x="2262" y="260"/>
                  </a:cubicBezTo>
                  <a:close/>
                  <a:moveTo>
                    <a:pt x="2232" y="247"/>
                  </a:moveTo>
                  <a:cubicBezTo>
                    <a:pt x="2225" y="215"/>
                    <a:pt x="2197" y="192"/>
                    <a:pt x="2165" y="192"/>
                  </a:cubicBezTo>
                  <a:cubicBezTo>
                    <a:pt x="2132" y="192"/>
                    <a:pt x="2105" y="215"/>
                    <a:pt x="2096" y="247"/>
                  </a:cubicBezTo>
                  <a:lnTo>
                    <a:pt x="2232" y="247"/>
                  </a:lnTo>
                  <a:close/>
                  <a:moveTo>
                    <a:pt x="872" y="166"/>
                  </a:moveTo>
                  <a:cubicBezTo>
                    <a:pt x="851" y="166"/>
                    <a:pt x="830" y="174"/>
                    <a:pt x="816" y="187"/>
                  </a:cubicBezTo>
                  <a:lnTo>
                    <a:pt x="816" y="178"/>
                  </a:lnTo>
                  <a:cubicBezTo>
                    <a:pt x="816" y="175"/>
                    <a:pt x="815" y="171"/>
                    <a:pt x="812" y="169"/>
                  </a:cubicBezTo>
                  <a:cubicBezTo>
                    <a:pt x="810" y="167"/>
                    <a:pt x="807" y="164"/>
                    <a:pt x="802" y="164"/>
                  </a:cubicBezTo>
                  <a:cubicBezTo>
                    <a:pt x="798" y="164"/>
                    <a:pt x="795" y="166"/>
                    <a:pt x="793" y="169"/>
                  </a:cubicBezTo>
                  <a:cubicBezTo>
                    <a:pt x="791" y="171"/>
                    <a:pt x="789" y="175"/>
                    <a:pt x="789" y="178"/>
                  </a:cubicBezTo>
                  <a:lnTo>
                    <a:pt x="789" y="357"/>
                  </a:lnTo>
                  <a:lnTo>
                    <a:pt x="790" y="358"/>
                  </a:lnTo>
                  <a:lnTo>
                    <a:pt x="790" y="358"/>
                  </a:lnTo>
                  <a:cubicBezTo>
                    <a:pt x="790" y="359"/>
                    <a:pt x="790" y="359"/>
                    <a:pt x="791" y="360"/>
                  </a:cubicBezTo>
                  <a:cubicBezTo>
                    <a:pt x="793" y="364"/>
                    <a:pt x="796" y="366"/>
                    <a:pt x="799" y="367"/>
                  </a:cubicBezTo>
                  <a:lnTo>
                    <a:pt x="800" y="367"/>
                  </a:lnTo>
                  <a:lnTo>
                    <a:pt x="804" y="367"/>
                  </a:lnTo>
                  <a:cubicBezTo>
                    <a:pt x="806" y="367"/>
                    <a:pt x="808" y="367"/>
                    <a:pt x="810" y="366"/>
                  </a:cubicBezTo>
                  <a:cubicBezTo>
                    <a:pt x="811" y="365"/>
                    <a:pt x="813" y="364"/>
                    <a:pt x="814" y="363"/>
                  </a:cubicBezTo>
                  <a:lnTo>
                    <a:pt x="814" y="363"/>
                  </a:lnTo>
                  <a:lnTo>
                    <a:pt x="814" y="363"/>
                  </a:lnTo>
                  <a:lnTo>
                    <a:pt x="814" y="363"/>
                  </a:lnTo>
                  <a:cubicBezTo>
                    <a:pt x="815" y="361"/>
                    <a:pt x="815" y="360"/>
                    <a:pt x="816" y="359"/>
                  </a:cubicBezTo>
                  <a:cubicBezTo>
                    <a:pt x="816" y="358"/>
                    <a:pt x="817" y="357"/>
                    <a:pt x="817" y="356"/>
                  </a:cubicBezTo>
                  <a:lnTo>
                    <a:pt x="817" y="356"/>
                  </a:lnTo>
                  <a:lnTo>
                    <a:pt x="817" y="249"/>
                  </a:lnTo>
                  <a:cubicBezTo>
                    <a:pt x="817" y="234"/>
                    <a:pt x="824" y="220"/>
                    <a:pt x="835" y="209"/>
                  </a:cubicBezTo>
                  <a:cubicBezTo>
                    <a:pt x="844" y="200"/>
                    <a:pt x="858" y="193"/>
                    <a:pt x="874" y="193"/>
                  </a:cubicBezTo>
                  <a:cubicBezTo>
                    <a:pt x="890" y="193"/>
                    <a:pt x="903" y="200"/>
                    <a:pt x="914" y="209"/>
                  </a:cubicBezTo>
                  <a:cubicBezTo>
                    <a:pt x="923" y="219"/>
                    <a:pt x="930" y="233"/>
                    <a:pt x="930" y="249"/>
                  </a:cubicBezTo>
                  <a:lnTo>
                    <a:pt x="930" y="355"/>
                  </a:lnTo>
                  <a:cubicBezTo>
                    <a:pt x="930" y="359"/>
                    <a:pt x="932" y="363"/>
                    <a:pt x="934" y="365"/>
                  </a:cubicBezTo>
                  <a:cubicBezTo>
                    <a:pt x="936" y="367"/>
                    <a:pt x="941" y="369"/>
                    <a:pt x="944" y="369"/>
                  </a:cubicBezTo>
                  <a:cubicBezTo>
                    <a:pt x="947" y="369"/>
                    <a:pt x="951" y="368"/>
                    <a:pt x="953" y="365"/>
                  </a:cubicBezTo>
                  <a:cubicBezTo>
                    <a:pt x="956" y="363"/>
                    <a:pt x="958" y="358"/>
                    <a:pt x="958" y="355"/>
                  </a:cubicBezTo>
                  <a:lnTo>
                    <a:pt x="958" y="249"/>
                  </a:lnTo>
                  <a:cubicBezTo>
                    <a:pt x="956" y="203"/>
                    <a:pt x="918" y="166"/>
                    <a:pt x="872" y="166"/>
                  </a:cubicBezTo>
                  <a:close/>
                  <a:moveTo>
                    <a:pt x="1146" y="196"/>
                  </a:moveTo>
                  <a:cubicBezTo>
                    <a:pt x="1163" y="214"/>
                    <a:pt x="1174" y="239"/>
                    <a:pt x="1174" y="267"/>
                  </a:cubicBezTo>
                  <a:cubicBezTo>
                    <a:pt x="1174" y="295"/>
                    <a:pt x="1163" y="320"/>
                    <a:pt x="1146" y="339"/>
                  </a:cubicBezTo>
                  <a:cubicBezTo>
                    <a:pt x="1129" y="357"/>
                    <a:pt x="1105" y="369"/>
                    <a:pt x="1078" y="369"/>
                  </a:cubicBezTo>
                  <a:cubicBezTo>
                    <a:pt x="1052" y="369"/>
                    <a:pt x="1026" y="357"/>
                    <a:pt x="1009" y="339"/>
                  </a:cubicBezTo>
                  <a:cubicBezTo>
                    <a:pt x="992" y="321"/>
                    <a:pt x="981" y="295"/>
                    <a:pt x="981" y="267"/>
                  </a:cubicBezTo>
                  <a:cubicBezTo>
                    <a:pt x="981" y="239"/>
                    <a:pt x="992" y="215"/>
                    <a:pt x="1009" y="196"/>
                  </a:cubicBezTo>
                  <a:cubicBezTo>
                    <a:pt x="1026" y="177"/>
                    <a:pt x="1051" y="166"/>
                    <a:pt x="1078" y="166"/>
                  </a:cubicBezTo>
                  <a:cubicBezTo>
                    <a:pt x="1104" y="166"/>
                    <a:pt x="1129" y="177"/>
                    <a:pt x="1146" y="196"/>
                  </a:cubicBezTo>
                  <a:close/>
                  <a:moveTo>
                    <a:pt x="1147" y="267"/>
                  </a:moveTo>
                  <a:cubicBezTo>
                    <a:pt x="1147" y="247"/>
                    <a:pt x="1140" y="228"/>
                    <a:pt x="1127" y="215"/>
                  </a:cubicBezTo>
                  <a:cubicBezTo>
                    <a:pt x="1114" y="201"/>
                    <a:pt x="1098" y="193"/>
                    <a:pt x="1079" y="193"/>
                  </a:cubicBezTo>
                  <a:cubicBezTo>
                    <a:pt x="1061" y="193"/>
                    <a:pt x="1043" y="202"/>
                    <a:pt x="1030" y="215"/>
                  </a:cubicBezTo>
                  <a:cubicBezTo>
                    <a:pt x="1018" y="229"/>
                    <a:pt x="1010" y="247"/>
                    <a:pt x="1010" y="267"/>
                  </a:cubicBezTo>
                  <a:cubicBezTo>
                    <a:pt x="1010" y="288"/>
                    <a:pt x="1018" y="306"/>
                    <a:pt x="1030" y="320"/>
                  </a:cubicBezTo>
                  <a:cubicBezTo>
                    <a:pt x="1043" y="334"/>
                    <a:pt x="1061" y="341"/>
                    <a:pt x="1079" y="341"/>
                  </a:cubicBezTo>
                  <a:cubicBezTo>
                    <a:pt x="1098" y="341"/>
                    <a:pt x="1114" y="333"/>
                    <a:pt x="1127" y="320"/>
                  </a:cubicBezTo>
                  <a:cubicBezTo>
                    <a:pt x="1139" y="306"/>
                    <a:pt x="1147" y="288"/>
                    <a:pt x="1147" y="267"/>
                  </a:cubicBezTo>
                  <a:close/>
                  <a:moveTo>
                    <a:pt x="1445" y="167"/>
                  </a:moveTo>
                  <a:lnTo>
                    <a:pt x="1445" y="167"/>
                  </a:lnTo>
                  <a:lnTo>
                    <a:pt x="1445" y="167"/>
                  </a:lnTo>
                  <a:cubicBezTo>
                    <a:pt x="1442" y="166"/>
                    <a:pt x="1441" y="166"/>
                    <a:pt x="1439" y="166"/>
                  </a:cubicBezTo>
                  <a:cubicBezTo>
                    <a:pt x="1436" y="166"/>
                    <a:pt x="1434" y="167"/>
                    <a:pt x="1432" y="168"/>
                  </a:cubicBezTo>
                  <a:cubicBezTo>
                    <a:pt x="1430" y="169"/>
                    <a:pt x="1428" y="171"/>
                    <a:pt x="1426" y="174"/>
                  </a:cubicBezTo>
                  <a:lnTo>
                    <a:pt x="1426" y="174"/>
                  </a:lnTo>
                  <a:lnTo>
                    <a:pt x="1374" y="319"/>
                  </a:lnTo>
                  <a:lnTo>
                    <a:pt x="1333" y="222"/>
                  </a:lnTo>
                  <a:lnTo>
                    <a:pt x="1333" y="222"/>
                  </a:lnTo>
                  <a:cubicBezTo>
                    <a:pt x="1332" y="219"/>
                    <a:pt x="1330" y="218"/>
                    <a:pt x="1328" y="216"/>
                  </a:cubicBezTo>
                  <a:cubicBezTo>
                    <a:pt x="1326" y="215"/>
                    <a:pt x="1323" y="214"/>
                    <a:pt x="1320" y="214"/>
                  </a:cubicBezTo>
                  <a:cubicBezTo>
                    <a:pt x="1317" y="214"/>
                    <a:pt x="1315" y="215"/>
                    <a:pt x="1313" y="216"/>
                  </a:cubicBezTo>
                  <a:cubicBezTo>
                    <a:pt x="1311" y="217"/>
                    <a:pt x="1309" y="219"/>
                    <a:pt x="1308" y="222"/>
                  </a:cubicBezTo>
                  <a:lnTo>
                    <a:pt x="1308" y="222"/>
                  </a:lnTo>
                  <a:lnTo>
                    <a:pt x="1267" y="319"/>
                  </a:lnTo>
                  <a:lnTo>
                    <a:pt x="1213" y="174"/>
                  </a:lnTo>
                  <a:lnTo>
                    <a:pt x="1213" y="174"/>
                  </a:lnTo>
                  <a:cubicBezTo>
                    <a:pt x="1212" y="171"/>
                    <a:pt x="1210" y="169"/>
                    <a:pt x="1208" y="168"/>
                  </a:cubicBezTo>
                  <a:cubicBezTo>
                    <a:pt x="1206" y="167"/>
                    <a:pt x="1204" y="166"/>
                    <a:pt x="1201" y="166"/>
                  </a:cubicBezTo>
                  <a:cubicBezTo>
                    <a:pt x="1199" y="166"/>
                    <a:pt x="1197" y="166"/>
                    <a:pt x="1195" y="167"/>
                  </a:cubicBezTo>
                  <a:lnTo>
                    <a:pt x="1195" y="167"/>
                  </a:lnTo>
                  <a:lnTo>
                    <a:pt x="1195" y="167"/>
                  </a:lnTo>
                  <a:cubicBezTo>
                    <a:pt x="1190" y="169"/>
                    <a:pt x="1188" y="174"/>
                    <a:pt x="1188" y="179"/>
                  </a:cubicBezTo>
                  <a:cubicBezTo>
                    <a:pt x="1188" y="182"/>
                    <a:pt x="1188" y="183"/>
                    <a:pt x="1189" y="185"/>
                  </a:cubicBezTo>
                  <a:lnTo>
                    <a:pt x="1189" y="185"/>
                  </a:lnTo>
                  <a:lnTo>
                    <a:pt x="1254" y="360"/>
                  </a:lnTo>
                  <a:lnTo>
                    <a:pt x="1254" y="360"/>
                  </a:lnTo>
                  <a:cubicBezTo>
                    <a:pt x="1254" y="361"/>
                    <a:pt x="1255" y="363"/>
                    <a:pt x="1256" y="365"/>
                  </a:cubicBezTo>
                  <a:cubicBezTo>
                    <a:pt x="1257" y="366"/>
                    <a:pt x="1258" y="367"/>
                    <a:pt x="1259" y="367"/>
                  </a:cubicBezTo>
                  <a:cubicBezTo>
                    <a:pt x="1259" y="367"/>
                    <a:pt x="1261" y="367"/>
                    <a:pt x="1261" y="368"/>
                  </a:cubicBezTo>
                  <a:cubicBezTo>
                    <a:pt x="1262" y="368"/>
                    <a:pt x="1262" y="369"/>
                    <a:pt x="1263" y="369"/>
                  </a:cubicBezTo>
                  <a:cubicBezTo>
                    <a:pt x="1264" y="369"/>
                    <a:pt x="1266" y="370"/>
                    <a:pt x="1267" y="370"/>
                  </a:cubicBezTo>
                  <a:cubicBezTo>
                    <a:pt x="1269" y="370"/>
                    <a:pt x="1272" y="369"/>
                    <a:pt x="1274" y="368"/>
                  </a:cubicBezTo>
                  <a:cubicBezTo>
                    <a:pt x="1277" y="367"/>
                    <a:pt x="1279" y="365"/>
                    <a:pt x="1280" y="361"/>
                  </a:cubicBezTo>
                  <a:lnTo>
                    <a:pt x="1280" y="361"/>
                  </a:lnTo>
                  <a:lnTo>
                    <a:pt x="1322" y="263"/>
                  </a:lnTo>
                  <a:lnTo>
                    <a:pt x="1363" y="361"/>
                  </a:lnTo>
                  <a:lnTo>
                    <a:pt x="1363" y="361"/>
                  </a:lnTo>
                  <a:cubicBezTo>
                    <a:pt x="1364" y="364"/>
                    <a:pt x="1365" y="366"/>
                    <a:pt x="1368" y="368"/>
                  </a:cubicBezTo>
                  <a:cubicBezTo>
                    <a:pt x="1370" y="369"/>
                    <a:pt x="1372" y="370"/>
                    <a:pt x="1374" y="371"/>
                  </a:cubicBezTo>
                  <a:lnTo>
                    <a:pt x="1376" y="371"/>
                  </a:lnTo>
                  <a:cubicBezTo>
                    <a:pt x="1378" y="371"/>
                    <a:pt x="1379" y="371"/>
                    <a:pt x="1380" y="370"/>
                  </a:cubicBezTo>
                  <a:cubicBezTo>
                    <a:pt x="1381" y="369"/>
                    <a:pt x="1383" y="369"/>
                    <a:pt x="1384" y="368"/>
                  </a:cubicBezTo>
                  <a:cubicBezTo>
                    <a:pt x="1386" y="366"/>
                    <a:pt x="1388" y="364"/>
                    <a:pt x="1389" y="361"/>
                  </a:cubicBezTo>
                  <a:lnTo>
                    <a:pt x="1389" y="361"/>
                  </a:lnTo>
                  <a:lnTo>
                    <a:pt x="1454" y="187"/>
                  </a:lnTo>
                  <a:cubicBezTo>
                    <a:pt x="1455" y="185"/>
                    <a:pt x="1455" y="184"/>
                    <a:pt x="1455" y="182"/>
                  </a:cubicBezTo>
                  <a:cubicBezTo>
                    <a:pt x="1453" y="174"/>
                    <a:pt x="1450" y="169"/>
                    <a:pt x="1445" y="167"/>
                  </a:cubicBezTo>
                  <a:close/>
                </a:path>
              </a:pathLst>
            </a:custGeom>
            <a:solidFill>
              <a:srgbClr val="2BB5E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193" name="Group 192">
            <a:extLst>
              <a:ext uri="{FF2B5EF4-FFF2-40B4-BE49-F238E27FC236}">
                <a16:creationId xmlns:a16="http://schemas.microsoft.com/office/drawing/2014/main" id="{EF9CD300-7529-92F3-75F6-6A32B28F8B3D}"/>
              </a:ext>
            </a:extLst>
          </p:cNvPr>
          <p:cNvGrpSpPr/>
          <p:nvPr/>
        </p:nvGrpSpPr>
        <p:grpSpPr>
          <a:xfrm>
            <a:off x="8005493" y="2610411"/>
            <a:ext cx="2602071" cy="295912"/>
            <a:chOff x="4240213" y="5762625"/>
            <a:chExt cx="1689100" cy="192088"/>
          </a:xfrm>
        </p:grpSpPr>
        <p:grpSp>
          <p:nvGrpSpPr>
            <p:cNvPr id="194" name="Group 193">
              <a:extLst>
                <a:ext uri="{FF2B5EF4-FFF2-40B4-BE49-F238E27FC236}">
                  <a16:creationId xmlns:a16="http://schemas.microsoft.com/office/drawing/2014/main" id="{D3E7D063-0A65-2A65-8363-88CFB0814D9A}"/>
                </a:ext>
              </a:extLst>
            </p:cNvPr>
            <p:cNvGrpSpPr/>
            <p:nvPr/>
          </p:nvGrpSpPr>
          <p:grpSpPr>
            <a:xfrm>
              <a:off x="4240213" y="5788025"/>
              <a:ext cx="484187" cy="127000"/>
              <a:chOff x="4240213" y="5788025"/>
              <a:chExt cx="484187" cy="127000"/>
            </a:xfrm>
          </p:grpSpPr>
          <p:sp>
            <p:nvSpPr>
              <p:cNvPr id="214" name="Freeform 128">
                <a:extLst>
                  <a:ext uri="{FF2B5EF4-FFF2-40B4-BE49-F238E27FC236}">
                    <a16:creationId xmlns:a16="http://schemas.microsoft.com/office/drawing/2014/main" id="{24494D3B-55D7-D3FE-5D65-FD3071A08747}"/>
                  </a:ext>
                </a:extLst>
              </p:cNvPr>
              <p:cNvSpPr>
                <a:spLocks noChangeArrowheads="1"/>
              </p:cNvSpPr>
              <p:nvPr/>
            </p:nvSpPr>
            <p:spPr bwMode="auto">
              <a:xfrm>
                <a:off x="4327525" y="5788025"/>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6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6"/>
                    </a:lnTo>
                    <a:cubicBezTo>
                      <a:pt x="0" y="330"/>
                      <a:pt x="12" y="342"/>
                      <a:pt x="27" y="342"/>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5" name="Freeform 129">
                <a:extLst>
                  <a:ext uri="{FF2B5EF4-FFF2-40B4-BE49-F238E27FC236}">
                    <a16:creationId xmlns:a16="http://schemas.microsoft.com/office/drawing/2014/main" id="{283075A6-81AE-F652-C8FE-204691CE9F47}"/>
                  </a:ext>
                </a:extLst>
              </p:cNvPr>
              <p:cNvSpPr>
                <a:spLocks noChangeArrowheads="1"/>
              </p:cNvSpPr>
              <p:nvPr/>
            </p:nvSpPr>
            <p:spPr bwMode="auto">
              <a:xfrm>
                <a:off x="4354513" y="5819775"/>
                <a:ext cx="93662" cy="93663"/>
              </a:xfrm>
              <a:custGeom>
                <a:avLst/>
                <a:gdLst>
                  <a:gd name="T0" fmla="*/ 119 w 259"/>
                  <a:gd name="T1" fmla="*/ 259 h 260"/>
                  <a:gd name="T2" fmla="*/ 193 w 259"/>
                  <a:gd name="T3" fmla="*/ 226 h 260"/>
                  <a:gd name="T4" fmla="*/ 193 w 259"/>
                  <a:gd name="T5" fmla="*/ 226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7"/>
                      <a:pt x="69" y="129"/>
                    </a:cubicBezTo>
                    <a:cubicBezTo>
                      <a:pt x="69" y="92"/>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6" name="Freeform 130">
                <a:extLst>
                  <a:ext uri="{FF2B5EF4-FFF2-40B4-BE49-F238E27FC236}">
                    <a16:creationId xmlns:a16="http://schemas.microsoft.com/office/drawing/2014/main" id="{F806E8F3-1F74-9B68-2076-1B51F4DA10AF}"/>
                  </a:ext>
                </a:extLst>
              </p:cNvPr>
              <p:cNvSpPr>
                <a:spLocks noChangeArrowheads="1"/>
              </p:cNvSpPr>
              <p:nvPr/>
            </p:nvSpPr>
            <p:spPr bwMode="auto">
              <a:xfrm>
                <a:off x="4454525" y="5788025"/>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6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6"/>
                    </a:lnTo>
                    <a:cubicBezTo>
                      <a:pt x="0" y="329"/>
                      <a:pt x="12" y="342"/>
                      <a:pt x="27" y="342"/>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7" name="Freeform 131">
                <a:extLst>
                  <a:ext uri="{FF2B5EF4-FFF2-40B4-BE49-F238E27FC236}">
                    <a16:creationId xmlns:a16="http://schemas.microsoft.com/office/drawing/2014/main" id="{2471E323-5046-0A4B-321C-F3579B9EB724}"/>
                  </a:ext>
                </a:extLst>
              </p:cNvPr>
              <p:cNvSpPr>
                <a:spLocks noChangeArrowheads="1"/>
              </p:cNvSpPr>
              <p:nvPr/>
            </p:nvSpPr>
            <p:spPr bwMode="auto">
              <a:xfrm>
                <a:off x="4481513" y="5821363"/>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8" name="Freeform 132">
                <a:extLst>
                  <a:ext uri="{FF2B5EF4-FFF2-40B4-BE49-F238E27FC236}">
                    <a16:creationId xmlns:a16="http://schemas.microsoft.com/office/drawing/2014/main" id="{3A7811B8-4020-8431-A938-CC645A9E9CCD}"/>
                  </a:ext>
                </a:extLst>
              </p:cNvPr>
              <p:cNvSpPr>
                <a:spLocks noChangeArrowheads="1"/>
              </p:cNvSpPr>
              <p:nvPr/>
            </p:nvSpPr>
            <p:spPr bwMode="auto">
              <a:xfrm>
                <a:off x="4579938" y="5819775"/>
                <a:ext cx="144462" cy="92075"/>
              </a:xfrm>
              <a:custGeom>
                <a:avLst/>
                <a:gdLst>
                  <a:gd name="T0" fmla="*/ 27 w 400"/>
                  <a:gd name="T1" fmla="*/ 255 h 256"/>
                  <a:gd name="T2" fmla="*/ 66 w 400"/>
                  <a:gd name="T3" fmla="*/ 255 h 256"/>
                  <a:gd name="T4" fmla="*/ 66 w 400"/>
                  <a:gd name="T5" fmla="*/ 121 h 256"/>
                  <a:gd name="T6" fmla="*/ 119 w 400"/>
                  <a:gd name="T7" fmla="*/ 65 h 256"/>
                  <a:gd name="T8" fmla="*/ 167 w 400"/>
                  <a:gd name="T9" fmla="*/ 119 h 256"/>
                  <a:gd name="T10" fmla="*/ 167 w 400"/>
                  <a:gd name="T11" fmla="*/ 228 h 256"/>
                  <a:gd name="T12" fmla="*/ 194 w 400"/>
                  <a:gd name="T13" fmla="*/ 254 h 256"/>
                  <a:gd name="T14" fmla="*/ 233 w 400"/>
                  <a:gd name="T15" fmla="*/ 254 h 256"/>
                  <a:gd name="T16" fmla="*/ 233 w 400"/>
                  <a:gd name="T17" fmla="*/ 119 h 256"/>
                  <a:gd name="T18" fmla="*/ 286 w 400"/>
                  <a:gd name="T19" fmla="*/ 64 h 256"/>
                  <a:gd name="T20" fmla="*/ 334 w 400"/>
                  <a:gd name="T21" fmla="*/ 118 h 256"/>
                  <a:gd name="T22" fmla="*/ 334 w 400"/>
                  <a:gd name="T23" fmla="*/ 227 h 256"/>
                  <a:gd name="T24" fmla="*/ 361 w 400"/>
                  <a:gd name="T25" fmla="*/ 253 h 256"/>
                  <a:gd name="T26" fmla="*/ 399 w 400"/>
                  <a:gd name="T27" fmla="*/ 253 h 256"/>
                  <a:gd name="T28" fmla="*/ 399 w 400"/>
                  <a:gd name="T29" fmla="*/ 97 h 256"/>
                  <a:gd name="T30" fmla="*/ 303 w 400"/>
                  <a:gd name="T31" fmla="*/ 1 h 256"/>
                  <a:gd name="T32" fmla="*/ 219 w 400"/>
                  <a:gd name="T33" fmla="*/ 42 h 256"/>
                  <a:gd name="T34" fmla="*/ 138 w 400"/>
                  <a:gd name="T35" fmla="*/ 0 h 256"/>
                  <a:gd name="T36" fmla="*/ 65 w 400"/>
                  <a:gd name="T37" fmla="*/ 35 h 256"/>
                  <a:gd name="T38" fmla="*/ 65 w 400"/>
                  <a:gd name="T39" fmla="*/ 6 h 256"/>
                  <a:gd name="T40" fmla="*/ 1 w 400"/>
                  <a:gd name="T41" fmla="*/ 6 h 256"/>
                  <a:gd name="T42" fmla="*/ 0 w 400"/>
                  <a:gd name="T43" fmla="*/ 224 h 256"/>
                  <a:gd name="T44" fmla="*/ 27 w 400"/>
                  <a:gd name="T45" fmla="*/ 25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6">
                    <a:moveTo>
                      <a:pt x="27" y="255"/>
                    </a:moveTo>
                    <a:lnTo>
                      <a:pt x="66" y="255"/>
                    </a:lnTo>
                    <a:lnTo>
                      <a:pt x="66" y="121"/>
                    </a:lnTo>
                    <a:cubicBezTo>
                      <a:pt x="66" y="83"/>
                      <a:pt x="90" y="65"/>
                      <a:pt x="119" y="65"/>
                    </a:cubicBezTo>
                    <a:cubicBezTo>
                      <a:pt x="149" y="65"/>
                      <a:pt x="167" y="84"/>
                      <a:pt x="167" y="119"/>
                    </a:cubicBezTo>
                    <a:lnTo>
                      <a:pt x="167" y="228"/>
                    </a:lnTo>
                    <a:cubicBezTo>
                      <a:pt x="167" y="243"/>
                      <a:pt x="179" y="254"/>
                      <a:pt x="194" y="254"/>
                    </a:cubicBezTo>
                    <a:lnTo>
                      <a:pt x="233" y="254"/>
                    </a:lnTo>
                    <a:lnTo>
                      <a:pt x="233" y="119"/>
                    </a:lnTo>
                    <a:cubicBezTo>
                      <a:pt x="233" y="82"/>
                      <a:pt x="257" y="64"/>
                      <a:pt x="286" y="64"/>
                    </a:cubicBezTo>
                    <a:cubicBezTo>
                      <a:pt x="316" y="64"/>
                      <a:pt x="334" y="83"/>
                      <a:pt x="334" y="118"/>
                    </a:cubicBezTo>
                    <a:lnTo>
                      <a:pt x="334" y="227"/>
                    </a:lnTo>
                    <a:cubicBezTo>
                      <a:pt x="334" y="241"/>
                      <a:pt x="346" y="253"/>
                      <a:pt x="361" y="253"/>
                    </a:cubicBezTo>
                    <a:lnTo>
                      <a:pt x="399" y="253"/>
                    </a:lnTo>
                    <a:lnTo>
                      <a:pt x="399" y="97"/>
                    </a:lnTo>
                    <a:cubicBezTo>
                      <a:pt x="399" y="40"/>
                      <a:pt x="361" y="1"/>
                      <a:pt x="303" y="1"/>
                    </a:cubicBezTo>
                    <a:cubicBezTo>
                      <a:pt x="271" y="1"/>
                      <a:pt x="239" y="11"/>
                      <a:pt x="219" y="42"/>
                    </a:cubicBezTo>
                    <a:cubicBezTo>
                      <a:pt x="203" y="17"/>
                      <a:pt x="175" y="1"/>
                      <a:pt x="138" y="0"/>
                    </a:cubicBezTo>
                    <a:cubicBezTo>
                      <a:pt x="110" y="0"/>
                      <a:pt x="84" y="9"/>
                      <a:pt x="65" y="35"/>
                    </a:cubicBezTo>
                    <a:lnTo>
                      <a:pt x="65" y="6"/>
                    </a:lnTo>
                    <a:lnTo>
                      <a:pt x="1" y="6"/>
                    </a:lnTo>
                    <a:lnTo>
                      <a:pt x="0" y="224"/>
                    </a:lnTo>
                    <a:cubicBezTo>
                      <a:pt x="0" y="243"/>
                      <a:pt x="13" y="255"/>
                      <a:pt x="27" y="255"/>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9" name="Freeform 133">
                <a:extLst>
                  <a:ext uri="{FF2B5EF4-FFF2-40B4-BE49-F238E27FC236}">
                    <a16:creationId xmlns:a16="http://schemas.microsoft.com/office/drawing/2014/main" id="{5FC69576-5A85-13E0-1B5D-EF82BCCDB2A9}"/>
                  </a:ext>
                </a:extLst>
              </p:cNvPr>
              <p:cNvSpPr>
                <a:spLocks noChangeArrowheads="1"/>
              </p:cNvSpPr>
              <p:nvPr/>
            </p:nvSpPr>
            <p:spPr bwMode="auto">
              <a:xfrm>
                <a:off x="4240213" y="5819775"/>
                <a:ext cx="85725" cy="93663"/>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5"/>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95" name="Freeform 134">
              <a:extLst>
                <a:ext uri="{FF2B5EF4-FFF2-40B4-BE49-F238E27FC236}">
                  <a16:creationId xmlns:a16="http://schemas.microsoft.com/office/drawing/2014/main" id="{3F0D1D0D-31F2-FD68-328D-0B7C3C753C96}"/>
                </a:ext>
              </a:extLst>
            </p:cNvPr>
            <p:cNvSpPr>
              <a:spLocks noChangeArrowheads="1"/>
            </p:cNvSpPr>
            <p:nvPr/>
          </p:nvSpPr>
          <p:spPr bwMode="auto">
            <a:xfrm>
              <a:off x="4860925" y="576262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96" name="Group 195">
              <a:extLst>
                <a:ext uri="{FF2B5EF4-FFF2-40B4-BE49-F238E27FC236}">
                  <a16:creationId xmlns:a16="http://schemas.microsoft.com/office/drawing/2014/main" id="{56D8A51E-9632-B629-D82C-F0C5992F2AE6}"/>
                </a:ext>
              </a:extLst>
            </p:cNvPr>
            <p:cNvGrpSpPr/>
            <p:nvPr/>
          </p:nvGrpSpPr>
          <p:grpSpPr>
            <a:xfrm>
              <a:off x="5002213" y="5762625"/>
              <a:ext cx="927100" cy="190500"/>
              <a:chOff x="5002213" y="5762625"/>
              <a:chExt cx="927100" cy="190500"/>
            </a:xfrm>
          </p:grpSpPr>
          <p:sp>
            <p:nvSpPr>
              <p:cNvPr id="197" name="Freeform 135">
                <a:extLst>
                  <a:ext uri="{FF2B5EF4-FFF2-40B4-BE49-F238E27FC236}">
                    <a16:creationId xmlns:a16="http://schemas.microsoft.com/office/drawing/2014/main" id="{F954E316-E6D7-B8A4-A1BE-C364E9E251CE}"/>
                  </a:ext>
                </a:extLst>
              </p:cNvPr>
              <p:cNvSpPr>
                <a:spLocks noChangeArrowheads="1"/>
              </p:cNvSpPr>
              <p:nvPr/>
            </p:nvSpPr>
            <p:spPr bwMode="auto">
              <a:xfrm>
                <a:off x="5067300" y="5822950"/>
                <a:ext cx="63500" cy="68263"/>
              </a:xfrm>
              <a:custGeom>
                <a:avLst/>
                <a:gdLst>
                  <a:gd name="T0" fmla="*/ 177 w 178"/>
                  <a:gd name="T1" fmla="*/ 80 h 191"/>
                  <a:gd name="T2" fmla="*/ 103 w 178"/>
                  <a:gd name="T3" fmla="*/ 80 h 191"/>
                  <a:gd name="T4" fmla="*/ 103 w 178"/>
                  <a:gd name="T5" fmla="*/ 0 h 191"/>
                  <a:gd name="T6" fmla="*/ 74 w 178"/>
                  <a:gd name="T7" fmla="*/ 0 h 191"/>
                  <a:gd name="T8" fmla="*/ 74 w 178"/>
                  <a:gd name="T9" fmla="*/ 80 h 191"/>
                  <a:gd name="T10" fmla="*/ 0 w 178"/>
                  <a:gd name="T11" fmla="*/ 80 h 191"/>
                  <a:gd name="T12" fmla="*/ 0 w 178"/>
                  <a:gd name="T13" fmla="*/ 109 h 191"/>
                  <a:gd name="T14" fmla="*/ 74 w 178"/>
                  <a:gd name="T15" fmla="*/ 109 h 191"/>
                  <a:gd name="T16" fmla="*/ 74 w 178"/>
                  <a:gd name="T17" fmla="*/ 190 h 191"/>
                  <a:gd name="T18" fmla="*/ 103 w 178"/>
                  <a:gd name="T19" fmla="*/ 190 h 191"/>
                  <a:gd name="T20" fmla="*/ 103 w 178"/>
                  <a:gd name="T21" fmla="*/ 109 h 191"/>
                  <a:gd name="T22" fmla="*/ 177 w 178"/>
                  <a:gd name="T23" fmla="*/ 109 h 191"/>
                  <a:gd name="T24" fmla="*/ 177 w 178"/>
                  <a:gd name="T25" fmla="*/ 8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8" h="191">
                    <a:moveTo>
                      <a:pt x="177" y="80"/>
                    </a:moveTo>
                    <a:lnTo>
                      <a:pt x="103" y="80"/>
                    </a:lnTo>
                    <a:lnTo>
                      <a:pt x="103" y="0"/>
                    </a:lnTo>
                    <a:lnTo>
                      <a:pt x="74" y="0"/>
                    </a:lnTo>
                    <a:lnTo>
                      <a:pt x="74" y="80"/>
                    </a:lnTo>
                    <a:lnTo>
                      <a:pt x="0" y="80"/>
                    </a:lnTo>
                    <a:lnTo>
                      <a:pt x="0" y="109"/>
                    </a:lnTo>
                    <a:lnTo>
                      <a:pt x="74" y="109"/>
                    </a:lnTo>
                    <a:lnTo>
                      <a:pt x="74" y="190"/>
                    </a:lnTo>
                    <a:lnTo>
                      <a:pt x="103" y="190"/>
                    </a:lnTo>
                    <a:lnTo>
                      <a:pt x="103" y="109"/>
                    </a:lnTo>
                    <a:lnTo>
                      <a:pt x="177" y="109"/>
                    </a:lnTo>
                    <a:lnTo>
                      <a:pt x="177" y="80"/>
                    </a:lnTo>
                  </a:path>
                </a:pathLst>
              </a:custGeom>
              <a:solidFill>
                <a:srgbClr val="E8762C"/>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8" name="Freeform 136">
                <a:extLst>
                  <a:ext uri="{FF2B5EF4-FFF2-40B4-BE49-F238E27FC236}">
                    <a16:creationId xmlns:a16="http://schemas.microsoft.com/office/drawing/2014/main" id="{8E65E5A2-48E4-CD43-2BBF-76A61F452B02}"/>
                  </a:ext>
                </a:extLst>
              </p:cNvPr>
              <p:cNvSpPr>
                <a:spLocks noChangeArrowheads="1"/>
              </p:cNvSpPr>
              <p:nvPr/>
            </p:nvSpPr>
            <p:spPr bwMode="auto">
              <a:xfrm>
                <a:off x="5021263" y="5873750"/>
                <a:ext cx="57150" cy="60325"/>
              </a:xfrm>
              <a:custGeom>
                <a:avLst/>
                <a:gdLst>
                  <a:gd name="T0" fmla="*/ 159 w 160"/>
                  <a:gd name="T1" fmla="*/ 72 h 167"/>
                  <a:gd name="T2" fmla="*/ 93 w 160"/>
                  <a:gd name="T3" fmla="*/ 72 h 167"/>
                  <a:gd name="T4" fmla="*/ 93 w 160"/>
                  <a:gd name="T5" fmla="*/ 0 h 167"/>
                  <a:gd name="T6" fmla="*/ 67 w 160"/>
                  <a:gd name="T7" fmla="*/ 0 h 167"/>
                  <a:gd name="T8" fmla="*/ 67 w 160"/>
                  <a:gd name="T9" fmla="*/ 72 h 167"/>
                  <a:gd name="T10" fmla="*/ 0 w 160"/>
                  <a:gd name="T11" fmla="*/ 72 h 167"/>
                  <a:gd name="T12" fmla="*/ 0 w 160"/>
                  <a:gd name="T13" fmla="*/ 95 h 167"/>
                  <a:gd name="T14" fmla="*/ 67 w 160"/>
                  <a:gd name="T15" fmla="*/ 95 h 167"/>
                  <a:gd name="T16" fmla="*/ 67 w 160"/>
                  <a:gd name="T17" fmla="*/ 166 h 167"/>
                  <a:gd name="T18" fmla="*/ 93 w 160"/>
                  <a:gd name="T19" fmla="*/ 166 h 167"/>
                  <a:gd name="T20" fmla="*/ 93 w 160"/>
                  <a:gd name="T21" fmla="*/ 95 h 167"/>
                  <a:gd name="T22" fmla="*/ 159 w 160"/>
                  <a:gd name="T23" fmla="*/ 95 h 167"/>
                  <a:gd name="T24" fmla="*/ 159 w 160"/>
                  <a:gd name="T25" fmla="*/ 7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7">
                    <a:moveTo>
                      <a:pt x="159" y="72"/>
                    </a:moveTo>
                    <a:lnTo>
                      <a:pt x="93" y="72"/>
                    </a:lnTo>
                    <a:lnTo>
                      <a:pt x="93" y="0"/>
                    </a:lnTo>
                    <a:lnTo>
                      <a:pt x="67" y="0"/>
                    </a:lnTo>
                    <a:lnTo>
                      <a:pt x="67" y="72"/>
                    </a:lnTo>
                    <a:lnTo>
                      <a:pt x="0" y="72"/>
                    </a:lnTo>
                    <a:lnTo>
                      <a:pt x="0" y="95"/>
                    </a:lnTo>
                    <a:lnTo>
                      <a:pt x="67" y="95"/>
                    </a:lnTo>
                    <a:lnTo>
                      <a:pt x="67" y="166"/>
                    </a:lnTo>
                    <a:lnTo>
                      <a:pt x="93" y="166"/>
                    </a:lnTo>
                    <a:lnTo>
                      <a:pt x="93" y="95"/>
                    </a:lnTo>
                    <a:lnTo>
                      <a:pt x="159" y="95"/>
                    </a:lnTo>
                    <a:lnTo>
                      <a:pt x="159" y="72"/>
                    </a:lnTo>
                  </a:path>
                </a:pathLst>
              </a:custGeom>
              <a:solidFill>
                <a:srgbClr val="C6203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9" name="Freeform 137">
                <a:extLst>
                  <a:ext uri="{FF2B5EF4-FFF2-40B4-BE49-F238E27FC236}">
                    <a16:creationId xmlns:a16="http://schemas.microsoft.com/office/drawing/2014/main" id="{EF11EB45-EDA0-9BA9-74CF-958A73318A1E}"/>
                  </a:ext>
                </a:extLst>
              </p:cNvPr>
              <p:cNvSpPr>
                <a:spLocks noChangeArrowheads="1"/>
              </p:cNvSpPr>
              <p:nvPr/>
            </p:nvSpPr>
            <p:spPr bwMode="auto">
              <a:xfrm>
                <a:off x="5121275" y="5780088"/>
                <a:ext cx="57150" cy="60325"/>
              </a:xfrm>
              <a:custGeom>
                <a:avLst/>
                <a:gdLst>
                  <a:gd name="T0" fmla="*/ 157 w 158"/>
                  <a:gd name="T1" fmla="*/ 73 h 168"/>
                  <a:gd name="T2" fmla="*/ 91 w 158"/>
                  <a:gd name="T3" fmla="*/ 73 h 168"/>
                  <a:gd name="T4" fmla="*/ 91 w 158"/>
                  <a:gd name="T5" fmla="*/ 0 h 168"/>
                  <a:gd name="T6" fmla="*/ 66 w 158"/>
                  <a:gd name="T7" fmla="*/ 0 h 168"/>
                  <a:gd name="T8" fmla="*/ 66 w 158"/>
                  <a:gd name="T9" fmla="*/ 73 h 168"/>
                  <a:gd name="T10" fmla="*/ 0 w 158"/>
                  <a:gd name="T11" fmla="*/ 73 h 168"/>
                  <a:gd name="T12" fmla="*/ 0 w 158"/>
                  <a:gd name="T13" fmla="*/ 95 h 168"/>
                  <a:gd name="T14" fmla="*/ 66 w 158"/>
                  <a:gd name="T15" fmla="*/ 95 h 168"/>
                  <a:gd name="T16" fmla="*/ 66 w 158"/>
                  <a:gd name="T17" fmla="*/ 167 h 168"/>
                  <a:gd name="T18" fmla="*/ 91 w 158"/>
                  <a:gd name="T19" fmla="*/ 167 h 168"/>
                  <a:gd name="T20" fmla="*/ 91 w 158"/>
                  <a:gd name="T21" fmla="*/ 95 h 168"/>
                  <a:gd name="T22" fmla="*/ 157 w 158"/>
                  <a:gd name="T23" fmla="*/ 95 h 168"/>
                  <a:gd name="T24" fmla="*/ 157 w 158"/>
                  <a:gd name="T2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68">
                    <a:moveTo>
                      <a:pt x="157" y="73"/>
                    </a:moveTo>
                    <a:lnTo>
                      <a:pt x="91" y="73"/>
                    </a:lnTo>
                    <a:lnTo>
                      <a:pt x="91" y="0"/>
                    </a:lnTo>
                    <a:lnTo>
                      <a:pt x="66" y="0"/>
                    </a:lnTo>
                    <a:lnTo>
                      <a:pt x="66" y="73"/>
                    </a:lnTo>
                    <a:lnTo>
                      <a:pt x="0" y="73"/>
                    </a:lnTo>
                    <a:lnTo>
                      <a:pt x="0" y="95"/>
                    </a:lnTo>
                    <a:lnTo>
                      <a:pt x="66" y="95"/>
                    </a:lnTo>
                    <a:lnTo>
                      <a:pt x="66" y="167"/>
                    </a:lnTo>
                    <a:lnTo>
                      <a:pt x="91" y="167"/>
                    </a:lnTo>
                    <a:lnTo>
                      <a:pt x="91" y="95"/>
                    </a:lnTo>
                    <a:lnTo>
                      <a:pt x="157" y="95"/>
                    </a:lnTo>
                    <a:lnTo>
                      <a:pt x="157" y="73"/>
                    </a:lnTo>
                  </a:path>
                </a:pathLst>
              </a:custGeom>
              <a:solidFill>
                <a:srgbClr val="5A869A"/>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0" name="Freeform 138">
                <a:extLst>
                  <a:ext uri="{FF2B5EF4-FFF2-40B4-BE49-F238E27FC236}">
                    <a16:creationId xmlns:a16="http://schemas.microsoft.com/office/drawing/2014/main" id="{B7AD7CE6-1039-63CA-B178-846A630D2256}"/>
                  </a:ext>
                </a:extLst>
              </p:cNvPr>
              <p:cNvSpPr>
                <a:spLocks noChangeArrowheads="1"/>
              </p:cNvSpPr>
              <p:nvPr/>
            </p:nvSpPr>
            <p:spPr bwMode="auto">
              <a:xfrm>
                <a:off x="5080000" y="5910263"/>
                <a:ext cx="41275" cy="42862"/>
              </a:xfrm>
              <a:custGeom>
                <a:avLst/>
                <a:gdLst>
                  <a:gd name="T0" fmla="*/ 112 w 113"/>
                  <a:gd name="T1" fmla="*/ 50 h 121"/>
                  <a:gd name="T2" fmla="*/ 67 w 113"/>
                  <a:gd name="T3" fmla="*/ 50 h 121"/>
                  <a:gd name="T4" fmla="*/ 67 w 113"/>
                  <a:gd name="T5" fmla="*/ 0 h 121"/>
                  <a:gd name="T6" fmla="*/ 45 w 113"/>
                  <a:gd name="T7" fmla="*/ 0 h 121"/>
                  <a:gd name="T8" fmla="*/ 45 w 113"/>
                  <a:gd name="T9" fmla="*/ 50 h 121"/>
                  <a:gd name="T10" fmla="*/ 0 w 113"/>
                  <a:gd name="T11" fmla="*/ 50 h 121"/>
                  <a:gd name="T12" fmla="*/ 0 w 113"/>
                  <a:gd name="T13" fmla="*/ 70 h 121"/>
                  <a:gd name="T14" fmla="*/ 45 w 113"/>
                  <a:gd name="T15" fmla="*/ 70 h 121"/>
                  <a:gd name="T16" fmla="*/ 45 w 113"/>
                  <a:gd name="T17" fmla="*/ 120 h 121"/>
                  <a:gd name="T18" fmla="*/ 67 w 113"/>
                  <a:gd name="T19" fmla="*/ 120 h 121"/>
                  <a:gd name="T20" fmla="*/ 67 w 113"/>
                  <a:gd name="T21" fmla="*/ 70 h 121"/>
                  <a:gd name="T22" fmla="*/ 112 w 113"/>
                  <a:gd name="T23" fmla="*/ 70 h 121"/>
                  <a:gd name="T24" fmla="*/ 112 w 113"/>
                  <a:gd name="T25" fmla="*/ 5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21">
                    <a:moveTo>
                      <a:pt x="112" y="50"/>
                    </a:moveTo>
                    <a:lnTo>
                      <a:pt x="67" y="50"/>
                    </a:lnTo>
                    <a:lnTo>
                      <a:pt x="67" y="0"/>
                    </a:lnTo>
                    <a:lnTo>
                      <a:pt x="45" y="0"/>
                    </a:lnTo>
                    <a:lnTo>
                      <a:pt x="45" y="50"/>
                    </a:lnTo>
                    <a:lnTo>
                      <a:pt x="0" y="50"/>
                    </a:lnTo>
                    <a:lnTo>
                      <a:pt x="0" y="70"/>
                    </a:lnTo>
                    <a:lnTo>
                      <a:pt x="45" y="70"/>
                    </a:lnTo>
                    <a:lnTo>
                      <a:pt x="45" y="120"/>
                    </a:lnTo>
                    <a:lnTo>
                      <a:pt x="67" y="120"/>
                    </a:lnTo>
                    <a:lnTo>
                      <a:pt x="67" y="70"/>
                    </a:lnTo>
                    <a:lnTo>
                      <a:pt x="112" y="70"/>
                    </a:lnTo>
                    <a:lnTo>
                      <a:pt x="112" y="50"/>
                    </a:lnTo>
                  </a:path>
                </a:pathLst>
              </a:custGeom>
              <a:solidFill>
                <a:srgbClr val="5C669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1" name="Freeform 139">
                <a:extLst>
                  <a:ext uri="{FF2B5EF4-FFF2-40B4-BE49-F238E27FC236}">
                    <a16:creationId xmlns:a16="http://schemas.microsoft.com/office/drawing/2014/main" id="{6B4A8314-F196-1CE3-AFFD-BEFFE001A98D}"/>
                  </a:ext>
                </a:extLst>
              </p:cNvPr>
              <p:cNvSpPr>
                <a:spLocks noChangeArrowheads="1"/>
              </p:cNvSpPr>
              <p:nvPr/>
            </p:nvSpPr>
            <p:spPr bwMode="auto">
              <a:xfrm>
                <a:off x="5021263" y="5780088"/>
                <a:ext cx="57150" cy="60325"/>
              </a:xfrm>
              <a:custGeom>
                <a:avLst/>
                <a:gdLst>
                  <a:gd name="T0" fmla="*/ 159 w 160"/>
                  <a:gd name="T1" fmla="*/ 73 h 168"/>
                  <a:gd name="T2" fmla="*/ 91 w 160"/>
                  <a:gd name="T3" fmla="*/ 73 h 168"/>
                  <a:gd name="T4" fmla="*/ 91 w 160"/>
                  <a:gd name="T5" fmla="*/ 0 h 168"/>
                  <a:gd name="T6" fmla="*/ 68 w 160"/>
                  <a:gd name="T7" fmla="*/ 0 h 168"/>
                  <a:gd name="T8" fmla="*/ 68 w 160"/>
                  <a:gd name="T9" fmla="*/ 73 h 168"/>
                  <a:gd name="T10" fmla="*/ 0 w 160"/>
                  <a:gd name="T11" fmla="*/ 73 h 168"/>
                  <a:gd name="T12" fmla="*/ 0 w 160"/>
                  <a:gd name="T13" fmla="*/ 95 h 168"/>
                  <a:gd name="T14" fmla="*/ 68 w 160"/>
                  <a:gd name="T15" fmla="*/ 95 h 168"/>
                  <a:gd name="T16" fmla="*/ 68 w 160"/>
                  <a:gd name="T17" fmla="*/ 167 h 168"/>
                  <a:gd name="T18" fmla="*/ 91 w 160"/>
                  <a:gd name="T19" fmla="*/ 167 h 168"/>
                  <a:gd name="T20" fmla="*/ 91 w 160"/>
                  <a:gd name="T21" fmla="*/ 95 h 168"/>
                  <a:gd name="T22" fmla="*/ 159 w 160"/>
                  <a:gd name="T23" fmla="*/ 95 h 168"/>
                  <a:gd name="T24" fmla="*/ 159 w 160"/>
                  <a:gd name="T2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8">
                    <a:moveTo>
                      <a:pt x="159" y="73"/>
                    </a:moveTo>
                    <a:lnTo>
                      <a:pt x="91" y="73"/>
                    </a:lnTo>
                    <a:lnTo>
                      <a:pt x="91" y="0"/>
                    </a:lnTo>
                    <a:lnTo>
                      <a:pt x="68" y="0"/>
                    </a:lnTo>
                    <a:lnTo>
                      <a:pt x="68" y="73"/>
                    </a:lnTo>
                    <a:lnTo>
                      <a:pt x="0" y="73"/>
                    </a:lnTo>
                    <a:lnTo>
                      <a:pt x="0" y="95"/>
                    </a:lnTo>
                    <a:lnTo>
                      <a:pt x="68" y="95"/>
                    </a:lnTo>
                    <a:lnTo>
                      <a:pt x="68" y="167"/>
                    </a:lnTo>
                    <a:lnTo>
                      <a:pt x="91" y="167"/>
                    </a:lnTo>
                    <a:lnTo>
                      <a:pt x="91" y="95"/>
                    </a:lnTo>
                    <a:lnTo>
                      <a:pt x="159" y="95"/>
                    </a:lnTo>
                    <a:lnTo>
                      <a:pt x="159" y="73"/>
                    </a:lnTo>
                  </a:path>
                </a:pathLst>
              </a:custGeom>
              <a:solidFill>
                <a:srgbClr val="EB902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2" name="Freeform 140">
                <a:extLst>
                  <a:ext uri="{FF2B5EF4-FFF2-40B4-BE49-F238E27FC236}">
                    <a16:creationId xmlns:a16="http://schemas.microsoft.com/office/drawing/2014/main" id="{C985D65F-D700-76FF-2409-4082DCCBBA42}"/>
                  </a:ext>
                </a:extLst>
              </p:cNvPr>
              <p:cNvSpPr>
                <a:spLocks noChangeArrowheads="1"/>
              </p:cNvSpPr>
              <p:nvPr/>
            </p:nvSpPr>
            <p:spPr bwMode="auto">
              <a:xfrm>
                <a:off x="5156200" y="5835650"/>
                <a:ext cx="41275" cy="44450"/>
              </a:xfrm>
              <a:custGeom>
                <a:avLst/>
                <a:gdLst>
                  <a:gd name="T0" fmla="*/ 112 w 113"/>
                  <a:gd name="T1" fmla="*/ 51 h 122"/>
                  <a:gd name="T2" fmla="*/ 67 w 113"/>
                  <a:gd name="T3" fmla="*/ 51 h 122"/>
                  <a:gd name="T4" fmla="*/ 67 w 113"/>
                  <a:gd name="T5" fmla="*/ 0 h 122"/>
                  <a:gd name="T6" fmla="*/ 45 w 113"/>
                  <a:gd name="T7" fmla="*/ 0 h 122"/>
                  <a:gd name="T8" fmla="*/ 45 w 113"/>
                  <a:gd name="T9" fmla="*/ 51 h 122"/>
                  <a:gd name="T10" fmla="*/ 0 w 113"/>
                  <a:gd name="T11" fmla="*/ 51 h 122"/>
                  <a:gd name="T12" fmla="*/ 0 w 113"/>
                  <a:gd name="T13" fmla="*/ 71 h 122"/>
                  <a:gd name="T14" fmla="*/ 45 w 113"/>
                  <a:gd name="T15" fmla="*/ 71 h 122"/>
                  <a:gd name="T16" fmla="*/ 45 w 113"/>
                  <a:gd name="T17" fmla="*/ 121 h 122"/>
                  <a:gd name="T18" fmla="*/ 67 w 113"/>
                  <a:gd name="T19" fmla="*/ 121 h 122"/>
                  <a:gd name="T20" fmla="*/ 67 w 113"/>
                  <a:gd name="T21" fmla="*/ 71 h 122"/>
                  <a:gd name="T22" fmla="*/ 112 w 113"/>
                  <a:gd name="T23" fmla="*/ 71 h 122"/>
                  <a:gd name="T24" fmla="*/ 112 w 113"/>
                  <a:gd name="T25" fmla="*/ 5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22">
                    <a:moveTo>
                      <a:pt x="112" y="51"/>
                    </a:moveTo>
                    <a:lnTo>
                      <a:pt x="67" y="51"/>
                    </a:lnTo>
                    <a:lnTo>
                      <a:pt x="67" y="0"/>
                    </a:lnTo>
                    <a:lnTo>
                      <a:pt x="45" y="0"/>
                    </a:lnTo>
                    <a:lnTo>
                      <a:pt x="45" y="51"/>
                    </a:lnTo>
                    <a:lnTo>
                      <a:pt x="0" y="51"/>
                    </a:lnTo>
                    <a:lnTo>
                      <a:pt x="0" y="71"/>
                    </a:lnTo>
                    <a:lnTo>
                      <a:pt x="45" y="71"/>
                    </a:lnTo>
                    <a:lnTo>
                      <a:pt x="45" y="121"/>
                    </a:lnTo>
                    <a:lnTo>
                      <a:pt x="67" y="121"/>
                    </a:lnTo>
                    <a:lnTo>
                      <a:pt x="67" y="71"/>
                    </a:lnTo>
                    <a:lnTo>
                      <a:pt x="112" y="71"/>
                    </a:lnTo>
                    <a:lnTo>
                      <a:pt x="112" y="51"/>
                    </a:lnTo>
                  </a:path>
                </a:pathLst>
              </a:custGeom>
              <a:solidFill>
                <a:srgbClr val="5C669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3" name="Freeform 141">
                <a:extLst>
                  <a:ext uri="{FF2B5EF4-FFF2-40B4-BE49-F238E27FC236}">
                    <a16:creationId xmlns:a16="http://schemas.microsoft.com/office/drawing/2014/main" id="{E9A62C7B-494C-BAF0-F5E5-53797A0A2670}"/>
                  </a:ext>
                </a:extLst>
              </p:cNvPr>
              <p:cNvSpPr>
                <a:spLocks noChangeArrowheads="1"/>
              </p:cNvSpPr>
              <p:nvPr/>
            </p:nvSpPr>
            <p:spPr bwMode="auto">
              <a:xfrm>
                <a:off x="5121275" y="5873750"/>
                <a:ext cx="57150" cy="60325"/>
              </a:xfrm>
              <a:custGeom>
                <a:avLst/>
                <a:gdLst>
                  <a:gd name="T0" fmla="*/ 157 w 158"/>
                  <a:gd name="T1" fmla="*/ 72 h 167"/>
                  <a:gd name="T2" fmla="*/ 91 w 158"/>
                  <a:gd name="T3" fmla="*/ 72 h 167"/>
                  <a:gd name="T4" fmla="*/ 91 w 158"/>
                  <a:gd name="T5" fmla="*/ 0 h 167"/>
                  <a:gd name="T6" fmla="*/ 66 w 158"/>
                  <a:gd name="T7" fmla="*/ 0 h 167"/>
                  <a:gd name="T8" fmla="*/ 66 w 158"/>
                  <a:gd name="T9" fmla="*/ 72 h 167"/>
                  <a:gd name="T10" fmla="*/ 0 w 158"/>
                  <a:gd name="T11" fmla="*/ 72 h 167"/>
                  <a:gd name="T12" fmla="*/ 0 w 158"/>
                  <a:gd name="T13" fmla="*/ 95 h 167"/>
                  <a:gd name="T14" fmla="*/ 66 w 158"/>
                  <a:gd name="T15" fmla="*/ 95 h 167"/>
                  <a:gd name="T16" fmla="*/ 66 w 158"/>
                  <a:gd name="T17" fmla="*/ 166 h 167"/>
                  <a:gd name="T18" fmla="*/ 91 w 158"/>
                  <a:gd name="T19" fmla="*/ 166 h 167"/>
                  <a:gd name="T20" fmla="*/ 91 w 158"/>
                  <a:gd name="T21" fmla="*/ 95 h 167"/>
                  <a:gd name="T22" fmla="*/ 157 w 158"/>
                  <a:gd name="T23" fmla="*/ 95 h 167"/>
                  <a:gd name="T24" fmla="*/ 157 w 158"/>
                  <a:gd name="T25" fmla="*/ 7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67">
                    <a:moveTo>
                      <a:pt x="157" y="72"/>
                    </a:moveTo>
                    <a:lnTo>
                      <a:pt x="91" y="72"/>
                    </a:lnTo>
                    <a:lnTo>
                      <a:pt x="91" y="0"/>
                    </a:lnTo>
                    <a:lnTo>
                      <a:pt x="66" y="0"/>
                    </a:lnTo>
                    <a:lnTo>
                      <a:pt x="66" y="72"/>
                    </a:lnTo>
                    <a:lnTo>
                      <a:pt x="0" y="72"/>
                    </a:lnTo>
                    <a:lnTo>
                      <a:pt x="0" y="95"/>
                    </a:lnTo>
                    <a:lnTo>
                      <a:pt x="66" y="95"/>
                    </a:lnTo>
                    <a:lnTo>
                      <a:pt x="66" y="166"/>
                    </a:lnTo>
                    <a:lnTo>
                      <a:pt x="91" y="166"/>
                    </a:lnTo>
                    <a:lnTo>
                      <a:pt x="91" y="95"/>
                    </a:lnTo>
                    <a:lnTo>
                      <a:pt x="157" y="95"/>
                    </a:lnTo>
                    <a:lnTo>
                      <a:pt x="157" y="72"/>
                    </a:lnTo>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4" name="Freeform 142">
                <a:extLst>
                  <a:ext uri="{FF2B5EF4-FFF2-40B4-BE49-F238E27FC236}">
                    <a16:creationId xmlns:a16="http://schemas.microsoft.com/office/drawing/2014/main" id="{1F3FA144-6328-E64C-CFD4-F1EA898BE73E}"/>
                  </a:ext>
                </a:extLst>
              </p:cNvPr>
              <p:cNvSpPr>
                <a:spLocks noChangeArrowheads="1"/>
              </p:cNvSpPr>
              <p:nvPr/>
            </p:nvSpPr>
            <p:spPr bwMode="auto">
              <a:xfrm>
                <a:off x="5080000" y="5762625"/>
                <a:ext cx="38100" cy="41275"/>
              </a:xfrm>
              <a:custGeom>
                <a:avLst/>
                <a:gdLst>
                  <a:gd name="T0" fmla="*/ 105 w 106"/>
                  <a:gd name="T1" fmla="*/ 49 h 114"/>
                  <a:gd name="T2" fmla="*/ 60 w 106"/>
                  <a:gd name="T3" fmla="*/ 49 h 114"/>
                  <a:gd name="T4" fmla="*/ 60 w 106"/>
                  <a:gd name="T5" fmla="*/ 0 h 114"/>
                  <a:gd name="T6" fmla="*/ 44 w 106"/>
                  <a:gd name="T7" fmla="*/ 0 h 114"/>
                  <a:gd name="T8" fmla="*/ 44 w 106"/>
                  <a:gd name="T9" fmla="*/ 49 h 114"/>
                  <a:gd name="T10" fmla="*/ 0 w 106"/>
                  <a:gd name="T11" fmla="*/ 49 h 114"/>
                  <a:gd name="T12" fmla="*/ 0 w 106"/>
                  <a:gd name="T13" fmla="*/ 64 h 114"/>
                  <a:gd name="T14" fmla="*/ 44 w 106"/>
                  <a:gd name="T15" fmla="*/ 64 h 114"/>
                  <a:gd name="T16" fmla="*/ 44 w 106"/>
                  <a:gd name="T17" fmla="*/ 113 h 114"/>
                  <a:gd name="T18" fmla="*/ 60 w 106"/>
                  <a:gd name="T19" fmla="*/ 113 h 114"/>
                  <a:gd name="T20" fmla="*/ 60 w 106"/>
                  <a:gd name="T21" fmla="*/ 64 h 114"/>
                  <a:gd name="T22" fmla="*/ 105 w 106"/>
                  <a:gd name="T23" fmla="*/ 64 h 114"/>
                  <a:gd name="T24" fmla="*/ 105 w 106"/>
                  <a:gd name="T25" fmla="*/ 4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4">
                    <a:moveTo>
                      <a:pt x="105" y="49"/>
                    </a:moveTo>
                    <a:lnTo>
                      <a:pt x="60" y="49"/>
                    </a:lnTo>
                    <a:lnTo>
                      <a:pt x="60" y="0"/>
                    </a:lnTo>
                    <a:lnTo>
                      <a:pt x="44" y="0"/>
                    </a:lnTo>
                    <a:lnTo>
                      <a:pt x="44" y="49"/>
                    </a:lnTo>
                    <a:lnTo>
                      <a:pt x="0" y="49"/>
                    </a:lnTo>
                    <a:lnTo>
                      <a:pt x="0" y="64"/>
                    </a:lnTo>
                    <a:lnTo>
                      <a:pt x="44" y="64"/>
                    </a:lnTo>
                    <a:lnTo>
                      <a:pt x="44" y="113"/>
                    </a:lnTo>
                    <a:lnTo>
                      <a:pt x="60" y="113"/>
                    </a:lnTo>
                    <a:lnTo>
                      <a:pt x="60" y="64"/>
                    </a:lnTo>
                    <a:lnTo>
                      <a:pt x="105" y="64"/>
                    </a:lnTo>
                    <a:lnTo>
                      <a:pt x="105" y="49"/>
                    </a:lnTo>
                  </a:path>
                </a:pathLst>
              </a:custGeom>
              <a:solidFill>
                <a:srgbClr val="7098A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5" name="Freeform 143">
                <a:extLst>
                  <a:ext uri="{FF2B5EF4-FFF2-40B4-BE49-F238E27FC236}">
                    <a16:creationId xmlns:a16="http://schemas.microsoft.com/office/drawing/2014/main" id="{AC363177-8660-ACCE-A600-FAA2AE0D2095}"/>
                  </a:ext>
                </a:extLst>
              </p:cNvPr>
              <p:cNvSpPr>
                <a:spLocks noChangeArrowheads="1"/>
              </p:cNvSpPr>
              <p:nvPr/>
            </p:nvSpPr>
            <p:spPr bwMode="auto">
              <a:xfrm>
                <a:off x="5002213" y="5837238"/>
                <a:ext cx="38100" cy="41275"/>
              </a:xfrm>
              <a:custGeom>
                <a:avLst/>
                <a:gdLst>
                  <a:gd name="T0" fmla="*/ 105 w 106"/>
                  <a:gd name="T1" fmla="*/ 48 h 113"/>
                  <a:gd name="T2" fmla="*/ 60 w 106"/>
                  <a:gd name="T3" fmla="*/ 48 h 113"/>
                  <a:gd name="T4" fmla="*/ 60 w 106"/>
                  <a:gd name="T5" fmla="*/ 0 h 113"/>
                  <a:gd name="T6" fmla="*/ 45 w 106"/>
                  <a:gd name="T7" fmla="*/ 0 h 113"/>
                  <a:gd name="T8" fmla="*/ 45 w 106"/>
                  <a:gd name="T9" fmla="*/ 48 h 113"/>
                  <a:gd name="T10" fmla="*/ 0 w 106"/>
                  <a:gd name="T11" fmla="*/ 48 h 113"/>
                  <a:gd name="T12" fmla="*/ 0 w 106"/>
                  <a:gd name="T13" fmla="*/ 64 h 113"/>
                  <a:gd name="T14" fmla="*/ 45 w 106"/>
                  <a:gd name="T15" fmla="*/ 64 h 113"/>
                  <a:gd name="T16" fmla="*/ 45 w 106"/>
                  <a:gd name="T17" fmla="*/ 112 h 113"/>
                  <a:gd name="T18" fmla="*/ 60 w 106"/>
                  <a:gd name="T19" fmla="*/ 112 h 113"/>
                  <a:gd name="T20" fmla="*/ 60 w 106"/>
                  <a:gd name="T21" fmla="*/ 63 h 113"/>
                  <a:gd name="T22" fmla="*/ 105 w 106"/>
                  <a:gd name="T23" fmla="*/ 63 h 113"/>
                  <a:gd name="T24" fmla="*/ 105 w 106"/>
                  <a:gd name="T25" fmla="*/ 4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3">
                    <a:moveTo>
                      <a:pt x="105" y="48"/>
                    </a:moveTo>
                    <a:lnTo>
                      <a:pt x="60" y="48"/>
                    </a:lnTo>
                    <a:lnTo>
                      <a:pt x="60" y="0"/>
                    </a:lnTo>
                    <a:lnTo>
                      <a:pt x="45" y="0"/>
                    </a:lnTo>
                    <a:lnTo>
                      <a:pt x="45" y="48"/>
                    </a:lnTo>
                    <a:lnTo>
                      <a:pt x="0" y="48"/>
                    </a:lnTo>
                    <a:lnTo>
                      <a:pt x="0" y="64"/>
                    </a:lnTo>
                    <a:lnTo>
                      <a:pt x="45" y="64"/>
                    </a:lnTo>
                    <a:lnTo>
                      <a:pt x="45" y="112"/>
                    </a:lnTo>
                    <a:lnTo>
                      <a:pt x="60" y="112"/>
                    </a:lnTo>
                    <a:lnTo>
                      <a:pt x="60" y="63"/>
                    </a:lnTo>
                    <a:lnTo>
                      <a:pt x="105" y="63"/>
                    </a:lnTo>
                    <a:lnTo>
                      <a:pt x="105" y="48"/>
                    </a:lnTo>
                  </a:path>
                </a:pathLst>
              </a:custGeom>
              <a:solidFill>
                <a:srgbClr val="7098A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6" name="Freeform 144">
                <a:extLst>
                  <a:ext uri="{FF2B5EF4-FFF2-40B4-BE49-F238E27FC236}">
                    <a16:creationId xmlns:a16="http://schemas.microsoft.com/office/drawing/2014/main" id="{9D7C01F7-9A9B-2B0A-646B-E4EC717C2518}"/>
                  </a:ext>
                </a:extLst>
              </p:cNvPr>
              <p:cNvSpPr>
                <a:spLocks noChangeArrowheads="1"/>
              </p:cNvSpPr>
              <p:nvPr/>
            </p:nvSpPr>
            <p:spPr bwMode="auto">
              <a:xfrm>
                <a:off x="5480050" y="5811838"/>
                <a:ext cx="53975" cy="87312"/>
              </a:xfrm>
              <a:custGeom>
                <a:avLst/>
                <a:gdLst>
                  <a:gd name="T0" fmla="*/ 34 w 152"/>
                  <a:gd name="T1" fmla="*/ 85 h 244"/>
                  <a:gd name="T2" fmla="*/ 74 w 152"/>
                  <a:gd name="T3" fmla="*/ 76 h 244"/>
                  <a:gd name="T4" fmla="*/ 151 w 152"/>
                  <a:gd name="T5" fmla="*/ 160 h 244"/>
                  <a:gd name="T6" fmla="*/ 61 w 152"/>
                  <a:gd name="T7" fmla="*/ 243 h 244"/>
                  <a:gd name="T8" fmla="*/ 1 w 152"/>
                  <a:gd name="T9" fmla="*/ 233 h 244"/>
                  <a:gd name="T10" fmla="*/ 0 w 152"/>
                  <a:gd name="T11" fmla="*/ 0 h 244"/>
                  <a:gd name="T12" fmla="*/ 34 w 152"/>
                  <a:gd name="T13" fmla="*/ 0 h 244"/>
                  <a:gd name="T14" fmla="*/ 34 w 152"/>
                  <a:gd name="T15" fmla="*/ 85 h 244"/>
                  <a:gd name="T16" fmla="*/ 64 w 152"/>
                  <a:gd name="T17" fmla="*/ 211 h 244"/>
                  <a:gd name="T18" fmla="*/ 115 w 152"/>
                  <a:gd name="T19" fmla="*/ 160 h 244"/>
                  <a:gd name="T20" fmla="*/ 68 w 152"/>
                  <a:gd name="T21" fmla="*/ 108 h 244"/>
                  <a:gd name="T22" fmla="*/ 34 w 152"/>
                  <a:gd name="T23" fmla="*/ 117 h 244"/>
                  <a:gd name="T24" fmla="*/ 34 w 152"/>
                  <a:gd name="T25" fmla="*/ 206 h 244"/>
                  <a:gd name="T26" fmla="*/ 64 w 152"/>
                  <a:gd name="T27" fmla="*/ 2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244">
                    <a:moveTo>
                      <a:pt x="34" y="85"/>
                    </a:moveTo>
                    <a:cubicBezTo>
                      <a:pt x="50" y="78"/>
                      <a:pt x="65" y="76"/>
                      <a:pt x="74" y="76"/>
                    </a:cubicBezTo>
                    <a:cubicBezTo>
                      <a:pt x="120" y="76"/>
                      <a:pt x="151" y="108"/>
                      <a:pt x="151" y="160"/>
                    </a:cubicBezTo>
                    <a:cubicBezTo>
                      <a:pt x="151" y="212"/>
                      <a:pt x="118" y="243"/>
                      <a:pt x="61" y="243"/>
                    </a:cubicBezTo>
                    <a:cubicBezTo>
                      <a:pt x="41" y="243"/>
                      <a:pt x="22" y="239"/>
                      <a:pt x="1" y="233"/>
                    </a:cubicBezTo>
                    <a:lnTo>
                      <a:pt x="0" y="0"/>
                    </a:lnTo>
                    <a:lnTo>
                      <a:pt x="34" y="0"/>
                    </a:lnTo>
                    <a:lnTo>
                      <a:pt x="34" y="85"/>
                    </a:lnTo>
                    <a:close/>
                    <a:moveTo>
                      <a:pt x="64" y="211"/>
                    </a:moveTo>
                    <a:cubicBezTo>
                      <a:pt x="97" y="211"/>
                      <a:pt x="115" y="193"/>
                      <a:pt x="115" y="160"/>
                    </a:cubicBezTo>
                    <a:cubicBezTo>
                      <a:pt x="115" y="128"/>
                      <a:pt x="97" y="108"/>
                      <a:pt x="68" y="108"/>
                    </a:cubicBezTo>
                    <a:cubicBezTo>
                      <a:pt x="55" y="108"/>
                      <a:pt x="43" y="113"/>
                      <a:pt x="34" y="117"/>
                    </a:cubicBezTo>
                    <a:lnTo>
                      <a:pt x="34" y="206"/>
                    </a:lnTo>
                    <a:cubicBezTo>
                      <a:pt x="45" y="209"/>
                      <a:pt x="55" y="211"/>
                      <a:pt x="64" y="211"/>
                    </a:cubicBez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7" name="Freeform 145">
                <a:extLst>
                  <a:ext uri="{FF2B5EF4-FFF2-40B4-BE49-F238E27FC236}">
                    <a16:creationId xmlns:a16="http://schemas.microsoft.com/office/drawing/2014/main" id="{2825CEFE-3F0E-82F4-ADA9-55B189194B85}"/>
                  </a:ext>
                </a:extLst>
              </p:cNvPr>
              <p:cNvSpPr>
                <a:spLocks noChangeArrowheads="1"/>
              </p:cNvSpPr>
              <p:nvPr/>
            </p:nvSpPr>
            <p:spPr bwMode="auto">
              <a:xfrm>
                <a:off x="5581650" y="5800725"/>
                <a:ext cx="12700" cy="109538"/>
              </a:xfrm>
              <a:custGeom>
                <a:avLst/>
                <a:gdLst>
                  <a:gd name="T0" fmla="*/ 17 w 35"/>
                  <a:gd name="T1" fmla="*/ 305 h 306"/>
                  <a:gd name="T2" fmla="*/ 0 w 35"/>
                  <a:gd name="T3" fmla="*/ 305 h 306"/>
                  <a:gd name="T4" fmla="*/ 0 w 35"/>
                  <a:gd name="T5" fmla="*/ 0 h 306"/>
                  <a:gd name="T6" fmla="*/ 34 w 35"/>
                  <a:gd name="T7" fmla="*/ 0 h 306"/>
                  <a:gd name="T8" fmla="*/ 34 w 35"/>
                  <a:gd name="T9" fmla="*/ 305 h 306"/>
                  <a:gd name="T10" fmla="*/ 17 w 35"/>
                  <a:gd name="T11" fmla="*/ 305 h 306"/>
                </a:gdLst>
                <a:ahLst/>
                <a:cxnLst>
                  <a:cxn ang="0">
                    <a:pos x="T0" y="T1"/>
                  </a:cxn>
                  <a:cxn ang="0">
                    <a:pos x="T2" y="T3"/>
                  </a:cxn>
                  <a:cxn ang="0">
                    <a:pos x="T4" y="T5"/>
                  </a:cxn>
                  <a:cxn ang="0">
                    <a:pos x="T6" y="T7"/>
                  </a:cxn>
                  <a:cxn ang="0">
                    <a:pos x="T8" y="T9"/>
                  </a:cxn>
                  <a:cxn ang="0">
                    <a:pos x="T10" y="T11"/>
                  </a:cxn>
                </a:cxnLst>
                <a:rect l="0" t="0" r="r" b="b"/>
                <a:pathLst>
                  <a:path w="35" h="306">
                    <a:moveTo>
                      <a:pt x="17" y="305"/>
                    </a:moveTo>
                    <a:lnTo>
                      <a:pt x="0" y="305"/>
                    </a:lnTo>
                    <a:lnTo>
                      <a:pt x="0" y="0"/>
                    </a:lnTo>
                    <a:lnTo>
                      <a:pt x="34" y="0"/>
                    </a:lnTo>
                    <a:lnTo>
                      <a:pt x="34" y="305"/>
                    </a:lnTo>
                    <a:lnTo>
                      <a:pt x="17" y="305"/>
                    </a:lnTo>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8" name="Freeform 146">
                <a:extLst>
                  <a:ext uri="{FF2B5EF4-FFF2-40B4-BE49-F238E27FC236}">
                    <a16:creationId xmlns:a16="http://schemas.microsoft.com/office/drawing/2014/main" id="{CE44AD2A-3C2A-FB63-38BF-3579AD182108}"/>
                  </a:ext>
                </a:extLst>
              </p:cNvPr>
              <p:cNvSpPr>
                <a:spLocks noChangeArrowheads="1"/>
              </p:cNvSpPr>
              <p:nvPr/>
            </p:nvSpPr>
            <p:spPr bwMode="auto">
              <a:xfrm>
                <a:off x="5643563" y="5840413"/>
                <a:ext cx="57150" cy="61912"/>
              </a:xfrm>
              <a:custGeom>
                <a:avLst/>
                <a:gdLst>
                  <a:gd name="T0" fmla="*/ 40 w 158"/>
                  <a:gd name="T1" fmla="*/ 65 h 170"/>
                  <a:gd name="T2" fmla="*/ 118 w 158"/>
                  <a:gd name="T3" fmla="*/ 65 h 170"/>
                  <a:gd name="T4" fmla="*/ 86 w 158"/>
                  <a:gd name="T5" fmla="*/ 31 h 170"/>
                  <a:gd name="T6" fmla="*/ 40 w 158"/>
                  <a:gd name="T7" fmla="*/ 65 h 170"/>
                  <a:gd name="T8" fmla="*/ 78 w 158"/>
                  <a:gd name="T9" fmla="*/ 166 h 170"/>
                  <a:gd name="T10" fmla="*/ 1 w 158"/>
                  <a:gd name="T11" fmla="*/ 81 h 170"/>
                  <a:gd name="T12" fmla="*/ 80 w 158"/>
                  <a:gd name="T13" fmla="*/ 0 h 170"/>
                  <a:gd name="T14" fmla="*/ 155 w 158"/>
                  <a:gd name="T15" fmla="*/ 90 h 170"/>
                  <a:gd name="T16" fmla="*/ 38 w 158"/>
                  <a:gd name="T17" fmla="*/ 90 h 170"/>
                  <a:gd name="T18" fmla="*/ 82 w 158"/>
                  <a:gd name="T19" fmla="*/ 135 h 170"/>
                  <a:gd name="T20" fmla="*/ 147 w 158"/>
                  <a:gd name="T21" fmla="*/ 122 h 170"/>
                  <a:gd name="T22" fmla="*/ 147 w 158"/>
                  <a:gd name="T23" fmla="*/ 154 h 170"/>
                  <a:gd name="T24" fmla="*/ 78 w 158"/>
                  <a:gd name="T25" fmla="*/ 16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70">
                    <a:moveTo>
                      <a:pt x="40" y="65"/>
                    </a:moveTo>
                    <a:lnTo>
                      <a:pt x="118" y="65"/>
                    </a:lnTo>
                    <a:cubicBezTo>
                      <a:pt x="117" y="44"/>
                      <a:pt x="106" y="32"/>
                      <a:pt x="86" y="31"/>
                    </a:cubicBezTo>
                    <a:cubicBezTo>
                      <a:pt x="65" y="30"/>
                      <a:pt x="46" y="43"/>
                      <a:pt x="40" y="65"/>
                    </a:cubicBezTo>
                    <a:close/>
                    <a:moveTo>
                      <a:pt x="78" y="166"/>
                    </a:moveTo>
                    <a:cubicBezTo>
                      <a:pt x="26" y="161"/>
                      <a:pt x="0" y="124"/>
                      <a:pt x="1" y="81"/>
                    </a:cubicBezTo>
                    <a:cubicBezTo>
                      <a:pt x="2" y="33"/>
                      <a:pt x="33" y="0"/>
                      <a:pt x="80" y="0"/>
                    </a:cubicBezTo>
                    <a:cubicBezTo>
                      <a:pt x="130" y="0"/>
                      <a:pt x="157" y="37"/>
                      <a:pt x="155" y="90"/>
                    </a:cubicBezTo>
                    <a:lnTo>
                      <a:pt x="38" y="90"/>
                    </a:lnTo>
                    <a:cubicBezTo>
                      <a:pt x="41" y="120"/>
                      <a:pt x="58" y="134"/>
                      <a:pt x="82" y="135"/>
                    </a:cubicBezTo>
                    <a:cubicBezTo>
                      <a:pt x="103" y="136"/>
                      <a:pt x="132" y="132"/>
                      <a:pt x="147" y="122"/>
                    </a:cubicBezTo>
                    <a:lnTo>
                      <a:pt x="147" y="154"/>
                    </a:lnTo>
                    <a:cubicBezTo>
                      <a:pt x="126" y="165"/>
                      <a:pt x="105" y="169"/>
                      <a:pt x="78" y="166"/>
                    </a:cubicBez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9" name="Freeform 147">
                <a:extLst>
                  <a:ext uri="{FF2B5EF4-FFF2-40B4-BE49-F238E27FC236}">
                    <a16:creationId xmlns:a16="http://schemas.microsoft.com/office/drawing/2014/main" id="{F6BF1AF8-7A71-5273-0C31-27C5216EC44A}"/>
                  </a:ext>
                </a:extLst>
              </p:cNvPr>
              <p:cNvSpPr>
                <a:spLocks noChangeArrowheads="1"/>
              </p:cNvSpPr>
              <p:nvPr/>
            </p:nvSpPr>
            <p:spPr bwMode="auto">
              <a:xfrm>
                <a:off x="5849938" y="5842000"/>
                <a:ext cx="50800" cy="58738"/>
              </a:xfrm>
              <a:custGeom>
                <a:avLst/>
                <a:gdLst>
                  <a:gd name="T0" fmla="*/ 70 w 142"/>
                  <a:gd name="T1" fmla="*/ 135 h 162"/>
                  <a:gd name="T2" fmla="*/ 107 w 142"/>
                  <a:gd name="T3" fmla="*/ 100 h 162"/>
                  <a:gd name="T4" fmla="*/ 107 w 142"/>
                  <a:gd name="T5" fmla="*/ 0 h 162"/>
                  <a:gd name="T6" fmla="*/ 141 w 142"/>
                  <a:gd name="T7" fmla="*/ 0 h 162"/>
                  <a:gd name="T8" fmla="*/ 141 w 142"/>
                  <a:gd name="T9" fmla="*/ 104 h 162"/>
                  <a:gd name="T10" fmla="*/ 70 w 142"/>
                  <a:gd name="T11" fmla="*/ 161 h 162"/>
                  <a:gd name="T12" fmla="*/ 0 w 142"/>
                  <a:gd name="T13" fmla="*/ 104 h 162"/>
                  <a:gd name="T14" fmla="*/ 0 w 142"/>
                  <a:gd name="T15" fmla="*/ 0 h 162"/>
                  <a:gd name="T16" fmla="*/ 34 w 142"/>
                  <a:gd name="T17" fmla="*/ 0 h 162"/>
                  <a:gd name="T18" fmla="*/ 34 w 142"/>
                  <a:gd name="T19" fmla="*/ 100 h 162"/>
                  <a:gd name="T20" fmla="*/ 70 w 142"/>
                  <a:gd name="T21" fmla="*/ 135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 h="162">
                    <a:moveTo>
                      <a:pt x="70" y="135"/>
                    </a:moveTo>
                    <a:cubicBezTo>
                      <a:pt x="92" y="135"/>
                      <a:pt x="107" y="125"/>
                      <a:pt x="107" y="100"/>
                    </a:cubicBezTo>
                    <a:lnTo>
                      <a:pt x="107" y="0"/>
                    </a:lnTo>
                    <a:lnTo>
                      <a:pt x="141" y="0"/>
                    </a:lnTo>
                    <a:lnTo>
                      <a:pt x="141" y="104"/>
                    </a:lnTo>
                    <a:cubicBezTo>
                      <a:pt x="141" y="140"/>
                      <a:pt x="114" y="161"/>
                      <a:pt x="70" y="161"/>
                    </a:cubicBezTo>
                    <a:cubicBezTo>
                      <a:pt x="27" y="161"/>
                      <a:pt x="0" y="140"/>
                      <a:pt x="0" y="104"/>
                    </a:cubicBezTo>
                    <a:lnTo>
                      <a:pt x="0" y="0"/>
                    </a:lnTo>
                    <a:lnTo>
                      <a:pt x="34" y="0"/>
                    </a:lnTo>
                    <a:lnTo>
                      <a:pt x="34" y="100"/>
                    </a:lnTo>
                    <a:cubicBezTo>
                      <a:pt x="34" y="125"/>
                      <a:pt x="49" y="135"/>
                      <a:pt x="70" y="135"/>
                    </a:cubicBezTo>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0" name="Freeform 148">
                <a:extLst>
                  <a:ext uri="{FF2B5EF4-FFF2-40B4-BE49-F238E27FC236}">
                    <a16:creationId xmlns:a16="http://schemas.microsoft.com/office/drawing/2014/main" id="{E7BEBB45-A6FC-C895-6390-C35D39F95493}"/>
                  </a:ext>
                </a:extLst>
              </p:cNvPr>
              <p:cNvSpPr>
                <a:spLocks noChangeArrowheads="1"/>
              </p:cNvSpPr>
              <p:nvPr/>
            </p:nvSpPr>
            <p:spPr bwMode="auto">
              <a:xfrm>
                <a:off x="5365750" y="5838825"/>
                <a:ext cx="53975" cy="60325"/>
              </a:xfrm>
              <a:custGeom>
                <a:avLst/>
                <a:gdLst>
                  <a:gd name="T0" fmla="*/ 90 w 152"/>
                  <a:gd name="T1" fmla="*/ 168 h 169"/>
                  <a:gd name="T2" fmla="*/ 0 w 152"/>
                  <a:gd name="T3" fmla="*/ 85 h 169"/>
                  <a:gd name="T4" fmla="*/ 77 w 152"/>
                  <a:gd name="T5" fmla="*/ 1 h 169"/>
                  <a:gd name="T6" fmla="*/ 117 w 152"/>
                  <a:gd name="T7" fmla="*/ 12 h 169"/>
                  <a:gd name="T8" fmla="*/ 117 w 152"/>
                  <a:gd name="T9" fmla="*/ 0 h 169"/>
                  <a:gd name="T10" fmla="*/ 151 w 152"/>
                  <a:gd name="T11" fmla="*/ 0 h 169"/>
                  <a:gd name="T12" fmla="*/ 150 w 152"/>
                  <a:gd name="T13" fmla="*/ 156 h 169"/>
                  <a:gd name="T14" fmla="*/ 90 w 152"/>
                  <a:gd name="T15" fmla="*/ 168 h 169"/>
                  <a:gd name="T16" fmla="*/ 87 w 152"/>
                  <a:gd name="T17" fmla="*/ 136 h 169"/>
                  <a:gd name="T18" fmla="*/ 117 w 152"/>
                  <a:gd name="T19" fmla="*/ 132 h 169"/>
                  <a:gd name="T20" fmla="*/ 118 w 152"/>
                  <a:gd name="T21" fmla="*/ 44 h 169"/>
                  <a:gd name="T22" fmla="*/ 85 w 152"/>
                  <a:gd name="T23" fmla="*/ 33 h 169"/>
                  <a:gd name="T24" fmla="*/ 38 w 152"/>
                  <a:gd name="T25" fmla="*/ 85 h 169"/>
                  <a:gd name="T26" fmla="*/ 87 w 152"/>
                  <a:gd name="T27" fmla="*/ 13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69">
                    <a:moveTo>
                      <a:pt x="90" y="168"/>
                    </a:moveTo>
                    <a:cubicBezTo>
                      <a:pt x="32" y="168"/>
                      <a:pt x="0" y="137"/>
                      <a:pt x="0" y="85"/>
                    </a:cubicBezTo>
                    <a:cubicBezTo>
                      <a:pt x="0" y="34"/>
                      <a:pt x="31" y="1"/>
                      <a:pt x="77" y="1"/>
                    </a:cubicBezTo>
                    <a:cubicBezTo>
                      <a:pt x="92" y="1"/>
                      <a:pt x="105" y="4"/>
                      <a:pt x="117" y="12"/>
                    </a:cubicBezTo>
                    <a:lnTo>
                      <a:pt x="117" y="0"/>
                    </a:lnTo>
                    <a:lnTo>
                      <a:pt x="151" y="0"/>
                    </a:lnTo>
                    <a:lnTo>
                      <a:pt x="150" y="156"/>
                    </a:lnTo>
                    <a:cubicBezTo>
                      <a:pt x="136" y="163"/>
                      <a:pt x="113" y="168"/>
                      <a:pt x="90" y="168"/>
                    </a:cubicBezTo>
                    <a:close/>
                    <a:moveTo>
                      <a:pt x="87" y="136"/>
                    </a:moveTo>
                    <a:cubicBezTo>
                      <a:pt x="95" y="136"/>
                      <a:pt x="104" y="135"/>
                      <a:pt x="117" y="132"/>
                    </a:cubicBezTo>
                    <a:lnTo>
                      <a:pt x="118" y="44"/>
                    </a:lnTo>
                    <a:cubicBezTo>
                      <a:pt x="107" y="37"/>
                      <a:pt x="97" y="33"/>
                      <a:pt x="85" y="33"/>
                    </a:cubicBezTo>
                    <a:cubicBezTo>
                      <a:pt x="56" y="33"/>
                      <a:pt x="38" y="53"/>
                      <a:pt x="38" y="85"/>
                    </a:cubicBezTo>
                    <a:cubicBezTo>
                      <a:pt x="37" y="118"/>
                      <a:pt x="55" y="137"/>
                      <a:pt x="87" y="136"/>
                    </a:cubicBez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1" name="Freeform 149">
                <a:extLst>
                  <a:ext uri="{FF2B5EF4-FFF2-40B4-BE49-F238E27FC236}">
                    <a16:creationId xmlns:a16="http://schemas.microsoft.com/office/drawing/2014/main" id="{96920DBF-8CDD-6C87-CD99-8B16A5D0400B}"/>
                  </a:ext>
                </a:extLst>
              </p:cNvPr>
              <p:cNvSpPr>
                <a:spLocks noChangeArrowheads="1"/>
              </p:cNvSpPr>
              <p:nvPr/>
            </p:nvSpPr>
            <p:spPr bwMode="auto">
              <a:xfrm>
                <a:off x="5746750" y="5838825"/>
                <a:ext cx="53975" cy="60325"/>
              </a:xfrm>
              <a:custGeom>
                <a:avLst/>
                <a:gdLst>
                  <a:gd name="T0" fmla="*/ 90 w 152"/>
                  <a:gd name="T1" fmla="*/ 168 h 169"/>
                  <a:gd name="T2" fmla="*/ 0 w 152"/>
                  <a:gd name="T3" fmla="*/ 85 h 169"/>
                  <a:gd name="T4" fmla="*/ 77 w 152"/>
                  <a:gd name="T5" fmla="*/ 1 h 169"/>
                  <a:gd name="T6" fmla="*/ 117 w 152"/>
                  <a:gd name="T7" fmla="*/ 12 h 169"/>
                  <a:gd name="T8" fmla="*/ 117 w 152"/>
                  <a:gd name="T9" fmla="*/ 0 h 169"/>
                  <a:gd name="T10" fmla="*/ 151 w 152"/>
                  <a:gd name="T11" fmla="*/ 0 h 169"/>
                  <a:gd name="T12" fmla="*/ 150 w 152"/>
                  <a:gd name="T13" fmla="*/ 156 h 169"/>
                  <a:gd name="T14" fmla="*/ 90 w 152"/>
                  <a:gd name="T15" fmla="*/ 168 h 169"/>
                  <a:gd name="T16" fmla="*/ 87 w 152"/>
                  <a:gd name="T17" fmla="*/ 136 h 169"/>
                  <a:gd name="T18" fmla="*/ 117 w 152"/>
                  <a:gd name="T19" fmla="*/ 132 h 169"/>
                  <a:gd name="T20" fmla="*/ 118 w 152"/>
                  <a:gd name="T21" fmla="*/ 44 h 169"/>
                  <a:gd name="T22" fmla="*/ 85 w 152"/>
                  <a:gd name="T23" fmla="*/ 33 h 169"/>
                  <a:gd name="T24" fmla="*/ 37 w 152"/>
                  <a:gd name="T25" fmla="*/ 85 h 169"/>
                  <a:gd name="T26" fmla="*/ 87 w 152"/>
                  <a:gd name="T27" fmla="*/ 13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69">
                    <a:moveTo>
                      <a:pt x="90" y="168"/>
                    </a:moveTo>
                    <a:cubicBezTo>
                      <a:pt x="32" y="168"/>
                      <a:pt x="0" y="137"/>
                      <a:pt x="0" y="85"/>
                    </a:cubicBezTo>
                    <a:cubicBezTo>
                      <a:pt x="0" y="34"/>
                      <a:pt x="31" y="1"/>
                      <a:pt x="77" y="1"/>
                    </a:cubicBezTo>
                    <a:cubicBezTo>
                      <a:pt x="92" y="1"/>
                      <a:pt x="105" y="4"/>
                      <a:pt x="117" y="12"/>
                    </a:cubicBezTo>
                    <a:lnTo>
                      <a:pt x="117" y="0"/>
                    </a:lnTo>
                    <a:lnTo>
                      <a:pt x="151" y="0"/>
                    </a:lnTo>
                    <a:lnTo>
                      <a:pt x="150" y="156"/>
                    </a:lnTo>
                    <a:cubicBezTo>
                      <a:pt x="136" y="163"/>
                      <a:pt x="112" y="168"/>
                      <a:pt x="90" y="168"/>
                    </a:cubicBezTo>
                    <a:close/>
                    <a:moveTo>
                      <a:pt x="87" y="136"/>
                    </a:moveTo>
                    <a:cubicBezTo>
                      <a:pt x="93" y="136"/>
                      <a:pt x="104" y="135"/>
                      <a:pt x="117" y="132"/>
                    </a:cubicBezTo>
                    <a:lnTo>
                      <a:pt x="118" y="44"/>
                    </a:lnTo>
                    <a:cubicBezTo>
                      <a:pt x="107" y="37"/>
                      <a:pt x="96" y="33"/>
                      <a:pt x="85" y="33"/>
                    </a:cubicBezTo>
                    <a:cubicBezTo>
                      <a:pt x="56" y="33"/>
                      <a:pt x="37" y="53"/>
                      <a:pt x="37" y="85"/>
                    </a:cubicBezTo>
                    <a:cubicBezTo>
                      <a:pt x="36" y="118"/>
                      <a:pt x="55" y="136"/>
                      <a:pt x="87" y="136"/>
                    </a:cubicBez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2" name="Freeform 150">
                <a:extLst>
                  <a:ext uri="{FF2B5EF4-FFF2-40B4-BE49-F238E27FC236}">
                    <a16:creationId xmlns:a16="http://schemas.microsoft.com/office/drawing/2014/main" id="{BB33A2D6-698F-6E0F-6491-0C185B042355}"/>
                  </a:ext>
                </a:extLst>
              </p:cNvPr>
              <p:cNvSpPr>
                <a:spLocks noChangeArrowheads="1"/>
              </p:cNvSpPr>
              <p:nvPr/>
            </p:nvSpPr>
            <p:spPr bwMode="auto">
              <a:xfrm>
                <a:off x="5241925" y="5816600"/>
                <a:ext cx="79375" cy="84138"/>
              </a:xfrm>
              <a:custGeom>
                <a:avLst/>
                <a:gdLst>
                  <a:gd name="T0" fmla="*/ 92 w 219"/>
                  <a:gd name="T1" fmla="*/ 0 h 234"/>
                  <a:gd name="T2" fmla="*/ 126 w 219"/>
                  <a:gd name="T3" fmla="*/ 0 h 234"/>
                  <a:gd name="T4" fmla="*/ 126 w 219"/>
                  <a:gd name="T5" fmla="*/ 96 h 234"/>
                  <a:gd name="T6" fmla="*/ 218 w 219"/>
                  <a:gd name="T7" fmla="*/ 96 h 234"/>
                  <a:gd name="T8" fmla="*/ 218 w 219"/>
                  <a:gd name="T9" fmla="*/ 128 h 234"/>
                  <a:gd name="T10" fmla="*/ 126 w 219"/>
                  <a:gd name="T11" fmla="*/ 128 h 234"/>
                  <a:gd name="T12" fmla="*/ 126 w 219"/>
                  <a:gd name="T13" fmla="*/ 233 h 234"/>
                  <a:gd name="T14" fmla="*/ 92 w 219"/>
                  <a:gd name="T15" fmla="*/ 233 h 234"/>
                  <a:gd name="T16" fmla="*/ 92 w 219"/>
                  <a:gd name="T17" fmla="*/ 128 h 234"/>
                  <a:gd name="T18" fmla="*/ 0 w 219"/>
                  <a:gd name="T19" fmla="*/ 128 h 234"/>
                  <a:gd name="T20" fmla="*/ 0 w 219"/>
                  <a:gd name="T21" fmla="*/ 96 h 234"/>
                  <a:gd name="T22" fmla="*/ 92 w 219"/>
                  <a:gd name="T23" fmla="*/ 96 h 234"/>
                  <a:gd name="T24" fmla="*/ 92 w 219"/>
                  <a:gd name="T25"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4">
                    <a:moveTo>
                      <a:pt x="92" y="0"/>
                    </a:moveTo>
                    <a:lnTo>
                      <a:pt x="126" y="0"/>
                    </a:lnTo>
                    <a:lnTo>
                      <a:pt x="126" y="96"/>
                    </a:lnTo>
                    <a:lnTo>
                      <a:pt x="218" y="96"/>
                    </a:lnTo>
                    <a:lnTo>
                      <a:pt x="218" y="128"/>
                    </a:lnTo>
                    <a:lnTo>
                      <a:pt x="126" y="128"/>
                    </a:lnTo>
                    <a:lnTo>
                      <a:pt x="126" y="233"/>
                    </a:lnTo>
                    <a:lnTo>
                      <a:pt x="92" y="233"/>
                    </a:lnTo>
                    <a:lnTo>
                      <a:pt x="92" y="128"/>
                    </a:lnTo>
                    <a:lnTo>
                      <a:pt x="0" y="128"/>
                    </a:lnTo>
                    <a:lnTo>
                      <a:pt x="0" y="96"/>
                    </a:lnTo>
                    <a:lnTo>
                      <a:pt x="92" y="96"/>
                    </a:lnTo>
                    <a:lnTo>
                      <a:pt x="92" y="0"/>
                    </a:lnTo>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3" name="Freeform 151">
                <a:extLst>
                  <a:ext uri="{FF2B5EF4-FFF2-40B4-BE49-F238E27FC236}">
                    <a16:creationId xmlns:a16="http://schemas.microsoft.com/office/drawing/2014/main" id="{80F654D5-9818-3F35-8844-4AA98CBB3254}"/>
                  </a:ext>
                </a:extLst>
              </p:cNvPr>
              <p:cNvSpPr>
                <a:spLocks noChangeArrowheads="1"/>
              </p:cNvSpPr>
              <p:nvPr/>
            </p:nvSpPr>
            <p:spPr bwMode="auto">
              <a:xfrm>
                <a:off x="5913438" y="5840413"/>
                <a:ext cx="15875" cy="15875"/>
              </a:xfrm>
              <a:custGeom>
                <a:avLst/>
                <a:gdLst>
                  <a:gd name="T0" fmla="*/ 21 w 42"/>
                  <a:gd name="T1" fmla="*/ 0 h 42"/>
                  <a:gd name="T2" fmla="*/ 41 w 42"/>
                  <a:gd name="T3" fmla="*/ 21 h 42"/>
                  <a:gd name="T4" fmla="*/ 21 w 42"/>
                  <a:gd name="T5" fmla="*/ 41 h 42"/>
                  <a:gd name="T6" fmla="*/ 0 w 42"/>
                  <a:gd name="T7" fmla="*/ 21 h 42"/>
                  <a:gd name="T8" fmla="*/ 21 w 42"/>
                  <a:gd name="T9" fmla="*/ 0 h 42"/>
                  <a:gd name="T10" fmla="*/ 21 w 42"/>
                  <a:gd name="T11" fmla="*/ 4 h 42"/>
                  <a:gd name="T12" fmla="*/ 5 w 42"/>
                  <a:gd name="T13" fmla="*/ 21 h 42"/>
                  <a:gd name="T14" fmla="*/ 21 w 42"/>
                  <a:gd name="T15" fmla="*/ 38 h 42"/>
                  <a:gd name="T16" fmla="*/ 37 w 42"/>
                  <a:gd name="T17" fmla="*/ 21 h 42"/>
                  <a:gd name="T18" fmla="*/ 21 w 42"/>
                  <a:gd name="T19" fmla="*/ 4 h 42"/>
                  <a:gd name="T20" fmla="*/ 17 w 42"/>
                  <a:gd name="T21" fmla="*/ 34 h 42"/>
                  <a:gd name="T22" fmla="*/ 14 w 42"/>
                  <a:gd name="T23" fmla="*/ 34 h 42"/>
                  <a:gd name="T24" fmla="*/ 14 w 42"/>
                  <a:gd name="T25" fmla="*/ 11 h 42"/>
                  <a:gd name="T26" fmla="*/ 21 w 42"/>
                  <a:gd name="T27" fmla="*/ 10 h 42"/>
                  <a:gd name="T28" fmla="*/ 28 w 42"/>
                  <a:gd name="T29" fmla="*/ 12 h 42"/>
                  <a:gd name="T30" fmla="*/ 30 w 42"/>
                  <a:gd name="T31" fmla="*/ 16 h 42"/>
                  <a:gd name="T32" fmla="*/ 26 w 42"/>
                  <a:gd name="T33" fmla="*/ 22 h 42"/>
                  <a:gd name="T34" fmla="*/ 26 w 42"/>
                  <a:gd name="T35" fmla="*/ 22 h 42"/>
                  <a:gd name="T36" fmla="*/ 30 w 42"/>
                  <a:gd name="T37" fmla="*/ 27 h 42"/>
                  <a:gd name="T38" fmla="*/ 31 w 42"/>
                  <a:gd name="T39" fmla="*/ 32 h 42"/>
                  <a:gd name="T40" fmla="*/ 27 w 42"/>
                  <a:gd name="T41" fmla="*/ 32 h 42"/>
                  <a:gd name="T42" fmla="*/ 26 w 42"/>
                  <a:gd name="T43" fmla="*/ 27 h 42"/>
                  <a:gd name="T44" fmla="*/ 21 w 42"/>
                  <a:gd name="T45" fmla="*/ 23 h 42"/>
                  <a:gd name="T46" fmla="*/ 19 w 42"/>
                  <a:gd name="T47" fmla="*/ 23 h 42"/>
                  <a:gd name="T48" fmla="*/ 19 w 42"/>
                  <a:gd name="T49" fmla="*/ 34 h 42"/>
                  <a:gd name="T50" fmla="*/ 17 w 42"/>
                  <a:gd name="T51" fmla="*/ 34 h 42"/>
                  <a:gd name="T52" fmla="*/ 17 w 42"/>
                  <a:gd name="T53" fmla="*/ 21 h 42"/>
                  <a:gd name="T54" fmla="*/ 20 w 42"/>
                  <a:gd name="T55" fmla="*/ 21 h 42"/>
                  <a:gd name="T56" fmla="*/ 25 w 42"/>
                  <a:gd name="T57" fmla="*/ 16 h 42"/>
                  <a:gd name="T58" fmla="*/ 20 w 42"/>
                  <a:gd name="T59" fmla="*/ 12 h 42"/>
                  <a:gd name="T60" fmla="*/ 17 w 42"/>
                  <a:gd name="T61" fmla="*/ 12 h 42"/>
                  <a:gd name="T62" fmla="*/ 17 w 42"/>
                  <a:gd name="T6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42">
                    <a:moveTo>
                      <a:pt x="21" y="0"/>
                    </a:moveTo>
                    <a:cubicBezTo>
                      <a:pt x="31" y="0"/>
                      <a:pt x="41" y="9"/>
                      <a:pt x="41" y="21"/>
                    </a:cubicBezTo>
                    <a:cubicBezTo>
                      <a:pt x="41" y="32"/>
                      <a:pt x="32" y="41"/>
                      <a:pt x="21" y="41"/>
                    </a:cubicBezTo>
                    <a:cubicBezTo>
                      <a:pt x="10" y="41"/>
                      <a:pt x="0" y="32"/>
                      <a:pt x="0" y="21"/>
                    </a:cubicBezTo>
                    <a:cubicBezTo>
                      <a:pt x="0" y="10"/>
                      <a:pt x="10" y="0"/>
                      <a:pt x="21" y="0"/>
                    </a:cubicBezTo>
                    <a:close/>
                    <a:moveTo>
                      <a:pt x="21" y="4"/>
                    </a:moveTo>
                    <a:cubicBezTo>
                      <a:pt x="12" y="4"/>
                      <a:pt x="5" y="11"/>
                      <a:pt x="5" y="21"/>
                    </a:cubicBezTo>
                    <a:cubicBezTo>
                      <a:pt x="5" y="30"/>
                      <a:pt x="13" y="38"/>
                      <a:pt x="21" y="38"/>
                    </a:cubicBezTo>
                    <a:cubicBezTo>
                      <a:pt x="30" y="38"/>
                      <a:pt x="37" y="30"/>
                      <a:pt x="37" y="21"/>
                    </a:cubicBezTo>
                    <a:cubicBezTo>
                      <a:pt x="38" y="11"/>
                      <a:pt x="30" y="4"/>
                      <a:pt x="21" y="4"/>
                    </a:cubicBezTo>
                    <a:close/>
                    <a:moveTo>
                      <a:pt x="17" y="34"/>
                    </a:moveTo>
                    <a:lnTo>
                      <a:pt x="14" y="34"/>
                    </a:lnTo>
                    <a:lnTo>
                      <a:pt x="14" y="11"/>
                    </a:lnTo>
                    <a:cubicBezTo>
                      <a:pt x="16" y="11"/>
                      <a:pt x="17" y="10"/>
                      <a:pt x="21" y="10"/>
                    </a:cubicBezTo>
                    <a:cubicBezTo>
                      <a:pt x="24" y="10"/>
                      <a:pt x="26" y="11"/>
                      <a:pt x="28" y="12"/>
                    </a:cubicBezTo>
                    <a:cubicBezTo>
                      <a:pt x="29" y="13"/>
                      <a:pt x="30" y="14"/>
                      <a:pt x="30" y="16"/>
                    </a:cubicBezTo>
                    <a:cubicBezTo>
                      <a:pt x="30" y="20"/>
                      <a:pt x="28" y="21"/>
                      <a:pt x="26" y="22"/>
                    </a:cubicBezTo>
                    <a:lnTo>
                      <a:pt x="26" y="22"/>
                    </a:lnTo>
                    <a:cubicBezTo>
                      <a:pt x="28" y="22"/>
                      <a:pt x="29" y="24"/>
                      <a:pt x="30" y="27"/>
                    </a:cubicBezTo>
                    <a:cubicBezTo>
                      <a:pt x="31" y="30"/>
                      <a:pt x="31" y="32"/>
                      <a:pt x="31" y="32"/>
                    </a:cubicBezTo>
                    <a:lnTo>
                      <a:pt x="27" y="32"/>
                    </a:lnTo>
                    <a:cubicBezTo>
                      <a:pt x="26" y="31"/>
                      <a:pt x="26" y="29"/>
                      <a:pt x="26" y="27"/>
                    </a:cubicBezTo>
                    <a:cubicBezTo>
                      <a:pt x="25" y="24"/>
                      <a:pt x="24" y="23"/>
                      <a:pt x="21" y="23"/>
                    </a:cubicBezTo>
                    <a:lnTo>
                      <a:pt x="19" y="23"/>
                    </a:lnTo>
                    <a:lnTo>
                      <a:pt x="19" y="34"/>
                    </a:lnTo>
                    <a:lnTo>
                      <a:pt x="17" y="34"/>
                    </a:lnTo>
                    <a:close/>
                    <a:moveTo>
                      <a:pt x="17" y="21"/>
                    </a:moveTo>
                    <a:lnTo>
                      <a:pt x="20" y="21"/>
                    </a:lnTo>
                    <a:cubicBezTo>
                      <a:pt x="23" y="21"/>
                      <a:pt x="25" y="20"/>
                      <a:pt x="25" y="16"/>
                    </a:cubicBezTo>
                    <a:cubicBezTo>
                      <a:pt x="25" y="14"/>
                      <a:pt x="24" y="12"/>
                      <a:pt x="20" y="12"/>
                    </a:cubicBezTo>
                    <a:cubicBezTo>
                      <a:pt x="19" y="12"/>
                      <a:pt x="17" y="12"/>
                      <a:pt x="17" y="12"/>
                    </a:cubicBezTo>
                    <a:lnTo>
                      <a:pt x="17" y="21"/>
                    </a:lnTo>
                    <a:close/>
                  </a:path>
                </a:pathLst>
              </a:custGeom>
              <a:solidFill>
                <a:srgbClr val="1E457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20" name="Group 219">
            <a:extLst>
              <a:ext uri="{FF2B5EF4-FFF2-40B4-BE49-F238E27FC236}">
                <a16:creationId xmlns:a16="http://schemas.microsoft.com/office/drawing/2014/main" id="{55175FB7-45F7-E069-0BDF-1EBA519A88F2}"/>
              </a:ext>
            </a:extLst>
          </p:cNvPr>
          <p:cNvGrpSpPr/>
          <p:nvPr/>
        </p:nvGrpSpPr>
        <p:grpSpPr>
          <a:xfrm>
            <a:off x="8005463" y="4875200"/>
            <a:ext cx="1909976" cy="298358"/>
            <a:chOff x="4240213" y="6661150"/>
            <a:chExt cx="1239837" cy="193675"/>
          </a:xfrm>
        </p:grpSpPr>
        <p:grpSp>
          <p:nvGrpSpPr>
            <p:cNvPr id="221" name="Group 220">
              <a:extLst>
                <a:ext uri="{FF2B5EF4-FFF2-40B4-BE49-F238E27FC236}">
                  <a16:creationId xmlns:a16="http://schemas.microsoft.com/office/drawing/2014/main" id="{36CD78E0-7629-9879-1169-685280F0482F}"/>
                </a:ext>
              </a:extLst>
            </p:cNvPr>
            <p:cNvGrpSpPr/>
            <p:nvPr/>
          </p:nvGrpSpPr>
          <p:grpSpPr>
            <a:xfrm>
              <a:off x="4240213" y="6688138"/>
              <a:ext cx="484187" cy="127000"/>
              <a:chOff x="4240213" y="6688138"/>
              <a:chExt cx="484187" cy="127000"/>
            </a:xfrm>
          </p:grpSpPr>
          <p:sp>
            <p:nvSpPr>
              <p:cNvPr id="234" name="Freeform 152">
                <a:extLst>
                  <a:ext uri="{FF2B5EF4-FFF2-40B4-BE49-F238E27FC236}">
                    <a16:creationId xmlns:a16="http://schemas.microsoft.com/office/drawing/2014/main" id="{BC7E8D1F-7F6C-FA74-7FCB-6592F297DE16}"/>
                  </a:ext>
                </a:extLst>
              </p:cNvPr>
              <p:cNvSpPr>
                <a:spLocks noChangeArrowheads="1"/>
              </p:cNvSpPr>
              <p:nvPr/>
            </p:nvSpPr>
            <p:spPr bwMode="auto">
              <a:xfrm>
                <a:off x="4327525" y="66881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5" name="Freeform 153">
                <a:extLst>
                  <a:ext uri="{FF2B5EF4-FFF2-40B4-BE49-F238E27FC236}">
                    <a16:creationId xmlns:a16="http://schemas.microsoft.com/office/drawing/2014/main" id="{5D3F4E8C-16D6-FC99-DF14-79BF5AC837FC}"/>
                  </a:ext>
                </a:extLst>
              </p:cNvPr>
              <p:cNvSpPr>
                <a:spLocks noChangeArrowheads="1"/>
              </p:cNvSpPr>
              <p:nvPr/>
            </p:nvSpPr>
            <p:spPr bwMode="auto">
              <a:xfrm>
                <a:off x="4354513" y="67198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4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4"/>
                    </a:lnTo>
                    <a:cubicBezTo>
                      <a:pt x="178" y="14"/>
                      <a:pt x="154" y="0"/>
                      <a:pt x="120" y="0"/>
                    </a:cubicBezTo>
                    <a:cubicBezTo>
                      <a:pt x="52" y="0"/>
                      <a:pt x="1" y="56"/>
                      <a:pt x="1" y="129"/>
                    </a:cubicBezTo>
                    <a:cubicBezTo>
                      <a:pt x="0" y="204"/>
                      <a:pt x="51" y="259"/>
                      <a:pt x="119" y="259"/>
                    </a:cubicBezTo>
                    <a:close/>
                    <a:moveTo>
                      <a:pt x="132" y="62"/>
                    </a:moveTo>
                    <a:cubicBezTo>
                      <a:pt x="169" y="62"/>
                      <a:pt x="195" y="92"/>
                      <a:pt x="195" y="130"/>
                    </a:cubicBezTo>
                    <a:cubicBezTo>
                      <a:pt x="195" y="169"/>
                      <a:pt x="169" y="197"/>
                      <a:pt x="132" y="197"/>
                    </a:cubicBezTo>
                    <a:cubicBezTo>
                      <a:pt x="93" y="197"/>
                      <a:pt x="69" y="168"/>
                      <a:pt x="69" y="130"/>
                    </a:cubicBezTo>
                    <a:cubicBezTo>
                      <a:pt x="69" y="93"/>
                      <a:pt x="93" y="62"/>
                      <a:pt x="132"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6" name="Freeform 154">
                <a:extLst>
                  <a:ext uri="{FF2B5EF4-FFF2-40B4-BE49-F238E27FC236}">
                    <a16:creationId xmlns:a16="http://schemas.microsoft.com/office/drawing/2014/main" id="{D1479E57-24E9-A512-8246-90953CEDBD9D}"/>
                  </a:ext>
                </a:extLst>
              </p:cNvPr>
              <p:cNvSpPr>
                <a:spLocks noChangeArrowheads="1"/>
              </p:cNvSpPr>
              <p:nvPr/>
            </p:nvSpPr>
            <p:spPr bwMode="auto">
              <a:xfrm>
                <a:off x="4454525" y="66881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 name="Freeform 155">
                <a:extLst>
                  <a:ext uri="{FF2B5EF4-FFF2-40B4-BE49-F238E27FC236}">
                    <a16:creationId xmlns:a16="http://schemas.microsoft.com/office/drawing/2014/main" id="{868FCCD2-5793-C237-BB31-495B35F96855}"/>
                  </a:ext>
                </a:extLst>
              </p:cNvPr>
              <p:cNvSpPr>
                <a:spLocks noChangeArrowheads="1"/>
              </p:cNvSpPr>
              <p:nvPr/>
            </p:nvSpPr>
            <p:spPr bwMode="auto">
              <a:xfrm>
                <a:off x="4481513" y="67214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8" name="Freeform 156">
                <a:extLst>
                  <a:ext uri="{FF2B5EF4-FFF2-40B4-BE49-F238E27FC236}">
                    <a16:creationId xmlns:a16="http://schemas.microsoft.com/office/drawing/2014/main" id="{D7108333-60FE-29FF-6840-ED54420E8D02}"/>
                  </a:ext>
                </a:extLst>
              </p:cNvPr>
              <p:cNvSpPr>
                <a:spLocks noChangeArrowheads="1"/>
              </p:cNvSpPr>
              <p:nvPr/>
            </p:nvSpPr>
            <p:spPr bwMode="auto">
              <a:xfrm>
                <a:off x="4579938" y="67198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5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5"/>
                      <a:pt x="119" y="65"/>
                    </a:cubicBezTo>
                    <a:cubicBezTo>
                      <a:pt x="149" y="65"/>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5"/>
                    </a:cubicBezTo>
                    <a:lnTo>
                      <a:pt x="65" y="7"/>
                    </a:lnTo>
                    <a:lnTo>
                      <a:pt x="1" y="7"/>
                    </a:lnTo>
                    <a:lnTo>
                      <a:pt x="0" y="225"/>
                    </a:lnTo>
                    <a:cubicBezTo>
                      <a:pt x="0" y="244"/>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9" name="Freeform 157">
                <a:extLst>
                  <a:ext uri="{FF2B5EF4-FFF2-40B4-BE49-F238E27FC236}">
                    <a16:creationId xmlns:a16="http://schemas.microsoft.com/office/drawing/2014/main" id="{44CD04D1-D3C0-B7D3-EE97-FA456025D9FA}"/>
                  </a:ext>
                </a:extLst>
              </p:cNvPr>
              <p:cNvSpPr>
                <a:spLocks noChangeArrowheads="1"/>
              </p:cNvSpPr>
              <p:nvPr/>
            </p:nvSpPr>
            <p:spPr bwMode="auto">
              <a:xfrm>
                <a:off x="4240213" y="6719888"/>
                <a:ext cx="85725" cy="93662"/>
              </a:xfrm>
              <a:custGeom>
                <a:avLst/>
                <a:gdLst>
                  <a:gd name="T0" fmla="*/ 110 w 236"/>
                  <a:gd name="T1" fmla="*/ 204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8 h 262"/>
                  <a:gd name="T32" fmla="*/ 167 w 236"/>
                  <a:gd name="T33" fmla="*/ 181 h 262"/>
                  <a:gd name="T34" fmla="*/ 110 w 236"/>
                  <a:gd name="T35" fmla="*/ 20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4"/>
                    </a:moveTo>
                    <a:cubicBezTo>
                      <a:pt x="73" y="203"/>
                      <a:pt x="40" y="185"/>
                      <a:pt x="24" y="177"/>
                    </a:cubicBezTo>
                    <a:lnTo>
                      <a:pt x="0" y="228"/>
                    </a:lnTo>
                    <a:cubicBezTo>
                      <a:pt x="34" y="249"/>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8"/>
                    </a:lnTo>
                    <a:cubicBezTo>
                      <a:pt x="143" y="162"/>
                      <a:pt x="167" y="164"/>
                      <a:pt x="167" y="181"/>
                    </a:cubicBezTo>
                    <a:cubicBezTo>
                      <a:pt x="165" y="198"/>
                      <a:pt x="147" y="205"/>
                      <a:pt x="110" y="204"/>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22" name="Freeform 158">
              <a:extLst>
                <a:ext uri="{FF2B5EF4-FFF2-40B4-BE49-F238E27FC236}">
                  <a16:creationId xmlns:a16="http://schemas.microsoft.com/office/drawing/2014/main" id="{0C415870-114D-2E50-71FC-3D60922B9DDC}"/>
                </a:ext>
              </a:extLst>
            </p:cNvPr>
            <p:cNvSpPr>
              <a:spLocks noChangeArrowheads="1"/>
            </p:cNvSpPr>
            <p:nvPr/>
          </p:nvSpPr>
          <p:spPr bwMode="auto">
            <a:xfrm>
              <a:off x="4860925" y="6662738"/>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23" name="Group 222">
              <a:extLst>
                <a:ext uri="{FF2B5EF4-FFF2-40B4-BE49-F238E27FC236}">
                  <a16:creationId xmlns:a16="http://schemas.microsoft.com/office/drawing/2014/main" id="{31B51D19-AB13-D024-FE72-BD7E03B94997}"/>
                </a:ext>
              </a:extLst>
            </p:cNvPr>
            <p:cNvGrpSpPr/>
            <p:nvPr/>
          </p:nvGrpSpPr>
          <p:grpSpPr>
            <a:xfrm>
              <a:off x="5002213" y="6661150"/>
              <a:ext cx="477837" cy="193675"/>
              <a:chOff x="5002213" y="6661150"/>
              <a:chExt cx="477837" cy="193675"/>
            </a:xfrm>
          </p:grpSpPr>
          <p:sp>
            <p:nvSpPr>
              <p:cNvPr id="224" name="Freeform 159">
                <a:extLst>
                  <a:ext uri="{FF2B5EF4-FFF2-40B4-BE49-F238E27FC236}">
                    <a16:creationId xmlns:a16="http://schemas.microsoft.com/office/drawing/2014/main" id="{13B6F7D8-08FF-8BD5-F290-E790B8820963}"/>
                  </a:ext>
                </a:extLst>
              </p:cNvPr>
              <p:cNvSpPr>
                <a:spLocks noChangeArrowheads="1"/>
              </p:cNvSpPr>
              <p:nvPr/>
            </p:nvSpPr>
            <p:spPr bwMode="auto">
              <a:xfrm>
                <a:off x="5126038" y="6661150"/>
                <a:ext cx="252412" cy="93663"/>
              </a:xfrm>
              <a:custGeom>
                <a:avLst/>
                <a:gdLst>
                  <a:gd name="T0" fmla="*/ 337 w 702"/>
                  <a:gd name="T1" fmla="*/ 3 h 262"/>
                  <a:gd name="T2" fmla="*/ 477 w 702"/>
                  <a:gd name="T3" fmla="*/ 24 h 262"/>
                  <a:gd name="T4" fmla="*/ 648 w 702"/>
                  <a:gd name="T5" fmla="*/ 147 h 262"/>
                  <a:gd name="T6" fmla="*/ 696 w 702"/>
                  <a:gd name="T7" fmla="*/ 227 h 262"/>
                  <a:gd name="T8" fmla="*/ 699 w 702"/>
                  <a:gd name="T9" fmla="*/ 242 h 262"/>
                  <a:gd name="T10" fmla="*/ 681 w 702"/>
                  <a:gd name="T11" fmla="*/ 260 h 262"/>
                  <a:gd name="T12" fmla="*/ 659 w 702"/>
                  <a:gd name="T13" fmla="*/ 247 h 262"/>
                  <a:gd name="T14" fmla="*/ 537 w 702"/>
                  <a:gd name="T15" fmla="*/ 100 h 262"/>
                  <a:gd name="T16" fmla="*/ 428 w 702"/>
                  <a:gd name="T17" fmla="*/ 53 h 262"/>
                  <a:gd name="T18" fmla="*/ 275 w 702"/>
                  <a:gd name="T19" fmla="*/ 53 h 262"/>
                  <a:gd name="T20" fmla="*/ 90 w 702"/>
                  <a:gd name="T21" fmla="*/ 167 h 262"/>
                  <a:gd name="T22" fmla="*/ 42 w 702"/>
                  <a:gd name="T23" fmla="*/ 247 h 262"/>
                  <a:gd name="T24" fmla="*/ 26 w 702"/>
                  <a:gd name="T25" fmla="*/ 260 h 262"/>
                  <a:gd name="T26" fmla="*/ 7 w 702"/>
                  <a:gd name="T27" fmla="*/ 253 h 262"/>
                  <a:gd name="T28" fmla="*/ 3 w 702"/>
                  <a:gd name="T29" fmla="*/ 231 h 262"/>
                  <a:gd name="T30" fmla="*/ 175 w 702"/>
                  <a:gd name="T31" fmla="*/ 44 h 262"/>
                  <a:gd name="T32" fmla="*/ 337 w 702"/>
                  <a:gd name="T33" fmla="*/ 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2" h="262">
                    <a:moveTo>
                      <a:pt x="337" y="3"/>
                    </a:moveTo>
                    <a:cubicBezTo>
                      <a:pt x="384" y="0"/>
                      <a:pt x="432" y="8"/>
                      <a:pt x="477" y="24"/>
                    </a:cubicBezTo>
                    <a:cubicBezTo>
                      <a:pt x="544" y="48"/>
                      <a:pt x="604" y="91"/>
                      <a:pt x="648" y="147"/>
                    </a:cubicBezTo>
                    <a:cubicBezTo>
                      <a:pt x="667" y="172"/>
                      <a:pt x="683" y="199"/>
                      <a:pt x="696" y="227"/>
                    </a:cubicBezTo>
                    <a:cubicBezTo>
                      <a:pt x="698" y="232"/>
                      <a:pt x="701" y="237"/>
                      <a:pt x="699" y="242"/>
                    </a:cubicBezTo>
                    <a:cubicBezTo>
                      <a:pt x="698" y="251"/>
                      <a:pt x="690" y="258"/>
                      <a:pt x="681" y="260"/>
                    </a:cubicBezTo>
                    <a:cubicBezTo>
                      <a:pt x="672" y="261"/>
                      <a:pt x="662" y="255"/>
                      <a:pt x="659" y="247"/>
                    </a:cubicBezTo>
                    <a:cubicBezTo>
                      <a:pt x="633" y="187"/>
                      <a:pt x="590" y="135"/>
                      <a:pt x="537" y="100"/>
                    </a:cubicBezTo>
                    <a:cubicBezTo>
                      <a:pt x="504" y="78"/>
                      <a:pt x="466" y="62"/>
                      <a:pt x="428" y="53"/>
                    </a:cubicBezTo>
                    <a:cubicBezTo>
                      <a:pt x="377" y="41"/>
                      <a:pt x="325" y="41"/>
                      <a:pt x="275" y="53"/>
                    </a:cubicBezTo>
                    <a:cubicBezTo>
                      <a:pt x="203" y="69"/>
                      <a:pt x="137" y="111"/>
                      <a:pt x="90" y="167"/>
                    </a:cubicBezTo>
                    <a:cubicBezTo>
                      <a:pt x="71" y="192"/>
                      <a:pt x="54" y="219"/>
                      <a:pt x="42" y="247"/>
                    </a:cubicBezTo>
                    <a:cubicBezTo>
                      <a:pt x="40" y="253"/>
                      <a:pt x="34" y="258"/>
                      <a:pt x="26" y="260"/>
                    </a:cubicBezTo>
                    <a:cubicBezTo>
                      <a:pt x="20" y="261"/>
                      <a:pt x="12" y="258"/>
                      <a:pt x="7" y="253"/>
                    </a:cubicBezTo>
                    <a:cubicBezTo>
                      <a:pt x="2" y="248"/>
                      <a:pt x="0" y="238"/>
                      <a:pt x="3" y="231"/>
                    </a:cubicBezTo>
                    <a:cubicBezTo>
                      <a:pt x="36" y="151"/>
                      <a:pt x="99" y="84"/>
                      <a:pt x="175" y="44"/>
                    </a:cubicBezTo>
                    <a:cubicBezTo>
                      <a:pt x="224" y="19"/>
                      <a:pt x="280" y="5"/>
                      <a:pt x="337" y="3"/>
                    </a:cubicBezTo>
                  </a:path>
                </a:pathLst>
              </a:custGeom>
              <a:solidFill>
                <a:srgbClr val="F6A11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5" name="Freeform 160">
                <a:extLst>
                  <a:ext uri="{FF2B5EF4-FFF2-40B4-BE49-F238E27FC236}">
                    <a16:creationId xmlns:a16="http://schemas.microsoft.com/office/drawing/2014/main" id="{9573543B-9F59-6824-FA45-5E0930BB7C5B}"/>
                  </a:ext>
                </a:extLst>
              </p:cNvPr>
              <p:cNvSpPr>
                <a:spLocks noChangeArrowheads="1"/>
              </p:cNvSpPr>
              <p:nvPr/>
            </p:nvSpPr>
            <p:spPr bwMode="auto">
              <a:xfrm>
                <a:off x="5224463" y="6748463"/>
                <a:ext cx="46037" cy="84137"/>
              </a:xfrm>
              <a:custGeom>
                <a:avLst/>
                <a:gdLst>
                  <a:gd name="T0" fmla="*/ 0 w 130"/>
                  <a:gd name="T1" fmla="*/ 8 h 232"/>
                  <a:gd name="T2" fmla="*/ 7 w 130"/>
                  <a:gd name="T3" fmla="*/ 0 h 232"/>
                  <a:gd name="T4" fmla="*/ 22 w 130"/>
                  <a:gd name="T5" fmla="*/ 0 h 232"/>
                  <a:gd name="T6" fmla="*/ 29 w 130"/>
                  <a:gd name="T7" fmla="*/ 7 h 232"/>
                  <a:gd name="T8" fmla="*/ 29 w 130"/>
                  <a:gd name="T9" fmla="*/ 146 h 232"/>
                  <a:gd name="T10" fmla="*/ 86 w 130"/>
                  <a:gd name="T11" fmla="*/ 84 h 232"/>
                  <a:gd name="T12" fmla="*/ 99 w 130"/>
                  <a:gd name="T13" fmla="*/ 74 h 232"/>
                  <a:gd name="T14" fmla="*/ 123 w 130"/>
                  <a:gd name="T15" fmla="*/ 74 h 232"/>
                  <a:gd name="T16" fmla="*/ 128 w 130"/>
                  <a:gd name="T17" fmla="*/ 79 h 232"/>
                  <a:gd name="T18" fmla="*/ 123 w 130"/>
                  <a:gd name="T19" fmla="*/ 86 h 232"/>
                  <a:gd name="T20" fmla="*/ 62 w 130"/>
                  <a:gd name="T21" fmla="*/ 147 h 232"/>
                  <a:gd name="T22" fmla="*/ 119 w 130"/>
                  <a:gd name="T23" fmla="*/ 214 h 232"/>
                  <a:gd name="T24" fmla="*/ 127 w 130"/>
                  <a:gd name="T25" fmla="*/ 224 h 232"/>
                  <a:gd name="T26" fmla="*/ 123 w 130"/>
                  <a:gd name="T27" fmla="*/ 230 h 232"/>
                  <a:gd name="T28" fmla="*/ 103 w 130"/>
                  <a:gd name="T29" fmla="*/ 230 h 232"/>
                  <a:gd name="T30" fmla="*/ 94 w 130"/>
                  <a:gd name="T31" fmla="*/ 229 h 232"/>
                  <a:gd name="T32" fmla="*/ 86 w 130"/>
                  <a:gd name="T33" fmla="*/ 222 h 232"/>
                  <a:gd name="T34" fmla="*/ 29 w 130"/>
                  <a:gd name="T35" fmla="*/ 151 h 232"/>
                  <a:gd name="T36" fmla="*/ 29 w 130"/>
                  <a:gd name="T37" fmla="*/ 221 h 232"/>
                  <a:gd name="T38" fmla="*/ 27 w 130"/>
                  <a:gd name="T39" fmla="*/ 228 h 232"/>
                  <a:gd name="T40" fmla="*/ 13 w 130"/>
                  <a:gd name="T41" fmla="*/ 230 h 232"/>
                  <a:gd name="T42" fmla="*/ 2 w 130"/>
                  <a:gd name="T43" fmla="*/ 228 h 232"/>
                  <a:gd name="T44" fmla="*/ 0 w 130"/>
                  <a:gd name="T45" fmla="*/ 222 h 232"/>
                  <a:gd name="T46" fmla="*/ 0 w 130"/>
                  <a:gd name="T47" fmla="*/ 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0" h="232">
                    <a:moveTo>
                      <a:pt x="0" y="8"/>
                    </a:moveTo>
                    <a:cubicBezTo>
                      <a:pt x="0" y="3"/>
                      <a:pt x="3" y="0"/>
                      <a:pt x="7" y="0"/>
                    </a:cubicBezTo>
                    <a:cubicBezTo>
                      <a:pt x="12" y="0"/>
                      <a:pt x="17" y="0"/>
                      <a:pt x="22" y="0"/>
                    </a:cubicBezTo>
                    <a:cubicBezTo>
                      <a:pt x="25" y="0"/>
                      <a:pt x="29" y="2"/>
                      <a:pt x="29" y="7"/>
                    </a:cubicBezTo>
                    <a:cubicBezTo>
                      <a:pt x="29" y="53"/>
                      <a:pt x="29" y="99"/>
                      <a:pt x="29" y="146"/>
                    </a:cubicBezTo>
                    <a:cubicBezTo>
                      <a:pt x="49" y="126"/>
                      <a:pt x="67" y="104"/>
                      <a:pt x="86" y="84"/>
                    </a:cubicBezTo>
                    <a:cubicBezTo>
                      <a:pt x="89" y="81"/>
                      <a:pt x="93" y="74"/>
                      <a:pt x="99" y="74"/>
                    </a:cubicBezTo>
                    <a:cubicBezTo>
                      <a:pt x="107" y="74"/>
                      <a:pt x="115" y="74"/>
                      <a:pt x="123" y="74"/>
                    </a:cubicBezTo>
                    <a:cubicBezTo>
                      <a:pt x="126" y="74"/>
                      <a:pt x="129" y="76"/>
                      <a:pt x="128" y="79"/>
                    </a:cubicBezTo>
                    <a:cubicBezTo>
                      <a:pt x="127" y="82"/>
                      <a:pt x="125" y="84"/>
                      <a:pt x="123" y="86"/>
                    </a:cubicBezTo>
                    <a:cubicBezTo>
                      <a:pt x="102" y="106"/>
                      <a:pt x="82" y="127"/>
                      <a:pt x="62" y="147"/>
                    </a:cubicBezTo>
                    <a:cubicBezTo>
                      <a:pt x="81" y="169"/>
                      <a:pt x="100" y="192"/>
                      <a:pt x="119" y="214"/>
                    </a:cubicBezTo>
                    <a:cubicBezTo>
                      <a:pt x="122" y="218"/>
                      <a:pt x="125" y="221"/>
                      <a:pt x="127" y="224"/>
                    </a:cubicBezTo>
                    <a:cubicBezTo>
                      <a:pt x="128" y="227"/>
                      <a:pt x="126" y="230"/>
                      <a:pt x="123" y="230"/>
                    </a:cubicBezTo>
                    <a:cubicBezTo>
                      <a:pt x="116" y="230"/>
                      <a:pt x="110" y="230"/>
                      <a:pt x="103" y="230"/>
                    </a:cubicBezTo>
                    <a:cubicBezTo>
                      <a:pt x="100" y="230"/>
                      <a:pt x="96" y="230"/>
                      <a:pt x="94" y="229"/>
                    </a:cubicBezTo>
                    <a:cubicBezTo>
                      <a:pt x="90" y="227"/>
                      <a:pt x="88" y="224"/>
                      <a:pt x="86" y="222"/>
                    </a:cubicBezTo>
                    <a:cubicBezTo>
                      <a:pt x="67" y="198"/>
                      <a:pt x="49" y="175"/>
                      <a:pt x="29" y="151"/>
                    </a:cubicBezTo>
                    <a:cubicBezTo>
                      <a:pt x="29" y="175"/>
                      <a:pt x="29" y="197"/>
                      <a:pt x="29" y="221"/>
                    </a:cubicBezTo>
                    <a:cubicBezTo>
                      <a:pt x="29" y="224"/>
                      <a:pt x="29" y="227"/>
                      <a:pt x="27" y="228"/>
                    </a:cubicBezTo>
                    <a:cubicBezTo>
                      <a:pt x="24" y="231"/>
                      <a:pt x="18" y="230"/>
                      <a:pt x="13" y="230"/>
                    </a:cubicBezTo>
                    <a:cubicBezTo>
                      <a:pt x="9" y="230"/>
                      <a:pt x="5" y="231"/>
                      <a:pt x="2" y="228"/>
                    </a:cubicBezTo>
                    <a:cubicBezTo>
                      <a:pt x="0" y="227"/>
                      <a:pt x="0" y="224"/>
                      <a:pt x="0" y="222"/>
                    </a:cubicBezTo>
                    <a:cubicBezTo>
                      <a:pt x="0" y="150"/>
                      <a:pt x="0" y="78"/>
                      <a:pt x="0" y="8"/>
                    </a:cubicBezTo>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6" name="Freeform 161">
                <a:extLst>
                  <a:ext uri="{FF2B5EF4-FFF2-40B4-BE49-F238E27FC236}">
                    <a16:creationId xmlns:a16="http://schemas.microsoft.com/office/drawing/2014/main" id="{F02AACD1-51CC-4C70-8CF1-3D7F7CB57434}"/>
                  </a:ext>
                </a:extLst>
              </p:cNvPr>
              <p:cNvSpPr>
                <a:spLocks noChangeArrowheads="1"/>
              </p:cNvSpPr>
              <p:nvPr/>
            </p:nvSpPr>
            <p:spPr bwMode="auto">
              <a:xfrm>
                <a:off x="5172075" y="6773863"/>
                <a:ext cx="34925" cy="57150"/>
              </a:xfrm>
              <a:custGeom>
                <a:avLst/>
                <a:gdLst>
                  <a:gd name="T0" fmla="*/ 60 w 97"/>
                  <a:gd name="T1" fmla="*/ 3 h 160"/>
                  <a:gd name="T2" fmla="*/ 89 w 97"/>
                  <a:gd name="T3" fmla="*/ 3 h 160"/>
                  <a:gd name="T4" fmla="*/ 94 w 97"/>
                  <a:gd name="T5" fmla="*/ 12 h 160"/>
                  <a:gd name="T6" fmla="*/ 90 w 97"/>
                  <a:gd name="T7" fmla="*/ 27 h 160"/>
                  <a:gd name="T8" fmla="*/ 81 w 97"/>
                  <a:gd name="T9" fmla="*/ 31 h 160"/>
                  <a:gd name="T10" fmla="*/ 58 w 97"/>
                  <a:gd name="T11" fmla="*/ 28 h 160"/>
                  <a:gd name="T12" fmla="*/ 43 w 97"/>
                  <a:gd name="T13" fmla="*/ 34 h 160"/>
                  <a:gd name="T14" fmla="*/ 32 w 97"/>
                  <a:gd name="T15" fmla="*/ 57 h 160"/>
                  <a:gd name="T16" fmla="*/ 31 w 97"/>
                  <a:gd name="T17" fmla="*/ 75 h 160"/>
                  <a:gd name="T18" fmla="*/ 31 w 97"/>
                  <a:gd name="T19" fmla="*/ 152 h 160"/>
                  <a:gd name="T20" fmla="*/ 24 w 97"/>
                  <a:gd name="T21" fmla="*/ 159 h 160"/>
                  <a:gd name="T22" fmla="*/ 7 w 97"/>
                  <a:gd name="T23" fmla="*/ 159 h 160"/>
                  <a:gd name="T24" fmla="*/ 0 w 97"/>
                  <a:gd name="T25" fmla="*/ 152 h 160"/>
                  <a:gd name="T26" fmla="*/ 0 w 97"/>
                  <a:gd name="T27" fmla="*/ 11 h 160"/>
                  <a:gd name="T28" fmla="*/ 9 w 97"/>
                  <a:gd name="T29" fmla="*/ 4 h 160"/>
                  <a:gd name="T30" fmla="*/ 24 w 97"/>
                  <a:gd name="T31" fmla="*/ 7 h 160"/>
                  <a:gd name="T32" fmla="*/ 30 w 97"/>
                  <a:gd name="T33" fmla="*/ 26 h 160"/>
                  <a:gd name="T34" fmla="*/ 60 w 97"/>
                  <a:gd name="T35" fmla="*/ 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7" h="160">
                    <a:moveTo>
                      <a:pt x="60" y="3"/>
                    </a:moveTo>
                    <a:cubicBezTo>
                      <a:pt x="70" y="0"/>
                      <a:pt x="80" y="0"/>
                      <a:pt x="89" y="3"/>
                    </a:cubicBezTo>
                    <a:cubicBezTo>
                      <a:pt x="92" y="4"/>
                      <a:pt x="96" y="7"/>
                      <a:pt x="94" y="12"/>
                    </a:cubicBezTo>
                    <a:cubicBezTo>
                      <a:pt x="93" y="17"/>
                      <a:pt x="91" y="21"/>
                      <a:pt x="90" y="27"/>
                    </a:cubicBezTo>
                    <a:cubicBezTo>
                      <a:pt x="89" y="30"/>
                      <a:pt x="85" y="32"/>
                      <a:pt x="81" y="31"/>
                    </a:cubicBezTo>
                    <a:cubicBezTo>
                      <a:pt x="74" y="30"/>
                      <a:pt x="66" y="27"/>
                      <a:pt x="58" y="28"/>
                    </a:cubicBezTo>
                    <a:cubicBezTo>
                      <a:pt x="52" y="28"/>
                      <a:pt x="47" y="31"/>
                      <a:pt x="43" y="34"/>
                    </a:cubicBezTo>
                    <a:cubicBezTo>
                      <a:pt x="36" y="41"/>
                      <a:pt x="33" y="48"/>
                      <a:pt x="32" y="57"/>
                    </a:cubicBezTo>
                    <a:cubicBezTo>
                      <a:pt x="31" y="63"/>
                      <a:pt x="31" y="68"/>
                      <a:pt x="31" y="75"/>
                    </a:cubicBezTo>
                    <a:cubicBezTo>
                      <a:pt x="31" y="100"/>
                      <a:pt x="31" y="126"/>
                      <a:pt x="31" y="152"/>
                    </a:cubicBezTo>
                    <a:cubicBezTo>
                      <a:pt x="31" y="156"/>
                      <a:pt x="27" y="159"/>
                      <a:pt x="24" y="159"/>
                    </a:cubicBezTo>
                    <a:cubicBezTo>
                      <a:pt x="18" y="159"/>
                      <a:pt x="13" y="159"/>
                      <a:pt x="7" y="159"/>
                    </a:cubicBezTo>
                    <a:cubicBezTo>
                      <a:pt x="3" y="159"/>
                      <a:pt x="0" y="156"/>
                      <a:pt x="0" y="152"/>
                    </a:cubicBezTo>
                    <a:cubicBezTo>
                      <a:pt x="0" y="105"/>
                      <a:pt x="0" y="58"/>
                      <a:pt x="0" y="11"/>
                    </a:cubicBezTo>
                    <a:cubicBezTo>
                      <a:pt x="0" y="6"/>
                      <a:pt x="5" y="3"/>
                      <a:pt x="9" y="4"/>
                    </a:cubicBezTo>
                    <a:cubicBezTo>
                      <a:pt x="14" y="4"/>
                      <a:pt x="20" y="3"/>
                      <a:pt x="24" y="7"/>
                    </a:cubicBezTo>
                    <a:cubicBezTo>
                      <a:pt x="26" y="14"/>
                      <a:pt x="27" y="20"/>
                      <a:pt x="30" y="26"/>
                    </a:cubicBezTo>
                    <a:cubicBezTo>
                      <a:pt x="38" y="16"/>
                      <a:pt x="48" y="7"/>
                      <a:pt x="60" y="3"/>
                    </a:cubicBezTo>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7" name="Freeform 162">
                <a:extLst>
                  <a:ext uri="{FF2B5EF4-FFF2-40B4-BE49-F238E27FC236}">
                    <a16:creationId xmlns:a16="http://schemas.microsoft.com/office/drawing/2014/main" id="{5AF01C53-A909-31F4-66B3-9A51C068A547}"/>
                  </a:ext>
                </a:extLst>
              </p:cNvPr>
              <p:cNvSpPr>
                <a:spLocks noChangeArrowheads="1"/>
              </p:cNvSpPr>
              <p:nvPr/>
            </p:nvSpPr>
            <p:spPr bwMode="auto">
              <a:xfrm>
                <a:off x="5002213" y="6773863"/>
                <a:ext cx="84137" cy="55562"/>
              </a:xfrm>
              <a:custGeom>
                <a:avLst/>
                <a:gdLst>
                  <a:gd name="T0" fmla="*/ 0 w 234"/>
                  <a:gd name="T1" fmla="*/ 4 h 156"/>
                  <a:gd name="T2" fmla="*/ 5 w 234"/>
                  <a:gd name="T3" fmla="*/ 1 h 156"/>
                  <a:gd name="T4" fmla="*/ 27 w 234"/>
                  <a:gd name="T5" fmla="*/ 1 h 156"/>
                  <a:gd name="T6" fmla="*/ 33 w 234"/>
                  <a:gd name="T7" fmla="*/ 7 h 156"/>
                  <a:gd name="T8" fmla="*/ 54 w 234"/>
                  <a:gd name="T9" fmla="*/ 92 h 156"/>
                  <a:gd name="T10" fmla="*/ 59 w 234"/>
                  <a:gd name="T11" fmla="*/ 118 h 156"/>
                  <a:gd name="T12" fmla="*/ 62 w 234"/>
                  <a:gd name="T13" fmla="*/ 141 h 156"/>
                  <a:gd name="T14" fmla="*/ 69 w 234"/>
                  <a:gd name="T15" fmla="*/ 107 h 156"/>
                  <a:gd name="T16" fmla="*/ 95 w 234"/>
                  <a:gd name="T17" fmla="*/ 6 h 156"/>
                  <a:gd name="T18" fmla="*/ 104 w 234"/>
                  <a:gd name="T19" fmla="*/ 0 h 156"/>
                  <a:gd name="T20" fmla="*/ 127 w 234"/>
                  <a:gd name="T21" fmla="*/ 0 h 156"/>
                  <a:gd name="T22" fmla="*/ 137 w 234"/>
                  <a:gd name="T23" fmla="*/ 6 h 156"/>
                  <a:gd name="T24" fmla="*/ 157 w 234"/>
                  <a:gd name="T25" fmla="*/ 80 h 156"/>
                  <a:gd name="T26" fmla="*/ 169 w 234"/>
                  <a:gd name="T27" fmla="*/ 128 h 156"/>
                  <a:gd name="T28" fmla="*/ 171 w 234"/>
                  <a:gd name="T29" fmla="*/ 142 h 156"/>
                  <a:gd name="T30" fmla="*/ 186 w 234"/>
                  <a:gd name="T31" fmla="*/ 66 h 156"/>
                  <a:gd name="T32" fmla="*/ 200 w 234"/>
                  <a:gd name="T33" fmla="*/ 6 h 156"/>
                  <a:gd name="T34" fmla="*/ 209 w 234"/>
                  <a:gd name="T35" fmla="*/ 0 h 156"/>
                  <a:gd name="T36" fmla="*/ 228 w 234"/>
                  <a:gd name="T37" fmla="*/ 0 h 156"/>
                  <a:gd name="T38" fmla="*/ 231 w 234"/>
                  <a:gd name="T39" fmla="*/ 7 h 156"/>
                  <a:gd name="T40" fmla="*/ 194 w 234"/>
                  <a:gd name="T41" fmla="*/ 149 h 156"/>
                  <a:gd name="T42" fmla="*/ 186 w 234"/>
                  <a:gd name="T43" fmla="*/ 155 h 156"/>
                  <a:gd name="T44" fmla="*/ 156 w 234"/>
                  <a:gd name="T45" fmla="*/ 155 h 156"/>
                  <a:gd name="T46" fmla="*/ 149 w 234"/>
                  <a:gd name="T47" fmla="*/ 150 h 156"/>
                  <a:gd name="T48" fmla="*/ 123 w 234"/>
                  <a:gd name="T49" fmla="*/ 52 h 156"/>
                  <a:gd name="T50" fmla="*/ 118 w 234"/>
                  <a:gd name="T51" fmla="*/ 18 h 156"/>
                  <a:gd name="T52" fmla="*/ 112 w 234"/>
                  <a:gd name="T53" fmla="*/ 49 h 156"/>
                  <a:gd name="T54" fmla="*/ 86 w 234"/>
                  <a:gd name="T55" fmla="*/ 149 h 156"/>
                  <a:gd name="T56" fmla="*/ 74 w 234"/>
                  <a:gd name="T57" fmla="*/ 155 h 156"/>
                  <a:gd name="T58" fmla="*/ 46 w 234"/>
                  <a:gd name="T59" fmla="*/ 155 h 156"/>
                  <a:gd name="T60" fmla="*/ 40 w 234"/>
                  <a:gd name="T61" fmla="*/ 150 h 156"/>
                  <a:gd name="T62" fmla="*/ 1 w 234"/>
                  <a:gd name="T63" fmla="*/ 10 h 156"/>
                  <a:gd name="T64" fmla="*/ 0 w 234"/>
                  <a:gd name="T65" fmla="*/ 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4" h="156">
                    <a:moveTo>
                      <a:pt x="0" y="4"/>
                    </a:moveTo>
                    <a:cubicBezTo>
                      <a:pt x="1" y="2"/>
                      <a:pt x="3" y="1"/>
                      <a:pt x="5" y="1"/>
                    </a:cubicBezTo>
                    <a:cubicBezTo>
                      <a:pt x="13" y="1"/>
                      <a:pt x="19" y="1"/>
                      <a:pt x="27" y="1"/>
                    </a:cubicBezTo>
                    <a:cubicBezTo>
                      <a:pt x="30" y="1"/>
                      <a:pt x="33" y="4"/>
                      <a:pt x="33" y="7"/>
                    </a:cubicBezTo>
                    <a:cubicBezTo>
                      <a:pt x="40" y="35"/>
                      <a:pt x="47" y="64"/>
                      <a:pt x="54" y="92"/>
                    </a:cubicBezTo>
                    <a:cubicBezTo>
                      <a:pt x="56" y="101"/>
                      <a:pt x="58" y="109"/>
                      <a:pt x="59" y="118"/>
                    </a:cubicBezTo>
                    <a:cubicBezTo>
                      <a:pt x="60" y="125"/>
                      <a:pt x="61" y="134"/>
                      <a:pt x="62" y="141"/>
                    </a:cubicBezTo>
                    <a:cubicBezTo>
                      <a:pt x="64" y="130"/>
                      <a:pt x="65" y="119"/>
                      <a:pt x="69" y="107"/>
                    </a:cubicBezTo>
                    <a:cubicBezTo>
                      <a:pt x="77" y="74"/>
                      <a:pt x="87" y="40"/>
                      <a:pt x="95" y="6"/>
                    </a:cubicBezTo>
                    <a:cubicBezTo>
                      <a:pt x="96" y="2"/>
                      <a:pt x="100" y="0"/>
                      <a:pt x="104" y="0"/>
                    </a:cubicBezTo>
                    <a:cubicBezTo>
                      <a:pt x="111" y="0"/>
                      <a:pt x="120" y="0"/>
                      <a:pt x="127" y="0"/>
                    </a:cubicBezTo>
                    <a:cubicBezTo>
                      <a:pt x="132" y="0"/>
                      <a:pt x="136" y="2"/>
                      <a:pt x="137" y="6"/>
                    </a:cubicBezTo>
                    <a:cubicBezTo>
                      <a:pt x="143" y="31"/>
                      <a:pt x="151" y="56"/>
                      <a:pt x="157" y="80"/>
                    </a:cubicBezTo>
                    <a:cubicBezTo>
                      <a:pt x="162" y="96"/>
                      <a:pt x="167" y="112"/>
                      <a:pt x="169" y="128"/>
                    </a:cubicBezTo>
                    <a:cubicBezTo>
                      <a:pt x="170" y="133"/>
                      <a:pt x="170" y="137"/>
                      <a:pt x="171" y="142"/>
                    </a:cubicBezTo>
                    <a:cubicBezTo>
                      <a:pt x="173" y="117"/>
                      <a:pt x="181" y="92"/>
                      <a:pt x="186" y="66"/>
                    </a:cubicBezTo>
                    <a:cubicBezTo>
                      <a:pt x="191" y="46"/>
                      <a:pt x="195" y="27"/>
                      <a:pt x="200" y="6"/>
                    </a:cubicBezTo>
                    <a:cubicBezTo>
                      <a:pt x="201" y="2"/>
                      <a:pt x="206" y="0"/>
                      <a:pt x="209" y="0"/>
                    </a:cubicBezTo>
                    <a:cubicBezTo>
                      <a:pt x="215" y="0"/>
                      <a:pt x="222" y="0"/>
                      <a:pt x="228" y="0"/>
                    </a:cubicBezTo>
                    <a:cubicBezTo>
                      <a:pt x="231" y="0"/>
                      <a:pt x="233" y="4"/>
                      <a:pt x="231" y="7"/>
                    </a:cubicBezTo>
                    <a:cubicBezTo>
                      <a:pt x="219" y="55"/>
                      <a:pt x="207" y="102"/>
                      <a:pt x="194" y="149"/>
                    </a:cubicBezTo>
                    <a:cubicBezTo>
                      <a:pt x="193" y="153"/>
                      <a:pt x="189" y="155"/>
                      <a:pt x="186" y="155"/>
                    </a:cubicBezTo>
                    <a:cubicBezTo>
                      <a:pt x="177" y="155"/>
                      <a:pt x="167" y="155"/>
                      <a:pt x="156" y="155"/>
                    </a:cubicBezTo>
                    <a:cubicBezTo>
                      <a:pt x="153" y="155"/>
                      <a:pt x="149" y="153"/>
                      <a:pt x="149" y="150"/>
                    </a:cubicBezTo>
                    <a:cubicBezTo>
                      <a:pt x="140" y="118"/>
                      <a:pt x="132" y="85"/>
                      <a:pt x="123" y="52"/>
                    </a:cubicBezTo>
                    <a:cubicBezTo>
                      <a:pt x="120" y="41"/>
                      <a:pt x="119" y="30"/>
                      <a:pt x="118" y="18"/>
                    </a:cubicBezTo>
                    <a:cubicBezTo>
                      <a:pt x="116" y="29"/>
                      <a:pt x="116" y="39"/>
                      <a:pt x="112" y="49"/>
                    </a:cubicBezTo>
                    <a:cubicBezTo>
                      <a:pt x="104" y="82"/>
                      <a:pt x="94" y="116"/>
                      <a:pt x="86" y="149"/>
                    </a:cubicBezTo>
                    <a:cubicBezTo>
                      <a:pt x="85" y="154"/>
                      <a:pt x="78" y="155"/>
                      <a:pt x="74" y="155"/>
                    </a:cubicBezTo>
                    <a:cubicBezTo>
                      <a:pt x="64" y="155"/>
                      <a:pt x="56" y="155"/>
                      <a:pt x="46" y="155"/>
                    </a:cubicBezTo>
                    <a:cubicBezTo>
                      <a:pt x="43" y="155"/>
                      <a:pt x="41" y="153"/>
                      <a:pt x="40" y="150"/>
                    </a:cubicBezTo>
                    <a:cubicBezTo>
                      <a:pt x="27" y="103"/>
                      <a:pt x="14" y="56"/>
                      <a:pt x="1" y="10"/>
                    </a:cubicBezTo>
                    <a:cubicBezTo>
                      <a:pt x="0" y="9"/>
                      <a:pt x="0" y="6"/>
                      <a:pt x="0" y="4"/>
                    </a:cubicBezTo>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8" name="Freeform 163">
                <a:extLst>
                  <a:ext uri="{FF2B5EF4-FFF2-40B4-BE49-F238E27FC236}">
                    <a16:creationId xmlns:a16="http://schemas.microsoft.com/office/drawing/2014/main" id="{EDCF7427-1173-AC89-2CE9-A1EBDEB58E35}"/>
                  </a:ext>
                </a:extLst>
              </p:cNvPr>
              <p:cNvSpPr>
                <a:spLocks noChangeArrowheads="1"/>
              </p:cNvSpPr>
              <p:nvPr/>
            </p:nvSpPr>
            <p:spPr bwMode="auto">
              <a:xfrm>
                <a:off x="5416550" y="6773863"/>
                <a:ext cx="52388" cy="80962"/>
              </a:xfrm>
              <a:custGeom>
                <a:avLst/>
                <a:gdLst>
                  <a:gd name="T0" fmla="*/ 6 w 146"/>
                  <a:gd name="T1" fmla="*/ 0 h 223"/>
                  <a:gd name="T2" fmla="*/ 26 w 146"/>
                  <a:gd name="T3" fmla="*/ 0 h 223"/>
                  <a:gd name="T4" fmla="*/ 36 w 146"/>
                  <a:gd name="T5" fmla="*/ 6 h 223"/>
                  <a:gd name="T6" fmla="*/ 70 w 146"/>
                  <a:gd name="T7" fmla="*/ 97 h 223"/>
                  <a:gd name="T8" fmla="*/ 76 w 146"/>
                  <a:gd name="T9" fmla="*/ 117 h 223"/>
                  <a:gd name="T10" fmla="*/ 93 w 146"/>
                  <a:gd name="T11" fmla="*/ 63 h 223"/>
                  <a:gd name="T12" fmla="*/ 111 w 146"/>
                  <a:gd name="T13" fmla="*/ 5 h 223"/>
                  <a:gd name="T14" fmla="*/ 118 w 146"/>
                  <a:gd name="T15" fmla="*/ 0 h 223"/>
                  <a:gd name="T16" fmla="*/ 134 w 146"/>
                  <a:gd name="T17" fmla="*/ 0 h 223"/>
                  <a:gd name="T18" fmla="*/ 144 w 146"/>
                  <a:gd name="T19" fmla="*/ 2 h 223"/>
                  <a:gd name="T20" fmla="*/ 145 w 146"/>
                  <a:gd name="T21" fmla="*/ 8 h 223"/>
                  <a:gd name="T22" fmla="*/ 89 w 146"/>
                  <a:gd name="T23" fmla="*/ 166 h 223"/>
                  <a:gd name="T24" fmla="*/ 79 w 146"/>
                  <a:gd name="T25" fmla="*/ 192 h 223"/>
                  <a:gd name="T26" fmla="*/ 47 w 146"/>
                  <a:gd name="T27" fmla="*/ 217 h 223"/>
                  <a:gd name="T28" fmla="*/ 33 w 146"/>
                  <a:gd name="T29" fmla="*/ 221 h 223"/>
                  <a:gd name="T30" fmla="*/ 26 w 146"/>
                  <a:gd name="T31" fmla="*/ 213 h 223"/>
                  <a:gd name="T32" fmla="*/ 23 w 146"/>
                  <a:gd name="T33" fmla="*/ 206 h 223"/>
                  <a:gd name="T34" fmla="*/ 28 w 146"/>
                  <a:gd name="T35" fmla="*/ 199 h 223"/>
                  <a:gd name="T36" fmla="*/ 44 w 146"/>
                  <a:gd name="T37" fmla="*/ 192 h 223"/>
                  <a:gd name="T38" fmla="*/ 65 w 146"/>
                  <a:gd name="T39" fmla="*/ 155 h 223"/>
                  <a:gd name="T40" fmla="*/ 57 w 146"/>
                  <a:gd name="T41" fmla="*/ 137 h 223"/>
                  <a:gd name="T42" fmla="*/ 5 w 146"/>
                  <a:gd name="T43" fmla="*/ 14 h 223"/>
                  <a:gd name="T44" fmla="*/ 2 w 146"/>
                  <a:gd name="T45" fmla="*/ 5 h 223"/>
                  <a:gd name="T46" fmla="*/ 6 w 146"/>
                  <a:gd name="T47"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6" h="223">
                    <a:moveTo>
                      <a:pt x="6" y="0"/>
                    </a:moveTo>
                    <a:cubicBezTo>
                      <a:pt x="12" y="0"/>
                      <a:pt x="20" y="0"/>
                      <a:pt x="26" y="0"/>
                    </a:cubicBezTo>
                    <a:cubicBezTo>
                      <a:pt x="31" y="0"/>
                      <a:pt x="34" y="3"/>
                      <a:pt x="36" y="6"/>
                    </a:cubicBezTo>
                    <a:cubicBezTo>
                      <a:pt x="48" y="36"/>
                      <a:pt x="59" y="66"/>
                      <a:pt x="70" y="97"/>
                    </a:cubicBezTo>
                    <a:cubicBezTo>
                      <a:pt x="72" y="104"/>
                      <a:pt x="74" y="110"/>
                      <a:pt x="76" y="117"/>
                    </a:cubicBezTo>
                    <a:cubicBezTo>
                      <a:pt x="80" y="99"/>
                      <a:pt x="86" y="81"/>
                      <a:pt x="93" y="63"/>
                    </a:cubicBezTo>
                    <a:cubicBezTo>
                      <a:pt x="99" y="44"/>
                      <a:pt x="105" y="25"/>
                      <a:pt x="111" y="5"/>
                    </a:cubicBezTo>
                    <a:cubicBezTo>
                      <a:pt x="112" y="2"/>
                      <a:pt x="115" y="0"/>
                      <a:pt x="118" y="0"/>
                    </a:cubicBezTo>
                    <a:cubicBezTo>
                      <a:pt x="124" y="0"/>
                      <a:pt x="129" y="0"/>
                      <a:pt x="134" y="0"/>
                    </a:cubicBezTo>
                    <a:cubicBezTo>
                      <a:pt x="138" y="0"/>
                      <a:pt x="142" y="0"/>
                      <a:pt x="144" y="2"/>
                    </a:cubicBezTo>
                    <a:cubicBezTo>
                      <a:pt x="145" y="3"/>
                      <a:pt x="145" y="5"/>
                      <a:pt x="145" y="8"/>
                    </a:cubicBezTo>
                    <a:cubicBezTo>
                      <a:pt x="127" y="60"/>
                      <a:pt x="109" y="112"/>
                      <a:pt x="89" y="166"/>
                    </a:cubicBezTo>
                    <a:cubicBezTo>
                      <a:pt x="86" y="175"/>
                      <a:pt x="84" y="184"/>
                      <a:pt x="79" y="192"/>
                    </a:cubicBezTo>
                    <a:cubicBezTo>
                      <a:pt x="71" y="203"/>
                      <a:pt x="59" y="212"/>
                      <a:pt x="47" y="217"/>
                    </a:cubicBezTo>
                    <a:cubicBezTo>
                      <a:pt x="42" y="218"/>
                      <a:pt x="37" y="222"/>
                      <a:pt x="33" y="221"/>
                    </a:cubicBezTo>
                    <a:cubicBezTo>
                      <a:pt x="29" y="220"/>
                      <a:pt x="27" y="216"/>
                      <a:pt x="26" y="213"/>
                    </a:cubicBezTo>
                    <a:cubicBezTo>
                      <a:pt x="25" y="211"/>
                      <a:pt x="22" y="209"/>
                      <a:pt x="23" y="206"/>
                    </a:cubicBezTo>
                    <a:cubicBezTo>
                      <a:pt x="23" y="202"/>
                      <a:pt x="25" y="200"/>
                      <a:pt x="28" y="199"/>
                    </a:cubicBezTo>
                    <a:cubicBezTo>
                      <a:pt x="34" y="197"/>
                      <a:pt x="39" y="195"/>
                      <a:pt x="44" y="192"/>
                    </a:cubicBezTo>
                    <a:cubicBezTo>
                      <a:pt x="55" y="182"/>
                      <a:pt x="63" y="169"/>
                      <a:pt x="65" y="155"/>
                    </a:cubicBezTo>
                    <a:cubicBezTo>
                      <a:pt x="63" y="149"/>
                      <a:pt x="59" y="144"/>
                      <a:pt x="57" y="137"/>
                    </a:cubicBezTo>
                    <a:cubicBezTo>
                      <a:pt x="40" y="96"/>
                      <a:pt x="22" y="56"/>
                      <a:pt x="5" y="14"/>
                    </a:cubicBezTo>
                    <a:cubicBezTo>
                      <a:pt x="4" y="12"/>
                      <a:pt x="3" y="9"/>
                      <a:pt x="2" y="5"/>
                    </a:cubicBezTo>
                    <a:cubicBezTo>
                      <a:pt x="0" y="2"/>
                      <a:pt x="3" y="0"/>
                      <a:pt x="6" y="0"/>
                    </a:cubicBezTo>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9" name="Freeform 164">
                <a:extLst>
                  <a:ext uri="{FF2B5EF4-FFF2-40B4-BE49-F238E27FC236}">
                    <a16:creationId xmlns:a16="http://schemas.microsoft.com/office/drawing/2014/main" id="{9BC8566F-395B-1B37-E8F5-F26AF1982A94}"/>
                  </a:ext>
                </a:extLst>
              </p:cNvPr>
              <p:cNvSpPr>
                <a:spLocks noChangeArrowheads="1"/>
              </p:cNvSpPr>
              <p:nvPr/>
            </p:nvSpPr>
            <p:spPr bwMode="auto">
              <a:xfrm>
                <a:off x="5099050" y="6773863"/>
                <a:ext cx="53975" cy="58737"/>
              </a:xfrm>
              <a:custGeom>
                <a:avLst/>
                <a:gdLst>
                  <a:gd name="T0" fmla="*/ 69 w 152"/>
                  <a:gd name="T1" fmla="*/ 1 h 164"/>
                  <a:gd name="T2" fmla="*/ 120 w 152"/>
                  <a:gd name="T3" fmla="*/ 14 h 164"/>
                  <a:gd name="T4" fmla="*/ 145 w 152"/>
                  <a:gd name="T5" fmla="*/ 52 h 164"/>
                  <a:gd name="T6" fmla="*/ 145 w 152"/>
                  <a:gd name="T7" fmla="*/ 108 h 164"/>
                  <a:gd name="T8" fmla="*/ 116 w 152"/>
                  <a:gd name="T9" fmla="*/ 150 h 164"/>
                  <a:gd name="T10" fmla="*/ 63 w 152"/>
                  <a:gd name="T11" fmla="*/ 160 h 164"/>
                  <a:gd name="T12" fmla="*/ 21 w 152"/>
                  <a:gd name="T13" fmla="*/ 140 h 164"/>
                  <a:gd name="T14" fmla="*/ 1 w 152"/>
                  <a:gd name="T15" fmla="*/ 90 h 164"/>
                  <a:gd name="T16" fmla="*/ 14 w 152"/>
                  <a:gd name="T17" fmla="*/ 31 h 164"/>
                  <a:gd name="T18" fmla="*/ 50 w 152"/>
                  <a:gd name="T19" fmla="*/ 4 h 164"/>
                  <a:gd name="T20" fmla="*/ 69 w 152"/>
                  <a:gd name="T21" fmla="*/ 1 h 164"/>
                  <a:gd name="T22" fmla="*/ 65 w 152"/>
                  <a:gd name="T23" fmla="*/ 23 h 164"/>
                  <a:gd name="T24" fmla="*/ 41 w 152"/>
                  <a:gd name="T25" fmla="*/ 39 h 164"/>
                  <a:gd name="T26" fmla="*/ 33 w 152"/>
                  <a:gd name="T27" fmla="*/ 85 h 164"/>
                  <a:gd name="T28" fmla="*/ 45 w 152"/>
                  <a:gd name="T29" fmla="*/ 126 h 164"/>
                  <a:gd name="T30" fmla="*/ 74 w 152"/>
                  <a:gd name="T31" fmla="*/ 139 h 164"/>
                  <a:gd name="T32" fmla="*/ 101 w 152"/>
                  <a:gd name="T33" fmla="*/ 128 h 164"/>
                  <a:gd name="T34" fmla="*/ 114 w 152"/>
                  <a:gd name="T35" fmla="*/ 92 h 164"/>
                  <a:gd name="T36" fmla="*/ 112 w 152"/>
                  <a:gd name="T37" fmla="*/ 54 h 164"/>
                  <a:gd name="T38" fmla="*/ 95 w 152"/>
                  <a:gd name="T39" fmla="*/ 28 h 164"/>
                  <a:gd name="T40" fmla="*/ 65 w 152"/>
                  <a:gd name="T41" fmla="*/ 2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164">
                    <a:moveTo>
                      <a:pt x="69" y="1"/>
                    </a:moveTo>
                    <a:cubicBezTo>
                      <a:pt x="86" y="0"/>
                      <a:pt x="105" y="3"/>
                      <a:pt x="120" y="14"/>
                    </a:cubicBezTo>
                    <a:cubicBezTo>
                      <a:pt x="132" y="23"/>
                      <a:pt x="141" y="37"/>
                      <a:pt x="145" y="52"/>
                    </a:cubicBezTo>
                    <a:cubicBezTo>
                      <a:pt x="151" y="71"/>
                      <a:pt x="150" y="90"/>
                      <a:pt x="145" y="108"/>
                    </a:cubicBezTo>
                    <a:cubicBezTo>
                      <a:pt x="141" y="125"/>
                      <a:pt x="131" y="140"/>
                      <a:pt x="116" y="150"/>
                    </a:cubicBezTo>
                    <a:cubicBezTo>
                      <a:pt x="100" y="160"/>
                      <a:pt x="81" y="163"/>
                      <a:pt x="63" y="160"/>
                    </a:cubicBezTo>
                    <a:cubicBezTo>
                      <a:pt x="47" y="158"/>
                      <a:pt x="32" y="152"/>
                      <a:pt x="21" y="140"/>
                    </a:cubicBezTo>
                    <a:cubicBezTo>
                      <a:pt x="8" y="127"/>
                      <a:pt x="2" y="108"/>
                      <a:pt x="1" y="90"/>
                    </a:cubicBezTo>
                    <a:cubicBezTo>
                      <a:pt x="0" y="69"/>
                      <a:pt x="2" y="48"/>
                      <a:pt x="14" y="31"/>
                    </a:cubicBezTo>
                    <a:cubicBezTo>
                      <a:pt x="22" y="18"/>
                      <a:pt x="35" y="8"/>
                      <a:pt x="50" y="4"/>
                    </a:cubicBezTo>
                    <a:cubicBezTo>
                      <a:pt x="56" y="2"/>
                      <a:pt x="63" y="1"/>
                      <a:pt x="69" y="1"/>
                    </a:cubicBezTo>
                    <a:close/>
                    <a:moveTo>
                      <a:pt x="65" y="23"/>
                    </a:moveTo>
                    <a:cubicBezTo>
                      <a:pt x="55" y="26"/>
                      <a:pt x="47" y="31"/>
                      <a:pt x="41" y="39"/>
                    </a:cubicBezTo>
                    <a:cubicBezTo>
                      <a:pt x="33" y="53"/>
                      <a:pt x="33" y="69"/>
                      <a:pt x="33" y="85"/>
                    </a:cubicBezTo>
                    <a:cubicBezTo>
                      <a:pt x="34" y="99"/>
                      <a:pt x="36" y="114"/>
                      <a:pt x="45" y="126"/>
                    </a:cubicBezTo>
                    <a:cubicBezTo>
                      <a:pt x="51" y="135"/>
                      <a:pt x="64" y="139"/>
                      <a:pt x="74" y="139"/>
                    </a:cubicBezTo>
                    <a:cubicBezTo>
                      <a:pt x="85" y="139"/>
                      <a:pt x="95" y="136"/>
                      <a:pt x="101" y="128"/>
                    </a:cubicBezTo>
                    <a:cubicBezTo>
                      <a:pt x="110" y="119"/>
                      <a:pt x="113" y="105"/>
                      <a:pt x="114" y="92"/>
                    </a:cubicBezTo>
                    <a:cubicBezTo>
                      <a:pt x="115" y="79"/>
                      <a:pt x="115" y="66"/>
                      <a:pt x="112" y="54"/>
                    </a:cubicBezTo>
                    <a:cubicBezTo>
                      <a:pt x="110" y="44"/>
                      <a:pt x="104" y="34"/>
                      <a:pt x="95" y="28"/>
                    </a:cubicBezTo>
                    <a:cubicBezTo>
                      <a:pt x="86" y="22"/>
                      <a:pt x="75" y="21"/>
                      <a:pt x="65" y="23"/>
                    </a:cubicBezTo>
                    <a:close/>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0" name="Freeform 165">
                <a:extLst>
                  <a:ext uri="{FF2B5EF4-FFF2-40B4-BE49-F238E27FC236}">
                    <a16:creationId xmlns:a16="http://schemas.microsoft.com/office/drawing/2014/main" id="{CAB01A9A-82AE-13F9-8E2A-92E5746CA028}"/>
                  </a:ext>
                </a:extLst>
              </p:cNvPr>
              <p:cNvSpPr>
                <a:spLocks noChangeArrowheads="1"/>
              </p:cNvSpPr>
              <p:nvPr/>
            </p:nvSpPr>
            <p:spPr bwMode="auto">
              <a:xfrm>
                <a:off x="5284788" y="6748463"/>
                <a:ext cx="49212" cy="84137"/>
              </a:xfrm>
              <a:custGeom>
                <a:avLst/>
                <a:gdLst>
                  <a:gd name="T0" fmla="*/ 107 w 138"/>
                  <a:gd name="T1" fmla="*/ 7 h 235"/>
                  <a:gd name="T2" fmla="*/ 113 w 138"/>
                  <a:gd name="T3" fmla="*/ 0 h 235"/>
                  <a:gd name="T4" fmla="*/ 128 w 138"/>
                  <a:gd name="T5" fmla="*/ 0 h 235"/>
                  <a:gd name="T6" fmla="*/ 136 w 138"/>
                  <a:gd name="T7" fmla="*/ 8 h 235"/>
                  <a:gd name="T8" fmla="*/ 136 w 138"/>
                  <a:gd name="T9" fmla="*/ 222 h 235"/>
                  <a:gd name="T10" fmla="*/ 129 w 138"/>
                  <a:gd name="T11" fmla="*/ 228 h 235"/>
                  <a:gd name="T12" fmla="*/ 116 w 138"/>
                  <a:gd name="T13" fmla="*/ 228 h 235"/>
                  <a:gd name="T14" fmla="*/ 110 w 138"/>
                  <a:gd name="T15" fmla="*/ 224 h 235"/>
                  <a:gd name="T16" fmla="*/ 107 w 138"/>
                  <a:gd name="T17" fmla="*/ 210 h 235"/>
                  <a:gd name="T18" fmla="*/ 84 w 138"/>
                  <a:gd name="T19" fmla="*/ 228 h 235"/>
                  <a:gd name="T20" fmla="*/ 44 w 138"/>
                  <a:gd name="T21" fmla="*/ 230 h 235"/>
                  <a:gd name="T22" fmla="*/ 11 w 138"/>
                  <a:gd name="T23" fmla="*/ 206 h 235"/>
                  <a:gd name="T24" fmla="*/ 1 w 138"/>
                  <a:gd name="T25" fmla="*/ 145 h 235"/>
                  <a:gd name="T26" fmla="*/ 16 w 138"/>
                  <a:gd name="T27" fmla="*/ 94 h 235"/>
                  <a:gd name="T28" fmla="*/ 53 w 138"/>
                  <a:gd name="T29" fmla="*/ 74 h 235"/>
                  <a:gd name="T30" fmla="*/ 92 w 138"/>
                  <a:gd name="T31" fmla="*/ 83 h 235"/>
                  <a:gd name="T32" fmla="*/ 105 w 138"/>
                  <a:gd name="T33" fmla="*/ 97 h 235"/>
                  <a:gd name="T34" fmla="*/ 107 w 138"/>
                  <a:gd name="T35" fmla="*/ 7 h 235"/>
                  <a:gd name="T36" fmla="*/ 65 w 138"/>
                  <a:gd name="T37" fmla="*/ 93 h 235"/>
                  <a:gd name="T38" fmla="*/ 42 w 138"/>
                  <a:gd name="T39" fmla="*/ 108 h 235"/>
                  <a:gd name="T40" fmla="*/ 34 w 138"/>
                  <a:gd name="T41" fmla="*/ 161 h 235"/>
                  <a:gd name="T42" fmla="*/ 41 w 138"/>
                  <a:gd name="T43" fmla="*/ 195 h 235"/>
                  <a:gd name="T44" fmla="*/ 60 w 138"/>
                  <a:gd name="T45" fmla="*/ 209 h 235"/>
                  <a:gd name="T46" fmla="*/ 94 w 138"/>
                  <a:gd name="T47" fmla="*/ 200 h 235"/>
                  <a:gd name="T48" fmla="*/ 106 w 138"/>
                  <a:gd name="T49" fmla="*/ 166 h 235"/>
                  <a:gd name="T50" fmla="*/ 103 w 138"/>
                  <a:gd name="T51" fmla="*/ 125 h 235"/>
                  <a:gd name="T52" fmla="*/ 91 w 138"/>
                  <a:gd name="T53" fmla="*/ 101 h 235"/>
                  <a:gd name="T54" fmla="*/ 65 w 138"/>
                  <a:gd name="T55" fmla="*/ 9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8" h="235">
                    <a:moveTo>
                      <a:pt x="107" y="7"/>
                    </a:moveTo>
                    <a:cubicBezTo>
                      <a:pt x="107" y="3"/>
                      <a:pt x="110" y="0"/>
                      <a:pt x="113" y="0"/>
                    </a:cubicBezTo>
                    <a:cubicBezTo>
                      <a:pt x="118" y="0"/>
                      <a:pt x="124" y="0"/>
                      <a:pt x="128" y="0"/>
                    </a:cubicBezTo>
                    <a:cubicBezTo>
                      <a:pt x="132" y="0"/>
                      <a:pt x="137" y="3"/>
                      <a:pt x="136" y="8"/>
                    </a:cubicBezTo>
                    <a:cubicBezTo>
                      <a:pt x="136" y="79"/>
                      <a:pt x="136" y="150"/>
                      <a:pt x="136" y="222"/>
                    </a:cubicBezTo>
                    <a:cubicBezTo>
                      <a:pt x="136" y="225"/>
                      <a:pt x="132" y="228"/>
                      <a:pt x="129" y="228"/>
                    </a:cubicBezTo>
                    <a:cubicBezTo>
                      <a:pt x="125" y="228"/>
                      <a:pt x="121" y="228"/>
                      <a:pt x="116" y="228"/>
                    </a:cubicBezTo>
                    <a:cubicBezTo>
                      <a:pt x="113" y="228"/>
                      <a:pt x="111" y="226"/>
                      <a:pt x="110" y="224"/>
                    </a:cubicBezTo>
                    <a:cubicBezTo>
                      <a:pt x="109" y="220"/>
                      <a:pt x="108" y="214"/>
                      <a:pt x="107" y="210"/>
                    </a:cubicBezTo>
                    <a:cubicBezTo>
                      <a:pt x="101" y="218"/>
                      <a:pt x="94" y="225"/>
                      <a:pt x="84" y="228"/>
                    </a:cubicBezTo>
                    <a:cubicBezTo>
                      <a:pt x="71" y="232"/>
                      <a:pt x="56" y="234"/>
                      <a:pt x="44" y="230"/>
                    </a:cubicBezTo>
                    <a:cubicBezTo>
                      <a:pt x="30" y="227"/>
                      <a:pt x="18" y="218"/>
                      <a:pt x="11" y="206"/>
                    </a:cubicBezTo>
                    <a:cubicBezTo>
                      <a:pt x="1" y="188"/>
                      <a:pt x="0" y="165"/>
                      <a:pt x="1" y="145"/>
                    </a:cubicBezTo>
                    <a:cubicBezTo>
                      <a:pt x="1" y="127"/>
                      <a:pt x="4" y="108"/>
                      <a:pt x="16" y="94"/>
                    </a:cubicBezTo>
                    <a:cubicBezTo>
                      <a:pt x="24" y="83"/>
                      <a:pt x="38" y="75"/>
                      <a:pt x="53" y="74"/>
                    </a:cubicBezTo>
                    <a:cubicBezTo>
                      <a:pt x="67" y="72"/>
                      <a:pt x="81" y="74"/>
                      <a:pt x="92" y="83"/>
                    </a:cubicBezTo>
                    <a:cubicBezTo>
                      <a:pt x="97" y="86"/>
                      <a:pt x="101" y="91"/>
                      <a:pt x="105" y="97"/>
                    </a:cubicBezTo>
                    <a:cubicBezTo>
                      <a:pt x="107" y="66"/>
                      <a:pt x="107" y="36"/>
                      <a:pt x="107" y="7"/>
                    </a:cubicBezTo>
                    <a:close/>
                    <a:moveTo>
                      <a:pt x="65" y="93"/>
                    </a:moveTo>
                    <a:cubicBezTo>
                      <a:pt x="55" y="94"/>
                      <a:pt x="47" y="100"/>
                      <a:pt x="42" y="108"/>
                    </a:cubicBezTo>
                    <a:cubicBezTo>
                      <a:pt x="34" y="124"/>
                      <a:pt x="34" y="143"/>
                      <a:pt x="34" y="161"/>
                    </a:cubicBezTo>
                    <a:cubicBezTo>
                      <a:pt x="35" y="173"/>
                      <a:pt x="36" y="184"/>
                      <a:pt x="41" y="195"/>
                    </a:cubicBezTo>
                    <a:cubicBezTo>
                      <a:pt x="45" y="203"/>
                      <a:pt x="52" y="208"/>
                      <a:pt x="60" y="209"/>
                    </a:cubicBezTo>
                    <a:cubicBezTo>
                      <a:pt x="71" y="212"/>
                      <a:pt x="85" y="209"/>
                      <a:pt x="94" y="200"/>
                    </a:cubicBezTo>
                    <a:cubicBezTo>
                      <a:pt x="102" y="191"/>
                      <a:pt x="105" y="178"/>
                      <a:pt x="106" y="166"/>
                    </a:cubicBezTo>
                    <a:cubicBezTo>
                      <a:pt x="107" y="152"/>
                      <a:pt x="107" y="138"/>
                      <a:pt x="103" y="125"/>
                    </a:cubicBezTo>
                    <a:cubicBezTo>
                      <a:pt x="101" y="117"/>
                      <a:pt x="97" y="107"/>
                      <a:pt x="91" y="101"/>
                    </a:cubicBezTo>
                    <a:cubicBezTo>
                      <a:pt x="84" y="94"/>
                      <a:pt x="75" y="92"/>
                      <a:pt x="65" y="93"/>
                    </a:cubicBezTo>
                    <a:close/>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1" name="Freeform 166">
                <a:extLst>
                  <a:ext uri="{FF2B5EF4-FFF2-40B4-BE49-F238E27FC236}">
                    <a16:creationId xmlns:a16="http://schemas.microsoft.com/office/drawing/2014/main" id="{1BA7B9AB-7408-EA4F-34CF-88C2DF8872DA}"/>
                  </a:ext>
                </a:extLst>
              </p:cNvPr>
              <p:cNvSpPr>
                <a:spLocks noChangeArrowheads="1"/>
              </p:cNvSpPr>
              <p:nvPr/>
            </p:nvSpPr>
            <p:spPr bwMode="auto">
              <a:xfrm>
                <a:off x="5353050" y="6773863"/>
                <a:ext cx="50800" cy="58737"/>
              </a:xfrm>
              <a:custGeom>
                <a:avLst/>
                <a:gdLst>
                  <a:gd name="T0" fmla="*/ 48 w 140"/>
                  <a:gd name="T1" fmla="*/ 4 h 162"/>
                  <a:gd name="T2" fmla="*/ 91 w 140"/>
                  <a:gd name="T3" fmla="*/ 3 h 162"/>
                  <a:gd name="T4" fmla="*/ 124 w 140"/>
                  <a:gd name="T5" fmla="*/ 24 h 162"/>
                  <a:gd name="T6" fmla="*/ 138 w 140"/>
                  <a:gd name="T7" fmla="*/ 63 h 162"/>
                  <a:gd name="T8" fmla="*/ 139 w 140"/>
                  <a:gd name="T9" fmla="*/ 95 h 162"/>
                  <a:gd name="T10" fmla="*/ 139 w 140"/>
                  <a:gd name="T11" fmla="*/ 152 h 162"/>
                  <a:gd name="T12" fmla="*/ 136 w 140"/>
                  <a:gd name="T13" fmla="*/ 157 h 162"/>
                  <a:gd name="T14" fmla="*/ 125 w 140"/>
                  <a:gd name="T15" fmla="*/ 158 h 162"/>
                  <a:gd name="T16" fmla="*/ 114 w 140"/>
                  <a:gd name="T17" fmla="*/ 154 h 162"/>
                  <a:gd name="T18" fmla="*/ 109 w 140"/>
                  <a:gd name="T19" fmla="*/ 139 h 162"/>
                  <a:gd name="T20" fmla="*/ 91 w 140"/>
                  <a:gd name="T21" fmla="*/ 156 h 162"/>
                  <a:gd name="T22" fmla="*/ 53 w 140"/>
                  <a:gd name="T23" fmla="*/ 159 h 162"/>
                  <a:gd name="T24" fmla="*/ 14 w 140"/>
                  <a:gd name="T25" fmla="*/ 134 h 162"/>
                  <a:gd name="T26" fmla="*/ 0 w 140"/>
                  <a:gd name="T27" fmla="*/ 81 h 162"/>
                  <a:gd name="T28" fmla="*/ 13 w 140"/>
                  <a:gd name="T29" fmla="*/ 30 h 162"/>
                  <a:gd name="T30" fmla="*/ 48 w 140"/>
                  <a:gd name="T31" fmla="*/ 4 h 162"/>
                  <a:gd name="T32" fmla="*/ 61 w 140"/>
                  <a:gd name="T33" fmla="*/ 23 h 162"/>
                  <a:gd name="T34" fmla="*/ 48 w 140"/>
                  <a:gd name="T35" fmla="*/ 29 h 162"/>
                  <a:gd name="T36" fmla="*/ 34 w 140"/>
                  <a:gd name="T37" fmla="*/ 53 h 162"/>
                  <a:gd name="T38" fmla="*/ 33 w 140"/>
                  <a:gd name="T39" fmla="*/ 98 h 162"/>
                  <a:gd name="T40" fmla="*/ 45 w 140"/>
                  <a:gd name="T41" fmla="*/ 129 h 162"/>
                  <a:gd name="T42" fmla="*/ 71 w 140"/>
                  <a:gd name="T43" fmla="*/ 138 h 162"/>
                  <a:gd name="T44" fmla="*/ 97 w 140"/>
                  <a:gd name="T45" fmla="*/ 127 h 162"/>
                  <a:gd name="T46" fmla="*/ 109 w 140"/>
                  <a:gd name="T47" fmla="*/ 93 h 162"/>
                  <a:gd name="T48" fmla="*/ 106 w 140"/>
                  <a:gd name="T49" fmla="*/ 50 h 162"/>
                  <a:gd name="T50" fmla="*/ 91 w 140"/>
                  <a:gd name="T51" fmla="*/ 28 h 162"/>
                  <a:gd name="T52" fmla="*/ 61 w 140"/>
                  <a:gd name="T53" fmla="*/ 2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162">
                    <a:moveTo>
                      <a:pt x="48" y="4"/>
                    </a:moveTo>
                    <a:cubicBezTo>
                      <a:pt x="62" y="0"/>
                      <a:pt x="77" y="0"/>
                      <a:pt x="91" y="3"/>
                    </a:cubicBezTo>
                    <a:cubicBezTo>
                      <a:pt x="104" y="6"/>
                      <a:pt x="116" y="14"/>
                      <a:pt x="124" y="24"/>
                    </a:cubicBezTo>
                    <a:cubicBezTo>
                      <a:pt x="133" y="35"/>
                      <a:pt x="137" y="49"/>
                      <a:pt x="138" y="63"/>
                    </a:cubicBezTo>
                    <a:cubicBezTo>
                      <a:pt x="139" y="74"/>
                      <a:pt x="139" y="84"/>
                      <a:pt x="139" y="95"/>
                    </a:cubicBezTo>
                    <a:cubicBezTo>
                      <a:pt x="139" y="114"/>
                      <a:pt x="139" y="134"/>
                      <a:pt x="139" y="152"/>
                    </a:cubicBezTo>
                    <a:cubicBezTo>
                      <a:pt x="139" y="154"/>
                      <a:pt x="138" y="156"/>
                      <a:pt x="136" y="157"/>
                    </a:cubicBezTo>
                    <a:cubicBezTo>
                      <a:pt x="133" y="159"/>
                      <a:pt x="128" y="158"/>
                      <a:pt x="125" y="158"/>
                    </a:cubicBezTo>
                    <a:cubicBezTo>
                      <a:pt x="121" y="158"/>
                      <a:pt x="116" y="158"/>
                      <a:pt x="114" y="154"/>
                    </a:cubicBezTo>
                    <a:cubicBezTo>
                      <a:pt x="111" y="149"/>
                      <a:pt x="111" y="143"/>
                      <a:pt x="109" y="139"/>
                    </a:cubicBezTo>
                    <a:cubicBezTo>
                      <a:pt x="104" y="145"/>
                      <a:pt x="99" y="152"/>
                      <a:pt x="91" y="156"/>
                    </a:cubicBezTo>
                    <a:cubicBezTo>
                      <a:pt x="79" y="161"/>
                      <a:pt x="65" y="161"/>
                      <a:pt x="53" y="159"/>
                    </a:cubicBezTo>
                    <a:cubicBezTo>
                      <a:pt x="38" y="156"/>
                      <a:pt x="23" y="148"/>
                      <a:pt x="14" y="134"/>
                    </a:cubicBezTo>
                    <a:cubicBezTo>
                      <a:pt x="3" y="119"/>
                      <a:pt x="0" y="99"/>
                      <a:pt x="0" y="81"/>
                    </a:cubicBezTo>
                    <a:cubicBezTo>
                      <a:pt x="0" y="63"/>
                      <a:pt x="3" y="45"/>
                      <a:pt x="13" y="30"/>
                    </a:cubicBezTo>
                    <a:cubicBezTo>
                      <a:pt x="21" y="17"/>
                      <a:pt x="34" y="7"/>
                      <a:pt x="48" y="4"/>
                    </a:cubicBezTo>
                    <a:close/>
                    <a:moveTo>
                      <a:pt x="61" y="23"/>
                    </a:moveTo>
                    <a:cubicBezTo>
                      <a:pt x="57" y="24"/>
                      <a:pt x="51" y="27"/>
                      <a:pt x="48" y="29"/>
                    </a:cubicBezTo>
                    <a:cubicBezTo>
                      <a:pt x="41" y="35"/>
                      <a:pt x="36" y="45"/>
                      <a:pt x="34" y="53"/>
                    </a:cubicBezTo>
                    <a:cubicBezTo>
                      <a:pt x="31" y="68"/>
                      <a:pt x="31" y="83"/>
                      <a:pt x="33" y="98"/>
                    </a:cubicBezTo>
                    <a:cubicBezTo>
                      <a:pt x="34" y="109"/>
                      <a:pt x="38" y="121"/>
                      <a:pt x="45" y="129"/>
                    </a:cubicBezTo>
                    <a:cubicBezTo>
                      <a:pt x="51" y="136"/>
                      <a:pt x="61" y="139"/>
                      <a:pt x="71" y="138"/>
                    </a:cubicBezTo>
                    <a:cubicBezTo>
                      <a:pt x="80" y="138"/>
                      <a:pt x="91" y="135"/>
                      <a:pt x="97" y="127"/>
                    </a:cubicBezTo>
                    <a:cubicBezTo>
                      <a:pt x="105" y="118"/>
                      <a:pt x="108" y="105"/>
                      <a:pt x="109" y="93"/>
                    </a:cubicBezTo>
                    <a:cubicBezTo>
                      <a:pt x="110" y="79"/>
                      <a:pt x="110" y="64"/>
                      <a:pt x="106" y="50"/>
                    </a:cubicBezTo>
                    <a:cubicBezTo>
                      <a:pt x="104" y="42"/>
                      <a:pt x="99" y="33"/>
                      <a:pt x="91" y="28"/>
                    </a:cubicBezTo>
                    <a:cubicBezTo>
                      <a:pt x="82" y="22"/>
                      <a:pt x="72" y="21"/>
                      <a:pt x="61" y="23"/>
                    </a:cubicBezTo>
                    <a:close/>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2" name="Freeform 167">
                <a:extLst>
                  <a:ext uri="{FF2B5EF4-FFF2-40B4-BE49-F238E27FC236}">
                    <a16:creationId xmlns:a16="http://schemas.microsoft.com/office/drawing/2014/main" id="{509946F7-0D9A-F430-A8C7-2177C738AD55}"/>
                  </a:ext>
                </a:extLst>
              </p:cNvPr>
              <p:cNvSpPr>
                <a:spLocks noChangeArrowheads="1"/>
              </p:cNvSpPr>
              <p:nvPr/>
            </p:nvSpPr>
            <p:spPr bwMode="auto">
              <a:xfrm>
                <a:off x="5464175" y="6815138"/>
                <a:ext cx="15875" cy="15875"/>
              </a:xfrm>
              <a:custGeom>
                <a:avLst/>
                <a:gdLst>
                  <a:gd name="T0" fmla="*/ 18 w 46"/>
                  <a:gd name="T1" fmla="*/ 2 h 45"/>
                  <a:gd name="T2" fmla="*/ 32 w 46"/>
                  <a:gd name="T3" fmla="*/ 3 h 45"/>
                  <a:gd name="T4" fmla="*/ 44 w 46"/>
                  <a:gd name="T5" fmla="*/ 22 h 45"/>
                  <a:gd name="T6" fmla="*/ 27 w 46"/>
                  <a:gd name="T7" fmla="*/ 42 h 45"/>
                  <a:gd name="T8" fmla="*/ 2 w 46"/>
                  <a:gd name="T9" fmla="*/ 26 h 45"/>
                  <a:gd name="T10" fmla="*/ 18 w 46"/>
                  <a:gd name="T11" fmla="*/ 2 h 45"/>
                  <a:gd name="T12" fmla="*/ 17 w 46"/>
                  <a:gd name="T13" fmla="*/ 6 h 45"/>
                  <a:gd name="T14" fmla="*/ 7 w 46"/>
                  <a:gd name="T15" fmla="*/ 26 h 45"/>
                  <a:gd name="T16" fmla="*/ 29 w 46"/>
                  <a:gd name="T17" fmla="*/ 39 h 45"/>
                  <a:gd name="T18" fmla="*/ 41 w 46"/>
                  <a:gd name="T19" fmla="*/ 18 h 45"/>
                  <a:gd name="T20" fmla="*/ 17 w 46"/>
                  <a:gd name="T21"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45">
                    <a:moveTo>
                      <a:pt x="18" y="2"/>
                    </a:moveTo>
                    <a:cubicBezTo>
                      <a:pt x="23" y="0"/>
                      <a:pt x="28" y="0"/>
                      <a:pt x="32" y="3"/>
                    </a:cubicBezTo>
                    <a:cubicBezTo>
                      <a:pt x="40" y="6"/>
                      <a:pt x="45" y="14"/>
                      <a:pt x="44" y="22"/>
                    </a:cubicBezTo>
                    <a:cubicBezTo>
                      <a:pt x="45" y="32"/>
                      <a:pt x="37" y="40"/>
                      <a:pt x="27" y="42"/>
                    </a:cubicBezTo>
                    <a:cubicBezTo>
                      <a:pt x="16" y="44"/>
                      <a:pt x="5" y="37"/>
                      <a:pt x="2" y="26"/>
                    </a:cubicBezTo>
                    <a:cubicBezTo>
                      <a:pt x="0" y="17"/>
                      <a:pt x="8" y="4"/>
                      <a:pt x="18" y="2"/>
                    </a:cubicBezTo>
                    <a:close/>
                    <a:moveTo>
                      <a:pt x="17" y="6"/>
                    </a:moveTo>
                    <a:cubicBezTo>
                      <a:pt x="10" y="9"/>
                      <a:pt x="5" y="18"/>
                      <a:pt x="7" y="26"/>
                    </a:cubicBezTo>
                    <a:cubicBezTo>
                      <a:pt x="9" y="36"/>
                      <a:pt x="20" y="42"/>
                      <a:pt x="29" y="39"/>
                    </a:cubicBezTo>
                    <a:cubicBezTo>
                      <a:pt x="38" y="37"/>
                      <a:pt x="43" y="26"/>
                      <a:pt x="41" y="18"/>
                    </a:cubicBezTo>
                    <a:cubicBezTo>
                      <a:pt x="38" y="8"/>
                      <a:pt x="26" y="2"/>
                      <a:pt x="17" y="6"/>
                    </a:cubicBezTo>
                    <a:close/>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3" name="Freeform 168">
                <a:extLst>
                  <a:ext uri="{FF2B5EF4-FFF2-40B4-BE49-F238E27FC236}">
                    <a16:creationId xmlns:a16="http://schemas.microsoft.com/office/drawing/2014/main" id="{8008A5AA-FD4A-0E9D-3F7B-F54BCE10835F}"/>
                  </a:ext>
                </a:extLst>
              </p:cNvPr>
              <p:cNvSpPr>
                <a:spLocks noChangeArrowheads="1"/>
              </p:cNvSpPr>
              <p:nvPr/>
            </p:nvSpPr>
            <p:spPr bwMode="auto">
              <a:xfrm>
                <a:off x="5468938" y="6818313"/>
                <a:ext cx="7937" cy="9525"/>
              </a:xfrm>
              <a:custGeom>
                <a:avLst/>
                <a:gdLst>
                  <a:gd name="T0" fmla="*/ 0 w 23"/>
                  <a:gd name="T1" fmla="*/ 1 h 25"/>
                  <a:gd name="T2" fmla="*/ 17 w 23"/>
                  <a:gd name="T3" fmla="*/ 3 h 25"/>
                  <a:gd name="T4" fmla="*/ 15 w 23"/>
                  <a:gd name="T5" fmla="*/ 14 h 25"/>
                  <a:gd name="T6" fmla="*/ 21 w 23"/>
                  <a:gd name="T7" fmla="*/ 24 h 25"/>
                  <a:gd name="T8" fmla="*/ 14 w 23"/>
                  <a:gd name="T9" fmla="*/ 24 h 25"/>
                  <a:gd name="T10" fmla="*/ 10 w 23"/>
                  <a:gd name="T11" fmla="*/ 14 h 25"/>
                  <a:gd name="T12" fmla="*/ 7 w 23"/>
                  <a:gd name="T13" fmla="*/ 14 h 25"/>
                  <a:gd name="T14" fmla="*/ 7 w 23"/>
                  <a:gd name="T15" fmla="*/ 24 h 25"/>
                  <a:gd name="T16" fmla="*/ 0 w 23"/>
                  <a:gd name="T17" fmla="*/ 24 h 25"/>
                  <a:gd name="T18" fmla="*/ 0 w 23"/>
                  <a:gd name="T19" fmla="*/ 1 h 25"/>
                  <a:gd name="T20" fmla="*/ 7 w 23"/>
                  <a:gd name="T21" fmla="*/ 4 h 25"/>
                  <a:gd name="T22" fmla="*/ 7 w 23"/>
                  <a:gd name="T23" fmla="*/ 11 h 25"/>
                  <a:gd name="T24" fmla="*/ 13 w 23"/>
                  <a:gd name="T25" fmla="*/ 11 h 25"/>
                  <a:gd name="T26" fmla="*/ 14 w 23"/>
                  <a:gd name="T27" fmla="*/ 6 h 25"/>
                  <a:gd name="T28" fmla="*/ 7 w 23"/>
                  <a:gd name="T29" fmla="*/ 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25">
                    <a:moveTo>
                      <a:pt x="0" y="1"/>
                    </a:moveTo>
                    <a:cubicBezTo>
                      <a:pt x="6" y="1"/>
                      <a:pt x="12" y="0"/>
                      <a:pt x="17" y="3"/>
                    </a:cubicBezTo>
                    <a:cubicBezTo>
                      <a:pt x="22" y="6"/>
                      <a:pt x="19" y="13"/>
                      <a:pt x="15" y="14"/>
                    </a:cubicBezTo>
                    <a:cubicBezTo>
                      <a:pt x="16" y="17"/>
                      <a:pt x="18" y="20"/>
                      <a:pt x="21" y="24"/>
                    </a:cubicBezTo>
                    <a:cubicBezTo>
                      <a:pt x="18" y="24"/>
                      <a:pt x="16" y="24"/>
                      <a:pt x="14" y="24"/>
                    </a:cubicBezTo>
                    <a:cubicBezTo>
                      <a:pt x="13" y="20"/>
                      <a:pt x="11" y="17"/>
                      <a:pt x="10" y="14"/>
                    </a:cubicBezTo>
                    <a:cubicBezTo>
                      <a:pt x="9" y="14"/>
                      <a:pt x="8" y="14"/>
                      <a:pt x="7" y="14"/>
                    </a:cubicBezTo>
                    <a:cubicBezTo>
                      <a:pt x="7" y="17"/>
                      <a:pt x="7" y="20"/>
                      <a:pt x="7" y="24"/>
                    </a:cubicBezTo>
                    <a:cubicBezTo>
                      <a:pt x="4" y="24"/>
                      <a:pt x="2" y="24"/>
                      <a:pt x="0" y="24"/>
                    </a:cubicBezTo>
                    <a:cubicBezTo>
                      <a:pt x="0" y="16"/>
                      <a:pt x="0" y="9"/>
                      <a:pt x="0" y="1"/>
                    </a:cubicBezTo>
                    <a:close/>
                    <a:moveTo>
                      <a:pt x="7" y="4"/>
                    </a:moveTo>
                    <a:cubicBezTo>
                      <a:pt x="7" y="6"/>
                      <a:pt x="7" y="9"/>
                      <a:pt x="7" y="11"/>
                    </a:cubicBezTo>
                    <a:cubicBezTo>
                      <a:pt x="9" y="11"/>
                      <a:pt x="11" y="11"/>
                      <a:pt x="13" y="11"/>
                    </a:cubicBezTo>
                    <a:cubicBezTo>
                      <a:pt x="15" y="10"/>
                      <a:pt x="15" y="8"/>
                      <a:pt x="14" y="6"/>
                    </a:cubicBezTo>
                    <a:cubicBezTo>
                      <a:pt x="12" y="4"/>
                      <a:pt x="9" y="5"/>
                      <a:pt x="7" y="4"/>
                    </a:cubicBezTo>
                    <a:close/>
                  </a:path>
                </a:pathLst>
              </a:custGeom>
              <a:solidFill>
                <a:srgbClr val="0A6DAE"/>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40" name="Group 239">
            <a:extLst>
              <a:ext uri="{FF2B5EF4-FFF2-40B4-BE49-F238E27FC236}">
                <a16:creationId xmlns:a16="http://schemas.microsoft.com/office/drawing/2014/main" id="{EA34AC1F-B2DB-8226-1895-644EEB28F6F8}"/>
              </a:ext>
            </a:extLst>
          </p:cNvPr>
          <p:cNvGrpSpPr/>
          <p:nvPr/>
        </p:nvGrpSpPr>
        <p:grpSpPr>
          <a:xfrm>
            <a:off x="8005476" y="3369641"/>
            <a:ext cx="1961332" cy="295912"/>
            <a:chOff x="4240213" y="6211888"/>
            <a:chExt cx="1273175" cy="192087"/>
          </a:xfrm>
        </p:grpSpPr>
        <p:grpSp>
          <p:nvGrpSpPr>
            <p:cNvPr id="241" name="Group 240">
              <a:extLst>
                <a:ext uri="{FF2B5EF4-FFF2-40B4-BE49-F238E27FC236}">
                  <a16:creationId xmlns:a16="http://schemas.microsoft.com/office/drawing/2014/main" id="{9308648F-11D5-5CB4-F75C-316A88F6376D}"/>
                </a:ext>
              </a:extLst>
            </p:cNvPr>
            <p:cNvGrpSpPr/>
            <p:nvPr/>
          </p:nvGrpSpPr>
          <p:grpSpPr>
            <a:xfrm>
              <a:off x="4240213" y="6237288"/>
              <a:ext cx="484187" cy="127000"/>
              <a:chOff x="4240213" y="6237288"/>
              <a:chExt cx="484187" cy="127000"/>
            </a:xfrm>
          </p:grpSpPr>
          <p:sp>
            <p:nvSpPr>
              <p:cNvPr id="248" name="Freeform 200">
                <a:extLst>
                  <a:ext uri="{FF2B5EF4-FFF2-40B4-BE49-F238E27FC236}">
                    <a16:creationId xmlns:a16="http://schemas.microsoft.com/office/drawing/2014/main" id="{A4442872-69AF-7671-A783-E9AB9EAE5592}"/>
                  </a:ext>
                </a:extLst>
              </p:cNvPr>
              <p:cNvSpPr>
                <a:spLocks noChangeArrowheads="1"/>
              </p:cNvSpPr>
              <p:nvPr/>
            </p:nvSpPr>
            <p:spPr bwMode="auto">
              <a:xfrm>
                <a:off x="4327525" y="623728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9" name="Freeform 201">
                <a:extLst>
                  <a:ext uri="{FF2B5EF4-FFF2-40B4-BE49-F238E27FC236}">
                    <a16:creationId xmlns:a16="http://schemas.microsoft.com/office/drawing/2014/main" id="{99260A8B-E526-7EA9-45D7-9A3048E01182}"/>
                  </a:ext>
                </a:extLst>
              </p:cNvPr>
              <p:cNvSpPr>
                <a:spLocks noChangeArrowheads="1"/>
              </p:cNvSpPr>
              <p:nvPr/>
            </p:nvSpPr>
            <p:spPr bwMode="auto">
              <a:xfrm>
                <a:off x="4354513" y="6270625"/>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9"/>
                      <a:pt x="69" y="131"/>
                    </a:cubicBezTo>
                    <a:cubicBezTo>
                      <a:pt x="69" y="94"/>
                      <a:pt x="93" y="63"/>
                      <a:pt x="132" y="63"/>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0" name="Freeform 202">
                <a:extLst>
                  <a:ext uri="{FF2B5EF4-FFF2-40B4-BE49-F238E27FC236}">
                    <a16:creationId xmlns:a16="http://schemas.microsoft.com/office/drawing/2014/main" id="{9C33EDA7-FD7C-3A05-3B64-CE6028736A3B}"/>
                  </a:ext>
                </a:extLst>
              </p:cNvPr>
              <p:cNvSpPr>
                <a:spLocks noChangeArrowheads="1"/>
              </p:cNvSpPr>
              <p:nvPr/>
            </p:nvSpPr>
            <p:spPr bwMode="auto">
              <a:xfrm>
                <a:off x="4454525" y="623887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1" name="Freeform 203">
                <a:extLst>
                  <a:ext uri="{FF2B5EF4-FFF2-40B4-BE49-F238E27FC236}">
                    <a16:creationId xmlns:a16="http://schemas.microsoft.com/office/drawing/2014/main" id="{C98CB658-C3FE-4B6D-73E3-A5D11984FEDC}"/>
                  </a:ext>
                </a:extLst>
              </p:cNvPr>
              <p:cNvSpPr>
                <a:spLocks noChangeArrowheads="1"/>
              </p:cNvSpPr>
              <p:nvPr/>
            </p:nvSpPr>
            <p:spPr bwMode="auto">
              <a:xfrm>
                <a:off x="4481513" y="627062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2 h 259"/>
                  <a:gd name="T12" fmla="*/ 198 w 268"/>
                  <a:gd name="T13" fmla="*/ 130 h 259"/>
                  <a:gd name="T14" fmla="*/ 133 w 268"/>
                  <a:gd name="T15" fmla="*/ 197 h 259"/>
                  <a:gd name="T16" fmla="*/ 68 w 268"/>
                  <a:gd name="T17" fmla="*/ 130 h 259"/>
                  <a:gd name="T18" fmla="*/ 133 w 268"/>
                  <a:gd name="T19" fmla="*/ 6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3"/>
                      <a:pt x="57" y="258"/>
                      <a:pt x="133" y="258"/>
                    </a:cubicBezTo>
                    <a:close/>
                    <a:moveTo>
                      <a:pt x="133" y="62"/>
                    </a:moveTo>
                    <a:cubicBezTo>
                      <a:pt x="170" y="62"/>
                      <a:pt x="198" y="91"/>
                      <a:pt x="198" y="130"/>
                    </a:cubicBezTo>
                    <a:cubicBezTo>
                      <a:pt x="198" y="170"/>
                      <a:pt x="170" y="197"/>
                      <a:pt x="133" y="197"/>
                    </a:cubicBezTo>
                    <a:cubicBezTo>
                      <a:pt x="95" y="197"/>
                      <a:pt x="68" y="169"/>
                      <a:pt x="68" y="130"/>
                    </a:cubicBezTo>
                    <a:cubicBezTo>
                      <a:pt x="68" y="89"/>
                      <a:pt x="96" y="61"/>
                      <a:pt x="133" y="62"/>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2" name="Freeform 204">
                <a:extLst>
                  <a:ext uri="{FF2B5EF4-FFF2-40B4-BE49-F238E27FC236}">
                    <a16:creationId xmlns:a16="http://schemas.microsoft.com/office/drawing/2014/main" id="{266C8E25-C033-5F41-A0E9-7C9C0B3F9BBF}"/>
                  </a:ext>
                </a:extLst>
              </p:cNvPr>
              <p:cNvSpPr>
                <a:spLocks noChangeArrowheads="1"/>
              </p:cNvSpPr>
              <p:nvPr/>
            </p:nvSpPr>
            <p:spPr bwMode="auto">
              <a:xfrm>
                <a:off x="4579938" y="6270625"/>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3" name="Freeform 205">
                <a:extLst>
                  <a:ext uri="{FF2B5EF4-FFF2-40B4-BE49-F238E27FC236}">
                    <a16:creationId xmlns:a16="http://schemas.microsoft.com/office/drawing/2014/main" id="{258ED0D0-A549-57FC-C108-CAF2F795C555}"/>
                  </a:ext>
                </a:extLst>
              </p:cNvPr>
              <p:cNvSpPr>
                <a:spLocks noChangeArrowheads="1"/>
              </p:cNvSpPr>
              <p:nvPr/>
            </p:nvSpPr>
            <p:spPr bwMode="auto">
              <a:xfrm>
                <a:off x="4240213" y="627062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8"/>
                      <a:pt x="147" y="203"/>
                      <a:pt x="110" y="20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42" name="Freeform 206">
              <a:extLst>
                <a:ext uri="{FF2B5EF4-FFF2-40B4-BE49-F238E27FC236}">
                  <a16:creationId xmlns:a16="http://schemas.microsoft.com/office/drawing/2014/main" id="{F3FB864F-1BE3-7DB9-DA7E-BC76DCFB8060}"/>
                </a:ext>
              </a:extLst>
            </p:cNvPr>
            <p:cNvSpPr>
              <a:spLocks noChangeArrowheads="1"/>
            </p:cNvSpPr>
            <p:nvPr/>
          </p:nvSpPr>
          <p:spPr bwMode="auto">
            <a:xfrm>
              <a:off x="4860925" y="6211888"/>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43" name="Group 242">
              <a:extLst>
                <a:ext uri="{FF2B5EF4-FFF2-40B4-BE49-F238E27FC236}">
                  <a16:creationId xmlns:a16="http://schemas.microsoft.com/office/drawing/2014/main" id="{558E7BF8-F7AE-8B16-ECDF-E7F4730D8F52}"/>
                </a:ext>
              </a:extLst>
            </p:cNvPr>
            <p:cNvGrpSpPr/>
            <p:nvPr/>
          </p:nvGrpSpPr>
          <p:grpSpPr>
            <a:xfrm>
              <a:off x="5002213" y="6229350"/>
              <a:ext cx="511175" cy="160338"/>
              <a:chOff x="5002213" y="6229350"/>
              <a:chExt cx="511175" cy="160338"/>
            </a:xfrm>
          </p:grpSpPr>
          <p:sp>
            <p:nvSpPr>
              <p:cNvPr id="244" name="Freeform 207">
                <a:extLst>
                  <a:ext uri="{FF2B5EF4-FFF2-40B4-BE49-F238E27FC236}">
                    <a16:creationId xmlns:a16="http://schemas.microsoft.com/office/drawing/2014/main" id="{CCCB41FC-DFF2-7633-97F4-487876F3D795}"/>
                  </a:ext>
                </a:extLst>
              </p:cNvPr>
              <p:cNvSpPr>
                <a:spLocks noChangeArrowheads="1"/>
              </p:cNvSpPr>
              <p:nvPr/>
            </p:nvSpPr>
            <p:spPr bwMode="auto">
              <a:xfrm>
                <a:off x="5002213" y="6248400"/>
                <a:ext cx="307975" cy="122238"/>
              </a:xfrm>
              <a:custGeom>
                <a:avLst/>
                <a:gdLst>
                  <a:gd name="T0" fmla="*/ 69 w 857"/>
                  <a:gd name="T1" fmla="*/ 161 h 341"/>
                  <a:gd name="T2" fmla="*/ 254 w 857"/>
                  <a:gd name="T3" fmla="*/ 161 h 341"/>
                  <a:gd name="T4" fmla="*/ 334 w 857"/>
                  <a:gd name="T5" fmla="*/ 298 h 341"/>
                  <a:gd name="T6" fmla="*/ 294 w 857"/>
                  <a:gd name="T7" fmla="*/ 251 h 341"/>
                  <a:gd name="T8" fmla="*/ 162 w 857"/>
                  <a:gd name="T9" fmla="*/ 0 h 341"/>
                  <a:gd name="T10" fmla="*/ 162 w 857"/>
                  <a:gd name="T11" fmla="*/ 323 h 341"/>
                  <a:gd name="T12" fmla="*/ 292 w 857"/>
                  <a:gd name="T13" fmla="*/ 334 h 341"/>
                  <a:gd name="T14" fmla="*/ 334 w 857"/>
                  <a:gd name="T15" fmla="*/ 298 h 341"/>
                  <a:gd name="T16" fmla="*/ 432 w 857"/>
                  <a:gd name="T17" fmla="*/ 0 h 341"/>
                  <a:gd name="T18" fmla="*/ 373 w 857"/>
                  <a:gd name="T19" fmla="*/ 10 h 341"/>
                  <a:gd name="T20" fmla="*/ 383 w 857"/>
                  <a:gd name="T21" fmla="*/ 322 h 341"/>
                  <a:gd name="T22" fmla="*/ 443 w 857"/>
                  <a:gd name="T23" fmla="*/ 311 h 341"/>
                  <a:gd name="T24" fmla="*/ 562 w 857"/>
                  <a:gd name="T25" fmla="*/ 10 h 341"/>
                  <a:gd name="T26" fmla="*/ 504 w 857"/>
                  <a:gd name="T27" fmla="*/ 0 h 341"/>
                  <a:gd name="T28" fmla="*/ 494 w 857"/>
                  <a:gd name="T29" fmla="*/ 42 h 341"/>
                  <a:gd name="T30" fmla="*/ 551 w 857"/>
                  <a:gd name="T31" fmla="*/ 52 h 341"/>
                  <a:gd name="T32" fmla="*/ 562 w 857"/>
                  <a:gd name="T33" fmla="*/ 10 h 341"/>
                  <a:gd name="T34" fmla="*/ 553 w 857"/>
                  <a:gd name="T35" fmla="*/ 83 h 341"/>
                  <a:gd name="T36" fmla="*/ 496 w 857"/>
                  <a:gd name="T37" fmla="*/ 94 h 341"/>
                  <a:gd name="T38" fmla="*/ 506 w 857"/>
                  <a:gd name="T39" fmla="*/ 322 h 341"/>
                  <a:gd name="T40" fmla="*/ 564 w 857"/>
                  <a:gd name="T41" fmla="*/ 311 h 341"/>
                  <a:gd name="T42" fmla="*/ 767 w 857"/>
                  <a:gd name="T43" fmla="*/ 179 h 341"/>
                  <a:gd name="T44" fmla="*/ 837 w 857"/>
                  <a:gd name="T45" fmla="*/ 92 h 341"/>
                  <a:gd name="T46" fmla="*/ 772 w 857"/>
                  <a:gd name="T47" fmla="*/ 84 h 341"/>
                  <a:gd name="T48" fmla="*/ 692 w 857"/>
                  <a:gd name="T49" fmla="*/ 158 h 341"/>
                  <a:gd name="T50" fmla="*/ 684 w 857"/>
                  <a:gd name="T51" fmla="*/ 10 h 341"/>
                  <a:gd name="T52" fmla="*/ 626 w 857"/>
                  <a:gd name="T53" fmla="*/ 0 h 341"/>
                  <a:gd name="T54" fmla="*/ 616 w 857"/>
                  <a:gd name="T55" fmla="*/ 312 h 341"/>
                  <a:gd name="T56" fmla="*/ 673 w 857"/>
                  <a:gd name="T57" fmla="*/ 323 h 341"/>
                  <a:gd name="T58" fmla="*/ 684 w 857"/>
                  <a:gd name="T59" fmla="*/ 260 h 341"/>
                  <a:gd name="T60" fmla="*/ 714 w 857"/>
                  <a:gd name="T61" fmla="*/ 221 h 341"/>
                  <a:gd name="T62" fmla="*/ 787 w 857"/>
                  <a:gd name="T63" fmla="*/ 324 h 341"/>
                  <a:gd name="T64" fmla="*/ 851 w 857"/>
                  <a:gd name="T65" fmla="*/ 314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57" h="341">
                    <a:moveTo>
                      <a:pt x="162" y="255"/>
                    </a:moveTo>
                    <a:cubicBezTo>
                      <a:pt x="110" y="255"/>
                      <a:pt x="69" y="213"/>
                      <a:pt x="69" y="161"/>
                    </a:cubicBezTo>
                    <a:cubicBezTo>
                      <a:pt x="69" y="110"/>
                      <a:pt x="110" y="68"/>
                      <a:pt x="162" y="68"/>
                    </a:cubicBezTo>
                    <a:cubicBezTo>
                      <a:pt x="213" y="68"/>
                      <a:pt x="254" y="110"/>
                      <a:pt x="254" y="161"/>
                    </a:cubicBezTo>
                    <a:cubicBezTo>
                      <a:pt x="254" y="213"/>
                      <a:pt x="213" y="255"/>
                      <a:pt x="162" y="255"/>
                    </a:cubicBezTo>
                    <a:close/>
                    <a:moveTo>
                      <a:pt x="334" y="298"/>
                    </a:moveTo>
                    <a:cubicBezTo>
                      <a:pt x="334" y="298"/>
                      <a:pt x="340" y="291"/>
                      <a:pt x="333" y="286"/>
                    </a:cubicBezTo>
                    <a:lnTo>
                      <a:pt x="294" y="251"/>
                    </a:lnTo>
                    <a:cubicBezTo>
                      <a:pt x="312" y="226"/>
                      <a:pt x="322" y="195"/>
                      <a:pt x="322" y="161"/>
                    </a:cubicBezTo>
                    <a:cubicBezTo>
                      <a:pt x="322" y="73"/>
                      <a:pt x="250" y="0"/>
                      <a:pt x="162" y="0"/>
                    </a:cubicBezTo>
                    <a:cubicBezTo>
                      <a:pt x="73" y="0"/>
                      <a:pt x="0" y="73"/>
                      <a:pt x="0" y="161"/>
                    </a:cubicBezTo>
                    <a:cubicBezTo>
                      <a:pt x="0" y="250"/>
                      <a:pt x="73" y="323"/>
                      <a:pt x="162" y="323"/>
                    </a:cubicBezTo>
                    <a:cubicBezTo>
                      <a:pt x="195" y="323"/>
                      <a:pt x="225" y="313"/>
                      <a:pt x="249" y="296"/>
                    </a:cubicBezTo>
                    <a:lnTo>
                      <a:pt x="292" y="334"/>
                    </a:lnTo>
                    <a:cubicBezTo>
                      <a:pt x="292" y="334"/>
                      <a:pt x="300" y="340"/>
                      <a:pt x="305" y="333"/>
                    </a:cubicBezTo>
                    <a:lnTo>
                      <a:pt x="334" y="298"/>
                    </a:lnTo>
                    <a:close/>
                    <a:moveTo>
                      <a:pt x="443" y="10"/>
                    </a:moveTo>
                    <a:cubicBezTo>
                      <a:pt x="443" y="0"/>
                      <a:pt x="432" y="0"/>
                      <a:pt x="432" y="0"/>
                    </a:cubicBezTo>
                    <a:lnTo>
                      <a:pt x="383" y="0"/>
                    </a:lnTo>
                    <a:cubicBezTo>
                      <a:pt x="373" y="0"/>
                      <a:pt x="373" y="10"/>
                      <a:pt x="373" y="10"/>
                    </a:cubicBezTo>
                    <a:lnTo>
                      <a:pt x="373" y="311"/>
                    </a:lnTo>
                    <a:cubicBezTo>
                      <a:pt x="373" y="322"/>
                      <a:pt x="383" y="322"/>
                      <a:pt x="383" y="322"/>
                    </a:cubicBezTo>
                    <a:lnTo>
                      <a:pt x="431" y="322"/>
                    </a:lnTo>
                    <a:cubicBezTo>
                      <a:pt x="443" y="323"/>
                      <a:pt x="443" y="311"/>
                      <a:pt x="443" y="311"/>
                    </a:cubicBezTo>
                    <a:lnTo>
                      <a:pt x="443" y="10"/>
                    </a:lnTo>
                    <a:close/>
                    <a:moveTo>
                      <a:pt x="562" y="10"/>
                    </a:moveTo>
                    <a:cubicBezTo>
                      <a:pt x="562" y="10"/>
                      <a:pt x="562" y="0"/>
                      <a:pt x="551" y="0"/>
                    </a:cubicBezTo>
                    <a:lnTo>
                      <a:pt x="504" y="0"/>
                    </a:lnTo>
                    <a:cubicBezTo>
                      <a:pt x="504" y="0"/>
                      <a:pt x="494" y="0"/>
                      <a:pt x="494" y="10"/>
                    </a:cubicBezTo>
                    <a:lnTo>
                      <a:pt x="494" y="42"/>
                    </a:lnTo>
                    <a:cubicBezTo>
                      <a:pt x="494" y="42"/>
                      <a:pt x="494" y="52"/>
                      <a:pt x="504" y="52"/>
                    </a:cubicBezTo>
                    <a:lnTo>
                      <a:pt x="551" y="52"/>
                    </a:lnTo>
                    <a:cubicBezTo>
                      <a:pt x="551" y="52"/>
                      <a:pt x="562" y="52"/>
                      <a:pt x="562" y="42"/>
                    </a:cubicBezTo>
                    <a:lnTo>
                      <a:pt x="562" y="10"/>
                    </a:lnTo>
                    <a:close/>
                    <a:moveTo>
                      <a:pt x="564" y="94"/>
                    </a:moveTo>
                    <a:cubicBezTo>
                      <a:pt x="564" y="83"/>
                      <a:pt x="553" y="83"/>
                      <a:pt x="553" y="83"/>
                    </a:cubicBezTo>
                    <a:lnTo>
                      <a:pt x="506" y="83"/>
                    </a:lnTo>
                    <a:cubicBezTo>
                      <a:pt x="496" y="83"/>
                      <a:pt x="496" y="94"/>
                      <a:pt x="496" y="94"/>
                    </a:cubicBezTo>
                    <a:lnTo>
                      <a:pt x="496" y="311"/>
                    </a:lnTo>
                    <a:cubicBezTo>
                      <a:pt x="496" y="322"/>
                      <a:pt x="506" y="322"/>
                      <a:pt x="506" y="322"/>
                    </a:cubicBezTo>
                    <a:lnTo>
                      <a:pt x="553" y="322"/>
                    </a:lnTo>
                    <a:cubicBezTo>
                      <a:pt x="564" y="323"/>
                      <a:pt x="564" y="311"/>
                      <a:pt x="564" y="311"/>
                    </a:cubicBezTo>
                    <a:lnTo>
                      <a:pt x="564" y="94"/>
                    </a:lnTo>
                    <a:close/>
                    <a:moveTo>
                      <a:pt x="767" y="179"/>
                    </a:moveTo>
                    <a:cubicBezTo>
                      <a:pt x="762" y="169"/>
                      <a:pt x="770" y="161"/>
                      <a:pt x="770" y="161"/>
                    </a:cubicBezTo>
                    <a:lnTo>
                      <a:pt x="837" y="92"/>
                    </a:lnTo>
                    <a:cubicBezTo>
                      <a:pt x="845" y="84"/>
                      <a:pt x="834" y="84"/>
                      <a:pt x="834" y="84"/>
                    </a:cubicBezTo>
                    <a:lnTo>
                      <a:pt x="772" y="84"/>
                    </a:lnTo>
                    <a:cubicBezTo>
                      <a:pt x="761" y="84"/>
                      <a:pt x="754" y="92"/>
                      <a:pt x="754" y="92"/>
                    </a:cubicBezTo>
                    <a:lnTo>
                      <a:pt x="692" y="158"/>
                    </a:lnTo>
                    <a:cubicBezTo>
                      <a:pt x="684" y="166"/>
                      <a:pt x="684" y="155"/>
                      <a:pt x="684" y="155"/>
                    </a:cubicBezTo>
                    <a:lnTo>
                      <a:pt x="684" y="10"/>
                    </a:lnTo>
                    <a:cubicBezTo>
                      <a:pt x="684" y="0"/>
                      <a:pt x="673" y="0"/>
                      <a:pt x="673" y="0"/>
                    </a:cubicBezTo>
                    <a:lnTo>
                      <a:pt x="626" y="0"/>
                    </a:lnTo>
                    <a:cubicBezTo>
                      <a:pt x="616" y="0"/>
                      <a:pt x="616" y="10"/>
                      <a:pt x="616" y="10"/>
                    </a:cubicBezTo>
                    <a:lnTo>
                      <a:pt x="616" y="312"/>
                    </a:lnTo>
                    <a:cubicBezTo>
                      <a:pt x="616" y="323"/>
                      <a:pt x="626" y="323"/>
                      <a:pt x="626" y="323"/>
                    </a:cubicBezTo>
                    <a:lnTo>
                      <a:pt x="673" y="323"/>
                    </a:lnTo>
                    <a:cubicBezTo>
                      <a:pt x="684" y="323"/>
                      <a:pt x="684" y="312"/>
                      <a:pt x="684" y="312"/>
                    </a:cubicBezTo>
                    <a:lnTo>
                      <a:pt x="684" y="260"/>
                    </a:lnTo>
                    <a:cubicBezTo>
                      <a:pt x="684" y="249"/>
                      <a:pt x="692" y="242"/>
                      <a:pt x="692" y="242"/>
                    </a:cubicBezTo>
                    <a:lnTo>
                      <a:pt x="714" y="221"/>
                    </a:lnTo>
                    <a:lnTo>
                      <a:pt x="770" y="314"/>
                    </a:lnTo>
                    <a:cubicBezTo>
                      <a:pt x="775" y="324"/>
                      <a:pt x="787" y="324"/>
                      <a:pt x="787" y="324"/>
                    </a:cubicBezTo>
                    <a:lnTo>
                      <a:pt x="846" y="324"/>
                    </a:lnTo>
                    <a:cubicBezTo>
                      <a:pt x="856" y="324"/>
                      <a:pt x="851" y="314"/>
                      <a:pt x="851" y="314"/>
                    </a:cubicBezTo>
                    <a:lnTo>
                      <a:pt x="767" y="179"/>
                    </a:lnTo>
                    <a:close/>
                  </a:path>
                </a:pathLst>
              </a:custGeom>
              <a:solidFill>
                <a:srgbClr val="60616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5" name="Freeform 208">
                <a:extLst>
                  <a:ext uri="{FF2B5EF4-FFF2-40B4-BE49-F238E27FC236}">
                    <a16:creationId xmlns:a16="http://schemas.microsoft.com/office/drawing/2014/main" id="{A9C48AF9-7722-C3DB-BE3C-62CA04B0B309}"/>
                  </a:ext>
                </a:extLst>
              </p:cNvPr>
              <p:cNvSpPr>
                <a:spLocks noChangeArrowheads="1"/>
              </p:cNvSpPr>
              <p:nvPr/>
            </p:nvSpPr>
            <p:spPr bwMode="auto">
              <a:xfrm>
                <a:off x="5337175" y="6229350"/>
                <a:ext cx="165100" cy="160338"/>
              </a:xfrm>
              <a:custGeom>
                <a:avLst/>
                <a:gdLst>
                  <a:gd name="T0" fmla="*/ 211 w 459"/>
                  <a:gd name="T1" fmla="*/ 341 h 445"/>
                  <a:gd name="T2" fmla="*/ 82 w 459"/>
                  <a:gd name="T3" fmla="*/ 211 h 445"/>
                  <a:gd name="T4" fmla="*/ 211 w 459"/>
                  <a:gd name="T5" fmla="*/ 82 h 445"/>
                  <a:gd name="T6" fmla="*/ 341 w 459"/>
                  <a:gd name="T7" fmla="*/ 211 h 445"/>
                  <a:gd name="T8" fmla="*/ 211 w 459"/>
                  <a:gd name="T9" fmla="*/ 341 h 445"/>
                  <a:gd name="T10" fmla="*/ 390 w 459"/>
                  <a:gd name="T11" fmla="*/ 324 h 445"/>
                  <a:gd name="T12" fmla="*/ 422 w 459"/>
                  <a:gd name="T13" fmla="*/ 211 h 445"/>
                  <a:gd name="T14" fmla="*/ 211 w 459"/>
                  <a:gd name="T15" fmla="*/ 0 h 445"/>
                  <a:gd name="T16" fmla="*/ 0 w 459"/>
                  <a:gd name="T17" fmla="*/ 211 h 445"/>
                  <a:gd name="T18" fmla="*/ 211 w 459"/>
                  <a:gd name="T19" fmla="*/ 422 h 445"/>
                  <a:gd name="T20" fmla="*/ 332 w 459"/>
                  <a:gd name="T21" fmla="*/ 384 h 445"/>
                  <a:gd name="T22" fmla="*/ 395 w 459"/>
                  <a:gd name="T23" fmla="*/ 436 h 445"/>
                  <a:gd name="T24" fmla="*/ 412 w 459"/>
                  <a:gd name="T25" fmla="*/ 435 h 445"/>
                  <a:gd name="T26" fmla="*/ 450 w 459"/>
                  <a:gd name="T27" fmla="*/ 390 h 445"/>
                  <a:gd name="T28" fmla="*/ 449 w 459"/>
                  <a:gd name="T29" fmla="*/ 373 h 445"/>
                  <a:gd name="T30" fmla="*/ 390 w 459"/>
                  <a:gd name="T31" fmla="*/ 324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9" h="445">
                    <a:moveTo>
                      <a:pt x="211" y="341"/>
                    </a:moveTo>
                    <a:cubicBezTo>
                      <a:pt x="139" y="341"/>
                      <a:pt x="82" y="283"/>
                      <a:pt x="82" y="211"/>
                    </a:cubicBezTo>
                    <a:cubicBezTo>
                      <a:pt x="82" y="140"/>
                      <a:pt x="139" y="82"/>
                      <a:pt x="211" y="82"/>
                    </a:cubicBezTo>
                    <a:cubicBezTo>
                      <a:pt x="283" y="82"/>
                      <a:pt x="341" y="140"/>
                      <a:pt x="341" y="211"/>
                    </a:cubicBezTo>
                    <a:cubicBezTo>
                      <a:pt x="341" y="283"/>
                      <a:pt x="283" y="341"/>
                      <a:pt x="211" y="341"/>
                    </a:cubicBezTo>
                    <a:close/>
                    <a:moveTo>
                      <a:pt x="390" y="324"/>
                    </a:moveTo>
                    <a:cubicBezTo>
                      <a:pt x="410" y="292"/>
                      <a:pt x="422" y="253"/>
                      <a:pt x="422" y="211"/>
                    </a:cubicBezTo>
                    <a:cubicBezTo>
                      <a:pt x="422" y="95"/>
                      <a:pt x="328" y="0"/>
                      <a:pt x="211" y="0"/>
                    </a:cubicBezTo>
                    <a:cubicBezTo>
                      <a:pt x="95" y="0"/>
                      <a:pt x="0" y="95"/>
                      <a:pt x="0" y="211"/>
                    </a:cubicBezTo>
                    <a:cubicBezTo>
                      <a:pt x="0" y="328"/>
                      <a:pt x="95" y="422"/>
                      <a:pt x="211" y="422"/>
                    </a:cubicBezTo>
                    <a:cubicBezTo>
                      <a:pt x="256" y="422"/>
                      <a:pt x="298" y="408"/>
                      <a:pt x="332" y="384"/>
                    </a:cubicBezTo>
                    <a:lnTo>
                      <a:pt x="395" y="436"/>
                    </a:lnTo>
                    <a:cubicBezTo>
                      <a:pt x="395" y="436"/>
                      <a:pt x="405" y="444"/>
                      <a:pt x="412" y="435"/>
                    </a:cubicBezTo>
                    <a:lnTo>
                      <a:pt x="450" y="390"/>
                    </a:lnTo>
                    <a:cubicBezTo>
                      <a:pt x="450" y="390"/>
                      <a:pt x="458" y="380"/>
                      <a:pt x="449" y="373"/>
                    </a:cubicBezTo>
                    <a:lnTo>
                      <a:pt x="390" y="324"/>
                    </a:lnTo>
                    <a:close/>
                  </a:path>
                </a:pathLst>
              </a:custGeom>
              <a:solidFill>
                <a:srgbClr val="61A73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6" name="Freeform 209">
                <a:extLst>
                  <a:ext uri="{FF2B5EF4-FFF2-40B4-BE49-F238E27FC236}">
                    <a16:creationId xmlns:a16="http://schemas.microsoft.com/office/drawing/2014/main" id="{EC39CB88-AA76-8AA0-8329-418A83254D31}"/>
                  </a:ext>
                </a:extLst>
              </p:cNvPr>
              <p:cNvSpPr>
                <a:spLocks noChangeArrowheads="1"/>
              </p:cNvSpPr>
              <p:nvPr/>
            </p:nvSpPr>
            <p:spPr bwMode="auto">
              <a:xfrm>
                <a:off x="5384800" y="6275388"/>
                <a:ext cx="60325" cy="60325"/>
              </a:xfrm>
              <a:custGeom>
                <a:avLst/>
                <a:gdLst>
                  <a:gd name="T0" fmla="*/ 83 w 168"/>
                  <a:gd name="T1" fmla="*/ 0 h 168"/>
                  <a:gd name="T2" fmla="*/ 167 w 168"/>
                  <a:gd name="T3" fmla="*/ 83 h 168"/>
                  <a:gd name="T4" fmla="*/ 83 w 168"/>
                  <a:gd name="T5" fmla="*/ 167 h 168"/>
                  <a:gd name="T6" fmla="*/ 0 w 168"/>
                  <a:gd name="T7" fmla="*/ 83 h 168"/>
                  <a:gd name="T8" fmla="*/ 83 w 168"/>
                  <a:gd name="T9" fmla="*/ 0 h 168"/>
                </a:gdLst>
                <a:ahLst/>
                <a:cxnLst>
                  <a:cxn ang="0">
                    <a:pos x="T0" y="T1"/>
                  </a:cxn>
                  <a:cxn ang="0">
                    <a:pos x="T2" y="T3"/>
                  </a:cxn>
                  <a:cxn ang="0">
                    <a:pos x="T4" y="T5"/>
                  </a:cxn>
                  <a:cxn ang="0">
                    <a:pos x="T6" y="T7"/>
                  </a:cxn>
                  <a:cxn ang="0">
                    <a:pos x="T8" y="T9"/>
                  </a:cxn>
                </a:cxnLst>
                <a:rect l="0" t="0" r="r" b="b"/>
                <a:pathLst>
                  <a:path w="168" h="168">
                    <a:moveTo>
                      <a:pt x="83" y="0"/>
                    </a:moveTo>
                    <a:cubicBezTo>
                      <a:pt x="129" y="0"/>
                      <a:pt x="167" y="37"/>
                      <a:pt x="167" y="83"/>
                    </a:cubicBezTo>
                    <a:cubicBezTo>
                      <a:pt x="167" y="129"/>
                      <a:pt x="129" y="167"/>
                      <a:pt x="83" y="167"/>
                    </a:cubicBezTo>
                    <a:cubicBezTo>
                      <a:pt x="36" y="166"/>
                      <a:pt x="0" y="129"/>
                      <a:pt x="0" y="83"/>
                    </a:cubicBezTo>
                    <a:cubicBezTo>
                      <a:pt x="0" y="37"/>
                      <a:pt x="37" y="0"/>
                      <a:pt x="83" y="0"/>
                    </a:cubicBezTo>
                  </a:path>
                </a:pathLst>
              </a:custGeom>
              <a:solidFill>
                <a:srgbClr val="60616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7" name="Freeform 210">
                <a:extLst>
                  <a:ext uri="{FF2B5EF4-FFF2-40B4-BE49-F238E27FC236}">
                    <a16:creationId xmlns:a16="http://schemas.microsoft.com/office/drawing/2014/main" id="{EE1EC4B7-B27F-20DF-4685-C6E263E6CD7E}"/>
                  </a:ext>
                </a:extLst>
              </p:cNvPr>
              <p:cNvSpPr>
                <a:spLocks noChangeArrowheads="1"/>
              </p:cNvSpPr>
              <p:nvPr/>
            </p:nvSpPr>
            <p:spPr bwMode="auto">
              <a:xfrm>
                <a:off x="5497513" y="6245225"/>
                <a:ext cx="15875" cy="15875"/>
              </a:xfrm>
              <a:custGeom>
                <a:avLst/>
                <a:gdLst>
                  <a:gd name="T0" fmla="*/ 15 w 42"/>
                  <a:gd name="T1" fmla="*/ 20 h 42"/>
                  <a:gd name="T2" fmla="*/ 21 w 42"/>
                  <a:gd name="T3" fmla="*/ 20 h 42"/>
                  <a:gd name="T4" fmla="*/ 26 w 42"/>
                  <a:gd name="T5" fmla="*/ 15 h 42"/>
                  <a:gd name="T6" fmla="*/ 21 w 42"/>
                  <a:gd name="T7" fmla="*/ 11 h 42"/>
                  <a:gd name="T8" fmla="*/ 15 w 42"/>
                  <a:gd name="T9" fmla="*/ 11 h 42"/>
                  <a:gd name="T10" fmla="*/ 15 w 42"/>
                  <a:gd name="T11" fmla="*/ 20 h 42"/>
                  <a:gd name="T12" fmla="*/ 15 w 42"/>
                  <a:gd name="T13" fmla="*/ 33 h 42"/>
                  <a:gd name="T14" fmla="*/ 12 w 42"/>
                  <a:gd name="T15" fmla="*/ 33 h 42"/>
                  <a:gd name="T16" fmla="*/ 12 w 42"/>
                  <a:gd name="T17" fmla="*/ 8 h 42"/>
                  <a:gd name="T18" fmla="*/ 21 w 42"/>
                  <a:gd name="T19" fmla="*/ 8 h 42"/>
                  <a:gd name="T20" fmla="*/ 28 w 42"/>
                  <a:gd name="T21" fmla="*/ 14 h 42"/>
                  <a:gd name="T22" fmla="*/ 23 w 42"/>
                  <a:gd name="T23" fmla="*/ 21 h 42"/>
                  <a:gd name="T24" fmla="*/ 29 w 42"/>
                  <a:gd name="T25" fmla="*/ 32 h 42"/>
                  <a:gd name="T26" fmla="*/ 26 w 42"/>
                  <a:gd name="T27" fmla="*/ 32 h 42"/>
                  <a:gd name="T28" fmla="*/ 20 w 42"/>
                  <a:gd name="T29" fmla="*/ 21 h 42"/>
                  <a:gd name="T30" fmla="*/ 15 w 42"/>
                  <a:gd name="T31" fmla="*/ 21 h 42"/>
                  <a:gd name="T32" fmla="*/ 15 w 42"/>
                  <a:gd name="T33" fmla="*/ 33 h 42"/>
                  <a:gd name="T34" fmla="*/ 4 w 42"/>
                  <a:gd name="T35" fmla="*/ 21 h 42"/>
                  <a:gd name="T36" fmla="*/ 21 w 42"/>
                  <a:gd name="T37" fmla="*/ 38 h 42"/>
                  <a:gd name="T38" fmla="*/ 38 w 42"/>
                  <a:gd name="T39" fmla="*/ 21 h 42"/>
                  <a:gd name="T40" fmla="*/ 21 w 42"/>
                  <a:gd name="T41" fmla="*/ 4 h 42"/>
                  <a:gd name="T42" fmla="*/ 4 w 42"/>
                  <a:gd name="T43" fmla="*/ 21 h 42"/>
                  <a:gd name="T44" fmla="*/ 21 w 42"/>
                  <a:gd name="T45" fmla="*/ 0 h 42"/>
                  <a:gd name="T46" fmla="*/ 41 w 42"/>
                  <a:gd name="T47" fmla="*/ 21 h 42"/>
                  <a:gd name="T48" fmla="*/ 21 w 42"/>
                  <a:gd name="T49" fmla="*/ 41 h 42"/>
                  <a:gd name="T50" fmla="*/ 0 w 42"/>
                  <a:gd name="T51" fmla="*/ 21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15" y="20"/>
                    </a:moveTo>
                    <a:lnTo>
                      <a:pt x="21" y="20"/>
                    </a:lnTo>
                    <a:cubicBezTo>
                      <a:pt x="24" y="20"/>
                      <a:pt x="26" y="19"/>
                      <a:pt x="26" y="15"/>
                    </a:cubicBezTo>
                    <a:cubicBezTo>
                      <a:pt x="26" y="12"/>
                      <a:pt x="24" y="11"/>
                      <a:pt x="21" y="11"/>
                    </a:cubicBezTo>
                    <a:lnTo>
                      <a:pt x="15" y="11"/>
                    </a:lnTo>
                    <a:lnTo>
                      <a:pt x="15" y="20"/>
                    </a:lnTo>
                    <a:close/>
                    <a:moveTo>
                      <a:pt x="15" y="33"/>
                    </a:moveTo>
                    <a:lnTo>
                      <a:pt x="12" y="33"/>
                    </a:lnTo>
                    <a:lnTo>
                      <a:pt x="12" y="8"/>
                    </a:lnTo>
                    <a:lnTo>
                      <a:pt x="21" y="8"/>
                    </a:lnTo>
                    <a:cubicBezTo>
                      <a:pt x="25" y="8"/>
                      <a:pt x="28" y="10"/>
                      <a:pt x="28" y="14"/>
                    </a:cubicBezTo>
                    <a:cubicBezTo>
                      <a:pt x="28" y="19"/>
                      <a:pt x="26" y="21"/>
                      <a:pt x="23" y="21"/>
                    </a:cubicBezTo>
                    <a:lnTo>
                      <a:pt x="29" y="32"/>
                    </a:lnTo>
                    <a:lnTo>
                      <a:pt x="26" y="32"/>
                    </a:lnTo>
                    <a:lnTo>
                      <a:pt x="20" y="21"/>
                    </a:lnTo>
                    <a:lnTo>
                      <a:pt x="15" y="21"/>
                    </a:lnTo>
                    <a:lnTo>
                      <a:pt x="15" y="33"/>
                    </a:lnTo>
                    <a:close/>
                    <a:moveTo>
                      <a:pt x="4" y="21"/>
                    </a:moveTo>
                    <a:cubicBezTo>
                      <a:pt x="4" y="30"/>
                      <a:pt x="12" y="38"/>
                      <a:pt x="21" y="38"/>
                    </a:cubicBezTo>
                    <a:cubicBezTo>
                      <a:pt x="31" y="38"/>
                      <a:pt x="38" y="30"/>
                      <a:pt x="38" y="21"/>
                    </a:cubicBezTo>
                    <a:cubicBezTo>
                      <a:pt x="37" y="11"/>
                      <a:pt x="31" y="4"/>
                      <a:pt x="21" y="4"/>
                    </a:cubicBezTo>
                    <a:cubicBezTo>
                      <a:pt x="12" y="4"/>
                      <a:pt x="4" y="11"/>
                      <a:pt x="4" y="21"/>
                    </a:cubicBezTo>
                    <a:close/>
                    <a:moveTo>
                      <a:pt x="21" y="0"/>
                    </a:moveTo>
                    <a:cubicBezTo>
                      <a:pt x="32" y="0"/>
                      <a:pt x="41" y="10"/>
                      <a:pt x="41" y="21"/>
                    </a:cubicBezTo>
                    <a:cubicBezTo>
                      <a:pt x="41" y="32"/>
                      <a:pt x="33" y="41"/>
                      <a:pt x="21" y="41"/>
                    </a:cubicBezTo>
                    <a:cubicBezTo>
                      <a:pt x="10" y="41"/>
                      <a:pt x="0" y="32"/>
                      <a:pt x="0" y="21"/>
                    </a:cubicBezTo>
                    <a:cubicBezTo>
                      <a:pt x="0" y="10"/>
                      <a:pt x="11" y="0"/>
                      <a:pt x="21" y="0"/>
                    </a:cubicBezTo>
                    <a:close/>
                  </a:path>
                </a:pathLst>
              </a:custGeom>
              <a:solidFill>
                <a:srgbClr val="60616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54" name="Group 253">
            <a:extLst>
              <a:ext uri="{FF2B5EF4-FFF2-40B4-BE49-F238E27FC236}">
                <a16:creationId xmlns:a16="http://schemas.microsoft.com/office/drawing/2014/main" id="{2B5CF490-11E7-0051-465B-61DE7D995EA3}"/>
              </a:ext>
            </a:extLst>
          </p:cNvPr>
          <p:cNvGrpSpPr/>
          <p:nvPr/>
        </p:nvGrpSpPr>
        <p:grpSpPr>
          <a:xfrm>
            <a:off x="1288045" y="5622847"/>
            <a:ext cx="2320156" cy="300691"/>
            <a:chOff x="3522663" y="2286000"/>
            <a:chExt cx="3883025" cy="503238"/>
          </a:xfrm>
        </p:grpSpPr>
        <p:grpSp>
          <p:nvGrpSpPr>
            <p:cNvPr id="255" name="Group 254">
              <a:extLst>
                <a:ext uri="{FF2B5EF4-FFF2-40B4-BE49-F238E27FC236}">
                  <a16:creationId xmlns:a16="http://schemas.microsoft.com/office/drawing/2014/main" id="{1680823B-7A12-9AC5-9287-54715F4DB18B}"/>
                </a:ext>
              </a:extLst>
            </p:cNvPr>
            <p:cNvGrpSpPr/>
            <p:nvPr/>
          </p:nvGrpSpPr>
          <p:grpSpPr>
            <a:xfrm>
              <a:off x="3522663" y="2352675"/>
              <a:ext cx="1277937" cy="333375"/>
              <a:chOff x="3522663" y="2352675"/>
              <a:chExt cx="1277937" cy="333375"/>
            </a:xfrm>
          </p:grpSpPr>
          <p:sp>
            <p:nvSpPr>
              <p:cNvPr id="270" name="Freeform 1">
                <a:extLst>
                  <a:ext uri="{FF2B5EF4-FFF2-40B4-BE49-F238E27FC236}">
                    <a16:creationId xmlns:a16="http://schemas.microsoft.com/office/drawing/2014/main" id="{1785B362-5FBB-59EA-D7BF-C2C99A66B767}"/>
                  </a:ext>
                </a:extLst>
              </p:cNvPr>
              <p:cNvSpPr>
                <a:spLocks noChangeArrowheads="1"/>
              </p:cNvSpPr>
              <p:nvPr/>
            </p:nvSpPr>
            <p:spPr bwMode="auto">
              <a:xfrm>
                <a:off x="3756025" y="2352675"/>
                <a:ext cx="65088" cy="325438"/>
              </a:xfrm>
              <a:custGeom>
                <a:avLst/>
                <a:gdLst>
                  <a:gd name="T0" fmla="*/ 71 w 179"/>
                  <a:gd name="T1" fmla="*/ 901 h 902"/>
                  <a:gd name="T2" fmla="*/ 175 w 179"/>
                  <a:gd name="T3" fmla="*/ 901 h 902"/>
                  <a:gd name="T4" fmla="*/ 178 w 179"/>
                  <a:gd name="T5" fmla="*/ 0 h 902"/>
                  <a:gd name="T6" fmla="*/ 3 w 179"/>
                  <a:gd name="T7" fmla="*/ 0 h 902"/>
                  <a:gd name="T8" fmla="*/ 0 w 179"/>
                  <a:gd name="T9" fmla="*/ 831 h 902"/>
                  <a:gd name="T10" fmla="*/ 71 w 179"/>
                  <a:gd name="T11" fmla="*/ 901 h 902"/>
                </a:gdLst>
                <a:ahLst/>
                <a:cxnLst>
                  <a:cxn ang="0">
                    <a:pos x="T0" y="T1"/>
                  </a:cxn>
                  <a:cxn ang="0">
                    <a:pos x="T2" y="T3"/>
                  </a:cxn>
                  <a:cxn ang="0">
                    <a:pos x="T4" y="T5"/>
                  </a:cxn>
                  <a:cxn ang="0">
                    <a:pos x="T6" y="T7"/>
                  </a:cxn>
                  <a:cxn ang="0">
                    <a:pos x="T8" y="T9"/>
                  </a:cxn>
                  <a:cxn ang="0">
                    <a:pos x="T10" y="T11"/>
                  </a:cxn>
                </a:cxnLst>
                <a:rect l="0" t="0" r="r" b="b"/>
                <a:pathLst>
                  <a:path w="179" h="902">
                    <a:moveTo>
                      <a:pt x="71" y="901"/>
                    </a:moveTo>
                    <a:lnTo>
                      <a:pt x="175" y="901"/>
                    </a:lnTo>
                    <a:lnTo>
                      <a:pt x="178" y="0"/>
                    </a:lnTo>
                    <a:lnTo>
                      <a:pt x="3" y="0"/>
                    </a:lnTo>
                    <a:lnTo>
                      <a:pt x="0" y="831"/>
                    </a:lnTo>
                    <a:cubicBezTo>
                      <a:pt x="0" y="870"/>
                      <a:pt x="31" y="901"/>
                      <a:pt x="71" y="901"/>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1" name="Freeform 2">
                <a:extLst>
                  <a:ext uri="{FF2B5EF4-FFF2-40B4-BE49-F238E27FC236}">
                    <a16:creationId xmlns:a16="http://schemas.microsoft.com/office/drawing/2014/main" id="{104B5290-9FD2-0184-A71D-B61820316E75}"/>
                  </a:ext>
                </a:extLst>
              </p:cNvPr>
              <p:cNvSpPr>
                <a:spLocks noChangeArrowheads="1"/>
              </p:cNvSpPr>
              <p:nvPr/>
            </p:nvSpPr>
            <p:spPr bwMode="auto">
              <a:xfrm>
                <a:off x="3827463" y="2438400"/>
                <a:ext cx="244475" cy="246063"/>
              </a:xfrm>
              <a:custGeom>
                <a:avLst/>
                <a:gdLst>
                  <a:gd name="T0" fmla="*/ 314 w 681"/>
                  <a:gd name="T1" fmla="*/ 681 h 682"/>
                  <a:gd name="T2" fmla="*/ 508 w 681"/>
                  <a:gd name="T3" fmla="*/ 594 h 682"/>
                  <a:gd name="T4" fmla="*/ 508 w 681"/>
                  <a:gd name="T5" fmla="*/ 594 h 682"/>
                  <a:gd name="T6" fmla="*/ 579 w 681"/>
                  <a:gd name="T7" fmla="*/ 664 h 682"/>
                  <a:gd name="T8" fmla="*/ 678 w 681"/>
                  <a:gd name="T9" fmla="*/ 664 h 682"/>
                  <a:gd name="T10" fmla="*/ 680 w 681"/>
                  <a:gd name="T11" fmla="*/ 19 h 682"/>
                  <a:gd name="T12" fmla="*/ 511 w 681"/>
                  <a:gd name="T13" fmla="*/ 19 h 682"/>
                  <a:gd name="T14" fmla="*/ 511 w 681"/>
                  <a:gd name="T15" fmla="*/ 90 h 682"/>
                  <a:gd name="T16" fmla="*/ 316 w 681"/>
                  <a:gd name="T17" fmla="*/ 0 h 682"/>
                  <a:gd name="T18" fmla="*/ 3 w 681"/>
                  <a:gd name="T19" fmla="*/ 337 h 682"/>
                  <a:gd name="T20" fmla="*/ 314 w 681"/>
                  <a:gd name="T21" fmla="*/ 681 h 682"/>
                  <a:gd name="T22" fmla="*/ 347 w 681"/>
                  <a:gd name="T23" fmla="*/ 163 h 682"/>
                  <a:gd name="T24" fmla="*/ 514 w 681"/>
                  <a:gd name="T25" fmla="*/ 340 h 682"/>
                  <a:gd name="T26" fmla="*/ 347 w 681"/>
                  <a:gd name="T27" fmla="*/ 517 h 682"/>
                  <a:gd name="T28" fmla="*/ 181 w 681"/>
                  <a:gd name="T29" fmla="*/ 340 h 682"/>
                  <a:gd name="T30" fmla="*/ 347 w 681"/>
                  <a:gd name="T31" fmla="*/ 163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81" h="682">
                    <a:moveTo>
                      <a:pt x="314" y="681"/>
                    </a:moveTo>
                    <a:cubicBezTo>
                      <a:pt x="401" y="681"/>
                      <a:pt x="466" y="644"/>
                      <a:pt x="508" y="594"/>
                    </a:cubicBezTo>
                    <a:lnTo>
                      <a:pt x="508" y="594"/>
                    </a:lnTo>
                    <a:cubicBezTo>
                      <a:pt x="508" y="633"/>
                      <a:pt x="539" y="664"/>
                      <a:pt x="579" y="664"/>
                    </a:cubicBezTo>
                    <a:lnTo>
                      <a:pt x="678" y="664"/>
                    </a:lnTo>
                    <a:lnTo>
                      <a:pt x="680" y="19"/>
                    </a:lnTo>
                    <a:lnTo>
                      <a:pt x="511" y="19"/>
                    </a:lnTo>
                    <a:lnTo>
                      <a:pt x="511" y="90"/>
                    </a:lnTo>
                    <a:cubicBezTo>
                      <a:pt x="469" y="36"/>
                      <a:pt x="407" y="0"/>
                      <a:pt x="316" y="0"/>
                    </a:cubicBezTo>
                    <a:cubicBezTo>
                      <a:pt x="139" y="0"/>
                      <a:pt x="3" y="146"/>
                      <a:pt x="3" y="337"/>
                    </a:cubicBezTo>
                    <a:cubicBezTo>
                      <a:pt x="0" y="534"/>
                      <a:pt x="136" y="681"/>
                      <a:pt x="314" y="681"/>
                    </a:cubicBezTo>
                    <a:close/>
                    <a:moveTo>
                      <a:pt x="347" y="163"/>
                    </a:moveTo>
                    <a:cubicBezTo>
                      <a:pt x="446" y="163"/>
                      <a:pt x="514" y="239"/>
                      <a:pt x="514" y="340"/>
                    </a:cubicBezTo>
                    <a:cubicBezTo>
                      <a:pt x="514" y="442"/>
                      <a:pt x="446" y="517"/>
                      <a:pt x="347" y="517"/>
                    </a:cubicBezTo>
                    <a:cubicBezTo>
                      <a:pt x="246" y="517"/>
                      <a:pt x="181" y="439"/>
                      <a:pt x="181" y="340"/>
                    </a:cubicBezTo>
                    <a:cubicBezTo>
                      <a:pt x="181" y="242"/>
                      <a:pt x="246" y="163"/>
                      <a:pt x="347" y="163"/>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2" name="Freeform 3">
                <a:extLst>
                  <a:ext uri="{FF2B5EF4-FFF2-40B4-BE49-F238E27FC236}">
                    <a16:creationId xmlns:a16="http://schemas.microsoft.com/office/drawing/2014/main" id="{8BF61DD9-4FF0-80ED-F5F3-D92714BDDF39}"/>
                  </a:ext>
                </a:extLst>
              </p:cNvPr>
              <p:cNvSpPr>
                <a:spLocks noChangeArrowheads="1"/>
              </p:cNvSpPr>
              <p:nvPr/>
            </p:nvSpPr>
            <p:spPr bwMode="auto">
              <a:xfrm>
                <a:off x="4087813" y="2354263"/>
                <a:ext cx="65087" cy="325437"/>
              </a:xfrm>
              <a:custGeom>
                <a:avLst/>
                <a:gdLst>
                  <a:gd name="T0" fmla="*/ 70 w 179"/>
                  <a:gd name="T1" fmla="*/ 902 h 903"/>
                  <a:gd name="T2" fmla="*/ 175 w 179"/>
                  <a:gd name="T3" fmla="*/ 902 h 903"/>
                  <a:gd name="T4" fmla="*/ 178 w 179"/>
                  <a:gd name="T5" fmla="*/ 0 h 903"/>
                  <a:gd name="T6" fmla="*/ 3 w 179"/>
                  <a:gd name="T7" fmla="*/ 0 h 903"/>
                  <a:gd name="T8" fmla="*/ 0 w 179"/>
                  <a:gd name="T9" fmla="*/ 831 h 903"/>
                  <a:gd name="T10" fmla="*/ 70 w 179"/>
                  <a:gd name="T11" fmla="*/ 902 h 903"/>
                </a:gdLst>
                <a:ahLst/>
                <a:cxnLst>
                  <a:cxn ang="0">
                    <a:pos x="T0" y="T1"/>
                  </a:cxn>
                  <a:cxn ang="0">
                    <a:pos x="T2" y="T3"/>
                  </a:cxn>
                  <a:cxn ang="0">
                    <a:pos x="T4" y="T5"/>
                  </a:cxn>
                  <a:cxn ang="0">
                    <a:pos x="T6" y="T7"/>
                  </a:cxn>
                  <a:cxn ang="0">
                    <a:pos x="T8" y="T9"/>
                  </a:cxn>
                  <a:cxn ang="0">
                    <a:pos x="T10" y="T11"/>
                  </a:cxn>
                </a:cxnLst>
                <a:rect l="0" t="0" r="r" b="b"/>
                <a:pathLst>
                  <a:path w="179" h="903">
                    <a:moveTo>
                      <a:pt x="70" y="902"/>
                    </a:moveTo>
                    <a:lnTo>
                      <a:pt x="175" y="902"/>
                    </a:lnTo>
                    <a:lnTo>
                      <a:pt x="178" y="0"/>
                    </a:lnTo>
                    <a:lnTo>
                      <a:pt x="3" y="0"/>
                    </a:lnTo>
                    <a:lnTo>
                      <a:pt x="0" y="831"/>
                    </a:lnTo>
                    <a:cubicBezTo>
                      <a:pt x="0" y="871"/>
                      <a:pt x="34" y="902"/>
                      <a:pt x="70" y="902"/>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3" name="Freeform 4">
                <a:extLst>
                  <a:ext uri="{FF2B5EF4-FFF2-40B4-BE49-F238E27FC236}">
                    <a16:creationId xmlns:a16="http://schemas.microsoft.com/office/drawing/2014/main" id="{53D8155D-E488-0A99-E072-DCF9FE24A1FE}"/>
                  </a:ext>
                </a:extLst>
              </p:cNvPr>
              <p:cNvSpPr>
                <a:spLocks noChangeArrowheads="1"/>
              </p:cNvSpPr>
              <p:nvPr/>
            </p:nvSpPr>
            <p:spPr bwMode="auto">
              <a:xfrm>
                <a:off x="4160838" y="2439988"/>
                <a:ext cx="254000" cy="244475"/>
              </a:xfrm>
              <a:custGeom>
                <a:avLst/>
                <a:gdLst>
                  <a:gd name="T0" fmla="*/ 350 w 704"/>
                  <a:gd name="T1" fmla="*/ 679 h 680"/>
                  <a:gd name="T2" fmla="*/ 703 w 704"/>
                  <a:gd name="T3" fmla="*/ 340 h 680"/>
                  <a:gd name="T4" fmla="*/ 353 w 704"/>
                  <a:gd name="T5" fmla="*/ 0 h 680"/>
                  <a:gd name="T6" fmla="*/ 3 w 704"/>
                  <a:gd name="T7" fmla="*/ 338 h 680"/>
                  <a:gd name="T8" fmla="*/ 350 w 704"/>
                  <a:gd name="T9" fmla="*/ 679 h 680"/>
                  <a:gd name="T10" fmla="*/ 350 w 704"/>
                  <a:gd name="T11" fmla="*/ 161 h 680"/>
                  <a:gd name="T12" fmla="*/ 522 w 704"/>
                  <a:gd name="T13" fmla="*/ 338 h 680"/>
                  <a:gd name="T14" fmla="*/ 350 w 704"/>
                  <a:gd name="T15" fmla="*/ 515 h 680"/>
                  <a:gd name="T16" fmla="*/ 178 w 704"/>
                  <a:gd name="T17" fmla="*/ 338 h 680"/>
                  <a:gd name="T18" fmla="*/ 350 w 704"/>
                  <a:gd name="T19" fmla="*/ 161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4" h="680">
                    <a:moveTo>
                      <a:pt x="350" y="679"/>
                    </a:moveTo>
                    <a:cubicBezTo>
                      <a:pt x="550" y="679"/>
                      <a:pt x="700" y="535"/>
                      <a:pt x="703" y="340"/>
                    </a:cubicBezTo>
                    <a:cubicBezTo>
                      <a:pt x="703" y="147"/>
                      <a:pt x="556" y="0"/>
                      <a:pt x="353" y="0"/>
                    </a:cubicBezTo>
                    <a:cubicBezTo>
                      <a:pt x="152" y="0"/>
                      <a:pt x="3" y="144"/>
                      <a:pt x="3" y="338"/>
                    </a:cubicBezTo>
                    <a:cubicBezTo>
                      <a:pt x="0" y="532"/>
                      <a:pt x="147" y="679"/>
                      <a:pt x="350" y="679"/>
                    </a:cubicBezTo>
                    <a:close/>
                    <a:moveTo>
                      <a:pt x="350" y="161"/>
                    </a:moveTo>
                    <a:cubicBezTo>
                      <a:pt x="449" y="161"/>
                      <a:pt x="522" y="234"/>
                      <a:pt x="522" y="338"/>
                    </a:cubicBezTo>
                    <a:cubicBezTo>
                      <a:pt x="522" y="443"/>
                      <a:pt x="449" y="515"/>
                      <a:pt x="350" y="515"/>
                    </a:cubicBezTo>
                    <a:cubicBezTo>
                      <a:pt x="251" y="515"/>
                      <a:pt x="178" y="442"/>
                      <a:pt x="178" y="338"/>
                    </a:cubicBezTo>
                    <a:cubicBezTo>
                      <a:pt x="178" y="234"/>
                      <a:pt x="251" y="161"/>
                      <a:pt x="350" y="161"/>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4" name="Freeform 5">
                <a:extLst>
                  <a:ext uri="{FF2B5EF4-FFF2-40B4-BE49-F238E27FC236}">
                    <a16:creationId xmlns:a16="http://schemas.microsoft.com/office/drawing/2014/main" id="{5836971A-FCBF-0797-6909-D53504A03C99}"/>
                  </a:ext>
                </a:extLst>
              </p:cNvPr>
              <p:cNvSpPr>
                <a:spLocks noChangeArrowheads="1"/>
              </p:cNvSpPr>
              <p:nvPr/>
            </p:nvSpPr>
            <p:spPr bwMode="auto">
              <a:xfrm>
                <a:off x="4421188" y="2436813"/>
                <a:ext cx="379412" cy="242887"/>
              </a:xfrm>
              <a:custGeom>
                <a:avLst/>
                <a:gdLst>
                  <a:gd name="T0" fmla="*/ 71 w 1054"/>
                  <a:gd name="T1" fmla="*/ 673 h 674"/>
                  <a:gd name="T2" fmla="*/ 175 w 1054"/>
                  <a:gd name="T3" fmla="*/ 673 h 674"/>
                  <a:gd name="T4" fmla="*/ 175 w 1054"/>
                  <a:gd name="T5" fmla="*/ 317 h 674"/>
                  <a:gd name="T6" fmla="*/ 314 w 1054"/>
                  <a:gd name="T7" fmla="*/ 172 h 674"/>
                  <a:gd name="T8" fmla="*/ 441 w 1054"/>
                  <a:gd name="T9" fmla="*/ 315 h 674"/>
                  <a:gd name="T10" fmla="*/ 441 w 1054"/>
                  <a:gd name="T11" fmla="*/ 599 h 674"/>
                  <a:gd name="T12" fmla="*/ 511 w 1054"/>
                  <a:gd name="T13" fmla="*/ 670 h 674"/>
                  <a:gd name="T14" fmla="*/ 616 w 1054"/>
                  <a:gd name="T15" fmla="*/ 670 h 674"/>
                  <a:gd name="T16" fmla="*/ 616 w 1054"/>
                  <a:gd name="T17" fmla="*/ 315 h 674"/>
                  <a:gd name="T18" fmla="*/ 754 w 1054"/>
                  <a:gd name="T19" fmla="*/ 169 h 674"/>
                  <a:gd name="T20" fmla="*/ 881 w 1054"/>
                  <a:gd name="T21" fmla="*/ 312 h 674"/>
                  <a:gd name="T22" fmla="*/ 881 w 1054"/>
                  <a:gd name="T23" fmla="*/ 597 h 674"/>
                  <a:gd name="T24" fmla="*/ 951 w 1054"/>
                  <a:gd name="T25" fmla="*/ 667 h 674"/>
                  <a:gd name="T26" fmla="*/ 1053 w 1054"/>
                  <a:gd name="T27" fmla="*/ 667 h 674"/>
                  <a:gd name="T28" fmla="*/ 1053 w 1054"/>
                  <a:gd name="T29" fmla="*/ 256 h 674"/>
                  <a:gd name="T30" fmla="*/ 799 w 1054"/>
                  <a:gd name="T31" fmla="*/ 3 h 674"/>
                  <a:gd name="T32" fmla="*/ 579 w 1054"/>
                  <a:gd name="T33" fmla="*/ 113 h 674"/>
                  <a:gd name="T34" fmla="*/ 364 w 1054"/>
                  <a:gd name="T35" fmla="*/ 0 h 674"/>
                  <a:gd name="T36" fmla="*/ 172 w 1054"/>
                  <a:gd name="T37" fmla="*/ 93 h 674"/>
                  <a:gd name="T38" fmla="*/ 172 w 1054"/>
                  <a:gd name="T39" fmla="*/ 17 h 674"/>
                  <a:gd name="T40" fmla="*/ 3 w 1054"/>
                  <a:gd name="T41" fmla="*/ 17 h 674"/>
                  <a:gd name="T42" fmla="*/ 0 w 1054"/>
                  <a:gd name="T43" fmla="*/ 591 h 674"/>
                  <a:gd name="T44" fmla="*/ 71 w 1054"/>
                  <a:gd name="T45" fmla="*/ 673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4" h="674">
                    <a:moveTo>
                      <a:pt x="71" y="673"/>
                    </a:moveTo>
                    <a:lnTo>
                      <a:pt x="175" y="673"/>
                    </a:lnTo>
                    <a:lnTo>
                      <a:pt x="175" y="317"/>
                    </a:lnTo>
                    <a:cubicBezTo>
                      <a:pt x="175" y="220"/>
                      <a:pt x="237" y="172"/>
                      <a:pt x="314" y="172"/>
                    </a:cubicBezTo>
                    <a:cubicBezTo>
                      <a:pt x="393" y="172"/>
                      <a:pt x="441" y="223"/>
                      <a:pt x="441" y="315"/>
                    </a:cubicBezTo>
                    <a:lnTo>
                      <a:pt x="441" y="599"/>
                    </a:lnTo>
                    <a:cubicBezTo>
                      <a:pt x="441" y="639"/>
                      <a:pt x="472" y="670"/>
                      <a:pt x="511" y="670"/>
                    </a:cubicBezTo>
                    <a:lnTo>
                      <a:pt x="616" y="670"/>
                    </a:lnTo>
                    <a:lnTo>
                      <a:pt x="616" y="315"/>
                    </a:lnTo>
                    <a:cubicBezTo>
                      <a:pt x="616" y="217"/>
                      <a:pt x="678" y="169"/>
                      <a:pt x="754" y="169"/>
                    </a:cubicBezTo>
                    <a:cubicBezTo>
                      <a:pt x="833" y="169"/>
                      <a:pt x="881" y="220"/>
                      <a:pt x="881" y="312"/>
                    </a:cubicBezTo>
                    <a:lnTo>
                      <a:pt x="881" y="597"/>
                    </a:lnTo>
                    <a:cubicBezTo>
                      <a:pt x="881" y="636"/>
                      <a:pt x="912" y="667"/>
                      <a:pt x="951" y="667"/>
                    </a:cubicBezTo>
                    <a:lnTo>
                      <a:pt x="1053" y="667"/>
                    </a:lnTo>
                    <a:lnTo>
                      <a:pt x="1053" y="256"/>
                    </a:lnTo>
                    <a:cubicBezTo>
                      <a:pt x="1053" y="107"/>
                      <a:pt x="951" y="3"/>
                      <a:pt x="799" y="3"/>
                    </a:cubicBezTo>
                    <a:cubicBezTo>
                      <a:pt x="714" y="3"/>
                      <a:pt x="630" y="31"/>
                      <a:pt x="579" y="113"/>
                    </a:cubicBezTo>
                    <a:cubicBezTo>
                      <a:pt x="537" y="45"/>
                      <a:pt x="460" y="3"/>
                      <a:pt x="364" y="0"/>
                    </a:cubicBezTo>
                    <a:cubicBezTo>
                      <a:pt x="291" y="0"/>
                      <a:pt x="220" y="25"/>
                      <a:pt x="172" y="93"/>
                    </a:cubicBezTo>
                    <a:lnTo>
                      <a:pt x="172" y="17"/>
                    </a:lnTo>
                    <a:lnTo>
                      <a:pt x="3" y="17"/>
                    </a:lnTo>
                    <a:lnTo>
                      <a:pt x="0" y="591"/>
                    </a:lnTo>
                    <a:cubicBezTo>
                      <a:pt x="0" y="642"/>
                      <a:pt x="31" y="673"/>
                      <a:pt x="71" y="673"/>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5" name="Freeform 6">
                <a:extLst>
                  <a:ext uri="{FF2B5EF4-FFF2-40B4-BE49-F238E27FC236}">
                    <a16:creationId xmlns:a16="http://schemas.microsoft.com/office/drawing/2014/main" id="{D4D478AD-5C27-8C41-23FF-A55C4FC1996E}"/>
                  </a:ext>
                </a:extLst>
              </p:cNvPr>
              <p:cNvSpPr>
                <a:spLocks noChangeArrowheads="1"/>
              </p:cNvSpPr>
              <p:nvPr/>
            </p:nvSpPr>
            <p:spPr bwMode="auto">
              <a:xfrm>
                <a:off x="3522663" y="2438400"/>
                <a:ext cx="223837" cy="247650"/>
              </a:xfrm>
              <a:custGeom>
                <a:avLst/>
                <a:gdLst>
                  <a:gd name="T0" fmla="*/ 290 w 622"/>
                  <a:gd name="T1" fmla="*/ 534 h 688"/>
                  <a:gd name="T2" fmla="*/ 62 w 622"/>
                  <a:gd name="T3" fmla="*/ 464 h 688"/>
                  <a:gd name="T4" fmla="*/ 0 w 622"/>
                  <a:gd name="T5" fmla="*/ 599 h 688"/>
                  <a:gd name="T6" fmla="*/ 288 w 622"/>
                  <a:gd name="T7" fmla="*/ 681 h 688"/>
                  <a:gd name="T8" fmla="*/ 618 w 622"/>
                  <a:gd name="T9" fmla="*/ 475 h 688"/>
                  <a:gd name="T10" fmla="*/ 375 w 622"/>
                  <a:gd name="T11" fmla="*/ 270 h 688"/>
                  <a:gd name="T12" fmla="*/ 296 w 622"/>
                  <a:gd name="T13" fmla="*/ 259 h 688"/>
                  <a:gd name="T14" fmla="*/ 200 w 622"/>
                  <a:gd name="T15" fmla="*/ 203 h 688"/>
                  <a:gd name="T16" fmla="*/ 299 w 622"/>
                  <a:gd name="T17" fmla="*/ 146 h 688"/>
                  <a:gd name="T18" fmla="*/ 480 w 622"/>
                  <a:gd name="T19" fmla="*/ 186 h 688"/>
                  <a:gd name="T20" fmla="*/ 570 w 622"/>
                  <a:gd name="T21" fmla="*/ 149 h 688"/>
                  <a:gd name="T22" fmla="*/ 601 w 622"/>
                  <a:gd name="T23" fmla="*/ 78 h 688"/>
                  <a:gd name="T24" fmla="*/ 302 w 622"/>
                  <a:gd name="T25" fmla="*/ 2 h 688"/>
                  <a:gd name="T26" fmla="*/ 20 w 622"/>
                  <a:gd name="T27" fmla="*/ 203 h 688"/>
                  <a:gd name="T28" fmla="*/ 254 w 622"/>
                  <a:gd name="T29" fmla="*/ 407 h 688"/>
                  <a:gd name="T30" fmla="*/ 293 w 622"/>
                  <a:gd name="T31" fmla="*/ 413 h 688"/>
                  <a:gd name="T32" fmla="*/ 440 w 622"/>
                  <a:gd name="T33" fmla="*/ 475 h 688"/>
                  <a:gd name="T34" fmla="*/ 290 w 622"/>
                  <a:gd name="T35" fmla="*/ 534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688">
                    <a:moveTo>
                      <a:pt x="290" y="534"/>
                    </a:moveTo>
                    <a:cubicBezTo>
                      <a:pt x="192" y="532"/>
                      <a:pt x="104" y="486"/>
                      <a:pt x="62" y="464"/>
                    </a:cubicBezTo>
                    <a:lnTo>
                      <a:pt x="0" y="599"/>
                    </a:lnTo>
                    <a:cubicBezTo>
                      <a:pt x="90" y="653"/>
                      <a:pt x="197" y="678"/>
                      <a:pt x="288" y="681"/>
                    </a:cubicBezTo>
                    <a:cubicBezTo>
                      <a:pt x="505" y="687"/>
                      <a:pt x="615" y="611"/>
                      <a:pt x="618" y="475"/>
                    </a:cubicBezTo>
                    <a:cubicBezTo>
                      <a:pt x="621" y="354"/>
                      <a:pt x="516" y="286"/>
                      <a:pt x="375" y="270"/>
                    </a:cubicBezTo>
                    <a:lnTo>
                      <a:pt x="296" y="259"/>
                    </a:lnTo>
                    <a:cubicBezTo>
                      <a:pt x="237" y="248"/>
                      <a:pt x="200" y="239"/>
                      <a:pt x="200" y="203"/>
                    </a:cubicBezTo>
                    <a:cubicBezTo>
                      <a:pt x="200" y="166"/>
                      <a:pt x="231" y="143"/>
                      <a:pt x="299" y="146"/>
                    </a:cubicBezTo>
                    <a:cubicBezTo>
                      <a:pt x="364" y="146"/>
                      <a:pt x="429" y="166"/>
                      <a:pt x="480" y="186"/>
                    </a:cubicBezTo>
                    <a:cubicBezTo>
                      <a:pt x="513" y="200"/>
                      <a:pt x="553" y="183"/>
                      <a:pt x="570" y="149"/>
                    </a:cubicBezTo>
                    <a:lnTo>
                      <a:pt x="601" y="78"/>
                    </a:lnTo>
                    <a:cubicBezTo>
                      <a:pt x="516" y="33"/>
                      <a:pt x="417" y="5"/>
                      <a:pt x="302" y="2"/>
                    </a:cubicBezTo>
                    <a:cubicBezTo>
                      <a:pt x="149" y="0"/>
                      <a:pt x="22" y="70"/>
                      <a:pt x="20" y="203"/>
                    </a:cubicBezTo>
                    <a:cubicBezTo>
                      <a:pt x="17" y="306"/>
                      <a:pt x="65" y="379"/>
                      <a:pt x="254" y="407"/>
                    </a:cubicBezTo>
                    <a:lnTo>
                      <a:pt x="293" y="413"/>
                    </a:lnTo>
                    <a:cubicBezTo>
                      <a:pt x="378" y="424"/>
                      <a:pt x="440" y="430"/>
                      <a:pt x="440" y="475"/>
                    </a:cubicBezTo>
                    <a:cubicBezTo>
                      <a:pt x="437" y="520"/>
                      <a:pt x="386" y="537"/>
                      <a:pt x="290" y="534"/>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56" name="Freeform 7">
              <a:extLst>
                <a:ext uri="{FF2B5EF4-FFF2-40B4-BE49-F238E27FC236}">
                  <a16:creationId xmlns:a16="http://schemas.microsoft.com/office/drawing/2014/main" id="{66E90F8F-3FE6-6DA5-97EF-06C5C93B5CA6}"/>
                </a:ext>
              </a:extLst>
            </p:cNvPr>
            <p:cNvSpPr>
              <a:spLocks noChangeArrowheads="1"/>
            </p:cNvSpPr>
            <p:nvPr/>
          </p:nvSpPr>
          <p:spPr bwMode="auto">
            <a:xfrm>
              <a:off x="5159375" y="2286000"/>
              <a:ext cx="11113" cy="503238"/>
            </a:xfrm>
            <a:custGeom>
              <a:avLst/>
              <a:gdLst>
                <a:gd name="T0" fmla="*/ 14 w 29"/>
                <a:gd name="T1" fmla="*/ 1398 h 1399"/>
                <a:gd name="T2" fmla="*/ 0 w 29"/>
                <a:gd name="T3" fmla="*/ 1398 h 1399"/>
                <a:gd name="T4" fmla="*/ 0 w 29"/>
                <a:gd name="T5" fmla="*/ 0 h 1399"/>
                <a:gd name="T6" fmla="*/ 28 w 29"/>
                <a:gd name="T7" fmla="*/ 0 h 1399"/>
                <a:gd name="T8" fmla="*/ 28 w 29"/>
                <a:gd name="T9" fmla="*/ 1398 h 1399"/>
                <a:gd name="T10" fmla="*/ 14 w 29"/>
                <a:gd name="T11" fmla="*/ 1398 h 1399"/>
              </a:gdLst>
              <a:ahLst/>
              <a:cxnLst>
                <a:cxn ang="0">
                  <a:pos x="T0" y="T1"/>
                </a:cxn>
                <a:cxn ang="0">
                  <a:pos x="T2" y="T3"/>
                </a:cxn>
                <a:cxn ang="0">
                  <a:pos x="T4" y="T5"/>
                </a:cxn>
                <a:cxn ang="0">
                  <a:pos x="T6" y="T7"/>
                </a:cxn>
                <a:cxn ang="0">
                  <a:pos x="T8" y="T9"/>
                </a:cxn>
                <a:cxn ang="0">
                  <a:pos x="T10" y="T11"/>
                </a:cxn>
              </a:cxnLst>
              <a:rect l="0" t="0" r="r" b="b"/>
              <a:pathLst>
                <a:path w="29" h="1399">
                  <a:moveTo>
                    <a:pt x="14" y="1398"/>
                  </a:moveTo>
                  <a:lnTo>
                    <a:pt x="0" y="1398"/>
                  </a:lnTo>
                  <a:lnTo>
                    <a:pt x="0" y="0"/>
                  </a:lnTo>
                  <a:lnTo>
                    <a:pt x="28" y="0"/>
                  </a:lnTo>
                  <a:lnTo>
                    <a:pt x="28" y="1398"/>
                  </a:lnTo>
                  <a:lnTo>
                    <a:pt x="14" y="1398"/>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57" name="Group 256">
              <a:extLst>
                <a:ext uri="{FF2B5EF4-FFF2-40B4-BE49-F238E27FC236}">
                  <a16:creationId xmlns:a16="http://schemas.microsoft.com/office/drawing/2014/main" id="{CDC3F005-A3C7-B1BB-FED3-2D17D4AE788A}"/>
                </a:ext>
              </a:extLst>
            </p:cNvPr>
            <p:cNvGrpSpPr/>
            <p:nvPr/>
          </p:nvGrpSpPr>
          <p:grpSpPr>
            <a:xfrm>
              <a:off x="5537200" y="2390775"/>
              <a:ext cx="1868488" cy="290513"/>
              <a:chOff x="5537200" y="2390775"/>
              <a:chExt cx="1868488" cy="290513"/>
            </a:xfrm>
          </p:grpSpPr>
          <p:sp>
            <p:nvSpPr>
              <p:cNvPr id="258" name="Freeform 8">
                <a:extLst>
                  <a:ext uri="{FF2B5EF4-FFF2-40B4-BE49-F238E27FC236}">
                    <a16:creationId xmlns:a16="http://schemas.microsoft.com/office/drawing/2014/main" id="{64B73FB8-0081-27B0-2208-8578119A4977}"/>
                  </a:ext>
                </a:extLst>
              </p:cNvPr>
              <p:cNvSpPr>
                <a:spLocks noChangeArrowheads="1"/>
              </p:cNvSpPr>
              <p:nvPr/>
            </p:nvSpPr>
            <p:spPr bwMode="auto">
              <a:xfrm>
                <a:off x="7283450" y="2465388"/>
                <a:ext cx="122238" cy="192087"/>
              </a:xfrm>
              <a:custGeom>
                <a:avLst/>
                <a:gdLst>
                  <a:gd name="T0" fmla="*/ 330 w 339"/>
                  <a:gd name="T1" fmla="*/ 371 h 533"/>
                  <a:gd name="T2" fmla="*/ 287 w 339"/>
                  <a:gd name="T3" fmla="*/ 453 h 533"/>
                  <a:gd name="T4" fmla="*/ 0 w 339"/>
                  <a:gd name="T5" fmla="*/ 396 h 533"/>
                  <a:gd name="T6" fmla="*/ 0 w 339"/>
                  <a:gd name="T7" fmla="*/ 388 h 533"/>
                  <a:gd name="T8" fmla="*/ 73 w 339"/>
                  <a:gd name="T9" fmla="*/ 348 h 533"/>
                  <a:gd name="T10" fmla="*/ 84 w 339"/>
                  <a:gd name="T11" fmla="*/ 365 h 533"/>
                  <a:gd name="T12" fmla="*/ 194 w 339"/>
                  <a:gd name="T13" fmla="*/ 413 h 533"/>
                  <a:gd name="T14" fmla="*/ 240 w 339"/>
                  <a:gd name="T15" fmla="*/ 368 h 533"/>
                  <a:gd name="T16" fmla="*/ 206 w 339"/>
                  <a:gd name="T17" fmla="*/ 315 h 533"/>
                  <a:gd name="T18" fmla="*/ 129 w 339"/>
                  <a:gd name="T19" fmla="*/ 286 h 533"/>
                  <a:gd name="T20" fmla="*/ 87 w 339"/>
                  <a:gd name="T21" fmla="*/ 269 h 533"/>
                  <a:gd name="T22" fmla="*/ 17 w 339"/>
                  <a:gd name="T23" fmla="*/ 163 h 533"/>
                  <a:gd name="T24" fmla="*/ 81 w 339"/>
                  <a:gd name="T25" fmla="*/ 48 h 533"/>
                  <a:gd name="T26" fmla="*/ 321 w 339"/>
                  <a:gd name="T27" fmla="*/ 104 h 533"/>
                  <a:gd name="T28" fmla="*/ 330 w 339"/>
                  <a:gd name="T29" fmla="*/ 118 h 533"/>
                  <a:gd name="T30" fmla="*/ 256 w 339"/>
                  <a:gd name="T31" fmla="*/ 158 h 533"/>
                  <a:gd name="T32" fmla="*/ 223 w 339"/>
                  <a:gd name="T33" fmla="*/ 121 h 533"/>
                  <a:gd name="T34" fmla="*/ 138 w 339"/>
                  <a:gd name="T35" fmla="*/ 107 h 533"/>
                  <a:gd name="T36" fmla="*/ 127 w 339"/>
                  <a:gd name="T37" fmla="*/ 186 h 533"/>
                  <a:gd name="T38" fmla="*/ 172 w 339"/>
                  <a:gd name="T39" fmla="*/ 207 h 533"/>
                  <a:gd name="T40" fmla="*/ 223 w 339"/>
                  <a:gd name="T41" fmla="*/ 224 h 533"/>
                  <a:gd name="T42" fmla="*/ 338 w 339"/>
                  <a:gd name="T43" fmla="*/ 334 h 533"/>
                  <a:gd name="T44" fmla="*/ 330 w 339"/>
                  <a:gd name="T45" fmla="*/ 371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9" h="533">
                    <a:moveTo>
                      <a:pt x="330" y="371"/>
                    </a:moveTo>
                    <a:cubicBezTo>
                      <a:pt x="321" y="402"/>
                      <a:pt x="310" y="430"/>
                      <a:pt x="287" y="453"/>
                    </a:cubicBezTo>
                    <a:cubicBezTo>
                      <a:pt x="203" y="532"/>
                      <a:pt x="45" y="501"/>
                      <a:pt x="0" y="396"/>
                    </a:cubicBezTo>
                    <a:cubicBezTo>
                      <a:pt x="0" y="394"/>
                      <a:pt x="0" y="394"/>
                      <a:pt x="0" y="388"/>
                    </a:cubicBezTo>
                    <a:cubicBezTo>
                      <a:pt x="22" y="377"/>
                      <a:pt x="48" y="362"/>
                      <a:pt x="73" y="348"/>
                    </a:cubicBezTo>
                    <a:cubicBezTo>
                      <a:pt x="76" y="354"/>
                      <a:pt x="81" y="360"/>
                      <a:pt x="84" y="365"/>
                    </a:cubicBezTo>
                    <a:cubicBezTo>
                      <a:pt x="110" y="405"/>
                      <a:pt x="152" y="422"/>
                      <a:pt x="194" y="413"/>
                    </a:cubicBezTo>
                    <a:cubicBezTo>
                      <a:pt x="220" y="408"/>
                      <a:pt x="237" y="391"/>
                      <a:pt x="240" y="368"/>
                    </a:cubicBezTo>
                    <a:cubicBezTo>
                      <a:pt x="242" y="343"/>
                      <a:pt x="232" y="327"/>
                      <a:pt x="206" y="315"/>
                    </a:cubicBezTo>
                    <a:cubicBezTo>
                      <a:pt x="181" y="304"/>
                      <a:pt x="155" y="298"/>
                      <a:pt x="129" y="286"/>
                    </a:cubicBezTo>
                    <a:cubicBezTo>
                      <a:pt x="115" y="281"/>
                      <a:pt x="98" y="275"/>
                      <a:pt x="87" y="269"/>
                    </a:cubicBezTo>
                    <a:cubicBezTo>
                      <a:pt x="45" y="247"/>
                      <a:pt x="17" y="213"/>
                      <a:pt x="17" y="163"/>
                    </a:cubicBezTo>
                    <a:cubicBezTo>
                      <a:pt x="17" y="112"/>
                      <a:pt x="36" y="73"/>
                      <a:pt x="81" y="48"/>
                    </a:cubicBezTo>
                    <a:cubicBezTo>
                      <a:pt x="161" y="0"/>
                      <a:pt x="273" y="28"/>
                      <a:pt x="321" y="104"/>
                    </a:cubicBezTo>
                    <a:cubicBezTo>
                      <a:pt x="324" y="107"/>
                      <a:pt x="327" y="112"/>
                      <a:pt x="330" y="118"/>
                    </a:cubicBezTo>
                    <a:cubicBezTo>
                      <a:pt x="304" y="132"/>
                      <a:pt x="282" y="144"/>
                      <a:pt x="256" y="158"/>
                    </a:cubicBezTo>
                    <a:cubicBezTo>
                      <a:pt x="245" y="144"/>
                      <a:pt x="234" y="129"/>
                      <a:pt x="223" y="121"/>
                    </a:cubicBezTo>
                    <a:cubicBezTo>
                      <a:pt x="197" y="98"/>
                      <a:pt x="169" y="96"/>
                      <a:pt x="138" y="107"/>
                    </a:cubicBezTo>
                    <a:cubicBezTo>
                      <a:pt x="104" y="121"/>
                      <a:pt x="96" y="160"/>
                      <a:pt x="127" y="186"/>
                    </a:cubicBezTo>
                    <a:cubicBezTo>
                      <a:pt x="138" y="197"/>
                      <a:pt x="155" y="202"/>
                      <a:pt x="172" y="207"/>
                    </a:cubicBezTo>
                    <a:cubicBezTo>
                      <a:pt x="189" y="213"/>
                      <a:pt x="206" y="219"/>
                      <a:pt x="223" y="224"/>
                    </a:cubicBezTo>
                    <a:cubicBezTo>
                      <a:pt x="279" y="241"/>
                      <a:pt x="324" y="272"/>
                      <a:pt x="338" y="334"/>
                    </a:cubicBezTo>
                    <a:cubicBezTo>
                      <a:pt x="330" y="348"/>
                      <a:pt x="330" y="360"/>
                      <a:pt x="330" y="371"/>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9" name="Freeform 9">
                <a:extLst>
                  <a:ext uri="{FF2B5EF4-FFF2-40B4-BE49-F238E27FC236}">
                    <a16:creationId xmlns:a16="http://schemas.microsoft.com/office/drawing/2014/main" id="{839241B3-FB48-D3D2-944C-422630F93FEB}"/>
                  </a:ext>
                </a:extLst>
              </p:cNvPr>
              <p:cNvSpPr>
                <a:spLocks noChangeArrowheads="1"/>
              </p:cNvSpPr>
              <p:nvPr/>
            </p:nvSpPr>
            <p:spPr bwMode="auto">
              <a:xfrm>
                <a:off x="6594475" y="2408238"/>
                <a:ext cx="182563" cy="244475"/>
              </a:xfrm>
              <a:custGeom>
                <a:avLst/>
                <a:gdLst>
                  <a:gd name="T0" fmla="*/ 94 w 509"/>
                  <a:gd name="T1" fmla="*/ 645 h 677"/>
                  <a:gd name="T2" fmla="*/ 0 w 509"/>
                  <a:gd name="T3" fmla="*/ 645 h 677"/>
                  <a:gd name="T4" fmla="*/ 0 w 509"/>
                  <a:gd name="T5" fmla="*/ 0 h 677"/>
                  <a:gd name="T6" fmla="*/ 94 w 509"/>
                  <a:gd name="T7" fmla="*/ 0 h 677"/>
                  <a:gd name="T8" fmla="*/ 94 w 509"/>
                  <a:gd name="T9" fmla="*/ 220 h 677"/>
                  <a:gd name="T10" fmla="*/ 102 w 509"/>
                  <a:gd name="T11" fmla="*/ 254 h 677"/>
                  <a:gd name="T12" fmla="*/ 127 w 509"/>
                  <a:gd name="T13" fmla="*/ 237 h 677"/>
                  <a:gd name="T14" fmla="*/ 407 w 509"/>
                  <a:gd name="T15" fmla="*/ 245 h 677"/>
                  <a:gd name="T16" fmla="*/ 381 w 509"/>
                  <a:gd name="T17" fmla="*/ 617 h 677"/>
                  <a:gd name="T18" fmla="*/ 116 w 509"/>
                  <a:gd name="T19" fmla="*/ 600 h 677"/>
                  <a:gd name="T20" fmla="*/ 102 w 509"/>
                  <a:gd name="T21" fmla="*/ 594 h 677"/>
                  <a:gd name="T22" fmla="*/ 94 w 509"/>
                  <a:gd name="T23" fmla="*/ 611 h 677"/>
                  <a:gd name="T24" fmla="*/ 94 w 509"/>
                  <a:gd name="T25" fmla="*/ 645 h 677"/>
                  <a:gd name="T26" fmla="*/ 381 w 509"/>
                  <a:gd name="T27" fmla="*/ 419 h 677"/>
                  <a:gd name="T28" fmla="*/ 235 w 509"/>
                  <a:gd name="T29" fmla="*/ 271 h 677"/>
                  <a:gd name="T30" fmla="*/ 88 w 509"/>
                  <a:gd name="T31" fmla="*/ 419 h 677"/>
                  <a:gd name="T32" fmla="*/ 235 w 509"/>
                  <a:gd name="T33" fmla="*/ 571 h 677"/>
                  <a:gd name="T34" fmla="*/ 381 w 509"/>
                  <a:gd name="T35" fmla="*/ 419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9" h="677">
                    <a:moveTo>
                      <a:pt x="94" y="645"/>
                    </a:moveTo>
                    <a:cubicBezTo>
                      <a:pt x="62" y="645"/>
                      <a:pt x="31" y="645"/>
                      <a:pt x="0" y="645"/>
                    </a:cubicBezTo>
                    <a:cubicBezTo>
                      <a:pt x="0" y="430"/>
                      <a:pt x="0" y="217"/>
                      <a:pt x="0" y="0"/>
                    </a:cubicBezTo>
                    <a:cubicBezTo>
                      <a:pt x="31" y="0"/>
                      <a:pt x="62" y="0"/>
                      <a:pt x="94" y="0"/>
                    </a:cubicBezTo>
                    <a:cubicBezTo>
                      <a:pt x="94" y="73"/>
                      <a:pt x="94" y="147"/>
                      <a:pt x="94" y="220"/>
                    </a:cubicBezTo>
                    <a:cubicBezTo>
                      <a:pt x="94" y="231"/>
                      <a:pt x="99" y="242"/>
                      <a:pt x="102" y="254"/>
                    </a:cubicBezTo>
                    <a:cubicBezTo>
                      <a:pt x="110" y="248"/>
                      <a:pt x="119" y="242"/>
                      <a:pt x="127" y="237"/>
                    </a:cubicBezTo>
                    <a:cubicBezTo>
                      <a:pt x="204" y="166"/>
                      <a:pt x="328" y="169"/>
                      <a:pt x="407" y="245"/>
                    </a:cubicBezTo>
                    <a:cubicBezTo>
                      <a:pt x="508" y="344"/>
                      <a:pt x="497" y="532"/>
                      <a:pt x="381" y="617"/>
                    </a:cubicBezTo>
                    <a:cubicBezTo>
                      <a:pt x="300" y="676"/>
                      <a:pt x="178" y="667"/>
                      <a:pt x="116" y="600"/>
                    </a:cubicBezTo>
                    <a:cubicBezTo>
                      <a:pt x="113" y="597"/>
                      <a:pt x="105" y="591"/>
                      <a:pt x="102" y="594"/>
                    </a:cubicBezTo>
                    <a:cubicBezTo>
                      <a:pt x="96" y="597"/>
                      <a:pt x="94" y="605"/>
                      <a:pt x="94" y="611"/>
                    </a:cubicBezTo>
                    <a:cubicBezTo>
                      <a:pt x="94" y="619"/>
                      <a:pt x="94" y="631"/>
                      <a:pt x="94" y="645"/>
                    </a:cubicBezTo>
                    <a:close/>
                    <a:moveTo>
                      <a:pt x="381" y="419"/>
                    </a:moveTo>
                    <a:cubicBezTo>
                      <a:pt x="381" y="336"/>
                      <a:pt x="317" y="271"/>
                      <a:pt x="235" y="271"/>
                    </a:cubicBezTo>
                    <a:cubicBezTo>
                      <a:pt x="154" y="271"/>
                      <a:pt x="88" y="338"/>
                      <a:pt x="88" y="419"/>
                    </a:cubicBezTo>
                    <a:cubicBezTo>
                      <a:pt x="88" y="504"/>
                      <a:pt x="153" y="569"/>
                      <a:pt x="235" y="571"/>
                    </a:cubicBezTo>
                    <a:cubicBezTo>
                      <a:pt x="319" y="571"/>
                      <a:pt x="381" y="507"/>
                      <a:pt x="381" y="419"/>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0" name="Freeform 10">
                <a:extLst>
                  <a:ext uri="{FF2B5EF4-FFF2-40B4-BE49-F238E27FC236}">
                    <a16:creationId xmlns:a16="http://schemas.microsoft.com/office/drawing/2014/main" id="{FD1997CC-20D7-6B0D-2E4C-B048E84E3462}"/>
                  </a:ext>
                </a:extLst>
              </p:cNvPr>
              <p:cNvSpPr>
                <a:spLocks noChangeArrowheads="1"/>
              </p:cNvSpPr>
              <p:nvPr/>
            </p:nvSpPr>
            <p:spPr bwMode="auto">
              <a:xfrm>
                <a:off x="5883275" y="2408238"/>
                <a:ext cx="179388" cy="239712"/>
              </a:xfrm>
              <a:custGeom>
                <a:avLst/>
                <a:gdLst>
                  <a:gd name="T0" fmla="*/ 403 w 498"/>
                  <a:gd name="T1" fmla="*/ 0 h 668"/>
                  <a:gd name="T2" fmla="*/ 497 w 498"/>
                  <a:gd name="T3" fmla="*/ 0 h 668"/>
                  <a:gd name="T4" fmla="*/ 497 w 498"/>
                  <a:gd name="T5" fmla="*/ 642 h 668"/>
                  <a:gd name="T6" fmla="*/ 403 w 498"/>
                  <a:gd name="T7" fmla="*/ 642 h 668"/>
                  <a:gd name="T8" fmla="*/ 403 w 498"/>
                  <a:gd name="T9" fmla="*/ 602 h 668"/>
                  <a:gd name="T10" fmla="*/ 395 w 498"/>
                  <a:gd name="T11" fmla="*/ 588 h 668"/>
                  <a:gd name="T12" fmla="*/ 381 w 498"/>
                  <a:gd name="T13" fmla="*/ 594 h 668"/>
                  <a:gd name="T14" fmla="*/ 178 w 498"/>
                  <a:gd name="T15" fmla="*/ 645 h 668"/>
                  <a:gd name="T16" fmla="*/ 28 w 498"/>
                  <a:gd name="T17" fmla="*/ 484 h 668"/>
                  <a:gd name="T18" fmla="*/ 130 w 498"/>
                  <a:gd name="T19" fmla="*/ 214 h 668"/>
                  <a:gd name="T20" fmla="*/ 381 w 498"/>
                  <a:gd name="T21" fmla="*/ 240 h 668"/>
                  <a:gd name="T22" fmla="*/ 398 w 498"/>
                  <a:gd name="T23" fmla="*/ 245 h 668"/>
                  <a:gd name="T24" fmla="*/ 403 w 498"/>
                  <a:gd name="T25" fmla="*/ 226 h 668"/>
                  <a:gd name="T26" fmla="*/ 403 w 498"/>
                  <a:gd name="T27" fmla="*/ 17 h 668"/>
                  <a:gd name="T28" fmla="*/ 403 w 498"/>
                  <a:gd name="T29" fmla="*/ 0 h 668"/>
                  <a:gd name="T30" fmla="*/ 409 w 498"/>
                  <a:gd name="T31" fmla="*/ 422 h 668"/>
                  <a:gd name="T32" fmla="*/ 265 w 498"/>
                  <a:gd name="T33" fmla="*/ 271 h 668"/>
                  <a:gd name="T34" fmla="*/ 118 w 498"/>
                  <a:gd name="T35" fmla="*/ 419 h 668"/>
                  <a:gd name="T36" fmla="*/ 265 w 498"/>
                  <a:gd name="T37" fmla="*/ 571 h 668"/>
                  <a:gd name="T38" fmla="*/ 409 w 498"/>
                  <a:gd name="T39" fmla="*/ 422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8" h="668">
                    <a:moveTo>
                      <a:pt x="403" y="0"/>
                    </a:moveTo>
                    <a:cubicBezTo>
                      <a:pt x="434" y="0"/>
                      <a:pt x="466" y="0"/>
                      <a:pt x="497" y="0"/>
                    </a:cubicBezTo>
                    <a:cubicBezTo>
                      <a:pt x="497" y="214"/>
                      <a:pt x="497" y="428"/>
                      <a:pt x="497" y="642"/>
                    </a:cubicBezTo>
                    <a:cubicBezTo>
                      <a:pt x="466" y="642"/>
                      <a:pt x="437" y="642"/>
                      <a:pt x="403" y="642"/>
                    </a:cubicBezTo>
                    <a:cubicBezTo>
                      <a:pt x="403" y="631"/>
                      <a:pt x="403" y="617"/>
                      <a:pt x="403" y="602"/>
                    </a:cubicBezTo>
                    <a:cubicBezTo>
                      <a:pt x="403" y="597"/>
                      <a:pt x="401" y="588"/>
                      <a:pt x="395" y="588"/>
                    </a:cubicBezTo>
                    <a:cubicBezTo>
                      <a:pt x="392" y="586"/>
                      <a:pt x="384" y="591"/>
                      <a:pt x="381" y="594"/>
                    </a:cubicBezTo>
                    <a:cubicBezTo>
                      <a:pt x="324" y="653"/>
                      <a:pt x="254" y="667"/>
                      <a:pt x="178" y="645"/>
                    </a:cubicBezTo>
                    <a:cubicBezTo>
                      <a:pt x="96" y="622"/>
                      <a:pt x="48" y="563"/>
                      <a:pt x="28" y="484"/>
                    </a:cubicBezTo>
                    <a:cubicBezTo>
                      <a:pt x="0" y="377"/>
                      <a:pt x="42" y="268"/>
                      <a:pt x="130" y="214"/>
                    </a:cubicBezTo>
                    <a:cubicBezTo>
                      <a:pt x="212" y="163"/>
                      <a:pt x="313" y="175"/>
                      <a:pt x="381" y="240"/>
                    </a:cubicBezTo>
                    <a:cubicBezTo>
                      <a:pt x="384" y="242"/>
                      <a:pt x="392" y="245"/>
                      <a:pt x="398" y="245"/>
                    </a:cubicBezTo>
                    <a:cubicBezTo>
                      <a:pt x="401" y="240"/>
                      <a:pt x="403" y="231"/>
                      <a:pt x="403" y="226"/>
                    </a:cubicBezTo>
                    <a:cubicBezTo>
                      <a:pt x="403" y="155"/>
                      <a:pt x="403" y="85"/>
                      <a:pt x="403" y="17"/>
                    </a:cubicBezTo>
                    <a:cubicBezTo>
                      <a:pt x="403" y="14"/>
                      <a:pt x="403" y="8"/>
                      <a:pt x="403" y="0"/>
                    </a:cubicBezTo>
                    <a:close/>
                    <a:moveTo>
                      <a:pt x="409" y="422"/>
                    </a:moveTo>
                    <a:cubicBezTo>
                      <a:pt x="409" y="338"/>
                      <a:pt x="347" y="273"/>
                      <a:pt x="265" y="271"/>
                    </a:cubicBezTo>
                    <a:cubicBezTo>
                      <a:pt x="183" y="271"/>
                      <a:pt x="118" y="335"/>
                      <a:pt x="118" y="419"/>
                    </a:cubicBezTo>
                    <a:cubicBezTo>
                      <a:pt x="118" y="504"/>
                      <a:pt x="183" y="571"/>
                      <a:pt x="265" y="571"/>
                    </a:cubicBezTo>
                    <a:cubicBezTo>
                      <a:pt x="344" y="571"/>
                      <a:pt x="409" y="507"/>
                      <a:pt x="409" y="422"/>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1" name="Freeform 11">
                <a:extLst>
                  <a:ext uri="{FF2B5EF4-FFF2-40B4-BE49-F238E27FC236}">
                    <a16:creationId xmlns:a16="http://schemas.microsoft.com/office/drawing/2014/main" id="{E9BAF580-082E-9E62-B5A2-E2460DA78579}"/>
                  </a:ext>
                </a:extLst>
              </p:cNvPr>
              <p:cNvSpPr>
                <a:spLocks noChangeArrowheads="1"/>
              </p:cNvSpPr>
              <p:nvPr/>
            </p:nvSpPr>
            <p:spPr bwMode="auto">
              <a:xfrm>
                <a:off x="5537200" y="2390775"/>
                <a:ext cx="271463" cy="290513"/>
              </a:xfrm>
              <a:custGeom>
                <a:avLst/>
                <a:gdLst>
                  <a:gd name="T0" fmla="*/ 45 w 754"/>
                  <a:gd name="T1" fmla="*/ 223 h 807"/>
                  <a:gd name="T2" fmla="*/ 158 w 754"/>
                  <a:gd name="T3" fmla="*/ 285 h 807"/>
                  <a:gd name="T4" fmla="*/ 361 w 754"/>
                  <a:gd name="T5" fmla="*/ 400 h 807"/>
                  <a:gd name="T6" fmla="*/ 392 w 754"/>
                  <a:gd name="T7" fmla="*/ 400 h 807"/>
                  <a:gd name="T8" fmla="*/ 722 w 754"/>
                  <a:gd name="T9" fmla="*/ 214 h 807"/>
                  <a:gd name="T10" fmla="*/ 753 w 754"/>
                  <a:gd name="T11" fmla="*/ 234 h 807"/>
                  <a:gd name="T12" fmla="*/ 753 w 754"/>
                  <a:gd name="T13" fmla="*/ 341 h 807"/>
                  <a:gd name="T14" fmla="*/ 742 w 754"/>
                  <a:gd name="T15" fmla="*/ 364 h 807"/>
                  <a:gd name="T16" fmla="*/ 392 w 754"/>
                  <a:gd name="T17" fmla="*/ 560 h 807"/>
                  <a:gd name="T18" fmla="*/ 364 w 754"/>
                  <a:gd name="T19" fmla="*/ 557 h 807"/>
                  <a:gd name="T20" fmla="*/ 59 w 754"/>
                  <a:gd name="T21" fmla="*/ 389 h 807"/>
                  <a:gd name="T22" fmla="*/ 34 w 754"/>
                  <a:gd name="T23" fmla="*/ 375 h 807"/>
                  <a:gd name="T24" fmla="*/ 34 w 754"/>
                  <a:gd name="T25" fmla="*/ 456 h 807"/>
                  <a:gd name="T26" fmla="*/ 45 w 754"/>
                  <a:gd name="T27" fmla="*/ 467 h 807"/>
                  <a:gd name="T28" fmla="*/ 367 w 754"/>
                  <a:gd name="T29" fmla="*/ 648 h 807"/>
                  <a:gd name="T30" fmla="*/ 392 w 754"/>
                  <a:gd name="T31" fmla="*/ 645 h 807"/>
                  <a:gd name="T32" fmla="*/ 725 w 754"/>
                  <a:gd name="T33" fmla="*/ 459 h 807"/>
                  <a:gd name="T34" fmla="*/ 753 w 754"/>
                  <a:gd name="T35" fmla="*/ 476 h 807"/>
                  <a:gd name="T36" fmla="*/ 753 w 754"/>
                  <a:gd name="T37" fmla="*/ 586 h 807"/>
                  <a:gd name="T38" fmla="*/ 742 w 754"/>
                  <a:gd name="T39" fmla="*/ 605 h 807"/>
                  <a:gd name="T40" fmla="*/ 389 w 754"/>
                  <a:gd name="T41" fmla="*/ 803 h 807"/>
                  <a:gd name="T42" fmla="*/ 367 w 754"/>
                  <a:gd name="T43" fmla="*/ 803 h 807"/>
                  <a:gd name="T44" fmla="*/ 14 w 754"/>
                  <a:gd name="T45" fmla="*/ 605 h 807"/>
                  <a:gd name="T46" fmla="*/ 5 w 754"/>
                  <a:gd name="T47" fmla="*/ 577 h 807"/>
                  <a:gd name="T48" fmla="*/ 28 w 754"/>
                  <a:gd name="T49" fmla="*/ 577 h 807"/>
                  <a:gd name="T50" fmla="*/ 361 w 754"/>
                  <a:gd name="T51" fmla="*/ 763 h 807"/>
                  <a:gd name="T52" fmla="*/ 395 w 754"/>
                  <a:gd name="T53" fmla="*/ 763 h 807"/>
                  <a:gd name="T54" fmla="*/ 708 w 754"/>
                  <a:gd name="T55" fmla="*/ 586 h 807"/>
                  <a:gd name="T56" fmla="*/ 722 w 754"/>
                  <a:gd name="T57" fmla="*/ 563 h 807"/>
                  <a:gd name="T58" fmla="*/ 722 w 754"/>
                  <a:gd name="T59" fmla="*/ 490 h 807"/>
                  <a:gd name="T60" fmla="*/ 700 w 754"/>
                  <a:gd name="T61" fmla="*/ 501 h 807"/>
                  <a:gd name="T62" fmla="*/ 392 w 754"/>
                  <a:gd name="T63" fmla="*/ 673 h 807"/>
                  <a:gd name="T64" fmla="*/ 361 w 754"/>
                  <a:gd name="T65" fmla="*/ 673 h 807"/>
                  <a:gd name="T66" fmla="*/ 17 w 754"/>
                  <a:gd name="T67" fmla="*/ 478 h 807"/>
                  <a:gd name="T68" fmla="*/ 3 w 754"/>
                  <a:gd name="T69" fmla="*/ 453 h 807"/>
                  <a:gd name="T70" fmla="*/ 3 w 754"/>
                  <a:gd name="T71" fmla="*/ 344 h 807"/>
                  <a:gd name="T72" fmla="*/ 31 w 754"/>
                  <a:gd name="T73" fmla="*/ 330 h 807"/>
                  <a:gd name="T74" fmla="*/ 364 w 754"/>
                  <a:gd name="T75" fmla="*/ 515 h 807"/>
                  <a:gd name="T76" fmla="*/ 398 w 754"/>
                  <a:gd name="T77" fmla="*/ 515 h 807"/>
                  <a:gd name="T78" fmla="*/ 708 w 754"/>
                  <a:gd name="T79" fmla="*/ 341 h 807"/>
                  <a:gd name="T80" fmla="*/ 725 w 754"/>
                  <a:gd name="T81" fmla="*/ 313 h 807"/>
                  <a:gd name="T82" fmla="*/ 725 w 754"/>
                  <a:gd name="T83" fmla="*/ 243 h 807"/>
                  <a:gd name="T84" fmla="*/ 705 w 754"/>
                  <a:gd name="T85" fmla="*/ 254 h 807"/>
                  <a:gd name="T86" fmla="*/ 398 w 754"/>
                  <a:gd name="T87" fmla="*/ 428 h 807"/>
                  <a:gd name="T88" fmla="*/ 367 w 754"/>
                  <a:gd name="T89" fmla="*/ 428 h 807"/>
                  <a:gd name="T90" fmla="*/ 20 w 754"/>
                  <a:gd name="T91" fmla="*/ 234 h 807"/>
                  <a:gd name="T92" fmla="*/ 5 w 754"/>
                  <a:gd name="T93" fmla="*/ 217 h 807"/>
                  <a:gd name="T94" fmla="*/ 20 w 754"/>
                  <a:gd name="T95" fmla="*/ 200 h 807"/>
                  <a:gd name="T96" fmla="*/ 361 w 754"/>
                  <a:gd name="T97" fmla="*/ 8 h 807"/>
                  <a:gd name="T98" fmla="*/ 403 w 754"/>
                  <a:gd name="T99" fmla="*/ 8 h 807"/>
                  <a:gd name="T100" fmla="*/ 652 w 754"/>
                  <a:gd name="T101" fmla="*/ 149 h 807"/>
                  <a:gd name="T102" fmla="*/ 666 w 754"/>
                  <a:gd name="T103" fmla="*/ 169 h 807"/>
                  <a:gd name="T104" fmla="*/ 635 w 754"/>
                  <a:gd name="T105" fmla="*/ 175 h 807"/>
                  <a:gd name="T106" fmla="*/ 398 w 754"/>
                  <a:gd name="T107" fmla="*/ 42 h 807"/>
                  <a:gd name="T108" fmla="*/ 364 w 754"/>
                  <a:gd name="T109" fmla="*/ 42 h 807"/>
                  <a:gd name="T110" fmla="*/ 68 w 754"/>
                  <a:gd name="T111" fmla="*/ 209 h 807"/>
                  <a:gd name="T112" fmla="*/ 45 w 754"/>
                  <a:gd name="T113" fmla="*/ 223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4" h="807">
                    <a:moveTo>
                      <a:pt x="45" y="223"/>
                    </a:moveTo>
                    <a:cubicBezTo>
                      <a:pt x="84" y="245"/>
                      <a:pt x="121" y="265"/>
                      <a:pt x="158" y="285"/>
                    </a:cubicBezTo>
                    <a:cubicBezTo>
                      <a:pt x="226" y="324"/>
                      <a:pt x="293" y="361"/>
                      <a:pt x="361" y="400"/>
                    </a:cubicBezTo>
                    <a:cubicBezTo>
                      <a:pt x="372" y="406"/>
                      <a:pt x="381" y="406"/>
                      <a:pt x="392" y="400"/>
                    </a:cubicBezTo>
                    <a:cubicBezTo>
                      <a:pt x="502" y="338"/>
                      <a:pt x="612" y="276"/>
                      <a:pt x="722" y="214"/>
                    </a:cubicBezTo>
                    <a:cubicBezTo>
                      <a:pt x="748" y="200"/>
                      <a:pt x="753" y="203"/>
                      <a:pt x="753" y="234"/>
                    </a:cubicBezTo>
                    <a:cubicBezTo>
                      <a:pt x="753" y="271"/>
                      <a:pt x="753" y="305"/>
                      <a:pt x="753" y="341"/>
                    </a:cubicBezTo>
                    <a:cubicBezTo>
                      <a:pt x="753" y="353"/>
                      <a:pt x="750" y="358"/>
                      <a:pt x="742" y="364"/>
                    </a:cubicBezTo>
                    <a:cubicBezTo>
                      <a:pt x="623" y="428"/>
                      <a:pt x="508" y="495"/>
                      <a:pt x="392" y="560"/>
                    </a:cubicBezTo>
                    <a:cubicBezTo>
                      <a:pt x="381" y="566"/>
                      <a:pt x="372" y="563"/>
                      <a:pt x="364" y="557"/>
                    </a:cubicBezTo>
                    <a:cubicBezTo>
                      <a:pt x="262" y="501"/>
                      <a:pt x="161" y="445"/>
                      <a:pt x="59" y="389"/>
                    </a:cubicBezTo>
                    <a:cubicBezTo>
                      <a:pt x="51" y="386"/>
                      <a:pt x="45" y="381"/>
                      <a:pt x="34" y="375"/>
                    </a:cubicBezTo>
                    <a:cubicBezTo>
                      <a:pt x="34" y="403"/>
                      <a:pt x="34" y="430"/>
                      <a:pt x="34" y="456"/>
                    </a:cubicBezTo>
                    <a:cubicBezTo>
                      <a:pt x="34" y="461"/>
                      <a:pt x="39" y="464"/>
                      <a:pt x="45" y="467"/>
                    </a:cubicBezTo>
                    <a:cubicBezTo>
                      <a:pt x="152" y="526"/>
                      <a:pt x="259" y="588"/>
                      <a:pt x="367" y="648"/>
                    </a:cubicBezTo>
                    <a:cubicBezTo>
                      <a:pt x="378" y="653"/>
                      <a:pt x="384" y="650"/>
                      <a:pt x="392" y="645"/>
                    </a:cubicBezTo>
                    <a:cubicBezTo>
                      <a:pt x="502" y="583"/>
                      <a:pt x="612" y="521"/>
                      <a:pt x="725" y="459"/>
                    </a:cubicBezTo>
                    <a:cubicBezTo>
                      <a:pt x="750" y="445"/>
                      <a:pt x="753" y="447"/>
                      <a:pt x="753" y="476"/>
                    </a:cubicBezTo>
                    <a:cubicBezTo>
                      <a:pt x="753" y="512"/>
                      <a:pt x="753" y="549"/>
                      <a:pt x="753" y="586"/>
                    </a:cubicBezTo>
                    <a:cubicBezTo>
                      <a:pt x="753" y="591"/>
                      <a:pt x="748" y="603"/>
                      <a:pt x="742" y="605"/>
                    </a:cubicBezTo>
                    <a:cubicBezTo>
                      <a:pt x="623" y="673"/>
                      <a:pt x="508" y="738"/>
                      <a:pt x="389" y="803"/>
                    </a:cubicBezTo>
                    <a:cubicBezTo>
                      <a:pt x="384" y="806"/>
                      <a:pt x="372" y="806"/>
                      <a:pt x="367" y="803"/>
                    </a:cubicBezTo>
                    <a:cubicBezTo>
                      <a:pt x="248" y="738"/>
                      <a:pt x="132" y="670"/>
                      <a:pt x="14" y="605"/>
                    </a:cubicBezTo>
                    <a:cubicBezTo>
                      <a:pt x="0" y="597"/>
                      <a:pt x="0" y="588"/>
                      <a:pt x="5" y="577"/>
                    </a:cubicBezTo>
                    <a:cubicBezTo>
                      <a:pt x="11" y="566"/>
                      <a:pt x="20" y="574"/>
                      <a:pt x="28" y="577"/>
                    </a:cubicBezTo>
                    <a:cubicBezTo>
                      <a:pt x="138" y="639"/>
                      <a:pt x="248" y="701"/>
                      <a:pt x="361" y="763"/>
                    </a:cubicBezTo>
                    <a:cubicBezTo>
                      <a:pt x="372" y="769"/>
                      <a:pt x="384" y="772"/>
                      <a:pt x="395" y="763"/>
                    </a:cubicBezTo>
                    <a:cubicBezTo>
                      <a:pt x="499" y="704"/>
                      <a:pt x="604" y="645"/>
                      <a:pt x="708" y="586"/>
                    </a:cubicBezTo>
                    <a:cubicBezTo>
                      <a:pt x="717" y="580"/>
                      <a:pt x="722" y="574"/>
                      <a:pt x="722" y="563"/>
                    </a:cubicBezTo>
                    <a:cubicBezTo>
                      <a:pt x="722" y="540"/>
                      <a:pt x="722" y="515"/>
                      <a:pt x="722" y="490"/>
                    </a:cubicBezTo>
                    <a:cubicBezTo>
                      <a:pt x="714" y="495"/>
                      <a:pt x="705" y="498"/>
                      <a:pt x="700" y="501"/>
                    </a:cubicBezTo>
                    <a:cubicBezTo>
                      <a:pt x="598" y="557"/>
                      <a:pt x="494" y="617"/>
                      <a:pt x="392" y="673"/>
                    </a:cubicBezTo>
                    <a:cubicBezTo>
                      <a:pt x="381" y="679"/>
                      <a:pt x="372" y="679"/>
                      <a:pt x="361" y="673"/>
                    </a:cubicBezTo>
                    <a:cubicBezTo>
                      <a:pt x="245" y="608"/>
                      <a:pt x="132" y="543"/>
                      <a:pt x="17" y="478"/>
                    </a:cubicBezTo>
                    <a:cubicBezTo>
                      <a:pt x="5" y="473"/>
                      <a:pt x="0" y="467"/>
                      <a:pt x="3" y="453"/>
                    </a:cubicBezTo>
                    <a:cubicBezTo>
                      <a:pt x="3" y="416"/>
                      <a:pt x="3" y="381"/>
                      <a:pt x="3" y="344"/>
                    </a:cubicBezTo>
                    <a:cubicBezTo>
                      <a:pt x="3" y="319"/>
                      <a:pt x="8" y="316"/>
                      <a:pt x="31" y="330"/>
                    </a:cubicBezTo>
                    <a:cubicBezTo>
                      <a:pt x="141" y="392"/>
                      <a:pt x="254" y="453"/>
                      <a:pt x="364" y="515"/>
                    </a:cubicBezTo>
                    <a:cubicBezTo>
                      <a:pt x="375" y="521"/>
                      <a:pt x="384" y="524"/>
                      <a:pt x="398" y="515"/>
                    </a:cubicBezTo>
                    <a:cubicBezTo>
                      <a:pt x="502" y="456"/>
                      <a:pt x="607" y="398"/>
                      <a:pt x="708" y="341"/>
                    </a:cubicBezTo>
                    <a:cubicBezTo>
                      <a:pt x="719" y="336"/>
                      <a:pt x="725" y="327"/>
                      <a:pt x="725" y="313"/>
                    </a:cubicBezTo>
                    <a:cubicBezTo>
                      <a:pt x="725" y="290"/>
                      <a:pt x="725" y="268"/>
                      <a:pt x="725" y="243"/>
                    </a:cubicBezTo>
                    <a:cubicBezTo>
                      <a:pt x="717" y="248"/>
                      <a:pt x="711" y="251"/>
                      <a:pt x="705" y="254"/>
                    </a:cubicBezTo>
                    <a:cubicBezTo>
                      <a:pt x="604" y="310"/>
                      <a:pt x="499" y="369"/>
                      <a:pt x="398" y="428"/>
                    </a:cubicBezTo>
                    <a:cubicBezTo>
                      <a:pt x="386" y="433"/>
                      <a:pt x="378" y="433"/>
                      <a:pt x="367" y="428"/>
                    </a:cubicBezTo>
                    <a:cubicBezTo>
                      <a:pt x="251" y="364"/>
                      <a:pt x="135" y="299"/>
                      <a:pt x="20" y="234"/>
                    </a:cubicBezTo>
                    <a:cubicBezTo>
                      <a:pt x="14" y="231"/>
                      <a:pt x="5" y="223"/>
                      <a:pt x="5" y="217"/>
                    </a:cubicBezTo>
                    <a:cubicBezTo>
                      <a:pt x="5" y="211"/>
                      <a:pt x="14" y="203"/>
                      <a:pt x="20" y="200"/>
                    </a:cubicBezTo>
                    <a:cubicBezTo>
                      <a:pt x="132" y="135"/>
                      <a:pt x="248" y="73"/>
                      <a:pt x="361" y="8"/>
                    </a:cubicBezTo>
                    <a:cubicBezTo>
                      <a:pt x="375" y="0"/>
                      <a:pt x="386" y="0"/>
                      <a:pt x="403" y="8"/>
                    </a:cubicBezTo>
                    <a:cubicBezTo>
                      <a:pt x="485" y="56"/>
                      <a:pt x="567" y="101"/>
                      <a:pt x="652" y="149"/>
                    </a:cubicBezTo>
                    <a:cubicBezTo>
                      <a:pt x="660" y="155"/>
                      <a:pt x="672" y="158"/>
                      <a:pt x="666" y="169"/>
                    </a:cubicBezTo>
                    <a:cubicBezTo>
                      <a:pt x="661" y="180"/>
                      <a:pt x="649" y="180"/>
                      <a:pt x="635" y="175"/>
                    </a:cubicBezTo>
                    <a:cubicBezTo>
                      <a:pt x="556" y="130"/>
                      <a:pt x="477" y="87"/>
                      <a:pt x="398" y="42"/>
                    </a:cubicBezTo>
                    <a:cubicBezTo>
                      <a:pt x="386" y="37"/>
                      <a:pt x="378" y="37"/>
                      <a:pt x="364" y="42"/>
                    </a:cubicBezTo>
                    <a:cubicBezTo>
                      <a:pt x="265" y="99"/>
                      <a:pt x="166" y="152"/>
                      <a:pt x="68" y="209"/>
                    </a:cubicBezTo>
                    <a:cubicBezTo>
                      <a:pt x="59" y="214"/>
                      <a:pt x="53" y="217"/>
                      <a:pt x="45" y="223"/>
                    </a:cubicBezTo>
                  </a:path>
                </a:pathLst>
              </a:custGeom>
              <a:solidFill>
                <a:srgbClr val="EE3D2D"/>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2" name="Freeform 12">
                <a:extLst>
                  <a:ext uri="{FF2B5EF4-FFF2-40B4-BE49-F238E27FC236}">
                    <a16:creationId xmlns:a16="http://schemas.microsoft.com/office/drawing/2014/main" id="{93D05AFC-178D-253D-A748-C3CB00C8C0E0}"/>
                  </a:ext>
                </a:extLst>
              </p:cNvPr>
              <p:cNvSpPr>
                <a:spLocks noChangeArrowheads="1"/>
              </p:cNvSpPr>
              <p:nvPr/>
            </p:nvSpPr>
            <p:spPr bwMode="auto">
              <a:xfrm>
                <a:off x="6388100" y="2466975"/>
                <a:ext cx="177800" cy="195263"/>
              </a:xfrm>
              <a:custGeom>
                <a:avLst/>
                <a:gdLst>
                  <a:gd name="T0" fmla="*/ 397 w 492"/>
                  <a:gd name="T1" fmla="*/ 34 h 542"/>
                  <a:gd name="T2" fmla="*/ 491 w 492"/>
                  <a:gd name="T3" fmla="*/ 34 h 542"/>
                  <a:gd name="T4" fmla="*/ 491 w 492"/>
                  <a:gd name="T5" fmla="*/ 479 h 542"/>
                  <a:gd name="T6" fmla="*/ 397 w 492"/>
                  <a:gd name="T7" fmla="*/ 479 h 542"/>
                  <a:gd name="T8" fmla="*/ 397 w 492"/>
                  <a:gd name="T9" fmla="*/ 439 h 542"/>
                  <a:gd name="T10" fmla="*/ 389 w 492"/>
                  <a:gd name="T11" fmla="*/ 425 h 542"/>
                  <a:gd name="T12" fmla="*/ 375 w 492"/>
                  <a:gd name="T13" fmla="*/ 431 h 542"/>
                  <a:gd name="T14" fmla="*/ 22 w 492"/>
                  <a:gd name="T15" fmla="*/ 324 h 542"/>
                  <a:gd name="T16" fmla="*/ 90 w 492"/>
                  <a:gd name="T17" fmla="*/ 79 h 542"/>
                  <a:gd name="T18" fmla="*/ 372 w 492"/>
                  <a:gd name="T19" fmla="*/ 79 h 542"/>
                  <a:gd name="T20" fmla="*/ 389 w 492"/>
                  <a:gd name="T21" fmla="*/ 85 h 542"/>
                  <a:gd name="T22" fmla="*/ 397 w 492"/>
                  <a:gd name="T23" fmla="*/ 68 h 542"/>
                  <a:gd name="T24" fmla="*/ 397 w 492"/>
                  <a:gd name="T25" fmla="*/ 34 h 542"/>
                  <a:gd name="T26" fmla="*/ 256 w 492"/>
                  <a:gd name="T27" fmla="*/ 405 h 542"/>
                  <a:gd name="T28" fmla="*/ 403 w 492"/>
                  <a:gd name="T29" fmla="*/ 256 h 542"/>
                  <a:gd name="T30" fmla="*/ 256 w 492"/>
                  <a:gd name="T31" fmla="*/ 105 h 542"/>
                  <a:gd name="T32" fmla="*/ 110 w 492"/>
                  <a:gd name="T33" fmla="*/ 256 h 542"/>
                  <a:gd name="T34" fmla="*/ 256 w 492"/>
                  <a:gd name="T35" fmla="*/ 405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2" h="542">
                    <a:moveTo>
                      <a:pt x="397" y="34"/>
                    </a:moveTo>
                    <a:cubicBezTo>
                      <a:pt x="428" y="34"/>
                      <a:pt x="460" y="34"/>
                      <a:pt x="491" y="34"/>
                    </a:cubicBezTo>
                    <a:cubicBezTo>
                      <a:pt x="491" y="184"/>
                      <a:pt x="491" y="329"/>
                      <a:pt x="491" y="479"/>
                    </a:cubicBezTo>
                    <a:cubicBezTo>
                      <a:pt x="460" y="479"/>
                      <a:pt x="431" y="479"/>
                      <a:pt x="397" y="479"/>
                    </a:cubicBezTo>
                    <a:cubicBezTo>
                      <a:pt x="397" y="465"/>
                      <a:pt x="397" y="453"/>
                      <a:pt x="397" y="439"/>
                    </a:cubicBezTo>
                    <a:cubicBezTo>
                      <a:pt x="397" y="434"/>
                      <a:pt x="395" y="428"/>
                      <a:pt x="389" y="425"/>
                    </a:cubicBezTo>
                    <a:cubicBezTo>
                      <a:pt x="386" y="422"/>
                      <a:pt x="378" y="425"/>
                      <a:pt x="375" y="431"/>
                    </a:cubicBezTo>
                    <a:cubicBezTo>
                      <a:pt x="287" y="541"/>
                      <a:pt x="73" y="513"/>
                      <a:pt x="22" y="324"/>
                    </a:cubicBezTo>
                    <a:cubicBezTo>
                      <a:pt x="0" y="231"/>
                      <a:pt x="19" y="147"/>
                      <a:pt x="90" y="79"/>
                    </a:cubicBezTo>
                    <a:cubicBezTo>
                      <a:pt x="172" y="0"/>
                      <a:pt x="307" y="6"/>
                      <a:pt x="372" y="79"/>
                    </a:cubicBezTo>
                    <a:cubicBezTo>
                      <a:pt x="375" y="82"/>
                      <a:pt x="383" y="88"/>
                      <a:pt x="389" y="85"/>
                    </a:cubicBezTo>
                    <a:cubicBezTo>
                      <a:pt x="392" y="82"/>
                      <a:pt x="395" y="74"/>
                      <a:pt x="397" y="68"/>
                    </a:cubicBezTo>
                    <a:cubicBezTo>
                      <a:pt x="397" y="57"/>
                      <a:pt x="397" y="45"/>
                      <a:pt x="397" y="34"/>
                    </a:cubicBezTo>
                    <a:close/>
                    <a:moveTo>
                      <a:pt x="256" y="405"/>
                    </a:moveTo>
                    <a:cubicBezTo>
                      <a:pt x="338" y="405"/>
                      <a:pt x="403" y="338"/>
                      <a:pt x="403" y="256"/>
                    </a:cubicBezTo>
                    <a:cubicBezTo>
                      <a:pt x="403" y="172"/>
                      <a:pt x="338" y="107"/>
                      <a:pt x="256" y="105"/>
                    </a:cubicBezTo>
                    <a:cubicBezTo>
                      <a:pt x="175" y="105"/>
                      <a:pt x="110" y="172"/>
                      <a:pt x="110" y="256"/>
                    </a:cubicBezTo>
                    <a:cubicBezTo>
                      <a:pt x="110" y="341"/>
                      <a:pt x="175" y="405"/>
                      <a:pt x="256" y="405"/>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3" name="Freeform 13">
                <a:extLst>
                  <a:ext uri="{FF2B5EF4-FFF2-40B4-BE49-F238E27FC236}">
                    <a16:creationId xmlns:a16="http://schemas.microsoft.com/office/drawing/2014/main" id="{E4BBE369-85F6-A4EF-973A-0AE6B29BB33C}"/>
                  </a:ext>
                </a:extLst>
              </p:cNvPr>
              <p:cNvSpPr>
                <a:spLocks noChangeArrowheads="1"/>
              </p:cNvSpPr>
              <p:nvPr/>
            </p:nvSpPr>
            <p:spPr bwMode="auto">
              <a:xfrm>
                <a:off x="6078538" y="2468563"/>
                <a:ext cx="179387" cy="195262"/>
              </a:xfrm>
              <a:custGeom>
                <a:avLst/>
                <a:gdLst>
                  <a:gd name="T0" fmla="*/ 403 w 498"/>
                  <a:gd name="T1" fmla="*/ 28 h 542"/>
                  <a:gd name="T2" fmla="*/ 497 w 498"/>
                  <a:gd name="T3" fmla="*/ 28 h 542"/>
                  <a:gd name="T4" fmla="*/ 497 w 498"/>
                  <a:gd name="T5" fmla="*/ 473 h 542"/>
                  <a:gd name="T6" fmla="*/ 403 w 498"/>
                  <a:gd name="T7" fmla="*/ 473 h 542"/>
                  <a:gd name="T8" fmla="*/ 403 w 498"/>
                  <a:gd name="T9" fmla="*/ 433 h 542"/>
                  <a:gd name="T10" fmla="*/ 395 w 498"/>
                  <a:gd name="T11" fmla="*/ 419 h 542"/>
                  <a:gd name="T12" fmla="*/ 381 w 498"/>
                  <a:gd name="T13" fmla="*/ 425 h 542"/>
                  <a:gd name="T14" fmla="*/ 28 w 498"/>
                  <a:gd name="T15" fmla="*/ 315 h 542"/>
                  <a:gd name="T16" fmla="*/ 130 w 498"/>
                  <a:gd name="T17" fmla="*/ 48 h 542"/>
                  <a:gd name="T18" fmla="*/ 381 w 498"/>
                  <a:gd name="T19" fmla="*/ 76 h 542"/>
                  <a:gd name="T20" fmla="*/ 395 w 498"/>
                  <a:gd name="T21" fmla="*/ 82 h 542"/>
                  <a:gd name="T22" fmla="*/ 403 w 498"/>
                  <a:gd name="T23" fmla="*/ 68 h 542"/>
                  <a:gd name="T24" fmla="*/ 403 w 498"/>
                  <a:gd name="T25" fmla="*/ 28 h 542"/>
                  <a:gd name="T26" fmla="*/ 262 w 498"/>
                  <a:gd name="T27" fmla="*/ 402 h 542"/>
                  <a:gd name="T28" fmla="*/ 409 w 498"/>
                  <a:gd name="T29" fmla="*/ 253 h 542"/>
                  <a:gd name="T30" fmla="*/ 262 w 498"/>
                  <a:gd name="T31" fmla="*/ 102 h 542"/>
                  <a:gd name="T32" fmla="*/ 116 w 498"/>
                  <a:gd name="T33" fmla="*/ 253 h 542"/>
                  <a:gd name="T34" fmla="*/ 262 w 498"/>
                  <a:gd name="T35" fmla="*/ 402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8" h="542">
                    <a:moveTo>
                      <a:pt x="403" y="28"/>
                    </a:moveTo>
                    <a:cubicBezTo>
                      <a:pt x="434" y="28"/>
                      <a:pt x="465" y="28"/>
                      <a:pt x="497" y="28"/>
                    </a:cubicBezTo>
                    <a:cubicBezTo>
                      <a:pt x="497" y="178"/>
                      <a:pt x="497" y="323"/>
                      <a:pt x="497" y="473"/>
                    </a:cubicBezTo>
                    <a:cubicBezTo>
                      <a:pt x="465" y="473"/>
                      <a:pt x="437" y="473"/>
                      <a:pt x="403" y="473"/>
                    </a:cubicBezTo>
                    <a:cubicBezTo>
                      <a:pt x="403" y="459"/>
                      <a:pt x="403" y="448"/>
                      <a:pt x="403" y="433"/>
                    </a:cubicBezTo>
                    <a:cubicBezTo>
                      <a:pt x="403" y="428"/>
                      <a:pt x="401" y="422"/>
                      <a:pt x="395" y="419"/>
                    </a:cubicBezTo>
                    <a:cubicBezTo>
                      <a:pt x="392" y="417"/>
                      <a:pt x="384" y="422"/>
                      <a:pt x="381" y="425"/>
                    </a:cubicBezTo>
                    <a:cubicBezTo>
                      <a:pt x="251" y="541"/>
                      <a:pt x="70" y="484"/>
                      <a:pt x="28" y="315"/>
                    </a:cubicBezTo>
                    <a:cubicBezTo>
                      <a:pt x="0" y="211"/>
                      <a:pt x="42" y="99"/>
                      <a:pt x="130" y="48"/>
                    </a:cubicBezTo>
                    <a:cubicBezTo>
                      <a:pt x="209" y="0"/>
                      <a:pt x="324" y="11"/>
                      <a:pt x="381" y="76"/>
                    </a:cubicBezTo>
                    <a:cubicBezTo>
                      <a:pt x="384" y="79"/>
                      <a:pt x="392" y="82"/>
                      <a:pt x="395" y="82"/>
                    </a:cubicBezTo>
                    <a:cubicBezTo>
                      <a:pt x="398" y="79"/>
                      <a:pt x="403" y="73"/>
                      <a:pt x="403" y="68"/>
                    </a:cubicBezTo>
                    <a:cubicBezTo>
                      <a:pt x="406" y="54"/>
                      <a:pt x="403" y="42"/>
                      <a:pt x="403" y="28"/>
                    </a:cubicBezTo>
                    <a:close/>
                    <a:moveTo>
                      <a:pt x="262" y="402"/>
                    </a:moveTo>
                    <a:cubicBezTo>
                      <a:pt x="344" y="402"/>
                      <a:pt x="409" y="335"/>
                      <a:pt x="409" y="253"/>
                    </a:cubicBezTo>
                    <a:cubicBezTo>
                      <a:pt x="409" y="169"/>
                      <a:pt x="344" y="104"/>
                      <a:pt x="262" y="102"/>
                    </a:cubicBezTo>
                    <a:cubicBezTo>
                      <a:pt x="180" y="102"/>
                      <a:pt x="116" y="167"/>
                      <a:pt x="116" y="253"/>
                    </a:cubicBezTo>
                    <a:cubicBezTo>
                      <a:pt x="118" y="338"/>
                      <a:pt x="180" y="402"/>
                      <a:pt x="262" y="402"/>
                    </a:cubicBezTo>
                    <a:close/>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4" name="Freeform 14">
                <a:extLst>
                  <a:ext uri="{FF2B5EF4-FFF2-40B4-BE49-F238E27FC236}">
                    <a16:creationId xmlns:a16="http://schemas.microsoft.com/office/drawing/2014/main" id="{F514A483-884D-C78C-8A78-2B8BBB0CAA1E}"/>
                  </a:ext>
                </a:extLst>
              </p:cNvPr>
              <p:cNvSpPr>
                <a:spLocks noChangeArrowheads="1"/>
              </p:cNvSpPr>
              <p:nvPr/>
            </p:nvSpPr>
            <p:spPr bwMode="auto">
              <a:xfrm>
                <a:off x="7134225" y="2408238"/>
                <a:ext cx="147638" cy="231775"/>
              </a:xfrm>
              <a:custGeom>
                <a:avLst/>
                <a:gdLst>
                  <a:gd name="T0" fmla="*/ 93 w 410"/>
                  <a:gd name="T1" fmla="*/ 645 h 646"/>
                  <a:gd name="T2" fmla="*/ 0 w 410"/>
                  <a:gd name="T3" fmla="*/ 645 h 646"/>
                  <a:gd name="T4" fmla="*/ 0 w 410"/>
                  <a:gd name="T5" fmla="*/ 0 h 646"/>
                  <a:gd name="T6" fmla="*/ 93 w 410"/>
                  <a:gd name="T7" fmla="*/ 0 h 646"/>
                  <a:gd name="T8" fmla="*/ 93 w 410"/>
                  <a:gd name="T9" fmla="*/ 20 h 646"/>
                  <a:gd name="T10" fmla="*/ 93 w 410"/>
                  <a:gd name="T11" fmla="*/ 333 h 646"/>
                  <a:gd name="T12" fmla="*/ 93 w 410"/>
                  <a:gd name="T13" fmla="*/ 347 h 646"/>
                  <a:gd name="T14" fmla="*/ 101 w 410"/>
                  <a:gd name="T15" fmla="*/ 363 h 646"/>
                  <a:gd name="T16" fmla="*/ 118 w 410"/>
                  <a:gd name="T17" fmla="*/ 358 h 646"/>
                  <a:gd name="T18" fmla="*/ 194 w 410"/>
                  <a:gd name="T19" fmla="*/ 282 h 646"/>
                  <a:gd name="T20" fmla="*/ 268 w 410"/>
                  <a:gd name="T21" fmla="*/ 206 h 646"/>
                  <a:gd name="T22" fmla="*/ 282 w 410"/>
                  <a:gd name="T23" fmla="*/ 197 h 646"/>
                  <a:gd name="T24" fmla="*/ 386 w 410"/>
                  <a:gd name="T25" fmla="*/ 197 h 646"/>
                  <a:gd name="T26" fmla="*/ 392 w 410"/>
                  <a:gd name="T27" fmla="*/ 206 h 646"/>
                  <a:gd name="T28" fmla="*/ 375 w 410"/>
                  <a:gd name="T29" fmla="*/ 214 h 646"/>
                  <a:gd name="T30" fmla="*/ 217 w 410"/>
                  <a:gd name="T31" fmla="*/ 371 h 646"/>
                  <a:gd name="T32" fmla="*/ 214 w 410"/>
                  <a:gd name="T33" fmla="*/ 408 h 646"/>
                  <a:gd name="T34" fmla="*/ 398 w 410"/>
                  <a:gd name="T35" fmla="*/ 631 h 646"/>
                  <a:gd name="T36" fmla="*/ 409 w 410"/>
                  <a:gd name="T37" fmla="*/ 645 h 646"/>
                  <a:gd name="T38" fmla="*/ 299 w 410"/>
                  <a:gd name="T39" fmla="*/ 645 h 646"/>
                  <a:gd name="T40" fmla="*/ 285 w 410"/>
                  <a:gd name="T41" fmla="*/ 633 h 646"/>
                  <a:gd name="T42" fmla="*/ 144 w 410"/>
                  <a:gd name="T43" fmla="*/ 459 h 646"/>
                  <a:gd name="T44" fmla="*/ 121 w 410"/>
                  <a:gd name="T45" fmla="*/ 445 h 646"/>
                  <a:gd name="T46" fmla="*/ 96 w 410"/>
                  <a:gd name="T47" fmla="*/ 478 h 646"/>
                  <a:gd name="T48" fmla="*/ 96 w 410"/>
                  <a:gd name="T49" fmla="*/ 619 h 646"/>
                  <a:gd name="T50" fmla="*/ 93 w 410"/>
                  <a:gd name="T51" fmla="*/ 645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0" h="646">
                    <a:moveTo>
                      <a:pt x="93" y="645"/>
                    </a:moveTo>
                    <a:cubicBezTo>
                      <a:pt x="59" y="645"/>
                      <a:pt x="31" y="645"/>
                      <a:pt x="0" y="645"/>
                    </a:cubicBezTo>
                    <a:cubicBezTo>
                      <a:pt x="0" y="430"/>
                      <a:pt x="0" y="217"/>
                      <a:pt x="0" y="0"/>
                    </a:cubicBezTo>
                    <a:cubicBezTo>
                      <a:pt x="31" y="0"/>
                      <a:pt x="62" y="0"/>
                      <a:pt x="93" y="0"/>
                    </a:cubicBezTo>
                    <a:cubicBezTo>
                      <a:pt x="93" y="8"/>
                      <a:pt x="93" y="14"/>
                      <a:pt x="93" y="20"/>
                    </a:cubicBezTo>
                    <a:cubicBezTo>
                      <a:pt x="93" y="124"/>
                      <a:pt x="93" y="228"/>
                      <a:pt x="93" y="333"/>
                    </a:cubicBezTo>
                    <a:cubicBezTo>
                      <a:pt x="93" y="338"/>
                      <a:pt x="93" y="341"/>
                      <a:pt x="93" y="347"/>
                    </a:cubicBezTo>
                    <a:cubicBezTo>
                      <a:pt x="96" y="352"/>
                      <a:pt x="96" y="360"/>
                      <a:pt x="101" y="363"/>
                    </a:cubicBezTo>
                    <a:cubicBezTo>
                      <a:pt x="104" y="366"/>
                      <a:pt x="113" y="360"/>
                      <a:pt x="118" y="358"/>
                    </a:cubicBezTo>
                    <a:cubicBezTo>
                      <a:pt x="144" y="333"/>
                      <a:pt x="169" y="307"/>
                      <a:pt x="194" y="282"/>
                    </a:cubicBezTo>
                    <a:cubicBezTo>
                      <a:pt x="220" y="257"/>
                      <a:pt x="245" y="231"/>
                      <a:pt x="268" y="206"/>
                    </a:cubicBezTo>
                    <a:cubicBezTo>
                      <a:pt x="271" y="203"/>
                      <a:pt x="276" y="197"/>
                      <a:pt x="282" y="197"/>
                    </a:cubicBezTo>
                    <a:cubicBezTo>
                      <a:pt x="316" y="197"/>
                      <a:pt x="350" y="197"/>
                      <a:pt x="386" y="197"/>
                    </a:cubicBezTo>
                    <a:cubicBezTo>
                      <a:pt x="389" y="200"/>
                      <a:pt x="389" y="203"/>
                      <a:pt x="392" y="206"/>
                    </a:cubicBezTo>
                    <a:cubicBezTo>
                      <a:pt x="386" y="209"/>
                      <a:pt x="378" y="211"/>
                      <a:pt x="375" y="214"/>
                    </a:cubicBezTo>
                    <a:cubicBezTo>
                      <a:pt x="321" y="268"/>
                      <a:pt x="271" y="321"/>
                      <a:pt x="217" y="371"/>
                    </a:cubicBezTo>
                    <a:cubicBezTo>
                      <a:pt x="203" y="385"/>
                      <a:pt x="203" y="394"/>
                      <a:pt x="214" y="408"/>
                    </a:cubicBezTo>
                    <a:cubicBezTo>
                      <a:pt x="276" y="481"/>
                      <a:pt x="338" y="555"/>
                      <a:pt x="398" y="631"/>
                    </a:cubicBezTo>
                    <a:cubicBezTo>
                      <a:pt x="400" y="633"/>
                      <a:pt x="403" y="639"/>
                      <a:pt x="409" y="645"/>
                    </a:cubicBezTo>
                    <a:cubicBezTo>
                      <a:pt x="369" y="645"/>
                      <a:pt x="335" y="645"/>
                      <a:pt x="299" y="645"/>
                    </a:cubicBezTo>
                    <a:cubicBezTo>
                      <a:pt x="293" y="645"/>
                      <a:pt x="287" y="639"/>
                      <a:pt x="285" y="633"/>
                    </a:cubicBezTo>
                    <a:cubicBezTo>
                      <a:pt x="237" y="574"/>
                      <a:pt x="192" y="518"/>
                      <a:pt x="144" y="459"/>
                    </a:cubicBezTo>
                    <a:cubicBezTo>
                      <a:pt x="138" y="453"/>
                      <a:pt x="124" y="442"/>
                      <a:pt x="121" y="445"/>
                    </a:cubicBezTo>
                    <a:cubicBezTo>
                      <a:pt x="110" y="453"/>
                      <a:pt x="96" y="459"/>
                      <a:pt x="96" y="478"/>
                    </a:cubicBezTo>
                    <a:cubicBezTo>
                      <a:pt x="96" y="526"/>
                      <a:pt x="96" y="571"/>
                      <a:pt x="96" y="619"/>
                    </a:cubicBezTo>
                    <a:cubicBezTo>
                      <a:pt x="93" y="628"/>
                      <a:pt x="93" y="633"/>
                      <a:pt x="93" y="645"/>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5" name="Freeform 15">
                <a:extLst>
                  <a:ext uri="{FF2B5EF4-FFF2-40B4-BE49-F238E27FC236}">
                    <a16:creationId xmlns:a16="http://schemas.microsoft.com/office/drawing/2014/main" id="{AD5DE252-F349-F228-E6DE-FE39A0237233}"/>
                  </a:ext>
                </a:extLst>
              </p:cNvPr>
              <p:cNvSpPr>
                <a:spLocks noChangeArrowheads="1"/>
              </p:cNvSpPr>
              <p:nvPr/>
            </p:nvSpPr>
            <p:spPr bwMode="auto">
              <a:xfrm>
                <a:off x="6954838" y="2471738"/>
                <a:ext cx="157162" cy="180975"/>
              </a:xfrm>
              <a:custGeom>
                <a:avLst/>
                <a:gdLst>
                  <a:gd name="T0" fmla="*/ 432 w 438"/>
                  <a:gd name="T1" fmla="*/ 408 h 504"/>
                  <a:gd name="T2" fmla="*/ 102 w 438"/>
                  <a:gd name="T3" fmla="*/ 427 h 504"/>
                  <a:gd name="T4" fmla="*/ 28 w 438"/>
                  <a:gd name="T5" fmla="*/ 169 h 504"/>
                  <a:gd name="T6" fmla="*/ 226 w 438"/>
                  <a:gd name="T7" fmla="*/ 8 h 504"/>
                  <a:gd name="T8" fmla="*/ 423 w 438"/>
                  <a:gd name="T9" fmla="*/ 64 h 504"/>
                  <a:gd name="T10" fmla="*/ 437 w 438"/>
                  <a:gd name="T11" fmla="*/ 76 h 504"/>
                  <a:gd name="T12" fmla="*/ 387 w 438"/>
                  <a:gd name="T13" fmla="*/ 124 h 504"/>
                  <a:gd name="T14" fmla="*/ 367 w 438"/>
                  <a:gd name="T15" fmla="*/ 124 h 504"/>
                  <a:gd name="T16" fmla="*/ 220 w 438"/>
                  <a:gd name="T17" fmla="*/ 98 h 504"/>
                  <a:gd name="T18" fmla="*/ 119 w 438"/>
                  <a:gd name="T19" fmla="*/ 286 h 504"/>
                  <a:gd name="T20" fmla="*/ 305 w 438"/>
                  <a:gd name="T21" fmla="*/ 385 h 504"/>
                  <a:gd name="T22" fmla="*/ 381 w 438"/>
                  <a:gd name="T23" fmla="*/ 354 h 504"/>
                  <a:gd name="T24" fmla="*/ 432 w 438"/>
                  <a:gd name="T25" fmla="*/ 408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8" h="504">
                    <a:moveTo>
                      <a:pt x="432" y="408"/>
                    </a:moveTo>
                    <a:cubicBezTo>
                      <a:pt x="322" y="503"/>
                      <a:pt x="186" y="495"/>
                      <a:pt x="102" y="427"/>
                    </a:cubicBezTo>
                    <a:cubicBezTo>
                      <a:pt x="28" y="371"/>
                      <a:pt x="0" y="264"/>
                      <a:pt x="28" y="169"/>
                    </a:cubicBezTo>
                    <a:cubicBezTo>
                      <a:pt x="54" y="79"/>
                      <a:pt x="130" y="19"/>
                      <a:pt x="226" y="8"/>
                    </a:cubicBezTo>
                    <a:cubicBezTo>
                      <a:pt x="299" y="0"/>
                      <a:pt x="367" y="19"/>
                      <a:pt x="423" y="64"/>
                    </a:cubicBezTo>
                    <a:cubicBezTo>
                      <a:pt x="429" y="67"/>
                      <a:pt x="432" y="73"/>
                      <a:pt x="437" y="76"/>
                    </a:cubicBezTo>
                    <a:cubicBezTo>
                      <a:pt x="420" y="93"/>
                      <a:pt x="404" y="107"/>
                      <a:pt x="387" y="124"/>
                    </a:cubicBezTo>
                    <a:cubicBezTo>
                      <a:pt x="378" y="132"/>
                      <a:pt x="372" y="127"/>
                      <a:pt x="367" y="124"/>
                    </a:cubicBezTo>
                    <a:cubicBezTo>
                      <a:pt x="322" y="95"/>
                      <a:pt x="274" y="84"/>
                      <a:pt x="220" y="98"/>
                    </a:cubicBezTo>
                    <a:cubicBezTo>
                      <a:pt x="138" y="121"/>
                      <a:pt x="96" y="202"/>
                      <a:pt x="119" y="286"/>
                    </a:cubicBezTo>
                    <a:cubicBezTo>
                      <a:pt x="141" y="365"/>
                      <a:pt x="223" y="410"/>
                      <a:pt x="305" y="385"/>
                    </a:cubicBezTo>
                    <a:cubicBezTo>
                      <a:pt x="330" y="377"/>
                      <a:pt x="353" y="365"/>
                      <a:pt x="381" y="354"/>
                    </a:cubicBezTo>
                    <a:cubicBezTo>
                      <a:pt x="398" y="371"/>
                      <a:pt x="415" y="391"/>
                      <a:pt x="432" y="408"/>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6" name="Freeform 16">
                <a:extLst>
                  <a:ext uri="{FF2B5EF4-FFF2-40B4-BE49-F238E27FC236}">
                    <a16:creationId xmlns:a16="http://schemas.microsoft.com/office/drawing/2014/main" id="{3035EB1D-0CDF-D6B1-8F50-2B9F5A682BD1}"/>
                  </a:ext>
                </a:extLst>
              </p:cNvPr>
              <p:cNvSpPr>
                <a:spLocks noChangeArrowheads="1"/>
              </p:cNvSpPr>
              <p:nvPr/>
            </p:nvSpPr>
            <p:spPr bwMode="auto">
              <a:xfrm>
                <a:off x="6278563" y="2427288"/>
                <a:ext cx="106362" cy="219075"/>
              </a:xfrm>
              <a:custGeom>
                <a:avLst/>
                <a:gdLst>
                  <a:gd name="T0" fmla="*/ 82 w 294"/>
                  <a:gd name="T1" fmla="*/ 0 h 607"/>
                  <a:gd name="T2" fmla="*/ 175 w 294"/>
                  <a:gd name="T3" fmla="*/ 0 h 607"/>
                  <a:gd name="T4" fmla="*/ 175 w 294"/>
                  <a:gd name="T5" fmla="*/ 93 h 607"/>
                  <a:gd name="T6" fmla="*/ 223 w 294"/>
                  <a:gd name="T7" fmla="*/ 141 h 607"/>
                  <a:gd name="T8" fmla="*/ 279 w 294"/>
                  <a:gd name="T9" fmla="*/ 141 h 607"/>
                  <a:gd name="T10" fmla="*/ 279 w 294"/>
                  <a:gd name="T11" fmla="*/ 217 h 607"/>
                  <a:gd name="T12" fmla="*/ 197 w 294"/>
                  <a:gd name="T13" fmla="*/ 217 h 607"/>
                  <a:gd name="T14" fmla="*/ 172 w 294"/>
                  <a:gd name="T15" fmla="*/ 243 h 607"/>
                  <a:gd name="T16" fmla="*/ 172 w 294"/>
                  <a:gd name="T17" fmla="*/ 436 h 607"/>
                  <a:gd name="T18" fmla="*/ 172 w 294"/>
                  <a:gd name="T19" fmla="*/ 445 h 607"/>
                  <a:gd name="T20" fmla="*/ 251 w 294"/>
                  <a:gd name="T21" fmla="*/ 518 h 607"/>
                  <a:gd name="T22" fmla="*/ 293 w 294"/>
                  <a:gd name="T23" fmla="*/ 515 h 607"/>
                  <a:gd name="T24" fmla="*/ 293 w 294"/>
                  <a:gd name="T25" fmla="*/ 555 h 607"/>
                  <a:gd name="T26" fmla="*/ 293 w 294"/>
                  <a:gd name="T27" fmla="*/ 594 h 607"/>
                  <a:gd name="T28" fmla="*/ 158 w 294"/>
                  <a:gd name="T29" fmla="*/ 592 h 607"/>
                  <a:gd name="T30" fmla="*/ 87 w 294"/>
                  <a:gd name="T31" fmla="*/ 518 h 607"/>
                  <a:gd name="T32" fmla="*/ 76 w 294"/>
                  <a:gd name="T33" fmla="*/ 448 h 607"/>
                  <a:gd name="T34" fmla="*/ 76 w 294"/>
                  <a:gd name="T35" fmla="*/ 243 h 607"/>
                  <a:gd name="T36" fmla="*/ 53 w 294"/>
                  <a:gd name="T37" fmla="*/ 217 h 607"/>
                  <a:gd name="T38" fmla="*/ 0 w 294"/>
                  <a:gd name="T39" fmla="*/ 217 h 607"/>
                  <a:gd name="T40" fmla="*/ 0 w 294"/>
                  <a:gd name="T41" fmla="*/ 141 h 607"/>
                  <a:gd name="T42" fmla="*/ 56 w 294"/>
                  <a:gd name="T43" fmla="*/ 141 h 607"/>
                  <a:gd name="T44" fmla="*/ 79 w 294"/>
                  <a:gd name="T45" fmla="*/ 119 h 607"/>
                  <a:gd name="T46" fmla="*/ 82 w 294"/>
                  <a:gd name="T47" fmla="*/ 0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4" h="607">
                    <a:moveTo>
                      <a:pt x="82" y="0"/>
                    </a:moveTo>
                    <a:cubicBezTo>
                      <a:pt x="113" y="0"/>
                      <a:pt x="144" y="0"/>
                      <a:pt x="175" y="0"/>
                    </a:cubicBezTo>
                    <a:cubicBezTo>
                      <a:pt x="175" y="31"/>
                      <a:pt x="175" y="62"/>
                      <a:pt x="175" y="93"/>
                    </a:cubicBezTo>
                    <a:cubicBezTo>
                      <a:pt x="175" y="144"/>
                      <a:pt x="166" y="141"/>
                      <a:pt x="223" y="141"/>
                    </a:cubicBezTo>
                    <a:cubicBezTo>
                      <a:pt x="242" y="141"/>
                      <a:pt x="259" y="141"/>
                      <a:pt x="279" y="141"/>
                    </a:cubicBezTo>
                    <a:cubicBezTo>
                      <a:pt x="279" y="167"/>
                      <a:pt x="279" y="189"/>
                      <a:pt x="279" y="217"/>
                    </a:cubicBezTo>
                    <a:cubicBezTo>
                      <a:pt x="251" y="217"/>
                      <a:pt x="226" y="217"/>
                      <a:pt x="197" y="217"/>
                    </a:cubicBezTo>
                    <a:cubicBezTo>
                      <a:pt x="175" y="217"/>
                      <a:pt x="172" y="220"/>
                      <a:pt x="172" y="243"/>
                    </a:cubicBezTo>
                    <a:cubicBezTo>
                      <a:pt x="172" y="307"/>
                      <a:pt x="172" y="372"/>
                      <a:pt x="172" y="436"/>
                    </a:cubicBezTo>
                    <a:cubicBezTo>
                      <a:pt x="172" y="439"/>
                      <a:pt x="172" y="442"/>
                      <a:pt x="172" y="445"/>
                    </a:cubicBezTo>
                    <a:cubicBezTo>
                      <a:pt x="175" y="499"/>
                      <a:pt x="197" y="518"/>
                      <a:pt x="251" y="518"/>
                    </a:cubicBezTo>
                    <a:cubicBezTo>
                      <a:pt x="265" y="518"/>
                      <a:pt x="276" y="518"/>
                      <a:pt x="293" y="515"/>
                    </a:cubicBezTo>
                    <a:cubicBezTo>
                      <a:pt x="293" y="530"/>
                      <a:pt x="293" y="544"/>
                      <a:pt x="293" y="555"/>
                    </a:cubicBezTo>
                    <a:cubicBezTo>
                      <a:pt x="293" y="569"/>
                      <a:pt x="293" y="580"/>
                      <a:pt x="293" y="594"/>
                    </a:cubicBezTo>
                    <a:cubicBezTo>
                      <a:pt x="248" y="600"/>
                      <a:pt x="203" y="606"/>
                      <a:pt x="158" y="592"/>
                    </a:cubicBezTo>
                    <a:cubicBezTo>
                      <a:pt x="121" y="580"/>
                      <a:pt x="99" y="555"/>
                      <a:pt x="87" y="518"/>
                    </a:cubicBezTo>
                    <a:cubicBezTo>
                      <a:pt x="82" y="496"/>
                      <a:pt x="76" y="473"/>
                      <a:pt x="76" y="448"/>
                    </a:cubicBezTo>
                    <a:cubicBezTo>
                      <a:pt x="76" y="380"/>
                      <a:pt x="76" y="310"/>
                      <a:pt x="76" y="243"/>
                    </a:cubicBezTo>
                    <a:cubicBezTo>
                      <a:pt x="76" y="220"/>
                      <a:pt x="73" y="217"/>
                      <a:pt x="53" y="217"/>
                    </a:cubicBezTo>
                    <a:cubicBezTo>
                      <a:pt x="36" y="217"/>
                      <a:pt x="20" y="217"/>
                      <a:pt x="0" y="217"/>
                    </a:cubicBezTo>
                    <a:cubicBezTo>
                      <a:pt x="0" y="192"/>
                      <a:pt x="0" y="170"/>
                      <a:pt x="0" y="141"/>
                    </a:cubicBezTo>
                    <a:cubicBezTo>
                      <a:pt x="20" y="141"/>
                      <a:pt x="36" y="141"/>
                      <a:pt x="56" y="141"/>
                    </a:cubicBezTo>
                    <a:cubicBezTo>
                      <a:pt x="70" y="141"/>
                      <a:pt x="79" y="136"/>
                      <a:pt x="79" y="119"/>
                    </a:cubicBezTo>
                    <a:cubicBezTo>
                      <a:pt x="79" y="82"/>
                      <a:pt x="82" y="43"/>
                      <a:pt x="82" y="0"/>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7" name="Freeform 17">
                <a:extLst>
                  <a:ext uri="{FF2B5EF4-FFF2-40B4-BE49-F238E27FC236}">
                    <a16:creationId xmlns:a16="http://schemas.microsoft.com/office/drawing/2014/main" id="{37E23C10-3732-23AE-D293-88683F3D6F93}"/>
                  </a:ext>
                </a:extLst>
              </p:cNvPr>
              <p:cNvSpPr>
                <a:spLocks noChangeArrowheads="1"/>
              </p:cNvSpPr>
              <p:nvPr/>
            </p:nvSpPr>
            <p:spPr bwMode="auto">
              <a:xfrm>
                <a:off x="6788150" y="2473325"/>
                <a:ext cx="90488" cy="165100"/>
              </a:xfrm>
              <a:custGeom>
                <a:avLst/>
                <a:gdLst>
                  <a:gd name="T0" fmla="*/ 249 w 252"/>
                  <a:gd name="T1" fmla="*/ 102 h 460"/>
                  <a:gd name="T2" fmla="*/ 212 w 252"/>
                  <a:gd name="T3" fmla="*/ 102 h 460"/>
                  <a:gd name="T4" fmla="*/ 96 w 252"/>
                  <a:gd name="T5" fmla="*/ 222 h 460"/>
                  <a:gd name="T6" fmla="*/ 93 w 252"/>
                  <a:gd name="T7" fmla="*/ 307 h 460"/>
                  <a:gd name="T8" fmla="*/ 93 w 252"/>
                  <a:gd name="T9" fmla="*/ 456 h 460"/>
                  <a:gd name="T10" fmla="*/ 91 w 252"/>
                  <a:gd name="T11" fmla="*/ 459 h 460"/>
                  <a:gd name="T12" fmla="*/ 0 w 252"/>
                  <a:gd name="T13" fmla="*/ 459 h 460"/>
                  <a:gd name="T14" fmla="*/ 0 w 252"/>
                  <a:gd name="T15" fmla="*/ 14 h 460"/>
                  <a:gd name="T16" fmla="*/ 93 w 252"/>
                  <a:gd name="T17" fmla="*/ 14 h 460"/>
                  <a:gd name="T18" fmla="*/ 93 w 252"/>
                  <a:gd name="T19" fmla="*/ 57 h 460"/>
                  <a:gd name="T20" fmla="*/ 102 w 252"/>
                  <a:gd name="T21" fmla="*/ 76 h 460"/>
                  <a:gd name="T22" fmla="*/ 119 w 252"/>
                  <a:gd name="T23" fmla="*/ 65 h 460"/>
                  <a:gd name="T24" fmla="*/ 251 w 252"/>
                  <a:gd name="T25" fmla="*/ 3 h 460"/>
                  <a:gd name="T26" fmla="*/ 249 w 252"/>
                  <a:gd name="T27" fmla="*/ 102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2" h="460">
                    <a:moveTo>
                      <a:pt x="249" y="102"/>
                    </a:moveTo>
                    <a:cubicBezTo>
                      <a:pt x="234" y="102"/>
                      <a:pt x="223" y="102"/>
                      <a:pt x="212" y="102"/>
                    </a:cubicBezTo>
                    <a:cubicBezTo>
                      <a:pt x="150" y="110"/>
                      <a:pt x="105" y="155"/>
                      <a:pt x="96" y="222"/>
                    </a:cubicBezTo>
                    <a:cubicBezTo>
                      <a:pt x="93" y="250"/>
                      <a:pt x="93" y="278"/>
                      <a:pt x="93" y="307"/>
                    </a:cubicBezTo>
                    <a:cubicBezTo>
                      <a:pt x="93" y="357"/>
                      <a:pt x="93" y="405"/>
                      <a:pt x="93" y="456"/>
                    </a:cubicBezTo>
                    <a:cubicBezTo>
                      <a:pt x="93" y="456"/>
                      <a:pt x="93" y="459"/>
                      <a:pt x="91" y="459"/>
                    </a:cubicBezTo>
                    <a:cubicBezTo>
                      <a:pt x="59" y="459"/>
                      <a:pt x="31" y="459"/>
                      <a:pt x="0" y="459"/>
                    </a:cubicBezTo>
                    <a:cubicBezTo>
                      <a:pt x="0" y="309"/>
                      <a:pt x="0" y="164"/>
                      <a:pt x="0" y="14"/>
                    </a:cubicBezTo>
                    <a:cubicBezTo>
                      <a:pt x="31" y="14"/>
                      <a:pt x="62" y="14"/>
                      <a:pt x="93" y="14"/>
                    </a:cubicBezTo>
                    <a:cubicBezTo>
                      <a:pt x="93" y="28"/>
                      <a:pt x="93" y="43"/>
                      <a:pt x="93" y="57"/>
                    </a:cubicBezTo>
                    <a:cubicBezTo>
                      <a:pt x="93" y="62"/>
                      <a:pt x="99" y="71"/>
                      <a:pt x="102" y="76"/>
                    </a:cubicBezTo>
                    <a:cubicBezTo>
                      <a:pt x="107" y="74"/>
                      <a:pt x="113" y="71"/>
                      <a:pt x="119" y="65"/>
                    </a:cubicBezTo>
                    <a:cubicBezTo>
                      <a:pt x="153" y="20"/>
                      <a:pt x="195" y="0"/>
                      <a:pt x="251" y="3"/>
                    </a:cubicBezTo>
                    <a:cubicBezTo>
                      <a:pt x="249" y="37"/>
                      <a:pt x="249" y="68"/>
                      <a:pt x="249" y="102"/>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8" name="Freeform 18">
                <a:extLst>
                  <a:ext uri="{FF2B5EF4-FFF2-40B4-BE49-F238E27FC236}">
                    <a16:creationId xmlns:a16="http://schemas.microsoft.com/office/drawing/2014/main" id="{C0C63A01-52CA-BD69-2552-0FBF18D47F8C}"/>
                  </a:ext>
                </a:extLst>
              </p:cNvPr>
              <p:cNvSpPr>
                <a:spLocks noChangeArrowheads="1"/>
              </p:cNvSpPr>
              <p:nvPr/>
            </p:nvSpPr>
            <p:spPr bwMode="auto">
              <a:xfrm>
                <a:off x="6904038" y="2479675"/>
                <a:ext cx="33337" cy="160338"/>
              </a:xfrm>
              <a:custGeom>
                <a:avLst/>
                <a:gdLst>
                  <a:gd name="T0" fmla="*/ 0 w 94"/>
                  <a:gd name="T1" fmla="*/ 0 h 446"/>
                  <a:gd name="T2" fmla="*/ 93 w 94"/>
                  <a:gd name="T3" fmla="*/ 0 h 446"/>
                  <a:gd name="T4" fmla="*/ 93 w 94"/>
                  <a:gd name="T5" fmla="*/ 445 h 446"/>
                  <a:gd name="T6" fmla="*/ 0 w 94"/>
                  <a:gd name="T7" fmla="*/ 445 h 446"/>
                  <a:gd name="T8" fmla="*/ 0 w 94"/>
                  <a:gd name="T9" fmla="*/ 0 h 446"/>
                </a:gdLst>
                <a:ahLst/>
                <a:cxnLst>
                  <a:cxn ang="0">
                    <a:pos x="T0" y="T1"/>
                  </a:cxn>
                  <a:cxn ang="0">
                    <a:pos x="T2" y="T3"/>
                  </a:cxn>
                  <a:cxn ang="0">
                    <a:pos x="T4" y="T5"/>
                  </a:cxn>
                  <a:cxn ang="0">
                    <a:pos x="T6" y="T7"/>
                  </a:cxn>
                  <a:cxn ang="0">
                    <a:pos x="T8" y="T9"/>
                  </a:cxn>
                </a:cxnLst>
                <a:rect l="0" t="0" r="r" b="b"/>
                <a:pathLst>
                  <a:path w="94" h="446">
                    <a:moveTo>
                      <a:pt x="0" y="0"/>
                    </a:moveTo>
                    <a:cubicBezTo>
                      <a:pt x="31" y="0"/>
                      <a:pt x="62" y="0"/>
                      <a:pt x="93" y="0"/>
                    </a:cubicBezTo>
                    <a:cubicBezTo>
                      <a:pt x="93" y="150"/>
                      <a:pt x="93" y="295"/>
                      <a:pt x="93" y="445"/>
                    </a:cubicBezTo>
                    <a:cubicBezTo>
                      <a:pt x="62" y="445"/>
                      <a:pt x="31" y="445"/>
                      <a:pt x="0" y="445"/>
                    </a:cubicBezTo>
                    <a:cubicBezTo>
                      <a:pt x="0" y="295"/>
                      <a:pt x="0" y="147"/>
                      <a:pt x="0" y="0"/>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9" name="Freeform 19">
                <a:extLst>
                  <a:ext uri="{FF2B5EF4-FFF2-40B4-BE49-F238E27FC236}">
                    <a16:creationId xmlns:a16="http://schemas.microsoft.com/office/drawing/2014/main" id="{EE3ED76A-301E-BDD7-EC2D-01E8237B9A1B}"/>
                  </a:ext>
                </a:extLst>
              </p:cNvPr>
              <p:cNvSpPr>
                <a:spLocks noChangeArrowheads="1"/>
              </p:cNvSpPr>
              <p:nvPr/>
            </p:nvSpPr>
            <p:spPr bwMode="auto">
              <a:xfrm>
                <a:off x="6899275" y="2406650"/>
                <a:ext cx="42863" cy="42863"/>
              </a:xfrm>
              <a:custGeom>
                <a:avLst/>
                <a:gdLst>
                  <a:gd name="T0" fmla="*/ 116 w 117"/>
                  <a:gd name="T1" fmla="*/ 59 h 120"/>
                  <a:gd name="T2" fmla="*/ 56 w 117"/>
                  <a:gd name="T3" fmla="*/ 119 h 120"/>
                  <a:gd name="T4" fmla="*/ 0 w 117"/>
                  <a:gd name="T5" fmla="*/ 59 h 120"/>
                  <a:gd name="T6" fmla="*/ 56 w 117"/>
                  <a:gd name="T7" fmla="*/ 0 h 120"/>
                  <a:gd name="T8" fmla="*/ 116 w 117"/>
                  <a:gd name="T9" fmla="*/ 59 h 120"/>
                </a:gdLst>
                <a:ahLst/>
                <a:cxnLst>
                  <a:cxn ang="0">
                    <a:pos x="T0" y="T1"/>
                  </a:cxn>
                  <a:cxn ang="0">
                    <a:pos x="T2" y="T3"/>
                  </a:cxn>
                  <a:cxn ang="0">
                    <a:pos x="T4" y="T5"/>
                  </a:cxn>
                  <a:cxn ang="0">
                    <a:pos x="T6" y="T7"/>
                  </a:cxn>
                  <a:cxn ang="0">
                    <a:pos x="T8" y="T9"/>
                  </a:cxn>
                </a:cxnLst>
                <a:rect l="0" t="0" r="r" b="b"/>
                <a:pathLst>
                  <a:path w="117" h="120">
                    <a:moveTo>
                      <a:pt x="116" y="59"/>
                    </a:moveTo>
                    <a:cubicBezTo>
                      <a:pt x="116" y="93"/>
                      <a:pt x="90" y="119"/>
                      <a:pt x="56" y="119"/>
                    </a:cubicBezTo>
                    <a:cubicBezTo>
                      <a:pt x="25" y="119"/>
                      <a:pt x="0" y="93"/>
                      <a:pt x="0" y="59"/>
                    </a:cubicBezTo>
                    <a:cubicBezTo>
                      <a:pt x="0" y="28"/>
                      <a:pt x="25" y="0"/>
                      <a:pt x="56" y="0"/>
                    </a:cubicBezTo>
                    <a:cubicBezTo>
                      <a:pt x="90" y="3"/>
                      <a:pt x="116" y="28"/>
                      <a:pt x="116" y="59"/>
                    </a:cubicBezTo>
                  </a:path>
                </a:pathLst>
              </a:custGeom>
              <a:solidFill>
                <a:srgbClr val="00000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76" name="Group 275">
            <a:extLst>
              <a:ext uri="{FF2B5EF4-FFF2-40B4-BE49-F238E27FC236}">
                <a16:creationId xmlns:a16="http://schemas.microsoft.com/office/drawing/2014/main" id="{831D5CDA-4003-F50D-9BF2-D6BC3CFD58CA}"/>
              </a:ext>
            </a:extLst>
          </p:cNvPr>
          <p:cNvGrpSpPr/>
          <p:nvPr/>
        </p:nvGrpSpPr>
        <p:grpSpPr>
          <a:xfrm>
            <a:off x="8010189" y="4111360"/>
            <a:ext cx="2031417" cy="293838"/>
            <a:chOff x="6075362" y="5676900"/>
            <a:chExt cx="2535238" cy="366713"/>
          </a:xfrm>
        </p:grpSpPr>
        <p:grpSp>
          <p:nvGrpSpPr>
            <p:cNvPr id="277" name="Group 276">
              <a:extLst>
                <a:ext uri="{FF2B5EF4-FFF2-40B4-BE49-F238E27FC236}">
                  <a16:creationId xmlns:a16="http://schemas.microsoft.com/office/drawing/2014/main" id="{DB78B5C9-E425-DD92-1BAE-8B3C24F91332}"/>
                </a:ext>
              </a:extLst>
            </p:cNvPr>
            <p:cNvGrpSpPr/>
            <p:nvPr/>
          </p:nvGrpSpPr>
          <p:grpSpPr>
            <a:xfrm>
              <a:off x="6075362" y="5726113"/>
              <a:ext cx="927100" cy="242887"/>
              <a:chOff x="6075362" y="5726113"/>
              <a:chExt cx="927100" cy="242887"/>
            </a:xfrm>
          </p:grpSpPr>
          <p:sp>
            <p:nvSpPr>
              <p:cNvPr id="280" name="Freeform 15">
                <a:extLst>
                  <a:ext uri="{FF2B5EF4-FFF2-40B4-BE49-F238E27FC236}">
                    <a16:creationId xmlns:a16="http://schemas.microsoft.com/office/drawing/2014/main" id="{D631E253-B4F8-CEAD-89E7-1E9A9C048F3A}"/>
                  </a:ext>
                </a:extLst>
              </p:cNvPr>
              <p:cNvSpPr>
                <a:spLocks noChangeArrowheads="1"/>
              </p:cNvSpPr>
              <p:nvPr/>
            </p:nvSpPr>
            <p:spPr bwMode="auto">
              <a:xfrm>
                <a:off x="6243637" y="5726113"/>
                <a:ext cx="46038"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3"/>
                      <a:pt x="22" y="655"/>
                      <a:pt x="51" y="655"/>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1" name="Freeform 16">
                <a:extLst>
                  <a:ext uri="{FF2B5EF4-FFF2-40B4-BE49-F238E27FC236}">
                    <a16:creationId xmlns:a16="http://schemas.microsoft.com/office/drawing/2014/main" id="{3B820EE0-6EAE-7E32-DC92-B0E0861D091D}"/>
                  </a:ext>
                </a:extLst>
              </p:cNvPr>
              <p:cNvSpPr>
                <a:spLocks noChangeArrowheads="1"/>
              </p:cNvSpPr>
              <p:nvPr/>
            </p:nvSpPr>
            <p:spPr bwMode="auto">
              <a:xfrm>
                <a:off x="6297612" y="5788025"/>
                <a:ext cx="177800" cy="179388"/>
              </a:xfrm>
              <a:custGeom>
                <a:avLst/>
                <a:gdLst>
                  <a:gd name="T0" fmla="*/ 228 w 495"/>
                  <a:gd name="T1" fmla="*/ 496 h 497"/>
                  <a:gd name="T2" fmla="*/ 369 w 495"/>
                  <a:gd name="T3" fmla="*/ 432 h 497"/>
                  <a:gd name="T4" fmla="*/ 369 w 495"/>
                  <a:gd name="T5" fmla="*/ 432 h 497"/>
                  <a:gd name="T6" fmla="*/ 420 w 495"/>
                  <a:gd name="T7" fmla="*/ 483 h 497"/>
                  <a:gd name="T8" fmla="*/ 492 w 495"/>
                  <a:gd name="T9" fmla="*/ 483 h 497"/>
                  <a:gd name="T10" fmla="*/ 494 w 495"/>
                  <a:gd name="T11" fmla="*/ 14 h 497"/>
                  <a:gd name="T12" fmla="*/ 371 w 495"/>
                  <a:gd name="T13" fmla="*/ 14 h 497"/>
                  <a:gd name="T14" fmla="*/ 371 w 495"/>
                  <a:gd name="T15" fmla="*/ 65 h 497"/>
                  <a:gd name="T16" fmla="*/ 230 w 495"/>
                  <a:gd name="T17" fmla="*/ 0 h 497"/>
                  <a:gd name="T18" fmla="*/ 2 w 495"/>
                  <a:gd name="T19" fmla="*/ 246 h 497"/>
                  <a:gd name="T20" fmla="*/ 228 w 495"/>
                  <a:gd name="T21" fmla="*/ 496 h 497"/>
                  <a:gd name="T22" fmla="*/ 250 w 495"/>
                  <a:gd name="T23" fmla="*/ 119 h 497"/>
                  <a:gd name="T24" fmla="*/ 371 w 495"/>
                  <a:gd name="T25" fmla="*/ 248 h 497"/>
                  <a:gd name="T26" fmla="*/ 250 w 495"/>
                  <a:gd name="T27" fmla="*/ 377 h 497"/>
                  <a:gd name="T28" fmla="*/ 129 w 495"/>
                  <a:gd name="T29" fmla="*/ 248 h 497"/>
                  <a:gd name="T30" fmla="*/ 250 w 495"/>
                  <a:gd name="T31" fmla="*/ 119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5" h="497">
                    <a:moveTo>
                      <a:pt x="228" y="496"/>
                    </a:moveTo>
                    <a:cubicBezTo>
                      <a:pt x="291" y="496"/>
                      <a:pt x="338" y="469"/>
                      <a:pt x="369" y="432"/>
                    </a:cubicBezTo>
                    <a:lnTo>
                      <a:pt x="369" y="432"/>
                    </a:lnTo>
                    <a:cubicBezTo>
                      <a:pt x="369" y="461"/>
                      <a:pt x="391" y="483"/>
                      <a:pt x="420" y="483"/>
                    </a:cubicBezTo>
                    <a:lnTo>
                      <a:pt x="492" y="483"/>
                    </a:lnTo>
                    <a:lnTo>
                      <a:pt x="494" y="14"/>
                    </a:lnTo>
                    <a:lnTo>
                      <a:pt x="371" y="14"/>
                    </a:lnTo>
                    <a:lnTo>
                      <a:pt x="371" y="65"/>
                    </a:lnTo>
                    <a:cubicBezTo>
                      <a:pt x="340" y="26"/>
                      <a:pt x="295" y="0"/>
                      <a:pt x="230" y="0"/>
                    </a:cubicBezTo>
                    <a:cubicBezTo>
                      <a:pt x="101" y="0"/>
                      <a:pt x="2" y="106"/>
                      <a:pt x="2" y="246"/>
                    </a:cubicBezTo>
                    <a:cubicBezTo>
                      <a:pt x="0" y="389"/>
                      <a:pt x="96" y="496"/>
                      <a:pt x="228" y="496"/>
                    </a:cubicBezTo>
                    <a:close/>
                    <a:moveTo>
                      <a:pt x="250" y="119"/>
                    </a:moveTo>
                    <a:cubicBezTo>
                      <a:pt x="322" y="119"/>
                      <a:pt x="371" y="174"/>
                      <a:pt x="371" y="248"/>
                    </a:cubicBezTo>
                    <a:cubicBezTo>
                      <a:pt x="371" y="321"/>
                      <a:pt x="322" y="377"/>
                      <a:pt x="250" y="377"/>
                    </a:cubicBezTo>
                    <a:cubicBezTo>
                      <a:pt x="176" y="377"/>
                      <a:pt x="129" y="319"/>
                      <a:pt x="129" y="248"/>
                    </a:cubicBezTo>
                    <a:cubicBezTo>
                      <a:pt x="129" y="176"/>
                      <a:pt x="176" y="119"/>
                      <a:pt x="250" y="119"/>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2" name="Freeform 17">
                <a:extLst>
                  <a:ext uri="{FF2B5EF4-FFF2-40B4-BE49-F238E27FC236}">
                    <a16:creationId xmlns:a16="http://schemas.microsoft.com/office/drawing/2014/main" id="{76FDEE67-303E-F43F-457B-13879B6DB5CF}"/>
                  </a:ext>
                </a:extLst>
              </p:cNvPr>
              <p:cNvSpPr>
                <a:spLocks noChangeArrowheads="1"/>
              </p:cNvSpPr>
              <p:nvPr/>
            </p:nvSpPr>
            <p:spPr bwMode="auto">
              <a:xfrm>
                <a:off x="6486525" y="5726113"/>
                <a:ext cx="46037"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1"/>
                      <a:pt x="22" y="655"/>
                      <a:pt x="51" y="655"/>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3" name="Freeform 18">
                <a:extLst>
                  <a:ext uri="{FF2B5EF4-FFF2-40B4-BE49-F238E27FC236}">
                    <a16:creationId xmlns:a16="http://schemas.microsoft.com/office/drawing/2014/main" id="{63F842CC-86DC-7F74-C9BF-D37B11B3ADD6}"/>
                  </a:ext>
                </a:extLst>
              </p:cNvPr>
              <p:cNvSpPr>
                <a:spLocks noChangeArrowheads="1"/>
              </p:cNvSpPr>
              <p:nvPr/>
            </p:nvSpPr>
            <p:spPr bwMode="auto">
              <a:xfrm>
                <a:off x="6538912" y="5789613"/>
                <a:ext cx="184150" cy="177800"/>
              </a:xfrm>
              <a:custGeom>
                <a:avLst/>
                <a:gdLst>
                  <a:gd name="T0" fmla="*/ 254 w 511"/>
                  <a:gd name="T1" fmla="*/ 494 h 495"/>
                  <a:gd name="T2" fmla="*/ 510 w 511"/>
                  <a:gd name="T3" fmla="*/ 248 h 495"/>
                  <a:gd name="T4" fmla="*/ 256 w 511"/>
                  <a:gd name="T5" fmla="*/ 0 h 495"/>
                  <a:gd name="T6" fmla="*/ 2 w 511"/>
                  <a:gd name="T7" fmla="*/ 246 h 495"/>
                  <a:gd name="T8" fmla="*/ 254 w 511"/>
                  <a:gd name="T9" fmla="*/ 494 h 495"/>
                  <a:gd name="T10" fmla="*/ 256 w 511"/>
                  <a:gd name="T11" fmla="*/ 117 h 495"/>
                  <a:gd name="T12" fmla="*/ 381 w 511"/>
                  <a:gd name="T13" fmla="*/ 246 h 495"/>
                  <a:gd name="T14" fmla="*/ 256 w 511"/>
                  <a:gd name="T15" fmla="*/ 375 h 495"/>
                  <a:gd name="T16" fmla="*/ 131 w 511"/>
                  <a:gd name="T17" fmla="*/ 246 h 495"/>
                  <a:gd name="T18" fmla="*/ 256 w 511"/>
                  <a:gd name="T19" fmla="*/ 117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1" h="495">
                    <a:moveTo>
                      <a:pt x="254" y="494"/>
                    </a:moveTo>
                    <a:cubicBezTo>
                      <a:pt x="399" y="494"/>
                      <a:pt x="508" y="389"/>
                      <a:pt x="510" y="248"/>
                    </a:cubicBezTo>
                    <a:cubicBezTo>
                      <a:pt x="510" y="106"/>
                      <a:pt x="403" y="0"/>
                      <a:pt x="256" y="0"/>
                    </a:cubicBezTo>
                    <a:cubicBezTo>
                      <a:pt x="111" y="0"/>
                      <a:pt x="2" y="104"/>
                      <a:pt x="2" y="246"/>
                    </a:cubicBezTo>
                    <a:cubicBezTo>
                      <a:pt x="0" y="387"/>
                      <a:pt x="109" y="494"/>
                      <a:pt x="254" y="494"/>
                    </a:cubicBezTo>
                    <a:close/>
                    <a:moveTo>
                      <a:pt x="256" y="117"/>
                    </a:moveTo>
                    <a:cubicBezTo>
                      <a:pt x="328" y="117"/>
                      <a:pt x="381" y="170"/>
                      <a:pt x="381" y="246"/>
                    </a:cubicBezTo>
                    <a:cubicBezTo>
                      <a:pt x="381" y="322"/>
                      <a:pt x="328" y="375"/>
                      <a:pt x="256" y="375"/>
                    </a:cubicBezTo>
                    <a:cubicBezTo>
                      <a:pt x="184" y="375"/>
                      <a:pt x="131" y="322"/>
                      <a:pt x="131" y="246"/>
                    </a:cubicBezTo>
                    <a:cubicBezTo>
                      <a:pt x="131" y="170"/>
                      <a:pt x="184" y="117"/>
                      <a:pt x="256" y="117"/>
                    </a:cubicBezTo>
                    <a:close/>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4" name="Freeform 19">
                <a:extLst>
                  <a:ext uri="{FF2B5EF4-FFF2-40B4-BE49-F238E27FC236}">
                    <a16:creationId xmlns:a16="http://schemas.microsoft.com/office/drawing/2014/main" id="{63614544-4E48-B449-C620-AC38489D53B1}"/>
                  </a:ext>
                </a:extLst>
              </p:cNvPr>
              <p:cNvSpPr>
                <a:spLocks noChangeArrowheads="1"/>
              </p:cNvSpPr>
              <p:nvPr/>
            </p:nvSpPr>
            <p:spPr bwMode="auto">
              <a:xfrm>
                <a:off x="6727825" y="5786438"/>
                <a:ext cx="274637" cy="176212"/>
              </a:xfrm>
              <a:custGeom>
                <a:avLst/>
                <a:gdLst>
                  <a:gd name="T0" fmla="*/ 52 w 765"/>
                  <a:gd name="T1" fmla="*/ 489 h 490"/>
                  <a:gd name="T2" fmla="*/ 127 w 765"/>
                  <a:gd name="T3" fmla="*/ 489 h 490"/>
                  <a:gd name="T4" fmla="*/ 127 w 765"/>
                  <a:gd name="T5" fmla="*/ 231 h 490"/>
                  <a:gd name="T6" fmla="*/ 228 w 765"/>
                  <a:gd name="T7" fmla="*/ 125 h 490"/>
                  <a:gd name="T8" fmla="*/ 320 w 765"/>
                  <a:gd name="T9" fmla="*/ 229 h 490"/>
                  <a:gd name="T10" fmla="*/ 320 w 765"/>
                  <a:gd name="T11" fmla="*/ 436 h 490"/>
                  <a:gd name="T12" fmla="*/ 371 w 765"/>
                  <a:gd name="T13" fmla="*/ 487 h 490"/>
                  <a:gd name="T14" fmla="*/ 447 w 765"/>
                  <a:gd name="T15" fmla="*/ 487 h 490"/>
                  <a:gd name="T16" fmla="*/ 447 w 765"/>
                  <a:gd name="T17" fmla="*/ 229 h 490"/>
                  <a:gd name="T18" fmla="*/ 547 w 765"/>
                  <a:gd name="T19" fmla="*/ 123 h 490"/>
                  <a:gd name="T20" fmla="*/ 639 w 765"/>
                  <a:gd name="T21" fmla="*/ 227 h 490"/>
                  <a:gd name="T22" fmla="*/ 639 w 765"/>
                  <a:gd name="T23" fmla="*/ 434 h 490"/>
                  <a:gd name="T24" fmla="*/ 691 w 765"/>
                  <a:gd name="T25" fmla="*/ 485 h 490"/>
                  <a:gd name="T26" fmla="*/ 764 w 765"/>
                  <a:gd name="T27" fmla="*/ 485 h 490"/>
                  <a:gd name="T28" fmla="*/ 764 w 765"/>
                  <a:gd name="T29" fmla="*/ 186 h 490"/>
                  <a:gd name="T30" fmla="*/ 580 w 765"/>
                  <a:gd name="T31" fmla="*/ 2 h 490"/>
                  <a:gd name="T32" fmla="*/ 420 w 765"/>
                  <a:gd name="T33" fmla="*/ 82 h 490"/>
                  <a:gd name="T34" fmla="*/ 265 w 765"/>
                  <a:gd name="T35" fmla="*/ 0 h 490"/>
                  <a:gd name="T36" fmla="*/ 125 w 765"/>
                  <a:gd name="T37" fmla="*/ 67 h 490"/>
                  <a:gd name="T38" fmla="*/ 125 w 765"/>
                  <a:gd name="T39" fmla="*/ 12 h 490"/>
                  <a:gd name="T40" fmla="*/ 2 w 765"/>
                  <a:gd name="T41" fmla="*/ 12 h 490"/>
                  <a:gd name="T42" fmla="*/ 0 w 765"/>
                  <a:gd name="T43" fmla="*/ 430 h 490"/>
                  <a:gd name="T44" fmla="*/ 52 w 765"/>
                  <a:gd name="T45" fmla="*/ 489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5" h="490">
                    <a:moveTo>
                      <a:pt x="52" y="489"/>
                    </a:moveTo>
                    <a:lnTo>
                      <a:pt x="127" y="489"/>
                    </a:lnTo>
                    <a:lnTo>
                      <a:pt x="127" y="231"/>
                    </a:lnTo>
                    <a:cubicBezTo>
                      <a:pt x="127" y="160"/>
                      <a:pt x="172" y="125"/>
                      <a:pt x="228" y="125"/>
                    </a:cubicBezTo>
                    <a:cubicBezTo>
                      <a:pt x="285" y="125"/>
                      <a:pt x="320" y="162"/>
                      <a:pt x="320" y="229"/>
                    </a:cubicBezTo>
                    <a:lnTo>
                      <a:pt x="320" y="436"/>
                    </a:lnTo>
                    <a:cubicBezTo>
                      <a:pt x="320" y="465"/>
                      <a:pt x="342" y="487"/>
                      <a:pt x="371" y="487"/>
                    </a:cubicBezTo>
                    <a:lnTo>
                      <a:pt x="447" y="487"/>
                    </a:lnTo>
                    <a:lnTo>
                      <a:pt x="447" y="229"/>
                    </a:lnTo>
                    <a:cubicBezTo>
                      <a:pt x="447" y="158"/>
                      <a:pt x="492" y="123"/>
                      <a:pt x="547" y="123"/>
                    </a:cubicBezTo>
                    <a:cubicBezTo>
                      <a:pt x="605" y="123"/>
                      <a:pt x="639" y="160"/>
                      <a:pt x="639" y="227"/>
                    </a:cubicBezTo>
                    <a:lnTo>
                      <a:pt x="639" y="434"/>
                    </a:lnTo>
                    <a:cubicBezTo>
                      <a:pt x="639" y="463"/>
                      <a:pt x="662" y="485"/>
                      <a:pt x="691" y="485"/>
                    </a:cubicBezTo>
                    <a:lnTo>
                      <a:pt x="764" y="485"/>
                    </a:lnTo>
                    <a:lnTo>
                      <a:pt x="764" y="186"/>
                    </a:lnTo>
                    <a:cubicBezTo>
                      <a:pt x="764" y="78"/>
                      <a:pt x="691" y="2"/>
                      <a:pt x="580" y="2"/>
                    </a:cubicBezTo>
                    <a:cubicBezTo>
                      <a:pt x="519" y="2"/>
                      <a:pt x="457" y="22"/>
                      <a:pt x="420" y="82"/>
                    </a:cubicBezTo>
                    <a:cubicBezTo>
                      <a:pt x="390" y="33"/>
                      <a:pt x="334" y="2"/>
                      <a:pt x="265" y="0"/>
                    </a:cubicBezTo>
                    <a:cubicBezTo>
                      <a:pt x="211" y="0"/>
                      <a:pt x="160" y="18"/>
                      <a:pt x="125" y="67"/>
                    </a:cubicBezTo>
                    <a:lnTo>
                      <a:pt x="125" y="12"/>
                    </a:lnTo>
                    <a:lnTo>
                      <a:pt x="2" y="12"/>
                    </a:lnTo>
                    <a:lnTo>
                      <a:pt x="0" y="430"/>
                    </a:lnTo>
                    <a:cubicBezTo>
                      <a:pt x="0" y="465"/>
                      <a:pt x="23" y="489"/>
                      <a:pt x="52" y="489"/>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5" name="Freeform 20">
                <a:extLst>
                  <a:ext uri="{FF2B5EF4-FFF2-40B4-BE49-F238E27FC236}">
                    <a16:creationId xmlns:a16="http://schemas.microsoft.com/office/drawing/2014/main" id="{4290BEB7-9579-AB68-51B6-DA59426508D2}"/>
                  </a:ext>
                </a:extLst>
              </p:cNvPr>
              <p:cNvSpPr>
                <a:spLocks noChangeArrowheads="1"/>
              </p:cNvSpPr>
              <p:nvPr/>
            </p:nvSpPr>
            <p:spPr bwMode="auto">
              <a:xfrm>
                <a:off x="6075362" y="5788025"/>
                <a:ext cx="161925" cy="180975"/>
              </a:xfrm>
              <a:custGeom>
                <a:avLst/>
                <a:gdLst>
                  <a:gd name="T0" fmla="*/ 211 w 451"/>
                  <a:gd name="T1" fmla="*/ 389 h 501"/>
                  <a:gd name="T2" fmla="*/ 45 w 451"/>
                  <a:gd name="T3" fmla="*/ 338 h 501"/>
                  <a:gd name="T4" fmla="*/ 0 w 451"/>
                  <a:gd name="T5" fmla="*/ 436 h 501"/>
                  <a:gd name="T6" fmla="*/ 209 w 451"/>
                  <a:gd name="T7" fmla="*/ 496 h 501"/>
                  <a:gd name="T8" fmla="*/ 448 w 451"/>
                  <a:gd name="T9" fmla="*/ 346 h 501"/>
                  <a:gd name="T10" fmla="*/ 272 w 451"/>
                  <a:gd name="T11" fmla="*/ 196 h 501"/>
                  <a:gd name="T12" fmla="*/ 215 w 451"/>
                  <a:gd name="T13" fmla="*/ 188 h 501"/>
                  <a:gd name="T14" fmla="*/ 145 w 451"/>
                  <a:gd name="T15" fmla="*/ 147 h 501"/>
                  <a:gd name="T16" fmla="*/ 217 w 451"/>
                  <a:gd name="T17" fmla="*/ 106 h 501"/>
                  <a:gd name="T18" fmla="*/ 348 w 451"/>
                  <a:gd name="T19" fmla="*/ 135 h 501"/>
                  <a:gd name="T20" fmla="*/ 413 w 451"/>
                  <a:gd name="T21" fmla="*/ 108 h 501"/>
                  <a:gd name="T22" fmla="*/ 436 w 451"/>
                  <a:gd name="T23" fmla="*/ 57 h 501"/>
                  <a:gd name="T24" fmla="*/ 219 w 451"/>
                  <a:gd name="T25" fmla="*/ 2 h 501"/>
                  <a:gd name="T26" fmla="*/ 14 w 451"/>
                  <a:gd name="T27" fmla="*/ 147 h 501"/>
                  <a:gd name="T28" fmla="*/ 184 w 451"/>
                  <a:gd name="T29" fmla="*/ 297 h 501"/>
                  <a:gd name="T30" fmla="*/ 213 w 451"/>
                  <a:gd name="T31" fmla="*/ 301 h 501"/>
                  <a:gd name="T32" fmla="*/ 319 w 451"/>
                  <a:gd name="T33" fmla="*/ 346 h 501"/>
                  <a:gd name="T34" fmla="*/ 211 w 451"/>
                  <a:gd name="T35" fmla="*/ 38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1" h="501">
                    <a:moveTo>
                      <a:pt x="211" y="389"/>
                    </a:moveTo>
                    <a:cubicBezTo>
                      <a:pt x="139" y="387"/>
                      <a:pt x="76" y="354"/>
                      <a:pt x="45" y="338"/>
                    </a:cubicBezTo>
                    <a:lnTo>
                      <a:pt x="0" y="436"/>
                    </a:lnTo>
                    <a:cubicBezTo>
                      <a:pt x="65" y="475"/>
                      <a:pt x="143" y="493"/>
                      <a:pt x="209" y="496"/>
                    </a:cubicBezTo>
                    <a:cubicBezTo>
                      <a:pt x="366" y="500"/>
                      <a:pt x="446" y="444"/>
                      <a:pt x="448" y="346"/>
                    </a:cubicBezTo>
                    <a:cubicBezTo>
                      <a:pt x="450" y="258"/>
                      <a:pt x="375" y="209"/>
                      <a:pt x="272" y="196"/>
                    </a:cubicBezTo>
                    <a:lnTo>
                      <a:pt x="215" y="188"/>
                    </a:lnTo>
                    <a:cubicBezTo>
                      <a:pt x="172" y="180"/>
                      <a:pt x="145" y="173"/>
                      <a:pt x="145" y="147"/>
                    </a:cubicBezTo>
                    <a:cubicBezTo>
                      <a:pt x="145" y="120"/>
                      <a:pt x="168" y="104"/>
                      <a:pt x="217" y="106"/>
                    </a:cubicBezTo>
                    <a:cubicBezTo>
                      <a:pt x="264" y="106"/>
                      <a:pt x="311" y="121"/>
                      <a:pt x="348" y="135"/>
                    </a:cubicBezTo>
                    <a:cubicBezTo>
                      <a:pt x="373" y="145"/>
                      <a:pt x="401" y="133"/>
                      <a:pt x="413" y="108"/>
                    </a:cubicBezTo>
                    <a:lnTo>
                      <a:pt x="436" y="57"/>
                    </a:lnTo>
                    <a:cubicBezTo>
                      <a:pt x="375" y="24"/>
                      <a:pt x="303" y="4"/>
                      <a:pt x="219" y="2"/>
                    </a:cubicBezTo>
                    <a:cubicBezTo>
                      <a:pt x="108" y="0"/>
                      <a:pt x="16" y="51"/>
                      <a:pt x="14" y="147"/>
                    </a:cubicBezTo>
                    <a:cubicBezTo>
                      <a:pt x="12" y="223"/>
                      <a:pt x="47" y="276"/>
                      <a:pt x="184" y="297"/>
                    </a:cubicBezTo>
                    <a:lnTo>
                      <a:pt x="213" y="301"/>
                    </a:lnTo>
                    <a:cubicBezTo>
                      <a:pt x="274" y="309"/>
                      <a:pt x="319" y="313"/>
                      <a:pt x="319" y="346"/>
                    </a:cubicBezTo>
                    <a:cubicBezTo>
                      <a:pt x="317" y="379"/>
                      <a:pt x="280" y="391"/>
                      <a:pt x="211" y="389"/>
                    </a:cubicBezTo>
                  </a:path>
                </a:pathLst>
              </a:custGeom>
              <a:solidFill>
                <a:srgbClr val="0C62F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78" name="Freeform 21">
              <a:extLst>
                <a:ext uri="{FF2B5EF4-FFF2-40B4-BE49-F238E27FC236}">
                  <a16:creationId xmlns:a16="http://schemas.microsoft.com/office/drawing/2014/main" id="{2866200C-1913-DCAA-9EA3-40A9EF8801CA}"/>
                </a:ext>
              </a:extLst>
            </p:cNvPr>
            <p:cNvSpPr>
              <a:spLocks noChangeArrowheads="1"/>
            </p:cNvSpPr>
            <p:nvPr/>
          </p:nvSpPr>
          <p:spPr bwMode="auto">
            <a:xfrm>
              <a:off x="7262812" y="5676900"/>
              <a:ext cx="7938" cy="366713"/>
            </a:xfrm>
            <a:custGeom>
              <a:avLst/>
              <a:gdLst>
                <a:gd name="T0" fmla="*/ 11 w 22"/>
                <a:gd name="T1" fmla="*/ 1016 h 1017"/>
                <a:gd name="T2" fmla="*/ 0 w 22"/>
                <a:gd name="T3" fmla="*/ 1016 h 1017"/>
                <a:gd name="T4" fmla="*/ 0 w 22"/>
                <a:gd name="T5" fmla="*/ 0 h 1017"/>
                <a:gd name="T6" fmla="*/ 21 w 22"/>
                <a:gd name="T7" fmla="*/ 0 h 1017"/>
                <a:gd name="T8" fmla="*/ 21 w 22"/>
                <a:gd name="T9" fmla="*/ 1016 h 1017"/>
                <a:gd name="T10" fmla="*/ 11 w 22"/>
                <a:gd name="T11" fmla="*/ 1016 h 1017"/>
              </a:gdLst>
              <a:ahLst/>
              <a:cxnLst>
                <a:cxn ang="0">
                  <a:pos x="T0" y="T1"/>
                </a:cxn>
                <a:cxn ang="0">
                  <a:pos x="T2" y="T3"/>
                </a:cxn>
                <a:cxn ang="0">
                  <a:pos x="T4" y="T5"/>
                </a:cxn>
                <a:cxn ang="0">
                  <a:pos x="T6" y="T7"/>
                </a:cxn>
                <a:cxn ang="0">
                  <a:pos x="T8" y="T9"/>
                </a:cxn>
                <a:cxn ang="0">
                  <a:pos x="T10" y="T11"/>
                </a:cxn>
              </a:cxnLst>
              <a:rect l="0" t="0" r="r" b="b"/>
              <a:pathLst>
                <a:path w="22" h="1017">
                  <a:moveTo>
                    <a:pt x="11" y="1016"/>
                  </a:moveTo>
                  <a:lnTo>
                    <a:pt x="0" y="1016"/>
                  </a:lnTo>
                  <a:lnTo>
                    <a:pt x="0" y="0"/>
                  </a:lnTo>
                  <a:lnTo>
                    <a:pt x="21" y="0"/>
                  </a:lnTo>
                  <a:lnTo>
                    <a:pt x="21" y="1016"/>
                  </a:lnTo>
                  <a:lnTo>
                    <a:pt x="11" y="1016"/>
                  </a:lnTo>
                </a:path>
              </a:pathLst>
            </a:custGeom>
            <a:solidFill>
              <a:srgbClr val="231F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9" name="Freeform 22">
              <a:extLst>
                <a:ext uri="{FF2B5EF4-FFF2-40B4-BE49-F238E27FC236}">
                  <a16:creationId xmlns:a16="http://schemas.microsoft.com/office/drawing/2014/main" id="{3B432BF2-F59A-A42E-DE8B-545252E4C172}"/>
                </a:ext>
              </a:extLst>
            </p:cNvPr>
            <p:cNvSpPr>
              <a:spLocks noChangeArrowheads="1"/>
            </p:cNvSpPr>
            <p:nvPr/>
          </p:nvSpPr>
          <p:spPr bwMode="auto">
            <a:xfrm>
              <a:off x="7535862" y="5676900"/>
              <a:ext cx="1074738" cy="366713"/>
            </a:xfrm>
            <a:custGeom>
              <a:avLst/>
              <a:gdLst>
                <a:gd name="T0" fmla="*/ 1015 w 2986"/>
                <a:gd name="T1" fmla="*/ 0 h 1017"/>
                <a:gd name="T2" fmla="*/ 0 w 2986"/>
                <a:gd name="T3" fmla="*/ 1016 h 1017"/>
                <a:gd name="T4" fmla="*/ 911 w 2986"/>
                <a:gd name="T5" fmla="*/ 909 h 1017"/>
                <a:gd name="T6" fmla="*/ 106 w 2986"/>
                <a:gd name="T7" fmla="*/ 104 h 1017"/>
                <a:gd name="T8" fmla="*/ 911 w 2986"/>
                <a:gd name="T9" fmla="*/ 909 h 1017"/>
                <a:gd name="T10" fmla="*/ 196 w 2986"/>
                <a:gd name="T11" fmla="*/ 569 h 1017"/>
                <a:gd name="T12" fmla="*/ 614 w 2986"/>
                <a:gd name="T13" fmla="*/ 569 h 1017"/>
                <a:gd name="T14" fmla="*/ 507 w 2986"/>
                <a:gd name="T15" fmla="*/ 262 h 1017"/>
                <a:gd name="T16" fmla="*/ 403 w 2986"/>
                <a:gd name="T17" fmla="*/ 692 h 1017"/>
                <a:gd name="T18" fmla="*/ 296 w 2986"/>
                <a:gd name="T19" fmla="*/ 262 h 1017"/>
                <a:gd name="T20" fmla="*/ 751 w 2986"/>
                <a:gd name="T21" fmla="*/ 323 h 1017"/>
                <a:gd name="T22" fmla="*/ 751 w 2986"/>
                <a:gd name="T23" fmla="*/ 194 h 1017"/>
                <a:gd name="T24" fmla="*/ 751 w 2986"/>
                <a:gd name="T25" fmla="*/ 323 h 1017"/>
                <a:gd name="T26" fmla="*/ 700 w 2986"/>
                <a:gd name="T27" fmla="*/ 786 h 1017"/>
                <a:gd name="T28" fmla="*/ 806 w 2986"/>
                <a:gd name="T29" fmla="*/ 372 h 1017"/>
                <a:gd name="T30" fmla="*/ 1328 w 2986"/>
                <a:gd name="T31" fmla="*/ 616 h 1017"/>
                <a:gd name="T32" fmla="*/ 1328 w 2986"/>
                <a:gd name="T33" fmla="*/ 262 h 1017"/>
                <a:gd name="T34" fmla="*/ 1130 w 2986"/>
                <a:gd name="T35" fmla="*/ 788 h 1017"/>
                <a:gd name="T36" fmla="*/ 1236 w 2986"/>
                <a:gd name="T37" fmla="*/ 620 h 1017"/>
                <a:gd name="T38" fmla="*/ 1330 w 2986"/>
                <a:gd name="T39" fmla="*/ 616 h 1017"/>
                <a:gd name="T40" fmla="*/ 1316 w 2986"/>
                <a:gd name="T41" fmla="*/ 532 h 1017"/>
                <a:gd name="T42" fmla="*/ 1232 w 2986"/>
                <a:gd name="T43" fmla="*/ 346 h 1017"/>
                <a:gd name="T44" fmla="*/ 1410 w 2986"/>
                <a:gd name="T45" fmla="*/ 438 h 1017"/>
                <a:gd name="T46" fmla="*/ 1552 w 2986"/>
                <a:gd name="T47" fmla="*/ 579 h 1017"/>
                <a:gd name="T48" fmla="*/ 1877 w 2986"/>
                <a:gd name="T49" fmla="*/ 727 h 1017"/>
                <a:gd name="T50" fmla="*/ 1984 w 2986"/>
                <a:gd name="T51" fmla="*/ 786 h 1017"/>
                <a:gd name="T52" fmla="*/ 1877 w 2986"/>
                <a:gd name="T53" fmla="*/ 372 h 1017"/>
                <a:gd name="T54" fmla="*/ 1742 w 2986"/>
                <a:gd name="T55" fmla="*/ 368 h 1017"/>
                <a:gd name="T56" fmla="*/ 1877 w 2986"/>
                <a:gd name="T57" fmla="*/ 579 h 1017"/>
                <a:gd name="T58" fmla="*/ 1660 w 2986"/>
                <a:gd name="T59" fmla="*/ 579 h 1017"/>
                <a:gd name="T60" fmla="*/ 1877 w 2986"/>
                <a:gd name="T61" fmla="*/ 579 h 1017"/>
                <a:gd name="T62" fmla="*/ 2197 w 2986"/>
                <a:gd name="T63" fmla="*/ 641 h 1017"/>
                <a:gd name="T64" fmla="*/ 2289 w 2986"/>
                <a:gd name="T65" fmla="*/ 463 h 1017"/>
                <a:gd name="T66" fmla="*/ 2197 w 2986"/>
                <a:gd name="T67" fmla="*/ 372 h 1017"/>
                <a:gd name="T68" fmla="*/ 2090 w 2986"/>
                <a:gd name="T69" fmla="*/ 258 h 1017"/>
                <a:gd name="T70" fmla="*/ 2041 w 2986"/>
                <a:gd name="T71" fmla="*/ 372 h 1017"/>
                <a:gd name="T72" fmla="*/ 2090 w 2986"/>
                <a:gd name="T73" fmla="*/ 463 h 1017"/>
                <a:gd name="T74" fmla="*/ 2234 w 2986"/>
                <a:gd name="T75" fmla="*/ 784 h 1017"/>
                <a:gd name="T76" fmla="*/ 2289 w 2986"/>
                <a:gd name="T77" fmla="*/ 694 h 1017"/>
                <a:gd name="T78" fmla="*/ 2248 w 2986"/>
                <a:gd name="T79" fmla="*/ 696 h 1017"/>
                <a:gd name="T80" fmla="*/ 2453 w 2986"/>
                <a:gd name="T81" fmla="*/ 237 h 1017"/>
                <a:gd name="T82" fmla="*/ 2346 w 2986"/>
                <a:gd name="T83" fmla="*/ 788 h 1017"/>
                <a:gd name="T84" fmla="*/ 2453 w 2986"/>
                <a:gd name="T85" fmla="*/ 567 h 1017"/>
                <a:gd name="T86" fmla="*/ 2647 w 2986"/>
                <a:gd name="T87" fmla="*/ 557 h 1017"/>
                <a:gd name="T88" fmla="*/ 2754 w 2986"/>
                <a:gd name="T89" fmla="*/ 784 h 1017"/>
                <a:gd name="T90" fmla="*/ 2580 w 2986"/>
                <a:gd name="T91" fmla="*/ 368 h 1017"/>
                <a:gd name="T92" fmla="*/ 2744 w 2986"/>
                <a:gd name="T93" fmla="*/ 235 h 1017"/>
                <a:gd name="T94" fmla="*/ 2779 w 2986"/>
                <a:gd name="T95" fmla="*/ 252 h 1017"/>
                <a:gd name="T96" fmla="*/ 2799 w 2986"/>
                <a:gd name="T97" fmla="*/ 358 h 1017"/>
                <a:gd name="T98" fmla="*/ 2832 w 2986"/>
                <a:gd name="T99" fmla="*/ 252 h 1017"/>
                <a:gd name="T100" fmla="*/ 2744 w 2986"/>
                <a:gd name="T101" fmla="*/ 235 h 1017"/>
                <a:gd name="T102" fmla="*/ 2920 w 2986"/>
                <a:gd name="T103" fmla="*/ 333 h 1017"/>
                <a:gd name="T104" fmla="*/ 2854 w 2986"/>
                <a:gd name="T105" fmla="*/ 235 h 1017"/>
                <a:gd name="T106" fmla="*/ 2873 w 2986"/>
                <a:gd name="T107" fmla="*/ 358 h 1017"/>
                <a:gd name="T108" fmla="*/ 2914 w 2986"/>
                <a:gd name="T109" fmla="*/ 358 h 1017"/>
                <a:gd name="T110" fmla="*/ 2967 w 2986"/>
                <a:gd name="T111" fmla="*/ 264 h 1017"/>
                <a:gd name="T112" fmla="*/ 2985 w 2986"/>
                <a:gd name="T113" fmla="*/ 358 h 1017"/>
                <a:gd name="T114" fmla="*/ 2963 w 2986"/>
                <a:gd name="T115" fmla="*/ 235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86" h="1017">
                  <a:moveTo>
                    <a:pt x="0" y="0"/>
                  </a:moveTo>
                  <a:lnTo>
                    <a:pt x="1015" y="0"/>
                  </a:lnTo>
                  <a:lnTo>
                    <a:pt x="1015" y="1016"/>
                  </a:lnTo>
                  <a:lnTo>
                    <a:pt x="0" y="1016"/>
                  </a:lnTo>
                  <a:lnTo>
                    <a:pt x="0" y="0"/>
                  </a:lnTo>
                  <a:close/>
                  <a:moveTo>
                    <a:pt x="911" y="909"/>
                  </a:moveTo>
                  <a:lnTo>
                    <a:pt x="911" y="104"/>
                  </a:lnTo>
                  <a:lnTo>
                    <a:pt x="106" y="104"/>
                  </a:lnTo>
                  <a:lnTo>
                    <a:pt x="106" y="909"/>
                  </a:lnTo>
                  <a:lnTo>
                    <a:pt x="911" y="909"/>
                  </a:lnTo>
                  <a:close/>
                  <a:moveTo>
                    <a:pt x="196" y="262"/>
                  </a:moveTo>
                  <a:lnTo>
                    <a:pt x="196" y="569"/>
                  </a:lnTo>
                  <a:cubicBezTo>
                    <a:pt x="196" y="710"/>
                    <a:pt x="274" y="792"/>
                    <a:pt x="403" y="792"/>
                  </a:cubicBezTo>
                  <a:cubicBezTo>
                    <a:pt x="538" y="792"/>
                    <a:pt x="614" y="708"/>
                    <a:pt x="614" y="569"/>
                  </a:cubicBezTo>
                  <a:lnTo>
                    <a:pt x="614" y="262"/>
                  </a:lnTo>
                  <a:lnTo>
                    <a:pt x="507" y="262"/>
                  </a:lnTo>
                  <a:lnTo>
                    <a:pt x="507" y="569"/>
                  </a:lnTo>
                  <a:cubicBezTo>
                    <a:pt x="507" y="649"/>
                    <a:pt x="472" y="692"/>
                    <a:pt x="403" y="692"/>
                  </a:cubicBezTo>
                  <a:cubicBezTo>
                    <a:pt x="329" y="692"/>
                    <a:pt x="296" y="645"/>
                    <a:pt x="296" y="569"/>
                  </a:cubicBezTo>
                  <a:lnTo>
                    <a:pt x="296" y="262"/>
                  </a:lnTo>
                  <a:lnTo>
                    <a:pt x="196" y="262"/>
                  </a:lnTo>
                  <a:close/>
                  <a:moveTo>
                    <a:pt x="751" y="323"/>
                  </a:moveTo>
                  <a:cubicBezTo>
                    <a:pt x="788" y="323"/>
                    <a:pt x="816" y="297"/>
                    <a:pt x="816" y="260"/>
                  </a:cubicBezTo>
                  <a:cubicBezTo>
                    <a:pt x="816" y="221"/>
                    <a:pt x="790" y="194"/>
                    <a:pt x="751" y="194"/>
                  </a:cubicBezTo>
                  <a:cubicBezTo>
                    <a:pt x="714" y="194"/>
                    <a:pt x="685" y="221"/>
                    <a:pt x="685" y="260"/>
                  </a:cubicBezTo>
                  <a:cubicBezTo>
                    <a:pt x="687" y="297"/>
                    <a:pt x="716" y="323"/>
                    <a:pt x="751" y="323"/>
                  </a:cubicBezTo>
                  <a:close/>
                  <a:moveTo>
                    <a:pt x="700" y="372"/>
                  </a:moveTo>
                  <a:lnTo>
                    <a:pt x="700" y="786"/>
                  </a:lnTo>
                  <a:lnTo>
                    <a:pt x="806" y="786"/>
                  </a:lnTo>
                  <a:lnTo>
                    <a:pt x="806" y="372"/>
                  </a:lnTo>
                  <a:lnTo>
                    <a:pt x="700" y="372"/>
                  </a:lnTo>
                  <a:close/>
                  <a:moveTo>
                    <a:pt x="1328" y="616"/>
                  </a:moveTo>
                  <a:cubicBezTo>
                    <a:pt x="1443" y="616"/>
                    <a:pt x="1517" y="549"/>
                    <a:pt x="1517" y="438"/>
                  </a:cubicBezTo>
                  <a:cubicBezTo>
                    <a:pt x="1517" y="331"/>
                    <a:pt x="1443" y="262"/>
                    <a:pt x="1328" y="262"/>
                  </a:cubicBezTo>
                  <a:lnTo>
                    <a:pt x="1130" y="262"/>
                  </a:lnTo>
                  <a:lnTo>
                    <a:pt x="1130" y="788"/>
                  </a:lnTo>
                  <a:lnTo>
                    <a:pt x="1236" y="788"/>
                  </a:lnTo>
                  <a:lnTo>
                    <a:pt x="1236" y="620"/>
                  </a:lnTo>
                  <a:lnTo>
                    <a:pt x="1330" y="620"/>
                  </a:lnTo>
                  <a:lnTo>
                    <a:pt x="1330" y="616"/>
                  </a:lnTo>
                  <a:lnTo>
                    <a:pt x="1328" y="616"/>
                  </a:lnTo>
                  <a:close/>
                  <a:moveTo>
                    <a:pt x="1316" y="532"/>
                  </a:moveTo>
                  <a:lnTo>
                    <a:pt x="1232" y="532"/>
                  </a:lnTo>
                  <a:lnTo>
                    <a:pt x="1232" y="346"/>
                  </a:lnTo>
                  <a:lnTo>
                    <a:pt x="1316" y="346"/>
                  </a:lnTo>
                  <a:cubicBezTo>
                    <a:pt x="1378" y="346"/>
                    <a:pt x="1410" y="381"/>
                    <a:pt x="1410" y="438"/>
                  </a:cubicBezTo>
                  <a:cubicBezTo>
                    <a:pt x="1410" y="499"/>
                    <a:pt x="1378" y="532"/>
                    <a:pt x="1316" y="532"/>
                  </a:cubicBezTo>
                  <a:close/>
                  <a:moveTo>
                    <a:pt x="1552" y="579"/>
                  </a:moveTo>
                  <a:cubicBezTo>
                    <a:pt x="1552" y="702"/>
                    <a:pt x="1632" y="790"/>
                    <a:pt x="1742" y="790"/>
                  </a:cubicBezTo>
                  <a:cubicBezTo>
                    <a:pt x="1810" y="790"/>
                    <a:pt x="1853" y="766"/>
                    <a:pt x="1877" y="727"/>
                  </a:cubicBezTo>
                  <a:lnTo>
                    <a:pt x="1877" y="786"/>
                  </a:lnTo>
                  <a:lnTo>
                    <a:pt x="1984" y="786"/>
                  </a:lnTo>
                  <a:lnTo>
                    <a:pt x="1984" y="372"/>
                  </a:lnTo>
                  <a:lnTo>
                    <a:pt x="1877" y="372"/>
                  </a:lnTo>
                  <a:lnTo>
                    <a:pt x="1877" y="438"/>
                  </a:lnTo>
                  <a:cubicBezTo>
                    <a:pt x="1851" y="395"/>
                    <a:pt x="1808" y="368"/>
                    <a:pt x="1742" y="368"/>
                  </a:cubicBezTo>
                  <a:cubicBezTo>
                    <a:pt x="1630" y="368"/>
                    <a:pt x="1552" y="458"/>
                    <a:pt x="1552" y="579"/>
                  </a:cubicBezTo>
                  <a:close/>
                  <a:moveTo>
                    <a:pt x="1877" y="579"/>
                  </a:moveTo>
                  <a:cubicBezTo>
                    <a:pt x="1877" y="651"/>
                    <a:pt x="1832" y="698"/>
                    <a:pt x="1767" y="698"/>
                  </a:cubicBezTo>
                  <a:cubicBezTo>
                    <a:pt x="1695" y="698"/>
                    <a:pt x="1660" y="647"/>
                    <a:pt x="1660" y="579"/>
                  </a:cubicBezTo>
                  <a:cubicBezTo>
                    <a:pt x="1660" y="506"/>
                    <a:pt x="1702" y="458"/>
                    <a:pt x="1767" y="458"/>
                  </a:cubicBezTo>
                  <a:cubicBezTo>
                    <a:pt x="1833" y="458"/>
                    <a:pt x="1877" y="510"/>
                    <a:pt x="1877" y="579"/>
                  </a:cubicBezTo>
                  <a:close/>
                  <a:moveTo>
                    <a:pt x="2248" y="696"/>
                  </a:moveTo>
                  <a:cubicBezTo>
                    <a:pt x="2207" y="696"/>
                    <a:pt x="2197" y="678"/>
                    <a:pt x="2197" y="641"/>
                  </a:cubicBezTo>
                  <a:lnTo>
                    <a:pt x="2197" y="463"/>
                  </a:lnTo>
                  <a:lnTo>
                    <a:pt x="2289" y="463"/>
                  </a:lnTo>
                  <a:lnTo>
                    <a:pt x="2289" y="372"/>
                  </a:lnTo>
                  <a:lnTo>
                    <a:pt x="2197" y="372"/>
                  </a:lnTo>
                  <a:lnTo>
                    <a:pt x="2197" y="258"/>
                  </a:lnTo>
                  <a:lnTo>
                    <a:pt x="2090" y="258"/>
                  </a:lnTo>
                  <a:lnTo>
                    <a:pt x="2090" y="372"/>
                  </a:lnTo>
                  <a:lnTo>
                    <a:pt x="2041" y="372"/>
                  </a:lnTo>
                  <a:lnTo>
                    <a:pt x="2041" y="463"/>
                  </a:lnTo>
                  <a:lnTo>
                    <a:pt x="2090" y="463"/>
                  </a:lnTo>
                  <a:lnTo>
                    <a:pt x="2090" y="641"/>
                  </a:lnTo>
                  <a:cubicBezTo>
                    <a:pt x="2090" y="739"/>
                    <a:pt x="2133" y="784"/>
                    <a:pt x="2234" y="784"/>
                  </a:cubicBezTo>
                  <a:lnTo>
                    <a:pt x="2289" y="784"/>
                  </a:lnTo>
                  <a:lnTo>
                    <a:pt x="2289" y="694"/>
                  </a:lnTo>
                  <a:lnTo>
                    <a:pt x="2248" y="694"/>
                  </a:lnTo>
                  <a:lnTo>
                    <a:pt x="2248" y="696"/>
                  </a:lnTo>
                  <a:close/>
                  <a:moveTo>
                    <a:pt x="2453" y="432"/>
                  </a:moveTo>
                  <a:lnTo>
                    <a:pt x="2453" y="237"/>
                  </a:lnTo>
                  <a:lnTo>
                    <a:pt x="2346" y="237"/>
                  </a:lnTo>
                  <a:lnTo>
                    <a:pt x="2346" y="788"/>
                  </a:lnTo>
                  <a:lnTo>
                    <a:pt x="2453" y="788"/>
                  </a:lnTo>
                  <a:lnTo>
                    <a:pt x="2453" y="567"/>
                  </a:lnTo>
                  <a:cubicBezTo>
                    <a:pt x="2453" y="495"/>
                    <a:pt x="2490" y="452"/>
                    <a:pt x="2553" y="452"/>
                  </a:cubicBezTo>
                  <a:cubicBezTo>
                    <a:pt x="2615" y="452"/>
                    <a:pt x="2647" y="493"/>
                    <a:pt x="2647" y="557"/>
                  </a:cubicBezTo>
                  <a:lnTo>
                    <a:pt x="2647" y="784"/>
                  </a:lnTo>
                  <a:lnTo>
                    <a:pt x="2754" y="784"/>
                  </a:lnTo>
                  <a:lnTo>
                    <a:pt x="2754" y="546"/>
                  </a:lnTo>
                  <a:cubicBezTo>
                    <a:pt x="2754" y="440"/>
                    <a:pt x="2676" y="368"/>
                    <a:pt x="2580" y="368"/>
                  </a:cubicBezTo>
                  <a:cubicBezTo>
                    <a:pt x="2516" y="368"/>
                    <a:pt x="2477" y="391"/>
                    <a:pt x="2453" y="432"/>
                  </a:cubicBezTo>
                  <a:close/>
                  <a:moveTo>
                    <a:pt x="2744" y="235"/>
                  </a:moveTo>
                  <a:lnTo>
                    <a:pt x="2744" y="252"/>
                  </a:lnTo>
                  <a:lnTo>
                    <a:pt x="2779" y="252"/>
                  </a:lnTo>
                  <a:lnTo>
                    <a:pt x="2779" y="358"/>
                  </a:lnTo>
                  <a:lnTo>
                    <a:pt x="2799" y="358"/>
                  </a:lnTo>
                  <a:lnTo>
                    <a:pt x="2799" y="252"/>
                  </a:lnTo>
                  <a:lnTo>
                    <a:pt x="2832" y="252"/>
                  </a:lnTo>
                  <a:lnTo>
                    <a:pt x="2832" y="235"/>
                  </a:lnTo>
                  <a:lnTo>
                    <a:pt x="2744" y="235"/>
                  </a:lnTo>
                  <a:close/>
                  <a:moveTo>
                    <a:pt x="2963" y="235"/>
                  </a:moveTo>
                  <a:lnTo>
                    <a:pt x="2920" y="333"/>
                  </a:lnTo>
                  <a:lnTo>
                    <a:pt x="2879" y="235"/>
                  </a:lnTo>
                  <a:lnTo>
                    <a:pt x="2854" y="235"/>
                  </a:lnTo>
                  <a:lnTo>
                    <a:pt x="2854" y="358"/>
                  </a:lnTo>
                  <a:lnTo>
                    <a:pt x="2873" y="358"/>
                  </a:lnTo>
                  <a:lnTo>
                    <a:pt x="2873" y="264"/>
                  </a:lnTo>
                  <a:lnTo>
                    <a:pt x="2914" y="358"/>
                  </a:lnTo>
                  <a:lnTo>
                    <a:pt x="2928" y="358"/>
                  </a:lnTo>
                  <a:lnTo>
                    <a:pt x="2967" y="264"/>
                  </a:lnTo>
                  <a:lnTo>
                    <a:pt x="2967" y="358"/>
                  </a:lnTo>
                  <a:lnTo>
                    <a:pt x="2985" y="358"/>
                  </a:lnTo>
                  <a:lnTo>
                    <a:pt x="2985" y="235"/>
                  </a:lnTo>
                  <a:lnTo>
                    <a:pt x="2963" y="235"/>
                  </a:lnTo>
                  <a:close/>
                </a:path>
              </a:pathLst>
            </a:custGeom>
            <a:solidFill>
              <a:srgbClr val="FA46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pic>
        <p:nvPicPr>
          <p:cNvPr id="286" name="Graphic 285">
            <a:extLst>
              <a:ext uri="{FF2B5EF4-FFF2-40B4-BE49-F238E27FC236}">
                <a16:creationId xmlns:a16="http://schemas.microsoft.com/office/drawing/2014/main" id="{2B0D8AB3-356B-0D8F-3B9A-C4D1DCF6127D}"/>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84509" y="1802826"/>
            <a:ext cx="2342521" cy="312336"/>
          </a:xfrm>
          <a:prstGeom prst="rect">
            <a:avLst/>
          </a:prstGeom>
        </p:spPr>
      </p:pic>
      <p:pic>
        <p:nvPicPr>
          <p:cNvPr id="287" name="Graphic 286">
            <a:extLst>
              <a:ext uri="{FF2B5EF4-FFF2-40B4-BE49-F238E27FC236}">
                <a16:creationId xmlns:a16="http://schemas.microsoft.com/office/drawing/2014/main" id="{5739191B-48D9-F85C-FEB7-19194A271E18}"/>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40377" y="4827320"/>
            <a:ext cx="1990609" cy="504172"/>
          </a:xfrm>
          <a:prstGeom prst="rect">
            <a:avLst/>
          </a:prstGeom>
        </p:spPr>
      </p:pic>
    </p:spTree>
    <p:extLst>
      <p:ext uri="{BB962C8B-B14F-4D97-AF65-F5344CB8AC3E}">
        <p14:creationId xmlns:p14="http://schemas.microsoft.com/office/powerpoint/2010/main" val="238770339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CD3B0-D6FB-DB0F-7642-A15E66F71EEF}"/>
              </a:ext>
            </a:extLst>
          </p:cNvPr>
          <p:cNvSpPr>
            <a:spLocks noGrp="1"/>
          </p:cNvSpPr>
          <p:nvPr>
            <p:ph type="title"/>
          </p:nvPr>
        </p:nvSpPr>
        <p:spPr/>
        <p:txBody>
          <a:bodyPr/>
          <a:lstStyle/>
          <a:p>
            <a:r>
              <a:rPr lang="en-US"/>
              <a:t>Partner logo lockups </a:t>
            </a:r>
          </a:p>
        </p:txBody>
      </p:sp>
      <p:sp>
        <p:nvSpPr>
          <p:cNvPr id="5" name="Date Placeholder 4">
            <a:extLst>
              <a:ext uri="{FF2B5EF4-FFF2-40B4-BE49-F238E27FC236}">
                <a16:creationId xmlns:a16="http://schemas.microsoft.com/office/drawing/2014/main" id="{325E53C7-3304-9A89-86D7-2DD178886DD4}"/>
              </a:ext>
            </a:extLst>
          </p:cNvPr>
          <p:cNvSpPr>
            <a:spLocks noGrp="1"/>
          </p:cNvSpPr>
          <p:nvPr>
            <p:ph type="dt" sz="half" idx="10"/>
          </p:nvPr>
        </p:nvSpPr>
        <p:spPr/>
        <p:txBody>
          <a:bodyPr/>
          <a:lstStyle/>
          <a:p>
            <a:fld id="{FA4AD33A-6A9F-46AF-8F12-72F07E237C85}" type="datetimeyyyy">
              <a:rPr lang="en-US" smtClean="0"/>
              <a:t>2025</a:t>
            </a:fld>
            <a:endParaRPr lang="en-US"/>
          </a:p>
        </p:txBody>
      </p:sp>
      <p:sp>
        <p:nvSpPr>
          <p:cNvPr id="4" name="Footer Placeholder 3">
            <a:extLst>
              <a:ext uri="{FF2B5EF4-FFF2-40B4-BE49-F238E27FC236}">
                <a16:creationId xmlns:a16="http://schemas.microsoft.com/office/drawing/2014/main" id="{BEF90BA9-475D-3BBD-A7A7-B6569E0BD636}"/>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1D996EE2-76AF-BD3A-D502-0DAEDF31A0CE}"/>
              </a:ext>
            </a:extLst>
          </p:cNvPr>
          <p:cNvSpPr>
            <a:spLocks noGrp="1"/>
          </p:cNvSpPr>
          <p:nvPr>
            <p:ph type="sldNum" sz="quarter" idx="12"/>
          </p:nvPr>
        </p:nvSpPr>
        <p:spPr/>
        <p:txBody>
          <a:bodyPr/>
          <a:lstStyle/>
          <a:p>
            <a:fld id="{B2643E34-DC33-45ED-8E33-EC0D5991E9A4}" type="slidenum">
              <a:rPr lang="en-US" smtClean="0"/>
              <a:pPr/>
              <a:t>172</a:t>
            </a:fld>
            <a:endParaRPr lang="en-US"/>
          </a:p>
        </p:txBody>
      </p:sp>
      <p:grpSp>
        <p:nvGrpSpPr>
          <p:cNvPr id="8" name="Group 7">
            <a:extLst>
              <a:ext uri="{FF2B5EF4-FFF2-40B4-BE49-F238E27FC236}">
                <a16:creationId xmlns:a16="http://schemas.microsoft.com/office/drawing/2014/main" id="{B58F2D13-1612-A3CA-AF0B-1ABA1BA48D55}"/>
              </a:ext>
            </a:extLst>
          </p:cNvPr>
          <p:cNvGrpSpPr/>
          <p:nvPr/>
        </p:nvGrpSpPr>
        <p:grpSpPr>
          <a:xfrm>
            <a:off x="4622803" y="2610975"/>
            <a:ext cx="2367231" cy="293836"/>
            <a:chOff x="6075362" y="6491288"/>
            <a:chExt cx="2954338" cy="366712"/>
          </a:xfrm>
          <a:solidFill>
            <a:schemeClr val="tx1"/>
          </a:solidFill>
        </p:grpSpPr>
        <p:grpSp>
          <p:nvGrpSpPr>
            <p:cNvPr id="9" name="Group 8">
              <a:extLst>
                <a:ext uri="{FF2B5EF4-FFF2-40B4-BE49-F238E27FC236}">
                  <a16:creationId xmlns:a16="http://schemas.microsoft.com/office/drawing/2014/main" id="{62AD8661-AEAA-E445-7B23-A837A0815FB3}"/>
                </a:ext>
              </a:extLst>
            </p:cNvPr>
            <p:cNvGrpSpPr/>
            <p:nvPr/>
          </p:nvGrpSpPr>
          <p:grpSpPr>
            <a:xfrm>
              <a:off x="6075362" y="6540500"/>
              <a:ext cx="927100" cy="242888"/>
              <a:chOff x="6075362" y="6540500"/>
              <a:chExt cx="927100" cy="242888"/>
            </a:xfrm>
            <a:grpFill/>
          </p:grpSpPr>
          <p:sp>
            <p:nvSpPr>
              <p:cNvPr id="19" name="Freeform 1">
                <a:extLst>
                  <a:ext uri="{FF2B5EF4-FFF2-40B4-BE49-F238E27FC236}">
                    <a16:creationId xmlns:a16="http://schemas.microsoft.com/office/drawing/2014/main" id="{4BE92333-0808-3F41-93F3-BF8522960075}"/>
                  </a:ext>
                </a:extLst>
              </p:cNvPr>
              <p:cNvSpPr>
                <a:spLocks noChangeArrowheads="1"/>
              </p:cNvSpPr>
              <p:nvPr/>
            </p:nvSpPr>
            <p:spPr bwMode="auto">
              <a:xfrm>
                <a:off x="6243637" y="6540500"/>
                <a:ext cx="46038" cy="236538"/>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3"/>
                      <a:pt x="22" y="655"/>
                      <a:pt x="51" y="6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2">
                <a:extLst>
                  <a:ext uri="{FF2B5EF4-FFF2-40B4-BE49-F238E27FC236}">
                    <a16:creationId xmlns:a16="http://schemas.microsoft.com/office/drawing/2014/main" id="{1A9FDD95-8982-D8F4-3870-EC8A1ABAF4A1}"/>
                  </a:ext>
                </a:extLst>
              </p:cNvPr>
              <p:cNvSpPr>
                <a:spLocks noChangeArrowheads="1"/>
              </p:cNvSpPr>
              <p:nvPr/>
            </p:nvSpPr>
            <p:spPr bwMode="auto">
              <a:xfrm>
                <a:off x="6297612" y="6602413"/>
                <a:ext cx="177800" cy="179387"/>
              </a:xfrm>
              <a:custGeom>
                <a:avLst/>
                <a:gdLst>
                  <a:gd name="T0" fmla="*/ 228 w 495"/>
                  <a:gd name="T1" fmla="*/ 496 h 497"/>
                  <a:gd name="T2" fmla="*/ 369 w 495"/>
                  <a:gd name="T3" fmla="*/ 432 h 497"/>
                  <a:gd name="T4" fmla="*/ 369 w 495"/>
                  <a:gd name="T5" fmla="*/ 432 h 497"/>
                  <a:gd name="T6" fmla="*/ 420 w 495"/>
                  <a:gd name="T7" fmla="*/ 483 h 497"/>
                  <a:gd name="T8" fmla="*/ 492 w 495"/>
                  <a:gd name="T9" fmla="*/ 483 h 497"/>
                  <a:gd name="T10" fmla="*/ 494 w 495"/>
                  <a:gd name="T11" fmla="*/ 14 h 497"/>
                  <a:gd name="T12" fmla="*/ 371 w 495"/>
                  <a:gd name="T13" fmla="*/ 14 h 497"/>
                  <a:gd name="T14" fmla="*/ 371 w 495"/>
                  <a:gd name="T15" fmla="*/ 66 h 497"/>
                  <a:gd name="T16" fmla="*/ 230 w 495"/>
                  <a:gd name="T17" fmla="*/ 0 h 497"/>
                  <a:gd name="T18" fmla="*/ 2 w 495"/>
                  <a:gd name="T19" fmla="*/ 246 h 497"/>
                  <a:gd name="T20" fmla="*/ 228 w 495"/>
                  <a:gd name="T21" fmla="*/ 496 h 497"/>
                  <a:gd name="T22" fmla="*/ 250 w 495"/>
                  <a:gd name="T23" fmla="*/ 119 h 497"/>
                  <a:gd name="T24" fmla="*/ 371 w 495"/>
                  <a:gd name="T25" fmla="*/ 248 h 497"/>
                  <a:gd name="T26" fmla="*/ 250 w 495"/>
                  <a:gd name="T27" fmla="*/ 377 h 497"/>
                  <a:gd name="T28" fmla="*/ 129 w 495"/>
                  <a:gd name="T29" fmla="*/ 248 h 497"/>
                  <a:gd name="T30" fmla="*/ 250 w 495"/>
                  <a:gd name="T31" fmla="*/ 119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5" h="497">
                    <a:moveTo>
                      <a:pt x="228" y="496"/>
                    </a:moveTo>
                    <a:cubicBezTo>
                      <a:pt x="291" y="496"/>
                      <a:pt x="338" y="469"/>
                      <a:pt x="369" y="432"/>
                    </a:cubicBezTo>
                    <a:lnTo>
                      <a:pt x="369" y="432"/>
                    </a:lnTo>
                    <a:cubicBezTo>
                      <a:pt x="369" y="461"/>
                      <a:pt x="391" y="483"/>
                      <a:pt x="420" y="483"/>
                    </a:cubicBezTo>
                    <a:lnTo>
                      <a:pt x="492" y="483"/>
                    </a:lnTo>
                    <a:lnTo>
                      <a:pt x="494" y="14"/>
                    </a:lnTo>
                    <a:lnTo>
                      <a:pt x="371" y="14"/>
                    </a:lnTo>
                    <a:lnTo>
                      <a:pt x="371" y="66"/>
                    </a:lnTo>
                    <a:cubicBezTo>
                      <a:pt x="340" y="27"/>
                      <a:pt x="295" y="0"/>
                      <a:pt x="230" y="0"/>
                    </a:cubicBezTo>
                    <a:cubicBezTo>
                      <a:pt x="101" y="0"/>
                      <a:pt x="2" y="107"/>
                      <a:pt x="2" y="246"/>
                    </a:cubicBezTo>
                    <a:cubicBezTo>
                      <a:pt x="0" y="389"/>
                      <a:pt x="96" y="496"/>
                      <a:pt x="228" y="496"/>
                    </a:cubicBezTo>
                    <a:close/>
                    <a:moveTo>
                      <a:pt x="250" y="119"/>
                    </a:moveTo>
                    <a:cubicBezTo>
                      <a:pt x="322" y="119"/>
                      <a:pt x="371" y="174"/>
                      <a:pt x="371" y="248"/>
                    </a:cubicBezTo>
                    <a:cubicBezTo>
                      <a:pt x="371" y="322"/>
                      <a:pt x="322" y="377"/>
                      <a:pt x="250" y="377"/>
                    </a:cubicBezTo>
                    <a:cubicBezTo>
                      <a:pt x="176" y="377"/>
                      <a:pt x="129" y="320"/>
                      <a:pt x="129" y="248"/>
                    </a:cubicBezTo>
                    <a:cubicBezTo>
                      <a:pt x="129" y="176"/>
                      <a:pt x="176" y="119"/>
                      <a:pt x="250" y="11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BE5770E6-10EF-3291-0BBB-A1BEBE6675C7}"/>
                  </a:ext>
                </a:extLst>
              </p:cNvPr>
              <p:cNvSpPr>
                <a:spLocks noChangeArrowheads="1"/>
              </p:cNvSpPr>
              <p:nvPr/>
            </p:nvSpPr>
            <p:spPr bwMode="auto">
              <a:xfrm>
                <a:off x="6486525" y="6542088"/>
                <a:ext cx="46037"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1"/>
                      <a:pt x="22" y="655"/>
                      <a:pt x="51" y="6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464BAC09-3C01-F2A6-D497-B9683A493E98}"/>
                  </a:ext>
                </a:extLst>
              </p:cNvPr>
              <p:cNvSpPr>
                <a:spLocks noChangeArrowheads="1"/>
              </p:cNvSpPr>
              <p:nvPr/>
            </p:nvSpPr>
            <p:spPr bwMode="auto">
              <a:xfrm>
                <a:off x="6538912" y="6604000"/>
                <a:ext cx="184150" cy="177800"/>
              </a:xfrm>
              <a:custGeom>
                <a:avLst/>
                <a:gdLst>
                  <a:gd name="T0" fmla="*/ 254 w 511"/>
                  <a:gd name="T1" fmla="*/ 494 h 495"/>
                  <a:gd name="T2" fmla="*/ 510 w 511"/>
                  <a:gd name="T3" fmla="*/ 248 h 495"/>
                  <a:gd name="T4" fmla="*/ 256 w 511"/>
                  <a:gd name="T5" fmla="*/ 0 h 495"/>
                  <a:gd name="T6" fmla="*/ 2 w 511"/>
                  <a:gd name="T7" fmla="*/ 246 h 495"/>
                  <a:gd name="T8" fmla="*/ 254 w 511"/>
                  <a:gd name="T9" fmla="*/ 494 h 495"/>
                  <a:gd name="T10" fmla="*/ 256 w 511"/>
                  <a:gd name="T11" fmla="*/ 117 h 495"/>
                  <a:gd name="T12" fmla="*/ 381 w 511"/>
                  <a:gd name="T13" fmla="*/ 246 h 495"/>
                  <a:gd name="T14" fmla="*/ 256 w 511"/>
                  <a:gd name="T15" fmla="*/ 375 h 495"/>
                  <a:gd name="T16" fmla="*/ 131 w 511"/>
                  <a:gd name="T17" fmla="*/ 246 h 495"/>
                  <a:gd name="T18" fmla="*/ 256 w 511"/>
                  <a:gd name="T19" fmla="*/ 117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1" h="495">
                    <a:moveTo>
                      <a:pt x="254" y="494"/>
                    </a:moveTo>
                    <a:cubicBezTo>
                      <a:pt x="399" y="494"/>
                      <a:pt x="508" y="389"/>
                      <a:pt x="510" y="248"/>
                    </a:cubicBezTo>
                    <a:cubicBezTo>
                      <a:pt x="510" y="107"/>
                      <a:pt x="403" y="0"/>
                      <a:pt x="256" y="0"/>
                    </a:cubicBezTo>
                    <a:cubicBezTo>
                      <a:pt x="111" y="0"/>
                      <a:pt x="2" y="105"/>
                      <a:pt x="2" y="246"/>
                    </a:cubicBezTo>
                    <a:cubicBezTo>
                      <a:pt x="0" y="387"/>
                      <a:pt x="109" y="494"/>
                      <a:pt x="254" y="494"/>
                    </a:cubicBezTo>
                    <a:close/>
                    <a:moveTo>
                      <a:pt x="256" y="117"/>
                    </a:moveTo>
                    <a:cubicBezTo>
                      <a:pt x="328" y="117"/>
                      <a:pt x="381" y="170"/>
                      <a:pt x="381" y="246"/>
                    </a:cubicBezTo>
                    <a:cubicBezTo>
                      <a:pt x="381" y="322"/>
                      <a:pt x="328" y="375"/>
                      <a:pt x="256" y="375"/>
                    </a:cubicBezTo>
                    <a:cubicBezTo>
                      <a:pt x="184" y="375"/>
                      <a:pt x="131" y="322"/>
                      <a:pt x="131" y="246"/>
                    </a:cubicBezTo>
                    <a:cubicBezTo>
                      <a:pt x="131" y="170"/>
                      <a:pt x="184" y="117"/>
                      <a:pt x="256" y="11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D1DDF318-2339-16A5-9BE6-1BD143160435}"/>
                  </a:ext>
                </a:extLst>
              </p:cNvPr>
              <p:cNvSpPr>
                <a:spLocks noChangeArrowheads="1"/>
              </p:cNvSpPr>
              <p:nvPr/>
            </p:nvSpPr>
            <p:spPr bwMode="auto">
              <a:xfrm>
                <a:off x="6727825" y="6602413"/>
                <a:ext cx="274637" cy="176212"/>
              </a:xfrm>
              <a:custGeom>
                <a:avLst/>
                <a:gdLst>
                  <a:gd name="T0" fmla="*/ 52 w 765"/>
                  <a:gd name="T1" fmla="*/ 490 h 491"/>
                  <a:gd name="T2" fmla="*/ 127 w 765"/>
                  <a:gd name="T3" fmla="*/ 490 h 491"/>
                  <a:gd name="T4" fmla="*/ 127 w 765"/>
                  <a:gd name="T5" fmla="*/ 231 h 491"/>
                  <a:gd name="T6" fmla="*/ 228 w 765"/>
                  <a:gd name="T7" fmla="*/ 125 h 491"/>
                  <a:gd name="T8" fmla="*/ 320 w 765"/>
                  <a:gd name="T9" fmla="*/ 229 h 491"/>
                  <a:gd name="T10" fmla="*/ 320 w 765"/>
                  <a:gd name="T11" fmla="*/ 436 h 491"/>
                  <a:gd name="T12" fmla="*/ 371 w 765"/>
                  <a:gd name="T13" fmla="*/ 487 h 491"/>
                  <a:gd name="T14" fmla="*/ 447 w 765"/>
                  <a:gd name="T15" fmla="*/ 487 h 491"/>
                  <a:gd name="T16" fmla="*/ 447 w 765"/>
                  <a:gd name="T17" fmla="*/ 229 h 491"/>
                  <a:gd name="T18" fmla="*/ 547 w 765"/>
                  <a:gd name="T19" fmla="*/ 123 h 491"/>
                  <a:gd name="T20" fmla="*/ 639 w 765"/>
                  <a:gd name="T21" fmla="*/ 227 h 491"/>
                  <a:gd name="T22" fmla="*/ 639 w 765"/>
                  <a:gd name="T23" fmla="*/ 434 h 491"/>
                  <a:gd name="T24" fmla="*/ 691 w 765"/>
                  <a:gd name="T25" fmla="*/ 485 h 491"/>
                  <a:gd name="T26" fmla="*/ 764 w 765"/>
                  <a:gd name="T27" fmla="*/ 485 h 491"/>
                  <a:gd name="T28" fmla="*/ 764 w 765"/>
                  <a:gd name="T29" fmla="*/ 186 h 491"/>
                  <a:gd name="T30" fmla="*/ 580 w 765"/>
                  <a:gd name="T31" fmla="*/ 2 h 491"/>
                  <a:gd name="T32" fmla="*/ 420 w 765"/>
                  <a:gd name="T33" fmla="*/ 82 h 491"/>
                  <a:gd name="T34" fmla="*/ 265 w 765"/>
                  <a:gd name="T35" fmla="*/ 0 h 491"/>
                  <a:gd name="T36" fmla="*/ 125 w 765"/>
                  <a:gd name="T37" fmla="*/ 68 h 491"/>
                  <a:gd name="T38" fmla="*/ 125 w 765"/>
                  <a:gd name="T39" fmla="*/ 12 h 491"/>
                  <a:gd name="T40" fmla="*/ 2 w 765"/>
                  <a:gd name="T41" fmla="*/ 12 h 491"/>
                  <a:gd name="T42" fmla="*/ 0 w 765"/>
                  <a:gd name="T43" fmla="*/ 430 h 491"/>
                  <a:gd name="T44" fmla="*/ 52 w 765"/>
                  <a:gd name="T45" fmla="*/ 490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5" h="491">
                    <a:moveTo>
                      <a:pt x="52" y="490"/>
                    </a:moveTo>
                    <a:lnTo>
                      <a:pt x="127" y="490"/>
                    </a:lnTo>
                    <a:lnTo>
                      <a:pt x="127" y="231"/>
                    </a:lnTo>
                    <a:cubicBezTo>
                      <a:pt x="127" y="160"/>
                      <a:pt x="172" y="125"/>
                      <a:pt x="228" y="125"/>
                    </a:cubicBezTo>
                    <a:cubicBezTo>
                      <a:pt x="285" y="125"/>
                      <a:pt x="320" y="162"/>
                      <a:pt x="320" y="229"/>
                    </a:cubicBezTo>
                    <a:lnTo>
                      <a:pt x="320" y="436"/>
                    </a:lnTo>
                    <a:cubicBezTo>
                      <a:pt x="320" y="465"/>
                      <a:pt x="342" y="487"/>
                      <a:pt x="371" y="487"/>
                    </a:cubicBezTo>
                    <a:lnTo>
                      <a:pt x="447" y="487"/>
                    </a:lnTo>
                    <a:lnTo>
                      <a:pt x="447" y="229"/>
                    </a:lnTo>
                    <a:cubicBezTo>
                      <a:pt x="447" y="158"/>
                      <a:pt x="492" y="123"/>
                      <a:pt x="547" y="123"/>
                    </a:cubicBezTo>
                    <a:cubicBezTo>
                      <a:pt x="605" y="123"/>
                      <a:pt x="639" y="160"/>
                      <a:pt x="639" y="227"/>
                    </a:cubicBezTo>
                    <a:lnTo>
                      <a:pt x="639" y="434"/>
                    </a:lnTo>
                    <a:cubicBezTo>
                      <a:pt x="639" y="463"/>
                      <a:pt x="662" y="485"/>
                      <a:pt x="691" y="485"/>
                    </a:cubicBezTo>
                    <a:lnTo>
                      <a:pt x="764" y="485"/>
                    </a:lnTo>
                    <a:lnTo>
                      <a:pt x="764" y="186"/>
                    </a:lnTo>
                    <a:cubicBezTo>
                      <a:pt x="764" y="78"/>
                      <a:pt x="691" y="2"/>
                      <a:pt x="580" y="2"/>
                    </a:cubicBezTo>
                    <a:cubicBezTo>
                      <a:pt x="519" y="2"/>
                      <a:pt x="457" y="23"/>
                      <a:pt x="420" y="82"/>
                    </a:cubicBezTo>
                    <a:cubicBezTo>
                      <a:pt x="390" y="33"/>
                      <a:pt x="334" y="2"/>
                      <a:pt x="265" y="0"/>
                    </a:cubicBezTo>
                    <a:cubicBezTo>
                      <a:pt x="211" y="0"/>
                      <a:pt x="160" y="18"/>
                      <a:pt x="125" y="68"/>
                    </a:cubicBezTo>
                    <a:lnTo>
                      <a:pt x="125" y="12"/>
                    </a:lnTo>
                    <a:lnTo>
                      <a:pt x="2" y="12"/>
                    </a:lnTo>
                    <a:lnTo>
                      <a:pt x="0" y="430"/>
                    </a:lnTo>
                    <a:cubicBezTo>
                      <a:pt x="0" y="465"/>
                      <a:pt x="23" y="490"/>
                      <a:pt x="52" y="49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BA4473C7-A813-F98B-4888-6E1B1C6AE8E7}"/>
                  </a:ext>
                </a:extLst>
              </p:cNvPr>
              <p:cNvSpPr>
                <a:spLocks noChangeArrowheads="1"/>
              </p:cNvSpPr>
              <p:nvPr/>
            </p:nvSpPr>
            <p:spPr bwMode="auto">
              <a:xfrm>
                <a:off x="6075362" y="6602413"/>
                <a:ext cx="161925" cy="180975"/>
              </a:xfrm>
              <a:custGeom>
                <a:avLst/>
                <a:gdLst>
                  <a:gd name="T0" fmla="*/ 211 w 451"/>
                  <a:gd name="T1" fmla="*/ 389 h 501"/>
                  <a:gd name="T2" fmla="*/ 45 w 451"/>
                  <a:gd name="T3" fmla="*/ 338 h 501"/>
                  <a:gd name="T4" fmla="*/ 0 w 451"/>
                  <a:gd name="T5" fmla="*/ 436 h 501"/>
                  <a:gd name="T6" fmla="*/ 209 w 451"/>
                  <a:gd name="T7" fmla="*/ 496 h 501"/>
                  <a:gd name="T8" fmla="*/ 448 w 451"/>
                  <a:gd name="T9" fmla="*/ 346 h 501"/>
                  <a:gd name="T10" fmla="*/ 272 w 451"/>
                  <a:gd name="T11" fmla="*/ 197 h 501"/>
                  <a:gd name="T12" fmla="*/ 215 w 451"/>
                  <a:gd name="T13" fmla="*/ 189 h 501"/>
                  <a:gd name="T14" fmla="*/ 145 w 451"/>
                  <a:gd name="T15" fmla="*/ 148 h 501"/>
                  <a:gd name="T16" fmla="*/ 217 w 451"/>
                  <a:gd name="T17" fmla="*/ 107 h 501"/>
                  <a:gd name="T18" fmla="*/ 348 w 451"/>
                  <a:gd name="T19" fmla="*/ 135 h 501"/>
                  <a:gd name="T20" fmla="*/ 413 w 451"/>
                  <a:gd name="T21" fmla="*/ 109 h 501"/>
                  <a:gd name="T22" fmla="*/ 436 w 451"/>
                  <a:gd name="T23" fmla="*/ 57 h 501"/>
                  <a:gd name="T24" fmla="*/ 219 w 451"/>
                  <a:gd name="T25" fmla="*/ 2 h 501"/>
                  <a:gd name="T26" fmla="*/ 14 w 451"/>
                  <a:gd name="T27" fmla="*/ 148 h 501"/>
                  <a:gd name="T28" fmla="*/ 184 w 451"/>
                  <a:gd name="T29" fmla="*/ 297 h 501"/>
                  <a:gd name="T30" fmla="*/ 213 w 451"/>
                  <a:gd name="T31" fmla="*/ 301 h 501"/>
                  <a:gd name="T32" fmla="*/ 319 w 451"/>
                  <a:gd name="T33" fmla="*/ 346 h 501"/>
                  <a:gd name="T34" fmla="*/ 211 w 451"/>
                  <a:gd name="T35" fmla="*/ 38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1" h="501">
                    <a:moveTo>
                      <a:pt x="211" y="389"/>
                    </a:moveTo>
                    <a:cubicBezTo>
                      <a:pt x="139" y="387"/>
                      <a:pt x="76" y="354"/>
                      <a:pt x="45" y="338"/>
                    </a:cubicBezTo>
                    <a:lnTo>
                      <a:pt x="0" y="436"/>
                    </a:lnTo>
                    <a:cubicBezTo>
                      <a:pt x="65" y="475"/>
                      <a:pt x="143" y="494"/>
                      <a:pt x="209" y="496"/>
                    </a:cubicBezTo>
                    <a:cubicBezTo>
                      <a:pt x="366" y="500"/>
                      <a:pt x="446" y="445"/>
                      <a:pt x="448" y="346"/>
                    </a:cubicBezTo>
                    <a:cubicBezTo>
                      <a:pt x="450" y="258"/>
                      <a:pt x="375" y="209"/>
                      <a:pt x="272" y="197"/>
                    </a:cubicBezTo>
                    <a:lnTo>
                      <a:pt x="215" y="189"/>
                    </a:lnTo>
                    <a:cubicBezTo>
                      <a:pt x="172" y="180"/>
                      <a:pt x="145" y="175"/>
                      <a:pt x="145" y="148"/>
                    </a:cubicBezTo>
                    <a:cubicBezTo>
                      <a:pt x="145" y="122"/>
                      <a:pt x="168" y="105"/>
                      <a:pt x="217" y="107"/>
                    </a:cubicBezTo>
                    <a:cubicBezTo>
                      <a:pt x="264" y="107"/>
                      <a:pt x="311" y="121"/>
                      <a:pt x="348" y="135"/>
                    </a:cubicBezTo>
                    <a:cubicBezTo>
                      <a:pt x="373" y="146"/>
                      <a:pt x="401" y="133"/>
                      <a:pt x="413" y="109"/>
                    </a:cubicBezTo>
                    <a:lnTo>
                      <a:pt x="436" y="57"/>
                    </a:lnTo>
                    <a:cubicBezTo>
                      <a:pt x="375" y="25"/>
                      <a:pt x="303" y="4"/>
                      <a:pt x="219" y="2"/>
                    </a:cubicBezTo>
                    <a:cubicBezTo>
                      <a:pt x="108" y="0"/>
                      <a:pt x="16" y="51"/>
                      <a:pt x="14" y="148"/>
                    </a:cubicBezTo>
                    <a:cubicBezTo>
                      <a:pt x="12" y="223"/>
                      <a:pt x="47" y="277"/>
                      <a:pt x="184" y="297"/>
                    </a:cubicBezTo>
                    <a:lnTo>
                      <a:pt x="213" y="301"/>
                    </a:lnTo>
                    <a:cubicBezTo>
                      <a:pt x="274" y="309"/>
                      <a:pt x="319" y="313"/>
                      <a:pt x="319" y="346"/>
                    </a:cubicBezTo>
                    <a:cubicBezTo>
                      <a:pt x="317" y="379"/>
                      <a:pt x="280" y="391"/>
                      <a:pt x="211" y="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7">
              <a:extLst>
                <a:ext uri="{FF2B5EF4-FFF2-40B4-BE49-F238E27FC236}">
                  <a16:creationId xmlns:a16="http://schemas.microsoft.com/office/drawing/2014/main" id="{9E1007E0-CBB4-5233-9270-F8FB979D2456}"/>
                </a:ext>
              </a:extLst>
            </p:cNvPr>
            <p:cNvSpPr>
              <a:spLocks noChangeArrowheads="1"/>
            </p:cNvSpPr>
            <p:nvPr/>
          </p:nvSpPr>
          <p:spPr bwMode="auto">
            <a:xfrm>
              <a:off x="7262812" y="6491288"/>
              <a:ext cx="7938" cy="366712"/>
            </a:xfrm>
            <a:custGeom>
              <a:avLst/>
              <a:gdLst>
                <a:gd name="T0" fmla="*/ 11 w 22"/>
                <a:gd name="T1" fmla="*/ 1016 h 1017"/>
                <a:gd name="T2" fmla="*/ 0 w 22"/>
                <a:gd name="T3" fmla="*/ 1016 h 1017"/>
                <a:gd name="T4" fmla="*/ 0 w 22"/>
                <a:gd name="T5" fmla="*/ 0 h 1017"/>
                <a:gd name="T6" fmla="*/ 21 w 22"/>
                <a:gd name="T7" fmla="*/ 0 h 1017"/>
                <a:gd name="T8" fmla="*/ 21 w 22"/>
                <a:gd name="T9" fmla="*/ 1016 h 1017"/>
                <a:gd name="T10" fmla="*/ 11 w 22"/>
                <a:gd name="T11" fmla="*/ 1016 h 1017"/>
              </a:gdLst>
              <a:ahLst/>
              <a:cxnLst>
                <a:cxn ang="0">
                  <a:pos x="T0" y="T1"/>
                </a:cxn>
                <a:cxn ang="0">
                  <a:pos x="T2" y="T3"/>
                </a:cxn>
                <a:cxn ang="0">
                  <a:pos x="T4" y="T5"/>
                </a:cxn>
                <a:cxn ang="0">
                  <a:pos x="T6" y="T7"/>
                </a:cxn>
                <a:cxn ang="0">
                  <a:pos x="T8" y="T9"/>
                </a:cxn>
                <a:cxn ang="0">
                  <a:pos x="T10" y="T11"/>
                </a:cxn>
              </a:cxnLst>
              <a:rect l="0" t="0" r="r" b="b"/>
              <a:pathLst>
                <a:path w="22" h="1017">
                  <a:moveTo>
                    <a:pt x="11" y="1016"/>
                  </a:moveTo>
                  <a:lnTo>
                    <a:pt x="0" y="1016"/>
                  </a:lnTo>
                  <a:lnTo>
                    <a:pt x="0" y="0"/>
                  </a:lnTo>
                  <a:lnTo>
                    <a:pt x="21" y="0"/>
                  </a:lnTo>
                  <a:lnTo>
                    <a:pt x="21" y="1016"/>
                  </a:lnTo>
                  <a:lnTo>
                    <a:pt x="11" y="101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1" name="Group 10">
              <a:extLst>
                <a:ext uri="{FF2B5EF4-FFF2-40B4-BE49-F238E27FC236}">
                  <a16:creationId xmlns:a16="http://schemas.microsoft.com/office/drawing/2014/main" id="{8F68D098-FB56-62FC-0F98-56781B1C1820}"/>
                </a:ext>
              </a:extLst>
            </p:cNvPr>
            <p:cNvGrpSpPr/>
            <p:nvPr/>
          </p:nvGrpSpPr>
          <p:grpSpPr>
            <a:xfrm>
              <a:off x="7535862" y="6491288"/>
              <a:ext cx="1493838" cy="366712"/>
              <a:chOff x="7535862" y="6491288"/>
              <a:chExt cx="1493838" cy="366712"/>
            </a:xfrm>
            <a:grpFill/>
          </p:grpSpPr>
          <p:sp>
            <p:nvSpPr>
              <p:cNvPr id="12" name="Freeform 8">
                <a:extLst>
                  <a:ext uri="{FF2B5EF4-FFF2-40B4-BE49-F238E27FC236}">
                    <a16:creationId xmlns:a16="http://schemas.microsoft.com/office/drawing/2014/main" id="{A2CE5441-260D-349E-FFA4-D54158772FFB}"/>
                  </a:ext>
                </a:extLst>
              </p:cNvPr>
              <p:cNvSpPr>
                <a:spLocks noChangeArrowheads="1"/>
              </p:cNvSpPr>
              <p:nvPr/>
            </p:nvSpPr>
            <p:spPr bwMode="auto">
              <a:xfrm>
                <a:off x="7699375" y="6678613"/>
                <a:ext cx="114300" cy="87312"/>
              </a:xfrm>
              <a:custGeom>
                <a:avLst/>
                <a:gdLst>
                  <a:gd name="T0" fmla="*/ 0 w 318"/>
                  <a:gd name="T1" fmla="*/ 70 h 243"/>
                  <a:gd name="T2" fmla="*/ 305 w 318"/>
                  <a:gd name="T3" fmla="*/ 242 h 243"/>
                  <a:gd name="T4" fmla="*/ 317 w 318"/>
                  <a:gd name="T5" fmla="*/ 111 h 243"/>
                  <a:gd name="T6" fmla="*/ 233 w 318"/>
                  <a:gd name="T7" fmla="*/ 21 h 243"/>
                  <a:gd name="T8" fmla="*/ 106 w 318"/>
                  <a:gd name="T9" fmla="*/ 0 h 243"/>
                  <a:gd name="T10" fmla="*/ 0 w 318"/>
                  <a:gd name="T11" fmla="*/ 70 h 243"/>
                </a:gdLst>
                <a:ahLst/>
                <a:cxnLst>
                  <a:cxn ang="0">
                    <a:pos x="T0" y="T1"/>
                  </a:cxn>
                  <a:cxn ang="0">
                    <a:pos x="T2" y="T3"/>
                  </a:cxn>
                  <a:cxn ang="0">
                    <a:pos x="T4" y="T5"/>
                  </a:cxn>
                  <a:cxn ang="0">
                    <a:pos x="T6" y="T7"/>
                  </a:cxn>
                  <a:cxn ang="0">
                    <a:pos x="T8" y="T9"/>
                  </a:cxn>
                  <a:cxn ang="0">
                    <a:pos x="T10" y="T11"/>
                  </a:cxn>
                </a:cxnLst>
                <a:rect l="0" t="0" r="r" b="b"/>
                <a:pathLst>
                  <a:path w="318" h="243">
                    <a:moveTo>
                      <a:pt x="0" y="70"/>
                    </a:moveTo>
                    <a:lnTo>
                      <a:pt x="305" y="242"/>
                    </a:lnTo>
                    <a:lnTo>
                      <a:pt x="317" y="111"/>
                    </a:lnTo>
                    <a:lnTo>
                      <a:pt x="233" y="21"/>
                    </a:lnTo>
                    <a:lnTo>
                      <a:pt x="106" y="0"/>
                    </a:lnTo>
                    <a:lnTo>
                      <a:pt x="0" y="7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9">
                <a:extLst>
                  <a:ext uri="{FF2B5EF4-FFF2-40B4-BE49-F238E27FC236}">
                    <a16:creationId xmlns:a16="http://schemas.microsoft.com/office/drawing/2014/main" id="{4068F5E6-977E-F340-6F36-900C3AB7ACDA}"/>
                  </a:ext>
                </a:extLst>
              </p:cNvPr>
              <p:cNvSpPr>
                <a:spLocks noChangeArrowheads="1"/>
              </p:cNvSpPr>
              <p:nvPr/>
            </p:nvSpPr>
            <p:spPr bwMode="auto">
              <a:xfrm>
                <a:off x="7718425" y="6491288"/>
                <a:ext cx="182562" cy="274637"/>
              </a:xfrm>
              <a:custGeom>
                <a:avLst/>
                <a:gdLst>
                  <a:gd name="T0" fmla="*/ 0 w 509"/>
                  <a:gd name="T1" fmla="*/ 0 h 763"/>
                  <a:gd name="T2" fmla="*/ 254 w 509"/>
                  <a:gd name="T3" fmla="*/ 762 h 763"/>
                  <a:gd name="T4" fmla="*/ 508 w 509"/>
                  <a:gd name="T5" fmla="*/ 506 h 763"/>
                  <a:gd name="T6" fmla="*/ 0 w 509"/>
                  <a:gd name="T7" fmla="*/ 0 h 763"/>
                </a:gdLst>
                <a:ahLst/>
                <a:cxnLst>
                  <a:cxn ang="0">
                    <a:pos x="T0" y="T1"/>
                  </a:cxn>
                  <a:cxn ang="0">
                    <a:pos x="T2" y="T3"/>
                  </a:cxn>
                  <a:cxn ang="0">
                    <a:pos x="T4" y="T5"/>
                  </a:cxn>
                  <a:cxn ang="0">
                    <a:pos x="T6" y="T7"/>
                  </a:cxn>
                </a:cxnLst>
                <a:rect l="0" t="0" r="r" b="b"/>
                <a:pathLst>
                  <a:path w="509" h="763">
                    <a:moveTo>
                      <a:pt x="0" y="0"/>
                    </a:moveTo>
                    <a:lnTo>
                      <a:pt x="254" y="762"/>
                    </a:lnTo>
                    <a:lnTo>
                      <a:pt x="508" y="506"/>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0">
                <a:extLst>
                  <a:ext uri="{FF2B5EF4-FFF2-40B4-BE49-F238E27FC236}">
                    <a16:creationId xmlns:a16="http://schemas.microsoft.com/office/drawing/2014/main" id="{747689E5-99FE-41A5-69F6-76CE11929D40}"/>
                  </a:ext>
                </a:extLst>
              </p:cNvPr>
              <p:cNvSpPr>
                <a:spLocks noChangeArrowheads="1"/>
              </p:cNvSpPr>
              <p:nvPr/>
            </p:nvSpPr>
            <p:spPr bwMode="auto">
              <a:xfrm>
                <a:off x="7699375" y="6635750"/>
                <a:ext cx="141287" cy="68263"/>
              </a:xfrm>
              <a:custGeom>
                <a:avLst/>
                <a:gdLst>
                  <a:gd name="T0" fmla="*/ 10 w 392"/>
                  <a:gd name="T1" fmla="*/ 0 h 190"/>
                  <a:gd name="T2" fmla="*/ 0 w 392"/>
                  <a:gd name="T3" fmla="*/ 189 h 190"/>
                  <a:gd name="T4" fmla="*/ 391 w 392"/>
                  <a:gd name="T5" fmla="*/ 105 h 190"/>
                  <a:gd name="T6" fmla="*/ 10 w 392"/>
                  <a:gd name="T7" fmla="*/ 0 h 190"/>
                </a:gdLst>
                <a:ahLst/>
                <a:cxnLst>
                  <a:cxn ang="0">
                    <a:pos x="T0" y="T1"/>
                  </a:cxn>
                  <a:cxn ang="0">
                    <a:pos x="T2" y="T3"/>
                  </a:cxn>
                  <a:cxn ang="0">
                    <a:pos x="T4" y="T5"/>
                  </a:cxn>
                  <a:cxn ang="0">
                    <a:pos x="T6" y="T7"/>
                  </a:cxn>
                </a:cxnLst>
                <a:rect l="0" t="0" r="r" b="b"/>
                <a:pathLst>
                  <a:path w="392" h="190">
                    <a:moveTo>
                      <a:pt x="10" y="0"/>
                    </a:moveTo>
                    <a:lnTo>
                      <a:pt x="0" y="189"/>
                    </a:lnTo>
                    <a:lnTo>
                      <a:pt x="391" y="105"/>
                    </a:lnTo>
                    <a:lnTo>
                      <a:pt x="1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
                <a:extLst>
                  <a:ext uri="{FF2B5EF4-FFF2-40B4-BE49-F238E27FC236}">
                    <a16:creationId xmlns:a16="http://schemas.microsoft.com/office/drawing/2014/main" id="{8B3987E4-01F0-3634-4F66-5C8E91EC55C2}"/>
                  </a:ext>
                </a:extLst>
              </p:cNvPr>
              <p:cNvSpPr>
                <a:spLocks noChangeArrowheads="1"/>
              </p:cNvSpPr>
              <p:nvPr/>
            </p:nvSpPr>
            <p:spPr bwMode="auto">
              <a:xfrm>
                <a:off x="7535862" y="6673850"/>
                <a:ext cx="115888" cy="98425"/>
              </a:xfrm>
              <a:custGeom>
                <a:avLst/>
                <a:gdLst>
                  <a:gd name="T0" fmla="*/ 272 w 322"/>
                  <a:gd name="T1" fmla="*/ 272 h 273"/>
                  <a:gd name="T2" fmla="*/ 321 w 322"/>
                  <a:gd name="T3" fmla="*/ 205 h 273"/>
                  <a:gd name="T4" fmla="*/ 313 w 322"/>
                  <a:gd name="T5" fmla="*/ 123 h 273"/>
                  <a:gd name="T6" fmla="*/ 188 w 322"/>
                  <a:gd name="T7" fmla="*/ 43 h 273"/>
                  <a:gd name="T8" fmla="*/ 0 w 322"/>
                  <a:gd name="T9" fmla="*/ 0 h 273"/>
                  <a:gd name="T10" fmla="*/ 272 w 322"/>
                  <a:gd name="T11" fmla="*/ 272 h 273"/>
                </a:gdLst>
                <a:ahLst/>
                <a:cxnLst>
                  <a:cxn ang="0">
                    <a:pos x="T0" y="T1"/>
                  </a:cxn>
                  <a:cxn ang="0">
                    <a:pos x="T2" y="T3"/>
                  </a:cxn>
                  <a:cxn ang="0">
                    <a:pos x="T4" y="T5"/>
                  </a:cxn>
                  <a:cxn ang="0">
                    <a:pos x="T6" y="T7"/>
                  </a:cxn>
                  <a:cxn ang="0">
                    <a:pos x="T8" y="T9"/>
                  </a:cxn>
                  <a:cxn ang="0">
                    <a:pos x="T10" y="T11"/>
                  </a:cxn>
                </a:cxnLst>
                <a:rect l="0" t="0" r="r" b="b"/>
                <a:pathLst>
                  <a:path w="322" h="273">
                    <a:moveTo>
                      <a:pt x="272" y="272"/>
                    </a:moveTo>
                    <a:lnTo>
                      <a:pt x="321" y="205"/>
                    </a:lnTo>
                    <a:lnTo>
                      <a:pt x="313" y="123"/>
                    </a:lnTo>
                    <a:lnTo>
                      <a:pt x="188" y="43"/>
                    </a:lnTo>
                    <a:lnTo>
                      <a:pt x="0" y="0"/>
                    </a:lnTo>
                    <a:lnTo>
                      <a:pt x="272" y="27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2">
                <a:extLst>
                  <a:ext uri="{FF2B5EF4-FFF2-40B4-BE49-F238E27FC236}">
                    <a16:creationId xmlns:a16="http://schemas.microsoft.com/office/drawing/2014/main" id="{E6DBE136-CDE9-3F02-0408-B0479CE3A8CE}"/>
                  </a:ext>
                </a:extLst>
              </p:cNvPr>
              <p:cNvSpPr>
                <a:spLocks noChangeArrowheads="1"/>
              </p:cNvSpPr>
              <p:nvPr/>
            </p:nvSpPr>
            <p:spPr bwMode="auto">
              <a:xfrm>
                <a:off x="7535862" y="6500813"/>
                <a:ext cx="173038" cy="217487"/>
              </a:xfrm>
              <a:custGeom>
                <a:avLst/>
                <a:gdLst>
                  <a:gd name="T0" fmla="*/ 0 w 481"/>
                  <a:gd name="T1" fmla="*/ 480 h 604"/>
                  <a:gd name="T2" fmla="*/ 313 w 481"/>
                  <a:gd name="T3" fmla="*/ 603 h 604"/>
                  <a:gd name="T4" fmla="*/ 480 w 481"/>
                  <a:gd name="T5" fmla="*/ 0 h 604"/>
                  <a:gd name="T6" fmla="*/ 0 w 481"/>
                  <a:gd name="T7" fmla="*/ 480 h 604"/>
                </a:gdLst>
                <a:ahLst/>
                <a:cxnLst>
                  <a:cxn ang="0">
                    <a:pos x="T0" y="T1"/>
                  </a:cxn>
                  <a:cxn ang="0">
                    <a:pos x="T2" y="T3"/>
                  </a:cxn>
                  <a:cxn ang="0">
                    <a:pos x="T4" y="T5"/>
                  </a:cxn>
                  <a:cxn ang="0">
                    <a:pos x="T6" y="T7"/>
                  </a:cxn>
                </a:cxnLst>
                <a:rect l="0" t="0" r="r" b="b"/>
                <a:pathLst>
                  <a:path w="481" h="604">
                    <a:moveTo>
                      <a:pt x="0" y="480"/>
                    </a:moveTo>
                    <a:lnTo>
                      <a:pt x="313" y="603"/>
                    </a:lnTo>
                    <a:lnTo>
                      <a:pt x="480" y="0"/>
                    </a:lnTo>
                    <a:lnTo>
                      <a:pt x="0" y="48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3">
                <a:extLst>
                  <a:ext uri="{FF2B5EF4-FFF2-40B4-BE49-F238E27FC236}">
                    <a16:creationId xmlns:a16="http://schemas.microsoft.com/office/drawing/2014/main" id="{48855634-9EF8-29D4-A085-B874FDAD5FD2}"/>
                  </a:ext>
                </a:extLst>
              </p:cNvPr>
              <p:cNvSpPr>
                <a:spLocks noChangeArrowheads="1"/>
              </p:cNvSpPr>
              <p:nvPr/>
            </p:nvSpPr>
            <p:spPr bwMode="auto">
              <a:xfrm>
                <a:off x="7632700" y="6718300"/>
                <a:ext cx="165100" cy="139700"/>
              </a:xfrm>
              <a:custGeom>
                <a:avLst/>
                <a:gdLst>
                  <a:gd name="T0" fmla="*/ 0 w 459"/>
                  <a:gd name="T1" fmla="*/ 149 h 388"/>
                  <a:gd name="T2" fmla="*/ 235 w 459"/>
                  <a:gd name="T3" fmla="*/ 387 h 388"/>
                  <a:gd name="T4" fmla="*/ 458 w 459"/>
                  <a:gd name="T5" fmla="*/ 163 h 388"/>
                  <a:gd name="T6" fmla="*/ 41 w 459"/>
                  <a:gd name="T7" fmla="*/ 0 h 388"/>
                  <a:gd name="T8" fmla="*/ 0 w 459"/>
                  <a:gd name="T9" fmla="*/ 149 h 388"/>
                </a:gdLst>
                <a:ahLst/>
                <a:cxnLst>
                  <a:cxn ang="0">
                    <a:pos x="T0" y="T1"/>
                  </a:cxn>
                  <a:cxn ang="0">
                    <a:pos x="T2" y="T3"/>
                  </a:cxn>
                  <a:cxn ang="0">
                    <a:pos x="T4" y="T5"/>
                  </a:cxn>
                  <a:cxn ang="0">
                    <a:pos x="T6" y="T7"/>
                  </a:cxn>
                  <a:cxn ang="0">
                    <a:pos x="T8" y="T9"/>
                  </a:cxn>
                </a:cxnLst>
                <a:rect l="0" t="0" r="r" b="b"/>
                <a:pathLst>
                  <a:path w="459" h="388">
                    <a:moveTo>
                      <a:pt x="0" y="149"/>
                    </a:moveTo>
                    <a:lnTo>
                      <a:pt x="235" y="387"/>
                    </a:lnTo>
                    <a:lnTo>
                      <a:pt x="458" y="163"/>
                    </a:lnTo>
                    <a:lnTo>
                      <a:pt x="41" y="0"/>
                    </a:lnTo>
                    <a:lnTo>
                      <a:pt x="0" y="149"/>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4">
                <a:extLst>
                  <a:ext uri="{FF2B5EF4-FFF2-40B4-BE49-F238E27FC236}">
                    <a16:creationId xmlns:a16="http://schemas.microsoft.com/office/drawing/2014/main" id="{BE3CE367-C536-7527-0C37-210734FBE201}"/>
                  </a:ext>
                </a:extLst>
              </p:cNvPr>
              <p:cNvSpPr>
                <a:spLocks noChangeArrowheads="1"/>
              </p:cNvSpPr>
              <p:nvPr/>
            </p:nvSpPr>
            <p:spPr bwMode="auto">
              <a:xfrm>
                <a:off x="8005762" y="6575425"/>
                <a:ext cx="1023938" cy="155575"/>
              </a:xfrm>
              <a:custGeom>
                <a:avLst/>
                <a:gdLst>
                  <a:gd name="T0" fmla="*/ 2562 w 2844"/>
                  <a:gd name="T1" fmla="*/ 334 h 431"/>
                  <a:gd name="T2" fmla="*/ 2542 w 2844"/>
                  <a:gd name="T3" fmla="*/ 148 h 431"/>
                  <a:gd name="T4" fmla="*/ 2638 w 2844"/>
                  <a:gd name="T5" fmla="*/ 168 h 431"/>
                  <a:gd name="T6" fmla="*/ 2515 w 2844"/>
                  <a:gd name="T7" fmla="*/ 336 h 431"/>
                  <a:gd name="T8" fmla="*/ 2761 w 2844"/>
                  <a:gd name="T9" fmla="*/ 422 h 431"/>
                  <a:gd name="T10" fmla="*/ 2542 w 2844"/>
                  <a:gd name="T11" fmla="*/ 148 h 431"/>
                  <a:gd name="T12" fmla="*/ 47 w 2844"/>
                  <a:gd name="T13" fmla="*/ 422 h 431"/>
                  <a:gd name="T14" fmla="*/ 2126 w 2844"/>
                  <a:gd name="T15" fmla="*/ 39 h 431"/>
                  <a:gd name="T16" fmla="*/ 170 w 2844"/>
                  <a:gd name="T17" fmla="*/ 172 h 431"/>
                  <a:gd name="T18" fmla="*/ 170 w 2844"/>
                  <a:gd name="T19" fmla="*/ 420 h 431"/>
                  <a:gd name="T20" fmla="*/ 319 w 2844"/>
                  <a:gd name="T21" fmla="*/ 420 h 431"/>
                  <a:gd name="T22" fmla="*/ 260 w 2844"/>
                  <a:gd name="T23" fmla="*/ 123 h 431"/>
                  <a:gd name="T24" fmla="*/ 639 w 2844"/>
                  <a:gd name="T25" fmla="*/ 275 h 431"/>
                  <a:gd name="T26" fmla="*/ 633 w 2844"/>
                  <a:gd name="T27" fmla="*/ 168 h 431"/>
                  <a:gd name="T28" fmla="*/ 840 w 2844"/>
                  <a:gd name="T29" fmla="*/ 381 h 431"/>
                  <a:gd name="T30" fmla="*/ 633 w 2844"/>
                  <a:gd name="T31" fmla="*/ 168 h 431"/>
                  <a:gd name="T32" fmla="*/ 985 w 2844"/>
                  <a:gd name="T33" fmla="*/ 422 h 431"/>
                  <a:gd name="T34" fmla="*/ 1096 w 2844"/>
                  <a:gd name="T35" fmla="*/ 127 h 431"/>
                  <a:gd name="T36" fmla="*/ 1358 w 2844"/>
                  <a:gd name="T37" fmla="*/ 176 h 431"/>
                  <a:gd name="T38" fmla="*/ 1139 w 2844"/>
                  <a:gd name="T39" fmla="*/ 129 h 431"/>
                  <a:gd name="T40" fmla="*/ 1258 w 2844"/>
                  <a:gd name="T41" fmla="*/ 168 h 431"/>
                  <a:gd name="T42" fmla="*/ 1372 w 2844"/>
                  <a:gd name="T43" fmla="*/ 254 h 431"/>
                  <a:gd name="T44" fmla="*/ 1511 w 2844"/>
                  <a:gd name="T45" fmla="*/ 420 h 431"/>
                  <a:gd name="T46" fmla="*/ 1358 w 2844"/>
                  <a:gd name="T47" fmla="*/ 176 h 431"/>
                  <a:gd name="T48" fmla="*/ 1933 w 2844"/>
                  <a:gd name="T49" fmla="*/ 58 h 431"/>
                  <a:gd name="T50" fmla="*/ 1935 w 2844"/>
                  <a:gd name="T51" fmla="*/ 174 h 431"/>
                  <a:gd name="T52" fmla="*/ 2069 w 2844"/>
                  <a:gd name="T53" fmla="*/ 414 h 431"/>
                  <a:gd name="T54" fmla="*/ 1983 w 2844"/>
                  <a:gd name="T55" fmla="*/ 338 h 431"/>
                  <a:gd name="T56" fmla="*/ 2456 w 2844"/>
                  <a:gd name="T57" fmla="*/ 342 h 431"/>
                  <a:gd name="T58" fmla="*/ 2372 w 2844"/>
                  <a:gd name="T59" fmla="*/ 168 h 431"/>
                  <a:gd name="T60" fmla="*/ 2482 w 2844"/>
                  <a:gd name="T61" fmla="*/ 176 h 431"/>
                  <a:gd name="T62" fmla="*/ 2228 w 2844"/>
                  <a:gd name="T63" fmla="*/ 279 h 431"/>
                  <a:gd name="T64" fmla="*/ 2486 w 2844"/>
                  <a:gd name="T65" fmla="*/ 373 h 431"/>
                  <a:gd name="T66" fmla="*/ 1722 w 2844"/>
                  <a:gd name="T67" fmla="*/ 387 h 431"/>
                  <a:gd name="T68" fmla="*/ 1811 w 2844"/>
                  <a:gd name="T69" fmla="*/ 281 h 431"/>
                  <a:gd name="T70" fmla="*/ 1649 w 2844"/>
                  <a:gd name="T71" fmla="*/ 189 h 431"/>
                  <a:gd name="T72" fmla="*/ 1608 w 2844"/>
                  <a:gd name="T73" fmla="*/ 334 h 431"/>
                  <a:gd name="T74" fmla="*/ 1808 w 2844"/>
                  <a:gd name="T75" fmla="*/ 422 h 431"/>
                  <a:gd name="T76" fmla="*/ 1735 w 2844"/>
                  <a:gd name="T77" fmla="*/ 123 h 431"/>
                  <a:gd name="T78" fmla="*/ 580 w 2844"/>
                  <a:gd name="T79" fmla="*/ 52 h 431"/>
                  <a:gd name="T80" fmla="*/ 477 w 2844"/>
                  <a:gd name="T81" fmla="*/ 23 h 431"/>
                  <a:gd name="T82" fmla="*/ 401 w 2844"/>
                  <a:gd name="T83" fmla="*/ 170 h 431"/>
                  <a:gd name="T84" fmla="*/ 500 w 2844"/>
                  <a:gd name="T85" fmla="*/ 170 h 431"/>
                  <a:gd name="T86" fmla="*/ 498 w 2844"/>
                  <a:gd name="T87" fmla="*/ 103 h 431"/>
                  <a:gd name="T88" fmla="*/ 2126 w 2844"/>
                  <a:gd name="T89" fmla="*/ 422 h 431"/>
                  <a:gd name="T90" fmla="*/ 2777 w 2844"/>
                  <a:gd name="T91" fmla="*/ 138 h 431"/>
                  <a:gd name="T92" fmla="*/ 2794 w 2844"/>
                  <a:gd name="T93" fmla="*/ 138 h 431"/>
                  <a:gd name="T94" fmla="*/ 2810 w 2844"/>
                  <a:gd name="T95" fmla="*/ 164 h 431"/>
                  <a:gd name="T96" fmla="*/ 2837 w 2844"/>
                  <a:gd name="T97" fmla="*/ 140 h 431"/>
                  <a:gd name="T98" fmla="*/ 2837 w 2844"/>
                  <a:gd name="T99" fmla="*/ 129 h 431"/>
                  <a:gd name="T100" fmla="*/ 2810 w 2844"/>
                  <a:gd name="T101" fmla="*/ 164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44" h="431">
                    <a:moveTo>
                      <a:pt x="2716" y="281"/>
                    </a:moveTo>
                    <a:lnTo>
                      <a:pt x="2716" y="314"/>
                    </a:lnTo>
                    <a:cubicBezTo>
                      <a:pt x="2716" y="357"/>
                      <a:pt x="2677" y="387"/>
                      <a:pt x="2628" y="387"/>
                    </a:cubicBezTo>
                    <a:cubicBezTo>
                      <a:pt x="2583" y="387"/>
                      <a:pt x="2562" y="359"/>
                      <a:pt x="2562" y="334"/>
                    </a:cubicBezTo>
                    <a:lnTo>
                      <a:pt x="2562" y="332"/>
                    </a:lnTo>
                    <a:cubicBezTo>
                      <a:pt x="2562" y="310"/>
                      <a:pt x="2575" y="281"/>
                      <a:pt x="2638" y="281"/>
                    </a:cubicBezTo>
                    <a:lnTo>
                      <a:pt x="2716" y="281"/>
                    </a:lnTo>
                    <a:close/>
                    <a:moveTo>
                      <a:pt x="2542" y="148"/>
                    </a:moveTo>
                    <a:lnTo>
                      <a:pt x="2540" y="150"/>
                    </a:lnTo>
                    <a:lnTo>
                      <a:pt x="2554" y="191"/>
                    </a:lnTo>
                    <a:lnTo>
                      <a:pt x="2556" y="189"/>
                    </a:lnTo>
                    <a:cubicBezTo>
                      <a:pt x="2579" y="178"/>
                      <a:pt x="2603" y="168"/>
                      <a:pt x="2638" y="168"/>
                    </a:cubicBezTo>
                    <a:cubicBezTo>
                      <a:pt x="2687" y="168"/>
                      <a:pt x="2716" y="191"/>
                      <a:pt x="2716" y="244"/>
                    </a:cubicBezTo>
                    <a:lnTo>
                      <a:pt x="2634" y="244"/>
                    </a:lnTo>
                    <a:cubicBezTo>
                      <a:pt x="2558" y="244"/>
                      <a:pt x="2515" y="277"/>
                      <a:pt x="2515" y="334"/>
                    </a:cubicBezTo>
                    <a:lnTo>
                      <a:pt x="2515" y="336"/>
                    </a:lnTo>
                    <a:cubicBezTo>
                      <a:pt x="2515" y="396"/>
                      <a:pt x="2568" y="428"/>
                      <a:pt x="2620" y="428"/>
                    </a:cubicBezTo>
                    <a:cubicBezTo>
                      <a:pt x="2667" y="428"/>
                      <a:pt x="2697" y="406"/>
                      <a:pt x="2716" y="385"/>
                    </a:cubicBezTo>
                    <a:lnTo>
                      <a:pt x="2716" y="422"/>
                    </a:lnTo>
                    <a:lnTo>
                      <a:pt x="2761" y="422"/>
                    </a:lnTo>
                    <a:lnTo>
                      <a:pt x="2761" y="246"/>
                    </a:lnTo>
                    <a:cubicBezTo>
                      <a:pt x="2761" y="209"/>
                      <a:pt x="2751" y="178"/>
                      <a:pt x="2732" y="158"/>
                    </a:cubicBezTo>
                    <a:cubicBezTo>
                      <a:pt x="2712" y="135"/>
                      <a:pt x="2681" y="123"/>
                      <a:pt x="2642" y="123"/>
                    </a:cubicBezTo>
                    <a:cubicBezTo>
                      <a:pt x="2597" y="123"/>
                      <a:pt x="2566" y="135"/>
                      <a:pt x="2542" y="148"/>
                    </a:cubicBezTo>
                    <a:close/>
                    <a:moveTo>
                      <a:pt x="47" y="8"/>
                    </a:moveTo>
                    <a:lnTo>
                      <a:pt x="0" y="37"/>
                    </a:lnTo>
                    <a:lnTo>
                      <a:pt x="0" y="422"/>
                    </a:lnTo>
                    <a:lnTo>
                      <a:pt x="47" y="422"/>
                    </a:lnTo>
                    <a:lnTo>
                      <a:pt x="47" y="8"/>
                    </a:lnTo>
                    <a:close/>
                    <a:moveTo>
                      <a:pt x="2175" y="27"/>
                    </a:moveTo>
                    <a:lnTo>
                      <a:pt x="2126" y="27"/>
                    </a:lnTo>
                    <a:lnTo>
                      <a:pt x="2126" y="39"/>
                    </a:lnTo>
                    <a:lnTo>
                      <a:pt x="2126" y="78"/>
                    </a:lnTo>
                    <a:lnTo>
                      <a:pt x="2175" y="78"/>
                    </a:lnTo>
                    <a:lnTo>
                      <a:pt x="2175" y="27"/>
                    </a:lnTo>
                    <a:close/>
                    <a:moveTo>
                      <a:pt x="170" y="172"/>
                    </a:moveTo>
                    <a:lnTo>
                      <a:pt x="170" y="129"/>
                    </a:lnTo>
                    <a:lnTo>
                      <a:pt x="123" y="129"/>
                    </a:lnTo>
                    <a:lnTo>
                      <a:pt x="123" y="420"/>
                    </a:lnTo>
                    <a:lnTo>
                      <a:pt x="170" y="420"/>
                    </a:lnTo>
                    <a:lnTo>
                      <a:pt x="170" y="254"/>
                    </a:lnTo>
                    <a:cubicBezTo>
                      <a:pt x="170" y="203"/>
                      <a:pt x="203" y="168"/>
                      <a:pt x="248" y="168"/>
                    </a:cubicBezTo>
                    <a:cubicBezTo>
                      <a:pt x="293" y="168"/>
                      <a:pt x="319" y="199"/>
                      <a:pt x="319" y="252"/>
                    </a:cubicBezTo>
                    <a:lnTo>
                      <a:pt x="319" y="420"/>
                    </a:lnTo>
                    <a:lnTo>
                      <a:pt x="367" y="420"/>
                    </a:lnTo>
                    <a:lnTo>
                      <a:pt x="367" y="242"/>
                    </a:lnTo>
                    <a:cubicBezTo>
                      <a:pt x="367" y="207"/>
                      <a:pt x="356" y="178"/>
                      <a:pt x="338" y="158"/>
                    </a:cubicBezTo>
                    <a:cubicBezTo>
                      <a:pt x="319" y="135"/>
                      <a:pt x="293" y="123"/>
                      <a:pt x="260" y="123"/>
                    </a:cubicBezTo>
                    <a:cubicBezTo>
                      <a:pt x="221" y="123"/>
                      <a:pt x="192" y="140"/>
                      <a:pt x="170" y="172"/>
                    </a:cubicBezTo>
                    <a:close/>
                    <a:moveTo>
                      <a:pt x="737" y="383"/>
                    </a:moveTo>
                    <a:cubicBezTo>
                      <a:pt x="682" y="383"/>
                      <a:pt x="639" y="336"/>
                      <a:pt x="639" y="277"/>
                    </a:cubicBezTo>
                    <a:lnTo>
                      <a:pt x="639" y="275"/>
                    </a:lnTo>
                    <a:cubicBezTo>
                      <a:pt x="639" y="213"/>
                      <a:pt x="680" y="168"/>
                      <a:pt x="735" y="168"/>
                    </a:cubicBezTo>
                    <a:cubicBezTo>
                      <a:pt x="791" y="168"/>
                      <a:pt x="834" y="215"/>
                      <a:pt x="834" y="275"/>
                    </a:cubicBezTo>
                    <a:cubicBezTo>
                      <a:pt x="834" y="336"/>
                      <a:pt x="793" y="383"/>
                      <a:pt x="737" y="383"/>
                    </a:cubicBezTo>
                    <a:close/>
                    <a:moveTo>
                      <a:pt x="633" y="168"/>
                    </a:moveTo>
                    <a:cubicBezTo>
                      <a:pt x="606" y="197"/>
                      <a:pt x="592" y="234"/>
                      <a:pt x="592" y="275"/>
                    </a:cubicBezTo>
                    <a:lnTo>
                      <a:pt x="592" y="277"/>
                    </a:lnTo>
                    <a:cubicBezTo>
                      <a:pt x="592" y="361"/>
                      <a:pt x="655" y="426"/>
                      <a:pt x="735" y="426"/>
                    </a:cubicBezTo>
                    <a:cubicBezTo>
                      <a:pt x="776" y="426"/>
                      <a:pt x="811" y="410"/>
                      <a:pt x="840" y="381"/>
                    </a:cubicBezTo>
                    <a:cubicBezTo>
                      <a:pt x="866" y="353"/>
                      <a:pt x="881" y="316"/>
                      <a:pt x="881" y="275"/>
                    </a:cubicBezTo>
                    <a:lnTo>
                      <a:pt x="881" y="273"/>
                    </a:lnTo>
                    <a:cubicBezTo>
                      <a:pt x="883" y="191"/>
                      <a:pt x="819" y="123"/>
                      <a:pt x="737" y="123"/>
                    </a:cubicBezTo>
                    <a:cubicBezTo>
                      <a:pt x="696" y="123"/>
                      <a:pt x="661" y="140"/>
                      <a:pt x="633" y="168"/>
                    </a:cubicBezTo>
                    <a:close/>
                    <a:moveTo>
                      <a:pt x="985" y="131"/>
                    </a:moveTo>
                    <a:lnTo>
                      <a:pt x="938" y="131"/>
                    </a:lnTo>
                    <a:lnTo>
                      <a:pt x="938" y="422"/>
                    </a:lnTo>
                    <a:lnTo>
                      <a:pt x="985" y="422"/>
                    </a:lnTo>
                    <a:lnTo>
                      <a:pt x="985" y="305"/>
                    </a:lnTo>
                    <a:cubicBezTo>
                      <a:pt x="985" y="228"/>
                      <a:pt x="1026" y="176"/>
                      <a:pt x="1090" y="176"/>
                    </a:cubicBezTo>
                    <a:lnTo>
                      <a:pt x="1096" y="176"/>
                    </a:lnTo>
                    <a:lnTo>
                      <a:pt x="1096" y="127"/>
                    </a:lnTo>
                    <a:lnTo>
                      <a:pt x="1094" y="127"/>
                    </a:lnTo>
                    <a:cubicBezTo>
                      <a:pt x="1049" y="123"/>
                      <a:pt x="1008" y="150"/>
                      <a:pt x="985" y="195"/>
                    </a:cubicBezTo>
                    <a:lnTo>
                      <a:pt x="985" y="131"/>
                    </a:lnTo>
                    <a:close/>
                    <a:moveTo>
                      <a:pt x="1358" y="176"/>
                    </a:moveTo>
                    <a:cubicBezTo>
                      <a:pt x="1339" y="142"/>
                      <a:pt x="1309" y="123"/>
                      <a:pt x="1270" y="123"/>
                    </a:cubicBezTo>
                    <a:cubicBezTo>
                      <a:pt x="1227" y="123"/>
                      <a:pt x="1202" y="146"/>
                      <a:pt x="1186" y="170"/>
                    </a:cubicBezTo>
                    <a:lnTo>
                      <a:pt x="1186" y="129"/>
                    </a:lnTo>
                    <a:lnTo>
                      <a:pt x="1139" y="129"/>
                    </a:lnTo>
                    <a:lnTo>
                      <a:pt x="1139" y="420"/>
                    </a:lnTo>
                    <a:lnTo>
                      <a:pt x="1186" y="420"/>
                    </a:lnTo>
                    <a:lnTo>
                      <a:pt x="1186" y="254"/>
                    </a:lnTo>
                    <a:cubicBezTo>
                      <a:pt x="1186" y="203"/>
                      <a:pt x="1218" y="168"/>
                      <a:pt x="1258" y="168"/>
                    </a:cubicBezTo>
                    <a:cubicBezTo>
                      <a:pt x="1299" y="168"/>
                      <a:pt x="1325" y="199"/>
                      <a:pt x="1325" y="250"/>
                    </a:cubicBezTo>
                    <a:lnTo>
                      <a:pt x="1325" y="420"/>
                    </a:lnTo>
                    <a:lnTo>
                      <a:pt x="1372" y="420"/>
                    </a:lnTo>
                    <a:lnTo>
                      <a:pt x="1372" y="254"/>
                    </a:lnTo>
                    <a:cubicBezTo>
                      <a:pt x="1372" y="230"/>
                      <a:pt x="1380" y="207"/>
                      <a:pt x="1393" y="191"/>
                    </a:cubicBezTo>
                    <a:cubicBezTo>
                      <a:pt x="1405" y="176"/>
                      <a:pt x="1423" y="168"/>
                      <a:pt x="1444" y="168"/>
                    </a:cubicBezTo>
                    <a:cubicBezTo>
                      <a:pt x="1487" y="168"/>
                      <a:pt x="1511" y="199"/>
                      <a:pt x="1511" y="252"/>
                    </a:cubicBezTo>
                    <a:lnTo>
                      <a:pt x="1511" y="420"/>
                    </a:lnTo>
                    <a:lnTo>
                      <a:pt x="1559" y="420"/>
                    </a:lnTo>
                    <a:lnTo>
                      <a:pt x="1559" y="242"/>
                    </a:lnTo>
                    <a:cubicBezTo>
                      <a:pt x="1559" y="168"/>
                      <a:pt x="1520" y="123"/>
                      <a:pt x="1454" y="123"/>
                    </a:cubicBezTo>
                    <a:cubicBezTo>
                      <a:pt x="1413" y="123"/>
                      <a:pt x="1382" y="140"/>
                      <a:pt x="1358" y="176"/>
                    </a:cubicBezTo>
                    <a:close/>
                    <a:moveTo>
                      <a:pt x="2069" y="131"/>
                    </a:moveTo>
                    <a:lnTo>
                      <a:pt x="1981" y="131"/>
                    </a:lnTo>
                    <a:lnTo>
                      <a:pt x="1981" y="31"/>
                    </a:lnTo>
                    <a:lnTo>
                      <a:pt x="1933" y="58"/>
                    </a:lnTo>
                    <a:lnTo>
                      <a:pt x="1933" y="131"/>
                    </a:lnTo>
                    <a:lnTo>
                      <a:pt x="1884" y="131"/>
                    </a:lnTo>
                    <a:lnTo>
                      <a:pt x="1884" y="174"/>
                    </a:lnTo>
                    <a:lnTo>
                      <a:pt x="1935" y="174"/>
                    </a:lnTo>
                    <a:lnTo>
                      <a:pt x="1935" y="342"/>
                    </a:lnTo>
                    <a:cubicBezTo>
                      <a:pt x="1935" y="414"/>
                      <a:pt x="1985" y="426"/>
                      <a:pt x="2015" y="426"/>
                    </a:cubicBezTo>
                    <a:cubicBezTo>
                      <a:pt x="2034" y="426"/>
                      <a:pt x="2050" y="422"/>
                      <a:pt x="2067" y="414"/>
                    </a:cubicBezTo>
                    <a:lnTo>
                      <a:pt x="2069" y="414"/>
                    </a:lnTo>
                    <a:lnTo>
                      <a:pt x="2069" y="371"/>
                    </a:lnTo>
                    <a:lnTo>
                      <a:pt x="2065" y="373"/>
                    </a:lnTo>
                    <a:cubicBezTo>
                      <a:pt x="2050" y="379"/>
                      <a:pt x="2040" y="383"/>
                      <a:pt x="2026" y="383"/>
                    </a:cubicBezTo>
                    <a:cubicBezTo>
                      <a:pt x="1997" y="383"/>
                      <a:pt x="1983" y="369"/>
                      <a:pt x="1983" y="338"/>
                    </a:cubicBezTo>
                    <a:lnTo>
                      <a:pt x="1983" y="174"/>
                    </a:lnTo>
                    <a:lnTo>
                      <a:pt x="2069" y="174"/>
                    </a:lnTo>
                    <a:lnTo>
                      <a:pt x="2069" y="131"/>
                    </a:lnTo>
                    <a:close/>
                    <a:moveTo>
                      <a:pt x="2456" y="342"/>
                    </a:moveTo>
                    <a:cubicBezTo>
                      <a:pt x="2431" y="371"/>
                      <a:pt x="2405" y="383"/>
                      <a:pt x="2374" y="383"/>
                    </a:cubicBezTo>
                    <a:cubicBezTo>
                      <a:pt x="2321" y="383"/>
                      <a:pt x="2278" y="336"/>
                      <a:pt x="2278" y="277"/>
                    </a:cubicBezTo>
                    <a:lnTo>
                      <a:pt x="2278" y="275"/>
                    </a:lnTo>
                    <a:cubicBezTo>
                      <a:pt x="2278" y="215"/>
                      <a:pt x="2318" y="168"/>
                      <a:pt x="2372" y="168"/>
                    </a:cubicBezTo>
                    <a:cubicBezTo>
                      <a:pt x="2409" y="168"/>
                      <a:pt x="2431" y="189"/>
                      <a:pt x="2452" y="211"/>
                    </a:cubicBezTo>
                    <a:lnTo>
                      <a:pt x="2454" y="213"/>
                    </a:lnTo>
                    <a:lnTo>
                      <a:pt x="2484" y="178"/>
                    </a:lnTo>
                    <a:lnTo>
                      <a:pt x="2482" y="176"/>
                    </a:lnTo>
                    <a:cubicBezTo>
                      <a:pt x="2462" y="152"/>
                      <a:pt x="2429" y="125"/>
                      <a:pt x="2372" y="125"/>
                    </a:cubicBezTo>
                    <a:cubicBezTo>
                      <a:pt x="2333" y="125"/>
                      <a:pt x="2298" y="142"/>
                      <a:pt x="2269" y="170"/>
                    </a:cubicBezTo>
                    <a:cubicBezTo>
                      <a:pt x="2243" y="199"/>
                      <a:pt x="2228" y="236"/>
                      <a:pt x="2228" y="277"/>
                    </a:cubicBezTo>
                    <a:lnTo>
                      <a:pt x="2228" y="279"/>
                    </a:lnTo>
                    <a:cubicBezTo>
                      <a:pt x="2228" y="320"/>
                      <a:pt x="2243" y="357"/>
                      <a:pt x="2269" y="385"/>
                    </a:cubicBezTo>
                    <a:cubicBezTo>
                      <a:pt x="2296" y="414"/>
                      <a:pt x="2333" y="430"/>
                      <a:pt x="2372" y="430"/>
                    </a:cubicBezTo>
                    <a:cubicBezTo>
                      <a:pt x="2429" y="430"/>
                      <a:pt x="2462" y="400"/>
                      <a:pt x="2484" y="375"/>
                    </a:cubicBezTo>
                    <a:lnTo>
                      <a:pt x="2486" y="373"/>
                    </a:lnTo>
                    <a:lnTo>
                      <a:pt x="2456" y="342"/>
                    </a:lnTo>
                    <a:close/>
                    <a:moveTo>
                      <a:pt x="1811" y="281"/>
                    </a:moveTo>
                    <a:lnTo>
                      <a:pt x="1811" y="314"/>
                    </a:lnTo>
                    <a:cubicBezTo>
                      <a:pt x="1811" y="357"/>
                      <a:pt x="1772" y="387"/>
                      <a:pt x="1722" y="387"/>
                    </a:cubicBezTo>
                    <a:cubicBezTo>
                      <a:pt x="1677" y="387"/>
                      <a:pt x="1657" y="359"/>
                      <a:pt x="1657" y="334"/>
                    </a:cubicBezTo>
                    <a:lnTo>
                      <a:pt x="1657" y="332"/>
                    </a:lnTo>
                    <a:cubicBezTo>
                      <a:pt x="1657" y="310"/>
                      <a:pt x="1669" y="281"/>
                      <a:pt x="1733" y="281"/>
                    </a:cubicBezTo>
                    <a:lnTo>
                      <a:pt x="1811" y="281"/>
                    </a:lnTo>
                    <a:close/>
                    <a:moveTo>
                      <a:pt x="1634" y="148"/>
                    </a:moveTo>
                    <a:lnTo>
                      <a:pt x="1632" y="150"/>
                    </a:lnTo>
                    <a:lnTo>
                      <a:pt x="1647" y="191"/>
                    </a:lnTo>
                    <a:lnTo>
                      <a:pt x="1649" y="189"/>
                    </a:lnTo>
                    <a:cubicBezTo>
                      <a:pt x="1671" y="178"/>
                      <a:pt x="1696" y="168"/>
                      <a:pt x="1731" y="168"/>
                    </a:cubicBezTo>
                    <a:cubicBezTo>
                      <a:pt x="1780" y="168"/>
                      <a:pt x="1808" y="191"/>
                      <a:pt x="1808" y="244"/>
                    </a:cubicBezTo>
                    <a:lnTo>
                      <a:pt x="1727" y="244"/>
                    </a:lnTo>
                    <a:cubicBezTo>
                      <a:pt x="1651" y="244"/>
                      <a:pt x="1608" y="277"/>
                      <a:pt x="1608" y="334"/>
                    </a:cubicBezTo>
                    <a:lnTo>
                      <a:pt x="1608" y="336"/>
                    </a:lnTo>
                    <a:cubicBezTo>
                      <a:pt x="1608" y="396"/>
                      <a:pt x="1661" y="428"/>
                      <a:pt x="1712" y="428"/>
                    </a:cubicBezTo>
                    <a:cubicBezTo>
                      <a:pt x="1759" y="428"/>
                      <a:pt x="1790" y="406"/>
                      <a:pt x="1808" y="385"/>
                    </a:cubicBezTo>
                    <a:lnTo>
                      <a:pt x="1808" y="422"/>
                    </a:lnTo>
                    <a:lnTo>
                      <a:pt x="1854" y="422"/>
                    </a:lnTo>
                    <a:lnTo>
                      <a:pt x="1854" y="246"/>
                    </a:lnTo>
                    <a:cubicBezTo>
                      <a:pt x="1854" y="209"/>
                      <a:pt x="1843" y="178"/>
                      <a:pt x="1825" y="158"/>
                    </a:cubicBezTo>
                    <a:cubicBezTo>
                      <a:pt x="1804" y="135"/>
                      <a:pt x="1776" y="123"/>
                      <a:pt x="1735" y="123"/>
                    </a:cubicBezTo>
                    <a:cubicBezTo>
                      <a:pt x="1690" y="123"/>
                      <a:pt x="1659" y="135"/>
                      <a:pt x="1634" y="148"/>
                    </a:cubicBezTo>
                    <a:close/>
                    <a:moveTo>
                      <a:pt x="498" y="103"/>
                    </a:moveTo>
                    <a:cubicBezTo>
                      <a:pt x="498" y="62"/>
                      <a:pt x="508" y="45"/>
                      <a:pt x="541" y="45"/>
                    </a:cubicBezTo>
                    <a:cubicBezTo>
                      <a:pt x="553" y="45"/>
                      <a:pt x="563" y="47"/>
                      <a:pt x="580" y="52"/>
                    </a:cubicBezTo>
                    <a:lnTo>
                      <a:pt x="582" y="52"/>
                    </a:lnTo>
                    <a:lnTo>
                      <a:pt x="582" y="8"/>
                    </a:lnTo>
                    <a:cubicBezTo>
                      <a:pt x="567" y="2"/>
                      <a:pt x="555" y="0"/>
                      <a:pt x="537" y="0"/>
                    </a:cubicBezTo>
                    <a:cubicBezTo>
                      <a:pt x="512" y="0"/>
                      <a:pt x="489" y="8"/>
                      <a:pt x="477" y="23"/>
                    </a:cubicBezTo>
                    <a:cubicBezTo>
                      <a:pt x="461" y="39"/>
                      <a:pt x="453" y="66"/>
                      <a:pt x="453" y="99"/>
                    </a:cubicBezTo>
                    <a:lnTo>
                      <a:pt x="453" y="127"/>
                    </a:lnTo>
                    <a:lnTo>
                      <a:pt x="401" y="127"/>
                    </a:lnTo>
                    <a:lnTo>
                      <a:pt x="401" y="170"/>
                    </a:lnTo>
                    <a:lnTo>
                      <a:pt x="453" y="170"/>
                    </a:lnTo>
                    <a:lnTo>
                      <a:pt x="453" y="418"/>
                    </a:lnTo>
                    <a:lnTo>
                      <a:pt x="500" y="418"/>
                    </a:lnTo>
                    <a:lnTo>
                      <a:pt x="500" y="170"/>
                    </a:lnTo>
                    <a:lnTo>
                      <a:pt x="588" y="170"/>
                    </a:lnTo>
                    <a:lnTo>
                      <a:pt x="588" y="127"/>
                    </a:lnTo>
                    <a:lnTo>
                      <a:pt x="500" y="127"/>
                    </a:lnTo>
                    <a:lnTo>
                      <a:pt x="498" y="103"/>
                    </a:lnTo>
                    <a:close/>
                    <a:moveTo>
                      <a:pt x="2173" y="131"/>
                    </a:moveTo>
                    <a:lnTo>
                      <a:pt x="2126" y="131"/>
                    </a:lnTo>
                    <a:lnTo>
                      <a:pt x="2126" y="162"/>
                    </a:lnTo>
                    <a:lnTo>
                      <a:pt x="2126" y="422"/>
                    </a:lnTo>
                    <a:lnTo>
                      <a:pt x="2173" y="422"/>
                    </a:lnTo>
                    <a:lnTo>
                      <a:pt x="2173" y="131"/>
                    </a:lnTo>
                    <a:close/>
                    <a:moveTo>
                      <a:pt x="2777" y="131"/>
                    </a:moveTo>
                    <a:lnTo>
                      <a:pt x="2777" y="138"/>
                    </a:lnTo>
                    <a:lnTo>
                      <a:pt x="2788" y="138"/>
                    </a:lnTo>
                    <a:lnTo>
                      <a:pt x="2788" y="166"/>
                    </a:lnTo>
                    <a:lnTo>
                      <a:pt x="2794" y="166"/>
                    </a:lnTo>
                    <a:lnTo>
                      <a:pt x="2794" y="138"/>
                    </a:lnTo>
                    <a:lnTo>
                      <a:pt x="2804" y="138"/>
                    </a:lnTo>
                    <a:lnTo>
                      <a:pt x="2804" y="131"/>
                    </a:lnTo>
                    <a:lnTo>
                      <a:pt x="2777" y="131"/>
                    </a:lnTo>
                    <a:close/>
                    <a:moveTo>
                      <a:pt x="2810" y="164"/>
                    </a:moveTo>
                    <a:lnTo>
                      <a:pt x="2816" y="164"/>
                    </a:lnTo>
                    <a:lnTo>
                      <a:pt x="2816" y="140"/>
                    </a:lnTo>
                    <a:lnTo>
                      <a:pt x="2826" y="156"/>
                    </a:lnTo>
                    <a:lnTo>
                      <a:pt x="2837" y="140"/>
                    </a:lnTo>
                    <a:lnTo>
                      <a:pt x="2837" y="164"/>
                    </a:lnTo>
                    <a:lnTo>
                      <a:pt x="2843" y="164"/>
                    </a:lnTo>
                    <a:lnTo>
                      <a:pt x="2843" y="129"/>
                    </a:lnTo>
                    <a:lnTo>
                      <a:pt x="2837" y="129"/>
                    </a:lnTo>
                    <a:lnTo>
                      <a:pt x="2826" y="146"/>
                    </a:lnTo>
                    <a:lnTo>
                      <a:pt x="2816" y="129"/>
                    </a:lnTo>
                    <a:lnTo>
                      <a:pt x="2810" y="129"/>
                    </a:lnTo>
                    <a:lnTo>
                      <a:pt x="2810" y="16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5" name="Group 24">
            <a:extLst>
              <a:ext uri="{FF2B5EF4-FFF2-40B4-BE49-F238E27FC236}">
                <a16:creationId xmlns:a16="http://schemas.microsoft.com/office/drawing/2014/main" id="{C1FB0DDE-3195-4E11-AC92-0B76104266B5}"/>
              </a:ext>
            </a:extLst>
          </p:cNvPr>
          <p:cNvGrpSpPr/>
          <p:nvPr/>
        </p:nvGrpSpPr>
        <p:grpSpPr>
          <a:xfrm>
            <a:off x="1307545" y="4114139"/>
            <a:ext cx="1684988" cy="305692"/>
            <a:chOff x="4240213" y="2143125"/>
            <a:chExt cx="1093787" cy="198438"/>
          </a:xfrm>
          <a:solidFill>
            <a:schemeClr val="tx1"/>
          </a:solidFill>
        </p:grpSpPr>
        <p:grpSp>
          <p:nvGrpSpPr>
            <p:cNvPr id="26" name="Group 25">
              <a:extLst>
                <a:ext uri="{FF2B5EF4-FFF2-40B4-BE49-F238E27FC236}">
                  <a16:creationId xmlns:a16="http://schemas.microsoft.com/office/drawing/2014/main" id="{A1EE68D6-1443-7579-D381-499887EEC13F}"/>
                </a:ext>
              </a:extLst>
            </p:cNvPr>
            <p:cNvGrpSpPr/>
            <p:nvPr/>
          </p:nvGrpSpPr>
          <p:grpSpPr>
            <a:xfrm>
              <a:off x="4240213" y="2173288"/>
              <a:ext cx="484187" cy="125412"/>
              <a:chOff x="4240213" y="2173288"/>
              <a:chExt cx="484187" cy="125412"/>
            </a:xfrm>
            <a:grpFill/>
          </p:grpSpPr>
          <p:sp>
            <p:nvSpPr>
              <p:cNvPr id="34" name="Freeform 1">
                <a:extLst>
                  <a:ext uri="{FF2B5EF4-FFF2-40B4-BE49-F238E27FC236}">
                    <a16:creationId xmlns:a16="http://schemas.microsoft.com/office/drawing/2014/main" id="{7CE5F327-4B24-BF13-5EB5-6624F69933F7}"/>
                  </a:ext>
                </a:extLst>
              </p:cNvPr>
              <p:cNvSpPr>
                <a:spLocks noChangeArrowheads="1"/>
              </p:cNvSpPr>
              <p:nvPr/>
            </p:nvSpPr>
            <p:spPr bwMode="auto">
              <a:xfrm>
                <a:off x="4327525" y="2173288"/>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5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5"/>
                    </a:lnTo>
                    <a:cubicBezTo>
                      <a:pt x="0" y="330"/>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2">
                <a:extLst>
                  <a:ext uri="{FF2B5EF4-FFF2-40B4-BE49-F238E27FC236}">
                    <a16:creationId xmlns:a16="http://schemas.microsoft.com/office/drawing/2014/main" id="{655FE5A6-2AED-083D-C500-3B1E95EBF09A}"/>
                  </a:ext>
                </a:extLst>
              </p:cNvPr>
              <p:cNvSpPr>
                <a:spLocks noChangeArrowheads="1"/>
              </p:cNvSpPr>
              <p:nvPr/>
            </p:nvSpPr>
            <p:spPr bwMode="auto">
              <a:xfrm>
                <a:off x="4354513" y="2205038"/>
                <a:ext cx="93662" cy="93662"/>
              </a:xfrm>
              <a:custGeom>
                <a:avLst/>
                <a:gdLst>
                  <a:gd name="T0" fmla="*/ 119 w 259"/>
                  <a:gd name="T1" fmla="*/ 259 h 260"/>
                  <a:gd name="T2" fmla="*/ 193 w 259"/>
                  <a:gd name="T3" fmla="*/ 225 h 260"/>
                  <a:gd name="T4" fmla="*/ 193 w 259"/>
                  <a:gd name="T5" fmla="*/ 225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5"/>
                    </a:cubicBezTo>
                    <a:lnTo>
                      <a:pt x="193" y="225"/>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6"/>
                      <a:pt x="69" y="129"/>
                    </a:cubicBezTo>
                    <a:cubicBezTo>
                      <a:pt x="69" y="91"/>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3">
                <a:extLst>
                  <a:ext uri="{FF2B5EF4-FFF2-40B4-BE49-F238E27FC236}">
                    <a16:creationId xmlns:a16="http://schemas.microsoft.com/office/drawing/2014/main" id="{2A7446F0-FC09-57BC-4D09-47DF57EC8BFB}"/>
                  </a:ext>
                </a:extLst>
              </p:cNvPr>
              <p:cNvSpPr>
                <a:spLocks noChangeArrowheads="1"/>
              </p:cNvSpPr>
              <p:nvPr/>
            </p:nvSpPr>
            <p:spPr bwMode="auto">
              <a:xfrm>
                <a:off x="4454525" y="2173288"/>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6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6"/>
                    </a:lnTo>
                    <a:cubicBezTo>
                      <a:pt x="0" y="331"/>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4">
                <a:extLst>
                  <a:ext uri="{FF2B5EF4-FFF2-40B4-BE49-F238E27FC236}">
                    <a16:creationId xmlns:a16="http://schemas.microsoft.com/office/drawing/2014/main" id="{F394AF2A-0284-91F6-09C3-B9BCC1545BED}"/>
                  </a:ext>
                </a:extLst>
              </p:cNvPr>
              <p:cNvSpPr>
                <a:spLocks noChangeArrowheads="1"/>
              </p:cNvSpPr>
              <p:nvPr/>
            </p:nvSpPr>
            <p:spPr bwMode="auto">
              <a:xfrm>
                <a:off x="4481513" y="2205038"/>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5">
                <a:extLst>
                  <a:ext uri="{FF2B5EF4-FFF2-40B4-BE49-F238E27FC236}">
                    <a16:creationId xmlns:a16="http://schemas.microsoft.com/office/drawing/2014/main" id="{AA34A8F4-DFCD-7F5B-904C-23EC2EDFD0E7}"/>
                  </a:ext>
                </a:extLst>
              </p:cNvPr>
              <p:cNvSpPr>
                <a:spLocks noChangeArrowheads="1"/>
              </p:cNvSpPr>
              <p:nvPr/>
            </p:nvSpPr>
            <p:spPr bwMode="auto">
              <a:xfrm>
                <a:off x="4579938" y="2205038"/>
                <a:ext cx="144462" cy="92075"/>
              </a:xfrm>
              <a:custGeom>
                <a:avLst/>
                <a:gdLst>
                  <a:gd name="T0" fmla="*/ 27 w 400"/>
                  <a:gd name="T1" fmla="*/ 255 h 256"/>
                  <a:gd name="T2" fmla="*/ 66 w 400"/>
                  <a:gd name="T3" fmla="*/ 255 h 256"/>
                  <a:gd name="T4" fmla="*/ 66 w 400"/>
                  <a:gd name="T5" fmla="*/ 121 h 256"/>
                  <a:gd name="T6" fmla="*/ 119 w 400"/>
                  <a:gd name="T7" fmla="*/ 65 h 256"/>
                  <a:gd name="T8" fmla="*/ 167 w 400"/>
                  <a:gd name="T9" fmla="*/ 119 h 256"/>
                  <a:gd name="T10" fmla="*/ 167 w 400"/>
                  <a:gd name="T11" fmla="*/ 228 h 256"/>
                  <a:gd name="T12" fmla="*/ 194 w 400"/>
                  <a:gd name="T13" fmla="*/ 254 h 256"/>
                  <a:gd name="T14" fmla="*/ 233 w 400"/>
                  <a:gd name="T15" fmla="*/ 254 h 256"/>
                  <a:gd name="T16" fmla="*/ 233 w 400"/>
                  <a:gd name="T17" fmla="*/ 119 h 256"/>
                  <a:gd name="T18" fmla="*/ 286 w 400"/>
                  <a:gd name="T19" fmla="*/ 64 h 256"/>
                  <a:gd name="T20" fmla="*/ 334 w 400"/>
                  <a:gd name="T21" fmla="*/ 118 h 256"/>
                  <a:gd name="T22" fmla="*/ 334 w 400"/>
                  <a:gd name="T23" fmla="*/ 226 h 256"/>
                  <a:gd name="T24" fmla="*/ 361 w 400"/>
                  <a:gd name="T25" fmla="*/ 253 h 256"/>
                  <a:gd name="T26" fmla="*/ 399 w 400"/>
                  <a:gd name="T27" fmla="*/ 253 h 256"/>
                  <a:gd name="T28" fmla="*/ 399 w 400"/>
                  <a:gd name="T29" fmla="*/ 97 h 256"/>
                  <a:gd name="T30" fmla="*/ 303 w 400"/>
                  <a:gd name="T31" fmla="*/ 1 h 256"/>
                  <a:gd name="T32" fmla="*/ 219 w 400"/>
                  <a:gd name="T33" fmla="*/ 42 h 256"/>
                  <a:gd name="T34" fmla="*/ 138 w 400"/>
                  <a:gd name="T35" fmla="*/ 0 h 256"/>
                  <a:gd name="T36" fmla="*/ 65 w 400"/>
                  <a:gd name="T37" fmla="*/ 35 h 256"/>
                  <a:gd name="T38" fmla="*/ 65 w 400"/>
                  <a:gd name="T39" fmla="*/ 6 h 256"/>
                  <a:gd name="T40" fmla="*/ 1 w 400"/>
                  <a:gd name="T41" fmla="*/ 6 h 256"/>
                  <a:gd name="T42" fmla="*/ 0 w 400"/>
                  <a:gd name="T43" fmla="*/ 224 h 256"/>
                  <a:gd name="T44" fmla="*/ 27 w 400"/>
                  <a:gd name="T45" fmla="*/ 25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6">
                    <a:moveTo>
                      <a:pt x="27" y="255"/>
                    </a:moveTo>
                    <a:lnTo>
                      <a:pt x="66" y="255"/>
                    </a:lnTo>
                    <a:lnTo>
                      <a:pt x="66" y="121"/>
                    </a:lnTo>
                    <a:cubicBezTo>
                      <a:pt x="66" y="83"/>
                      <a:pt x="90" y="65"/>
                      <a:pt x="119" y="65"/>
                    </a:cubicBezTo>
                    <a:cubicBezTo>
                      <a:pt x="149" y="65"/>
                      <a:pt x="167" y="84"/>
                      <a:pt x="167" y="119"/>
                    </a:cubicBezTo>
                    <a:lnTo>
                      <a:pt x="167" y="228"/>
                    </a:lnTo>
                    <a:cubicBezTo>
                      <a:pt x="167" y="243"/>
                      <a:pt x="179" y="254"/>
                      <a:pt x="194" y="254"/>
                    </a:cubicBezTo>
                    <a:lnTo>
                      <a:pt x="233" y="254"/>
                    </a:lnTo>
                    <a:lnTo>
                      <a:pt x="233" y="119"/>
                    </a:lnTo>
                    <a:cubicBezTo>
                      <a:pt x="233" y="82"/>
                      <a:pt x="257" y="64"/>
                      <a:pt x="286" y="64"/>
                    </a:cubicBezTo>
                    <a:cubicBezTo>
                      <a:pt x="316" y="64"/>
                      <a:pt x="334" y="83"/>
                      <a:pt x="334" y="118"/>
                    </a:cubicBezTo>
                    <a:lnTo>
                      <a:pt x="334" y="226"/>
                    </a:lnTo>
                    <a:cubicBezTo>
                      <a:pt x="334" y="241"/>
                      <a:pt x="346" y="253"/>
                      <a:pt x="361" y="253"/>
                    </a:cubicBezTo>
                    <a:lnTo>
                      <a:pt x="399" y="253"/>
                    </a:lnTo>
                    <a:lnTo>
                      <a:pt x="399" y="97"/>
                    </a:lnTo>
                    <a:cubicBezTo>
                      <a:pt x="399" y="40"/>
                      <a:pt x="361" y="1"/>
                      <a:pt x="303" y="1"/>
                    </a:cubicBezTo>
                    <a:cubicBezTo>
                      <a:pt x="271" y="1"/>
                      <a:pt x="239" y="11"/>
                      <a:pt x="219" y="42"/>
                    </a:cubicBezTo>
                    <a:cubicBezTo>
                      <a:pt x="203" y="17"/>
                      <a:pt x="175" y="1"/>
                      <a:pt x="138" y="0"/>
                    </a:cubicBezTo>
                    <a:cubicBezTo>
                      <a:pt x="110" y="0"/>
                      <a:pt x="84" y="9"/>
                      <a:pt x="65" y="35"/>
                    </a:cubicBezTo>
                    <a:lnTo>
                      <a:pt x="65" y="6"/>
                    </a:lnTo>
                    <a:lnTo>
                      <a:pt x="1" y="6"/>
                    </a:lnTo>
                    <a:lnTo>
                      <a:pt x="0" y="224"/>
                    </a:lnTo>
                    <a:cubicBezTo>
                      <a:pt x="0" y="243"/>
                      <a:pt x="13" y="255"/>
                      <a:pt x="27" y="2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6">
                <a:extLst>
                  <a:ext uri="{FF2B5EF4-FFF2-40B4-BE49-F238E27FC236}">
                    <a16:creationId xmlns:a16="http://schemas.microsoft.com/office/drawing/2014/main" id="{FACE718D-DAD5-FAD2-86D1-DFA067421728}"/>
                  </a:ext>
                </a:extLst>
              </p:cNvPr>
              <p:cNvSpPr>
                <a:spLocks noChangeArrowheads="1"/>
              </p:cNvSpPr>
              <p:nvPr/>
            </p:nvSpPr>
            <p:spPr bwMode="auto">
              <a:xfrm>
                <a:off x="4240213" y="2205038"/>
                <a:ext cx="85725" cy="93662"/>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4"/>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7" name="Freeform 7">
              <a:extLst>
                <a:ext uri="{FF2B5EF4-FFF2-40B4-BE49-F238E27FC236}">
                  <a16:creationId xmlns:a16="http://schemas.microsoft.com/office/drawing/2014/main" id="{FE8C0EE7-6DF1-8A2B-F29A-D406991D66D3}"/>
                </a:ext>
              </a:extLst>
            </p:cNvPr>
            <p:cNvSpPr>
              <a:spLocks noChangeArrowheads="1"/>
            </p:cNvSpPr>
            <p:nvPr/>
          </p:nvSpPr>
          <p:spPr bwMode="auto">
            <a:xfrm>
              <a:off x="4860925" y="214630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8" name="Group 27">
              <a:extLst>
                <a:ext uri="{FF2B5EF4-FFF2-40B4-BE49-F238E27FC236}">
                  <a16:creationId xmlns:a16="http://schemas.microsoft.com/office/drawing/2014/main" id="{6DE6716D-9DD9-FD70-7961-8AC83DA8C5BC}"/>
                </a:ext>
              </a:extLst>
            </p:cNvPr>
            <p:cNvGrpSpPr/>
            <p:nvPr/>
          </p:nvGrpSpPr>
          <p:grpSpPr>
            <a:xfrm>
              <a:off x="5000625" y="2143125"/>
              <a:ext cx="333375" cy="198438"/>
              <a:chOff x="5000625" y="2143125"/>
              <a:chExt cx="333375" cy="198438"/>
            </a:xfrm>
            <a:grpFill/>
          </p:grpSpPr>
          <p:sp>
            <p:nvSpPr>
              <p:cNvPr id="29" name="Freeform 8">
                <a:extLst>
                  <a:ext uri="{FF2B5EF4-FFF2-40B4-BE49-F238E27FC236}">
                    <a16:creationId xmlns:a16="http://schemas.microsoft.com/office/drawing/2014/main" id="{EB40BDB5-FE9E-489A-5B0C-FBB94BCAA2B7}"/>
                  </a:ext>
                </a:extLst>
              </p:cNvPr>
              <p:cNvSpPr>
                <a:spLocks noChangeArrowheads="1"/>
              </p:cNvSpPr>
              <p:nvPr/>
            </p:nvSpPr>
            <p:spPr bwMode="auto">
              <a:xfrm>
                <a:off x="5016500" y="2143125"/>
                <a:ext cx="84138" cy="103188"/>
              </a:xfrm>
              <a:custGeom>
                <a:avLst/>
                <a:gdLst>
                  <a:gd name="T0" fmla="*/ 133 w 233"/>
                  <a:gd name="T1" fmla="*/ 120 h 285"/>
                  <a:gd name="T2" fmla="*/ 101 w 233"/>
                  <a:gd name="T3" fmla="*/ 118 h 285"/>
                  <a:gd name="T4" fmla="*/ 27 w 233"/>
                  <a:gd name="T5" fmla="*/ 142 h 285"/>
                  <a:gd name="T6" fmla="*/ 0 w 233"/>
                  <a:gd name="T7" fmla="*/ 204 h 285"/>
                  <a:gd name="T8" fmla="*/ 22 w 233"/>
                  <a:gd name="T9" fmla="*/ 262 h 285"/>
                  <a:gd name="T10" fmla="*/ 83 w 233"/>
                  <a:gd name="T11" fmla="*/ 284 h 285"/>
                  <a:gd name="T12" fmla="*/ 172 w 233"/>
                  <a:gd name="T13" fmla="*/ 242 h 285"/>
                  <a:gd name="T14" fmla="*/ 182 w 233"/>
                  <a:gd name="T15" fmla="*/ 261 h 285"/>
                  <a:gd name="T16" fmla="*/ 191 w 233"/>
                  <a:gd name="T17" fmla="*/ 275 h 285"/>
                  <a:gd name="T18" fmla="*/ 200 w 233"/>
                  <a:gd name="T19" fmla="*/ 279 h 285"/>
                  <a:gd name="T20" fmla="*/ 207 w 233"/>
                  <a:gd name="T21" fmla="*/ 276 h 285"/>
                  <a:gd name="T22" fmla="*/ 227 w 233"/>
                  <a:gd name="T23" fmla="*/ 263 h 285"/>
                  <a:gd name="T24" fmla="*/ 232 w 233"/>
                  <a:gd name="T25" fmla="*/ 254 h 285"/>
                  <a:gd name="T26" fmla="*/ 230 w 233"/>
                  <a:gd name="T27" fmla="*/ 247 h 285"/>
                  <a:gd name="T28" fmla="*/ 220 w 233"/>
                  <a:gd name="T29" fmla="*/ 225 h 285"/>
                  <a:gd name="T30" fmla="*/ 217 w 233"/>
                  <a:gd name="T31" fmla="*/ 199 h 285"/>
                  <a:gd name="T32" fmla="*/ 216 w 233"/>
                  <a:gd name="T33" fmla="*/ 199 h 285"/>
                  <a:gd name="T34" fmla="*/ 216 w 233"/>
                  <a:gd name="T35" fmla="*/ 100 h 285"/>
                  <a:gd name="T36" fmla="*/ 191 w 233"/>
                  <a:gd name="T37" fmla="*/ 25 h 285"/>
                  <a:gd name="T38" fmla="*/ 113 w 233"/>
                  <a:gd name="T39" fmla="*/ 0 h 285"/>
                  <a:gd name="T40" fmla="*/ 66 w 233"/>
                  <a:gd name="T41" fmla="*/ 6 h 285"/>
                  <a:gd name="T42" fmla="*/ 27 w 233"/>
                  <a:gd name="T43" fmla="*/ 20 h 285"/>
                  <a:gd name="T44" fmla="*/ 19 w 233"/>
                  <a:gd name="T45" fmla="*/ 26 h 285"/>
                  <a:gd name="T46" fmla="*/ 17 w 233"/>
                  <a:gd name="T47" fmla="*/ 37 h 285"/>
                  <a:gd name="T48" fmla="*/ 17 w 233"/>
                  <a:gd name="T49" fmla="*/ 52 h 285"/>
                  <a:gd name="T50" fmla="*/ 23 w 233"/>
                  <a:gd name="T51" fmla="*/ 61 h 285"/>
                  <a:gd name="T52" fmla="*/ 29 w 233"/>
                  <a:gd name="T53" fmla="*/ 60 h 285"/>
                  <a:gd name="T54" fmla="*/ 39 w 233"/>
                  <a:gd name="T55" fmla="*/ 56 h 285"/>
                  <a:gd name="T56" fmla="*/ 72 w 233"/>
                  <a:gd name="T57" fmla="*/ 45 h 285"/>
                  <a:gd name="T58" fmla="*/ 106 w 233"/>
                  <a:gd name="T59" fmla="*/ 41 h 285"/>
                  <a:gd name="T60" fmla="*/ 155 w 233"/>
                  <a:gd name="T61" fmla="*/ 55 h 285"/>
                  <a:gd name="T62" fmla="*/ 169 w 233"/>
                  <a:gd name="T63" fmla="*/ 103 h 285"/>
                  <a:gd name="T64" fmla="*/ 169 w 233"/>
                  <a:gd name="T65" fmla="*/ 126 h 285"/>
                  <a:gd name="T66" fmla="*/ 133 w 233"/>
                  <a:gd name="T67" fmla="*/ 120 h 285"/>
                  <a:gd name="T68" fmla="*/ 169 w 233"/>
                  <a:gd name="T69" fmla="*/ 162 h 285"/>
                  <a:gd name="T70" fmla="*/ 169 w 233"/>
                  <a:gd name="T71" fmla="*/ 175 h 285"/>
                  <a:gd name="T72" fmla="*/ 166 w 233"/>
                  <a:gd name="T73" fmla="*/ 202 h 285"/>
                  <a:gd name="T74" fmla="*/ 155 w 233"/>
                  <a:gd name="T75" fmla="*/ 221 h 285"/>
                  <a:gd name="T76" fmla="*/ 126 w 233"/>
                  <a:gd name="T77" fmla="*/ 240 h 285"/>
                  <a:gd name="T78" fmla="*/ 95 w 233"/>
                  <a:gd name="T79" fmla="*/ 246 h 285"/>
                  <a:gd name="T80" fmla="*/ 63 w 233"/>
                  <a:gd name="T81" fmla="*/ 234 h 285"/>
                  <a:gd name="T82" fmla="*/ 52 w 233"/>
                  <a:gd name="T83" fmla="*/ 202 h 285"/>
                  <a:gd name="T84" fmla="*/ 67 w 233"/>
                  <a:gd name="T85" fmla="*/ 166 h 285"/>
                  <a:gd name="T86" fmla="*/ 112 w 233"/>
                  <a:gd name="T87" fmla="*/ 155 h 285"/>
                  <a:gd name="T88" fmla="*/ 141 w 233"/>
                  <a:gd name="T89" fmla="*/ 157 h 285"/>
                  <a:gd name="T90" fmla="*/ 169 w 233"/>
                  <a:gd name="T91" fmla="*/ 16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3" h="285">
                    <a:moveTo>
                      <a:pt x="133" y="120"/>
                    </a:moveTo>
                    <a:cubicBezTo>
                      <a:pt x="123" y="119"/>
                      <a:pt x="112" y="118"/>
                      <a:pt x="101" y="118"/>
                    </a:cubicBezTo>
                    <a:cubicBezTo>
                      <a:pt x="70" y="118"/>
                      <a:pt x="45" y="126"/>
                      <a:pt x="27" y="142"/>
                    </a:cubicBezTo>
                    <a:cubicBezTo>
                      <a:pt x="8" y="158"/>
                      <a:pt x="0" y="178"/>
                      <a:pt x="0" y="204"/>
                    </a:cubicBezTo>
                    <a:cubicBezTo>
                      <a:pt x="0" y="228"/>
                      <a:pt x="7" y="248"/>
                      <a:pt x="22" y="262"/>
                    </a:cubicBezTo>
                    <a:cubicBezTo>
                      <a:pt x="37" y="277"/>
                      <a:pt x="57" y="283"/>
                      <a:pt x="83" y="284"/>
                    </a:cubicBezTo>
                    <a:cubicBezTo>
                      <a:pt x="118" y="284"/>
                      <a:pt x="148" y="270"/>
                      <a:pt x="172" y="242"/>
                    </a:cubicBezTo>
                    <a:cubicBezTo>
                      <a:pt x="175" y="250"/>
                      <a:pt x="178" y="255"/>
                      <a:pt x="182" y="261"/>
                    </a:cubicBezTo>
                    <a:cubicBezTo>
                      <a:pt x="185" y="266"/>
                      <a:pt x="188" y="270"/>
                      <a:pt x="191" y="275"/>
                    </a:cubicBezTo>
                    <a:cubicBezTo>
                      <a:pt x="194" y="278"/>
                      <a:pt x="198" y="279"/>
                      <a:pt x="200" y="279"/>
                    </a:cubicBezTo>
                    <a:cubicBezTo>
                      <a:pt x="202" y="279"/>
                      <a:pt x="205" y="278"/>
                      <a:pt x="207" y="276"/>
                    </a:cubicBezTo>
                    <a:lnTo>
                      <a:pt x="227" y="263"/>
                    </a:lnTo>
                    <a:cubicBezTo>
                      <a:pt x="231" y="260"/>
                      <a:pt x="232" y="256"/>
                      <a:pt x="232" y="254"/>
                    </a:cubicBezTo>
                    <a:cubicBezTo>
                      <a:pt x="232" y="252"/>
                      <a:pt x="231" y="250"/>
                      <a:pt x="230" y="247"/>
                    </a:cubicBezTo>
                    <a:cubicBezTo>
                      <a:pt x="226" y="239"/>
                      <a:pt x="222" y="231"/>
                      <a:pt x="220" y="225"/>
                    </a:cubicBezTo>
                    <a:cubicBezTo>
                      <a:pt x="218" y="218"/>
                      <a:pt x="217" y="209"/>
                      <a:pt x="217" y="199"/>
                    </a:cubicBezTo>
                    <a:lnTo>
                      <a:pt x="216" y="199"/>
                    </a:lnTo>
                    <a:lnTo>
                      <a:pt x="216" y="100"/>
                    </a:lnTo>
                    <a:cubicBezTo>
                      <a:pt x="216" y="67"/>
                      <a:pt x="207" y="42"/>
                      <a:pt x="191" y="25"/>
                    </a:cubicBezTo>
                    <a:cubicBezTo>
                      <a:pt x="175" y="9"/>
                      <a:pt x="149" y="0"/>
                      <a:pt x="113" y="0"/>
                    </a:cubicBezTo>
                    <a:cubicBezTo>
                      <a:pt x="96" y="0"/>
                      <a:pt x="81" y="3"/>
                      <a:pt x="66" y="6"/>
                    </a:cubicBezTo>
                    <a:cubicBezTo>
                      <a:pt x="51" y="9"/>
                      <a:pt x="38" y="14"/>
                      <a:pt x="27" y="20"/>
                    </a:cubicBezTo>
                    <a:cubicBezTo>
                      <a:pt x="23" y="22"/>
                      <a:pt x="20" y="24"/>
                      <a:pt x="19" y="26"/>
                    </a:cubicBezTo>
                    <a:cubicBezTo>
                      <a:pt x="18" y="28"/>
                      <a:pt x="17" y="32"/>
                      <a:pt x="17" y="37"/>
                    </a:cubicBezTo>
                    <a:lnTo>
                      <a:pt x="17" y="52"/>
                    </a:lnTo>
                    <a:cubicBezTo>
                      <a:pt x="17" y="58"/>
                      <a:pt x="19" y="61"/>
                      <a:pt x="23" y="61"/>
                    </a:cubicBezTo>
                    <a:cubicBezTo>
                      <a:pt x="24" y="61"/>
                      <a:pt x="26" y="61"/>
                      <a:pt x="29" y="60"/>
                    </a:cubicBezTo>
                    <a:cubicBezTo>
                      <a:pt x="31" y="59"/>
                      <a:pt x="34" y="58"/>
                      <a:pt x="39" y="56"/>
                    </a:cubicBezTo>
                    <a:cubicBezTo>
                      <a:pt x="50" y="52"/>
                      <a:pt x="61" y="49"/>
                      <a:pt x="72" y="45"/>
                    </a:cubicBezTo>
                    <a:cubicBezTo>
                      <a:pt x="83" y="42"/>
                      <a:pt x="95" y="41"/>
                      <a:pt x="106" y="41"/>
                    </a:cubicBezTo>
                    <a:cubicBezTo>
                      <a:pt x="129" y="41"/>
                      <a:pt x="145" y="45"/>
                      <a:pt x="155" y="55"/>
                    </a:cubicBezTo>
                    <a:cubicBezTo>
                      <a:pt x="164" y="65"/>
                      <a:pt x="169" y="81"/>
                      <a:pt x="169" y="103"/>
                    </a:cubicBezTo>
                    <a:lnTo>
                      <a:pt x="169" y="126"/>
                    </a:lnTo>
                    <a:cubicBezTo>
                      <a:pt x="156" y="125"/>
                      <a:pt x="145" y="123"/>
                      <a:pt x="133" y="120"/>
                    </a:cubicBezTo>
                    <a:close/>
                    <a:moveTo>
                      <a:pt x="169" y="162"/>
                    </a:moveTo>
                    <a:lnTo>
                      <a:pt x="169" y="175"/>
                    </a:lnTo>
                    <a:cubicBezTo>
                      <a:pt x="169" y="186"/>
                      <a:pt x="168" y="194"/>
                      <a:pt x="166" y="202"/>
                    </a:cubicBezTo>
                    <a:cubicBezTo>
                      <a:pt x="163" y="209"/>
                      <a:pt x="160" y="216"/>
                      <a:pt x="155" y="221"/>
                    </a:cubicBezTo>
                    <a:cubicBezTo>
                      <a:pt x="146" y="230"/>
                      <a:pt x="137" y="237"/>
                      <a:pt x="126" y="240"/>
                    </a:cubicBezTo>
                    <a:cubicBezTo>
                      <a:pt x="115" y="243"/>
                      <a:pt x="105" y="246"/>
                      <a:pt x="95" y="246"/>
                    </a:cubicBezTo>
                    <a:cubicBezTo>
                      <a:pt x="81" y="246"/>
                      <a:pt x="70" y="242"/>
                      <a:pt x="63" y="234"/>
                    </a:cubicBezTo>
                    <a:cubicBezTo>
                      <a:pt x="55" y="226"/>
                      <a:pt x="52" y="216"/>
                      <a:pt x="52" y="202"/>
                    </a:cubicBezTo>
                    <a:cubicBezTo>
                      <a:pt x="52" y="187"/>
                      <a:pt x="57" y="174"/>
                      <a:pt x="67" y="166"/>
                    </a:cubicBezTo>
                    <a:cubicBezTo>
                      <a:pt x="77" y="157"/>
                      <a:pt x="92" y="155"/>
                      <a:pt x="112" y="155"/>
                    </a:cubicBezTo>
                    <a:cubicBezTo>
                      <a:pt x="122" y="155"/>
                      <a:pt x="131" y="156"/>
                      <a:pt x="141" y="157"/>
                    </a:cubicBezTo>
                    <a:cubicBezTo>
                      <a:pt x="151" y="158"/>
                      <a:pt x="160" y="160"/>
                      <a:pt x="169" y="1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9">
                <a:extLst>
                  <a:ext uri="{FF2B5EF4-FFF2-40B4-BE49-F238E27FC236}">
                    <a16:creationId xmlns:a16="http://schemas.microsoft.com/office/drawing/2014/main" id="{590CB9AB-5887-2DCB-4A6E-F74447AD828F}"/>
                  </a:ext>
                </a:extLst>
              </p:cNvPr>
              <p:cNvSpPr>
                <a:spLocks noChangeArrowheads="1"/>
              </p:cNvSpPr>
              <p:nvPr/>
            </p:nvSpPr>
            <p:spPr bwMode="auto">
              <a:xfrm>
                <a:off x="5105400" y="2146300"/>
                <a:ext cx="131763" cy="98425"/>
              </a:xfrm>
              <a:custGeom>
                <a:avLst/>
                <a:gdLst>
                  <a:gd name="T0" fmla="*/ 81 w 368"/>
                  <a:gd name="T1" fmla="*/ 267 h 272"/>
                  <a:gd name="T2" fmla="*/ 93 w 368"/>
                  <a:gd name="T3" fmla="*/ 270 h 272"/>
                  <a:gd name="T4" fmla="*/ 119 w 368"/>
                  <a:gd name="T5" fmla="*/ 270 h 272"/>
                  <a:gd name="T6" fmla="*/ 130 w 368"/>
                  <a:gd name="T7" fmla="*/ 267 h 272"/>
                  <a:gd name="T8" fmla="*/ 136 w 368"/>
                  <a:gd name="T9" fmla="*/ 255 h 272"/>
                  <a:gd name="T10" fmla="*/ 183 w 368"/>
                  <a:gd name="T11" fmla="*/ 60 h 272"/>
                  <a:gd name="T12" fmla="*/ 229 w 368"/>
                  <a:gd name="T13" fmla="*/ 256 h 272"/>
                  <a:gd name="T14" fmla="*/ 234 w 368"/>
                  <a:gd name="T15" fmla="*/ 268 h 272"/>
                  <a:gd name="T16" fmla="*/ 246 w 368"/>
                  <a:gd name="T17" fmla="*/ 271 h 272"/>
                  <a:gd name="T18" fmla="*/ 272 w 368"/>
                  <a:gd name="T19" fmla="*/ 271 h 272"/>
                  <a:gd name="T20" fmla="*/ 283 w 368"/>
                  <a:gd name="T21" fmla="*/ 268 h 272"/>
                  <a:gd name="T22" fmla="*/ 290 w 368"/>
                  <a:gd name="T23" fmla="*/ 256 h 272"/>
                  <a:gd name="T24" fmla="*/ 364 w 368"/>
                  <a:gd name="T25" fmla="*/ 21 h 272"/>
                  <a:gd name="T26" fmla="*/ 366 w 368"/>
                  <a:gd name="T27" fmla="*/ 14 h 272"/>
                  <a:gd name="T28" fmla="*/ 367 w 368"/>
                  <a:gd name="T29" fmla="*/ 9 h 272"/>
                  <a:gd name="T30" fmla="*/ 359 w 368"/>
                  <a:gd name="T31" fmla="*/ 1 h 272"/>
                  <a:gd name="T32" fmla="*/ 332 w 368"/>
                  <a:gd name="T33" fmla="*/ 1 h 272"/>
                  <a:gd name="T34" fmla="*/ 320 w 368"/>
                  <a:gd name="T35" fmla="*/ 4 h 272"/>
                  <a:gd name="T36" fmla="*/ 313 w 368"/>
                  <a:gd name="T37" fmla="*/ 16 h 272"/>
                  <a:gd name="T38" fmla="*/ 260 w 368"/>
                  <a:gd name="T39" fmla="*/ 219 h 272"/>
                  <a:gd name="T40" fmla="*/ 213 w 368"/>
                  <a:gd name="T41" fmla="*/ 16 h 272"/>
                  <a:gd name="T42" fmla="*/ 207 w 368"/>
                  <a:gd name="T43" fmla="*/ 4 h 272"/>
                  <a:gd name="T44" fmla="*/ 196 w 368"/>
                  <a:gd name="T45" fmla="*/ 1 h 272"/>
                  <a:gd name="T46" fmla="*/ 171 w 368"/>
                  <a:gd name="T47" fmla="*/ 1 h 272"/>
                  <a:gd name="T48" fmla="*/ 159 w 368"/>
                  <a:gd name="T49" fmla="*/ 4 h 272"/>
                  <a:gd name="T50" fmla="*/ 154 w 368"/>
                  <a:gd name="T51" fmla="*/ 16 h 272"/>
                  <a:gd name="T52" fmla="*/ 106 w 368"/>
                  <a:gd name="T53" fmla="*/ 216 h 272"/>
                  <a:gd name="T54" fmla="*/ 55 w 368"/>
                  <a:gd name="T55" fmla="*/ 15 h 272"/>
                  <a:gd name="T56" fmla="*/ 49 w 368"/>
                  <a:gd name="T57" fmla="*/ 3 h 272"/>
                  <a:gd name="T58" fmla="*/ 37 w 368"/>
                  <a:gd name="T59" fmla="*/ 0 h 272"/>
                  <a:gd name="T60" fmla="*/ 7 w 368"/>
                  <a:gd name="T61" fmla="*/ 0 h 272"/>
                  <a:gd name="T62" fmla="*/ 0 w 368"/>
                  <a:gd name="T63" fmla="*/ 8 h 272"/>
                  <a:gd name="T64" fmla="*/ 3 w 368"/>
                  <a:gd name="T65" fmla="*/ 19 h 272"/>
                  <a:gd name="T66" fmla="*/ 74 w 368"/>
                  <a:gd name="T67" fmla="*/ 254 h 272"/>
                  <a:gd name="T68" fmla="*/ 81 w 368"/>
                  <a:gd name="T69" fmla="*/ 267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8" h="272">
                    <a:moveTo>
                      <a:pt x="81" y="267"/>
                    </a:moveTo>
                    <a:cubicBezTo>
                      <a:pt x="83" y="269"/>
                      <a:pt x="88" y="270"/>
                      <a:pt x="93" y="270"/>
                    </a:cubicBezTo>
                    <a:lnTo>
                      <a:pt x="119" y="270"/>
                    </a:lnTo>
                    <a:cubicBezTo>
                      <a:pt x="124" y="270"/>
                      <a:pt x="128" y="269"/>
                      <a:pt x="130" y="267"/>
                    </a:cubicBezTo>
                    <a:cubicBezTo>
                      <a:pt x="133" y="264"/>
                      <a:pt x="135" y="260"/>
                      <a:pt x="136" y="255"/>
                    </a:cubicBezTo>
                    <a:lnTo>
                      <a:pt x="183" y="60"/>
                    </a:lnTo>
                    <a:lnTo>
                      <a:pt x="229" y="256"/>
                    </a:lnTo>
                    <a:cubicBezTo>
                      <a:pt x="230" y="262"/>
                      <a:pt x="232" y="266"/>
                      <a:pt x="234" y="268"/>
                    </a:cubicBezTo>
                    <a:cubicBezTo>
                      <a:pt x="236" y="270"/>
                      <a:pt x="241" y="271"/>
                      <a:pt x="246" y="271"/>
                    </a:cubicBezTo>
                    <a:lnTo>
                      <a:pt x="272" y="271"/>
                    </a:lnTo>
                    <a:cubicBezTo>
                      <a:pt x="277" y="271"/>
                      <a:pt x="281" y="270"/>
                      <a:pt x="283" y="268"/>
                    </a:cubicBezTo>
                    <a:cubicBezTo>
                      <a:pt x="286" y="266"/>
                      <a:pt x="288" y="262"/>
                      <a:pt x="290" y="256"/>
                    </a:cubicBezTo>
                    <a:lnTo>
                      <a:pt x="364" y="21"/>
                    </a:lnTo>
                    <a:cubicBezTo>
                      <a:pt x="365" y="18"/>
                      <a:pt x="366" y="16"/>
                      <a:pt x="366" y="14"/>
                    </a:cubicBezTo>
                    <a:cubicBezTo>
                      <a:pt x="366" y="12"/>
                      <a:pt x="367" y="11"/>
                      <a:pt x="367" y="9"/>
                    </a:cubicBezTo>
                    <a:cubicBezTo>
                      <a:pt x="367" y="3"/>
                      <a:pt x="364" y="1"/>
                      <a:pt x="359" y="1"/>
                    </a:cubicBezTo>
                    <a:lnTo>
                      <a:pt x="332" y="1"/>
                    </a:lnTo>
                    <a:cubicBezTo>
                      <a:pt x="326" y="1"/>
                      <a:pt x="322" y="2"/>
                      <a:pt x="320" y="4"/>
                    </a:cubicBezTo>
                    <a:cubicBezTo>
                      <a:pt x="318" y="6"/>
                      <a:pt x="316" y="10"/>
                      <a:pt x="313" y="16"/>
                    </a:cubicBezTo>
                    <a:lnTo>
                      <a:pt x="260" y="219"/>
                    </a:lnTo>
                    <a:lnTo>
                      <a:pt x="213" y="16"/>
                    </a:lnTo>
                    <a:cubicBezTo>
                      <a:pt x="212" y="11"/>
                      <a:pt x="210" y="6"/>
                      <a:pt x="207" y="4"/>
                    </a:cubicBezTo>
                    <a:cubicBezTo>
                      <a:pt x="205" y="2"/>
                      <a:pt x="201" y="1"/>
                      <a:pt x="196" y="1"/>
                    </a:cubicBezTo>
                    <a:lnTo>
                      <a:pt x="171" y="1"/>
                    </a:lnTo>
                    <a:cubicBezTo>
                      <a:pt x="166" y="1"/>
                      <a:pt x="161" y="2"/>
                      <a:pt x="159" y="4"/>
                    </a:cubicBezTo>
                    <a:cubicBezTo>
                      <a:pt x="157" y="6"/>
                      <a:pt x="155" y="10"/>
                      <a:pt x="154" y="16"/>
                    </a:cubicBezTo>
                    <a:lnTo>
                      <a:pt x="106" y="216"/>
                    </a:lnTo>
                    <a:lnTo>
                      <a:pt x="55" y="15"/>
                    </a:lnTo>
                    <a:cubicBezTo>
                      <a:pt x="53" y="10"/>
                      <a:pt x="52" y="5"/>
                      <a:pt x="49" y="3"/>
                    </a:cubicBezTo>
                    <a:cubicBezTo>
                      <a:pt x="47" y="1"/>
                      <a:pt x="43" y="0"/>
                      <a:pt x="37" y="0"/>
                    </a:cubicBezTo>
                    <a:lnTo>
                      <a:pt x="7" y="0"/>
                    </a:lnTo>
                    <a:cubicBezTo>
                      <a:pt x="2" y="0"/>
                      <a:pt x="0" y="3"/>
                      <a:pt x="0" y="8"/>
                    </a:cubicBezTo>
                    <a:cubicBezTo>
                      <a:pt x="0" y="10"/>
                      <a:pt x="1" y="14"/>
                      <a:pt x="3" y="19"/>
                    </a:cubicBezTo>
                    <a:lnTo>
                      <a:pt x="74" y="254"/>
                    </a:lnTo>
                    <a:cubicBezTo>
                      <a:pt x="77" y="260"/>
                      <a:pt x="79" y="264"/>
                      <a:pt x="81" y="2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1" name="Freeform 10">
                <a:extLst>
                  <a:ext uri="{FF2B5EF4-FFF2-40B4-BE49-F238E27FC236}">
                    <a16:creationId xmlns:a16="http://schemas.microsoft.com/office/drawing/2014/main" id="{F4A2458B-C8F9-6777-9372-51FFF3DC155F}"/>
                  </a:ext>
                </a:extLst>
              </p:cNvPr>
              <p:cNvSpPr>
                <a:spLocks noChangeArrowheads="1"/>
              </p:cNvSpPr>
              <p:nvPr/>
            </p:nvSpPr>
            <p:spPr bwMode="auto">
              <a:xfrm>
                <a:off x="5245100" y="2143125"/>
                <a:ext cx="73025" cy="103188"/>
              </a:xfrm>
              <a:custGeom>
                <a:avLst/>
                <a:gdLst>
                  <a:gd name="T0" fmla="*/ 134 w 203"/>
                  <a:gd name="T1" fmla="*/ 236 h 287"/>
                  <a:gd name="T2" fmla="*/ 90 w 203"/>
                  <a:gd name="T3" fmla="*/ 246 h 287"/>
                  <a:gd name="T4" fmla="*/ 54 w 203"/>
                  <a:gd name="T5" fmla="*/ 242 h 287"/>
                  <a:gd name="T6" fmla="*/ 21 w 203"/>
                  <a:gd name="T7" fmla="*/ 232 h 287"/>
                  <a:gd name="T8" fmla="*/ 13 w 203"/>
                  <a:gd name="T9" fmla="*/ 228 h 287"/>
                  <a:gd name="T10" fmla="*/ 8 w 203"/>
                  <a:gd name="T11" fmla="*/ 227 h 287"/>
                  <a:gd name="T12" fmla="*/ 0 w 203"/>
                  <a:gd name="T13" fmla="*/ 237 h 287"/>
                  <a:gd name="T14" fmla="*/ 0 w 203"/>
                  <a:gd name="T15" fmla="*/ 252 h 287"/>
                  <a:gd name="T16" fmla="*/ 3 w 203"/>
                  <a:gd name="T17" fmla="*/ 261 h 287"/>
                  <a:gd name="T18" fmla="*/ 12 w 203"/>
                  <a:gd name="T19" fmla="*/ 269 h 287"/>
                  <a:gd name="T20" fmla="*/ 47 w 203"/>
                  <a:gd name="T21" fmla="*/ 281 h 287"/>
                  <a:gd name="T22" fmla="*/ 95 w 203"/>
                  <a:gd name="T23" fmla="*/ 286 h 287"/>
                  <a:gd name="T24" fmla="*/ 138 w 203"/>
                  <a:gd name="T25" fmla="*/ 280 h 287"/>
                  <a:gd name="T26" fmla="*/ 172 w 203"/>
                  <a:gd name="T27" fmla="*/ 263 h 287"/>
                  <a:gd name="T28" fmla="*/ 194 w 203"/>
                  <a:gd name="T29" fmla="*/ 236 h 287"/>
                  <a:gd name="T30" fmla="*/ 202 w 203"/>
                  <a:gd name="T31" fmla="*/ 201 h 287"/>
                  <a:gd name="T32" fmla="*/ 188 w 203"/>
                  <a:gd name="T33" fmla="*/ 158 h 287"/>
                  <a:gd name="T34" fmla="*/ 141 w 203"/>
                  <a:gd name="T35" fmla="*/ 129 h 287"/>
                  <a:gd name="T36" fmla="*/ 98 w 203"/>
                  <a:gd name="T37" fmla="*/ 115 h 287"/>
                  <a:gd name="T38" fmla="*/ 65 w 203"/>
                  <a:gd name="T39" fmla="*/ 98 h 287"/>
                  <a:gd name="T40" fmla="*/ 56 w 203"/>
                  <a:gd name="T41" fmla="*/ 76 h 287"/>
                  <a:gd name="T42" fmla="*/ 70 w 203"/>
                  <a:gd name="T43" fmla="*/ 50 h 287"/>
                  <a:gd name="T44" fmla="*/ 111 w 203"/>
                  <a:gd name="T45" fmla="*/ 41 h 287"/>
                  <a:gd name="T46" fmla="*/ 168 w 203"/>
                  <a:gd name="T47" fmla="*/ 53 h 287"/>
                  <a:gd name="T48" fmla="*/ 180 w 203"/>
                  <a:gd name="T49" fmla="*/ 56 h 287"/>
                  <a:gd name="T50" fmla="*/ 188 w 203"/>
                  <a:gd name="T51" fmla="*/ 47 h 287"/>
                  <a:gd name="T52" fmla="*/ 188 w 203"/>
                  <a:gd name="T53" fmla="*/ 33 h 287"/>
                  <a:gd name="T54" fmla="*/ 184 w 203"/>
                  <a:gd name="T55" fmla="*/ 23 h 287"/>
                  <a:gd name="T56" fmla="*/ 176 w 203"/>
                  <a:gd name="T57" fmla="*/ 15 h 287"/>
                  <a:gd name="T58" fmla="*/ 163 w 203"/>
                  <a:gd name="T59" fmla="*/ 10 h 287"/>
                  <a:gd name="T60" fmla="*/ 146 w 203"/>
                  <a:gd name="T61" fmla="*/ 5 h 287"/>
                  <a:gd name="T62" fmla="*/ 127 w 203"/>
                  <a:gd name="T63" fmla="*/ 2 h 287"/>
                  <a:gd name="T64" fmla="*/ 106 w 203"/>
                  <a:gd name="T65" fmla="*/ 0 h 287"/>
                  <a:gd name="T66" fmla="*/ 68 w 203"/>
                  <a:gd name="T67" fmla="*/ 6 h 287"/>
                  <a:gd name="T68" fmla="*/ 36 w 203"/>
                  <a:gd name="T69" fmla="*/ 22 h 287"/>
                  <a:gd name="T70" fmla="*/ 14 w 203"/>
                  <a:gd name="T71" fmla="*/ 47 h 287"/>
                  <a:gd name="T72" fmla="*/ 6 w 203"/>
                  <a:gd name="T73" fmla="*/ 80 h 287"/>
                  <a:gd name="T74" fmla="*/ 21 w 203"/>
                  <a:gd name="T75" fmla="*/ 124 h 287"/>
                  <a:gd name="T76" fmla="*/ 69 w 203"/>
                  <a:gd name="T77" fmla="*/ 155 h 287"/>
                  <a:gd name="T78" fmla="*/ 113 w 203"/>
                  <a:gd name="T79" fmla="*/ 169 h 287"/>
                  <a:gd name="T80" fmla="*/ 144 w 203"/>
                  <a:gd name="T81" fmla="*/ 185 h 287"/>
                  <a:gd name="T82" fmla="*/ 152 w 203"/>
                  <a:gd name="T83" fmla="*/ 206 h 287"/>
                  <a:gd name="T84" fmla="*/ 134 w 203"/>
                  <a:gd name="T85" fmla="*/ 236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3" h="287">
                    <a:moveTo>
                      <a:pt x="134" y="236"/>
                    </a:moveTo>
                    <a:cubicBezTo>
                      <a:pt x="123" y="242"/>
                      <a:pt x="108" y="246"/>
                      <a:pt x="90" y="246"/>
                    </a:cubicBezTo>
                    <a:cubicBezTo>
                      <a:pt x="79" y="246"/>
                      <a:pt x="67" y="245"/>
                      <a:pt x="54" y="242"/>
                    </a:cubicBezTo>
                    <a:cubicBezTo>
                      <a:pt x="42" y="240"/>
                      <a:pt x="30" y="236"/>
                      <a:pt x="21" y="232"/>
                    </a:cubicBezTo>
                    <a:cubicBezTo>
                      <a:pt x="18" y="231"/>
                      <a:pt x="15" y="230"/>
                      <a:pt x="13" y="228"/>
                    </a:cubicBezTo>
                    <a:cubicBezTo>
                      <a:pt x="11" y="227"/>
                      <a:pt x="10" y="227"/>
                      <a:pt x="8" y="227"/>
                    </a:cubicBezTo>
                    <a:cubicBezTo>
                      <a:pt x="4" y="227"/>
                      <a:pt x="0" y="231"/>
                      <a:pt x="0" y="237"/>
                    </a:cubicBezTo>
                    <a:lnTo>
                      <a:pt x="0" y="252"/>
                    </a:lnTo>
                    <a:cubicBezTo>
                      <a:pt x="0" y="255"/>
                      <a:pt x="1" y="257"/>
                      <a:pt x="3" y="261"/>
                    </a:cubicBezTo>
                    <a:cubicBezTo>
                      <a:pt x="4" y="264"/>
                      <a:pt x="7" y="266"/>
                      <a:pt x="12" y="269"/>
                    </a:cubicBezTo>
                    <a:cubicBezTo>
                      <a:pt x="20" y="273"/>
                      <a:pt x="31" y="278"/>
                      <a:pt x="47" y="281"/>
                    </a:cubicBezTo>
                    <a:cubicBezTo>
                      <a:pt x="62" y="284"/>
                      <a:pt x="79" y="286"/>
                      <a:pt x="95" y="286"/>
                    </a:cubicBezTo>
                    <a:cubicBezTo>
                      <a:pt x="110" y="286"/>
                      <a:pt x="125" y="284"/>
                      <a:pt x="138" y="280"/>
                    </a:cubicBezTo>
                    <a:cubicBezTo>
                      <a:pt x="151" y="276"/>
                      <a:pt x="163" y="270"/>
                      <a:pt x="172" y="263"/>
                    </a:cubicBezTo>
                    <a:cubicBezTo>
                      <a:pt x="181" y="255"/>
                      <a:pt x="189" y="247"/>
                      <a:pt x="194" y="236"/>
                    </a:cubicBezTo>
                    <a:cubicBezTo>
                      <a:pt x="199" y="225"/>
                      <a:pt x="202" y="214"/>
                      <a:pt x="202" y="201"/>
                    </a:cubicBezTo>
                    <a:cubicBezTo>
                      <a:pt x="202" y="185"/>
                      <a:pt x="197" y="171"/>
                      <a:pt x="188" y="158"/>
                    </a:cubicBezTo>
                    <a:cubicBezTo>
                      <a:pt x="178" y="145"/>
                      <a:pt x="163" y="135"/>
                      <a:pt x="141" y="129"/>
                    </a:cubicBezTo>
                    <a:lnTo>
                      <a:pt x="98" y="115"/>
                    </a:lnTo>
                    <a:cubicBezTo>
                      <a:pt x="82" y="110"/>
                      <a:pt x="71" y="104"/>
                      <a:pt x="65" y="98"/>
                    </a:cubicBezTo>
                    <a:cubicBezTo>
                      <a:pt x="58" y="93"/>
                      <a:pt x="56" y="85"/>
                      <a:pt x="56" y="76"/>
                    </a:cubicBezTo>
                    <a:cubicBezTo>
                      <a:pt x="56" y="64"/>
                      <a:pt x="61" y="55"/>
                      <a:pt x="70" y="50"/>
                    </a:cubicBezTo>
                    <a:cubicBezTo>
                      <a:pt x="80" y="44"/>
                      <a:pt x="93" y="41"/>
                      <a:pt x="111" y="41"/>
                    </a:cubicBezTo>
                    <a:cubicBezTo>
                      <a:pt x="132" y="41"/>
                      <a:pt x="151" y="45"/>
                      <a:pt x="168" y="53"/>
                    </a:cubicBezTo>
                    <a:cubicBezTo>
                      <a:pt x="174" y="55"/>
                      <a:pt x="177" y="56"/>
                      <a:pt x="180" y="56"/>
                    </a:cubicBezTo>
                    <a:cubicBezTo>
                      <a:pt x="184" y="56"/>
                      <a:pt x="188" y="53"/>
                      <a:pt x="188" y="47"/>
                    </a:cubicBezTo>
                    <a:lnTo>
                      <a:pt x="188" y="33"/>
                    </a:lnTo>
                    <a:cubicBezTo>
                      <a:pt x="188" y="28"/>
                      <a:pt x="187" y="25"/>
                      <a:pt x="184" y="23"/>
                    </a:cubicBezTo>
                    <a:cubicBezTo>
                      <a:pt x="182" y="20"/>
                      <a:pt x="179" y="17"/>
                      <a:pt x="176" y="15"/>
                    </a:cubicBezTo>
                    <a:cubicBezTo>
                      <a:pt x="173" y="12"/>
                      <a:pt x="168" y="12"/>
                      <a:pt x="163" y="10"/>
                    </a:cubicBezTo>
                    <a:cubicBezTo>
                      <a:pt x="158" y="8"/>
                      <a:pt x="152" y="7"/>
                      <a:pt x="146" y="5"/>
                    </a:cubicBezTo>
                    <a:cubicBezTo>
                      <a:pt x="140" y="4"/>
                      <a:pt x="133" y="3"/>
                      <a:pt x="127" y="2"/>
                    </a:cubicBezTo>
                    <a:cubicBezTo>
                      <a:pt x="120" y="0"/>
                      <a:pt x="113" y="0"/>
                      <a:pt x="106" y="0"/>
                    </a:cubicBezTo>
                    <a:cubicBezTo>
                      <a:pt x="93" y="0"/>
                      <a:pt x="81" y="2"/>
                      <a:pt x="68" y="6"/>
                    </a:cubicBezTo>
                    <a:cubicBezTo>
                      <a:pt x="56" y="9"/>
                      <a:pt x="45" y="14"/>
                      <a:pt x="36" y="22"/>
                    </a:cubicBezTo>
                    <a:cubicBezTo>
                      <a:pt x="26" y="28"/>
                      <a:pt x="20" y="37"/>
                      <a:pt x="14" y="47"/>
                    </a:cubicBezTo>
                    <a:cubicBezTo>
                      <a:pt x="9" y="56"/>
                      <a:pt x="6" y="68"/>
                      <a:pt x="6" y="80"/>
                    </a:cubicBezTo>
                    <a:cubicBezTo>
                      <a:pt x="6" y="96"/>
                      <a:pt x="11" y="111"/>
                      <a:pt x="21" y="124"/>
                    </a:cubicBezTo>
                    <a:cubicBezTo>
                      <a:pt x="30" y="137"/>
                      <a:pt x="47" y="147"/>
                      <a:pt x="69" y="155"/>
                    </a:cubicBezTo>
                    <a:lnTo>
                      <a:pt x="113" y="169"/>
                    </a:lnTo>
                    <a:cubicBezTo>
                      <a:pt x="128" y="174"/>
                      <a:pt x="137" y="178"/>
                      <a:pt x="144" y="185"/>
                    </a:cubicBezTo>
                    <a:cubicBezTo>
                      <a:pt x="149" y="190"/>
                      <a:pt x="152" y="197"/>
                      <a:pt x="152" y="206"/>
                    </a:cubicBezTo>
                    <a:cubicBezTo>
                      <a:pt x="150" y="220"/>
                      <a:pt x="145" y="230"/>
                      <a:pt x="134" y="23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1">
                <a:extLst>
                  <a:ext uri="{FF2B5EF4-FFF2-40B4-BE49-F238E27FC236}">
                    <a16:creationId xmlns:a16="http://schemas.microsoft.com/office/drawing/2014/main" id="{72B2A062-115F-5AAE-2AAB-352F7D849253}"/>
                  </a:ext>
                </a:extLst>
              </p:cNvPr>
              <p:cNvSpPr>
                <a:spLocks noChangeArrowheads="1"/>
              </p:cNvSpPr>
              <p:nvPr/>
            </p:nvSpPr>
            <p:spPr bwMode="auto">
              <a:xfrm>
                <a:off x="5000625" y="2271713"/>
                <a:ext cx="304800" cy="69850"/>
              </a:xfrm>
              <a:custGeom>
                <a:avLst/>
                <a:gdLst>
                  <a:gd name="T0" fmla="*/ 9 w 845"/>
                  <a:gd name="T1" fmla="*/ 20 h 194"/>
                  <a:gd name="T2" fmla="*/ 459 w 845"/>
                  <a:gd name="T3" fmla="*/ 193 h 194"/>
                  <a:gd name="T4" fmla="*/ 828 w 845"/>
                  <a:gd name="T5" fmla="*/ 82 h 194"/>
                  <a:gd name="T6" fmla="*/ 813 w 845"/>
                  <a:gd name="T7" fmla="*/ 59 h 194"/>
                  <a:gd name="T8" fmla="*/ 469 w 845"/>
                  <a:gd name="T9" fmla="*/ 128 h 194"/>
                  <a:gd name="T10" fmla="*/ 19 w 845"/>
                  <a:gd name="T11" fmla="*/ 7 h 194"/>
                  <a:gd name="T12" fmla="*/ 9 w 845"/>
                  <a:gd name="T13" fmla="*/ 20 h 194"/>
                </a:gdLst>
                <a:ahLst/>
                <a:cxnLst>
                  <a:cxn ang="0">
                    <a:pos x="T0" y="T1"/>
                  </a:cxn>
                  <a:cxn ang="0">
                    <a:pos x="T2" y="T3"/>
                  </a:cxn>
                  <a:cxn ang="0">
                    <a:pos x="T4" y="T5"/>
                  </a:cxn>
                  <a:cxn ang="0">
                    <a:pos x="T6" y="T7"/>
                  </a:cxn>
                  <a:cxn ang="0">
                    <a:pos x="T8" y="T9"/>
                  </a:cxn>
                  <a:cxn ang="0">
                    <a:pos x="T10" y="T11"/>
                  </a:cxn>
                  <a:cxn ang="0">
                    <a:pos x="T12" y="T13"/>
                  </a:cxn>
                </a:cxnLst>
                <a:rect l="0" t="0" r="r" b="b"/>
                <a:pathLst>
                  <a:path w="845" h="194">
                    <a:moveTo>
                      <a:pt x="9" y="20"/>
                    </a:moveTo>
                    <a:cubicBezTo>
                      <a:pt x="128" y="128"/>
                      <a:pt x="285" y="192"/>
                      <a:pt x="459" y="193"/>
                    </a:cubicBezTo>
                    <a:cubicBezTo>
                      <a:pt x="583" y="193"/>
                      <a:pt x="729" y="155"/>
                      <a:pt x="828" y="82"/>
                    </a:cubicBezTo>
                    <a:cubicBezTo>
                      <a:pt x="844" y="70"/>
                      <a:pt x="830" y="51"/>
                      <a:pt x="813" y="59"/>
                    </a:cubicBezTo>
                    <a:cubicBezTo>
                      <a:pt x="701" y="106"/>
                      <a:pt x="580" y="128"/>
                      <a:pt x="469" y="128"/>
                    </a:cubicBezTo>
                    <a:cubicBezTo>
                      <a:pt x="305" y="128"/>
                      <a:pt x="147" y="82"/>
                      <a:pt x="19" y="7"/>
                    </a:cubicBezTo>
                    <a:cubicBezTo>
                      <a:pt x="8" y="0"/>
                      <a:pt x="0" y="12"/>
                      <a:pt x="9" y="2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 name="Freeform 12">
                <a:extLst>
                  <a:ext uri="{FF2B5EF4-FFF2-40B4-BE49-F238E27FC236}">
                    <a16:creationId xmlns:a16="http://schemas.microsoft.com/office/drawing/2014/main" id="{26192152-6792-8FA0-2003-15F43B725A6A}"/>
                  </a:ext>
                </a:extLst>
              </p:cNvPr>
              <p:cNvSpPr>
                <a:spLocks noChangeArrowheads="1"/>
              </p:cNvSpPr>
              <p:nvPr/>
            </p:nvSpPr>
            <p:spPr bwMode="auto">
              <a:xfrm>
                <a:off x="5268913" y="2262188"/>
                <a:ext cx="65087" cy="66675"/>
              </a:xfrm>
              <a:custGeom>
                <a:avLst/>
                <a:gdLst>
                  <a:gd name="T0" fmla="*/ 113 w 181"/>
                  <a:gd name="T1" fmla="*/ 178 h 185"/>
                  <a:gd name="T2" fmla="*/ 170 w 181"/>
                  <a:gd name="T3" fmla="*/ 26 h 185"/>
                  <a:gd name="T4" fmla="*/ 8 w 181"/>
                  <a:gd name="T5" fmla="*/ 41 h 185"/>
                  <a:gd name="T6" fmla="*/ 10 w 181"/>
                  <a:gd name="T7" fmla="*/ 55 h 185"/>
                  <a:gd name="T8" fmla="*/ 127 w 181"/>
                  <a:gd name="T9" fmla="*/ 59 h 185"/>
                  <a:gd name="T10" fmla="*/ 100 w 181"/>
                  <a:gd name="T11" fmla="*/ 173 h 185"/>
                  <a:gd name="T12" fmla="*/ 113 w 181"/>
                  <a:gd name="T13" fmla="*/ 178 h 185"/>
                </a:gdLst>
                <a:ahLst/>
                <a:cxnLst>
                  <a:cxn ang="0">
                    <a:pos x="T0" y="T1"/>
                  </a:cxn>
                  <a:cxn ang="0">
                    <a:pos x="T2" y="T3"/>
                  </a:cxn>
                  <a:cxn ang="0">
                    <a:pos x="T4" y="T5"/>
                  </a:cxn>
                  <a:cxn ang="0">
                    <a:pos x="T6" y="T7"/>
                  </a:cxn>
                  <a:cxn ang="0">
                    <a:pos x="T8" y="T9"/>
                  </a:cxn>
                  <a:cxn ang="0">
                    <a:pos x="T10" y="T11"/>
                  </a:cxn>
                  <a:cxn ang="0">
                    <a:pos x="T12" y="T13"/>
                  </a:cxn>
                </a:cxnLst>
                <a:rect l="0" t="0" r="r" b="b"/>
                <a:pathLst>
                  <a:path w="181" h="185">
                    <a:moveTo>
                      <a:pt x="113" y="178"/>
                    </a:moveTo>
                    <a:cubicBezTo>
                      <a:pt x="167" y="133"/>
                      <a:pt x="180" y="40"/>
                      <a:pt x="170" y="26"/>
                    </a:cubicBezTo>
                    <a:cubicBezTo>
                      <a:pt x="159" y="13"/>
                      <a:pt x="65" y="0"/>
                      <a:pt x="8" y="41"/>
                    </a:cubicBezTo>
                    <a:cubicBezTo>
                      <a:pt x="0" y="47"/>
                      <a:pt x="1" y="56"/>
                      <a:pt x="10" y="55"/>
                    </a:cubicBezTo>
                    <a:cubicBezTo>
                      <a:pt x="42" y="50"/>
                      <a:pt x="114" y="43"/>
                      <a:pt x="127" y="59"/>
                    </a:cubicBezTo>
                    <a:cubicBezTo>
                      <a:pt x="140" y="75"/>
                      <a:pt x="112" y="143"/>
                      <a:pt x="100" y="173"/>
                    </a:cubicBezTo>
                    <a:cubicBezTo>
                      <a:pt x="97" y="181"/>
                      <a:pt x="104" y="184"/>
                      <a:pt x="113" y="1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40" name="Group 39">
            <a:extLst>
              <a:ext uri="{FF2B5EF4-FFF2-40B4-BE49-F238E27FC236}">
                <a16:creationId xmlns:a16="http://schemas.microsoft.com/office/drawing/2014/main" id="{8F7B268B-74CE-53FF-8029-904B38425967}"/>
              </a:ext>
            </a:extLst>
          </p:cNvPr>
          <p:cNvGrpSpPr/>
          <p:nvPr/>
        </p:nvGrpSpPr>
        <p:grpSpPr>
          <a:xfrm>
            <a:off x="1307539" y="1851143"/>
            <a:ext cx="2073831" cy="295913"/>
            <a:chOff x="4240213" y="793750"/>
            <a:chExt cx="1346200" cy="192088"/>
          </a:xfrm>
          <a:solidFill>
            <a:schemeClr val="tx1"/>
          </a:solidFill>
        </p:grpSpPr>
        <p:grpSp>
          <p:nvGrpSpPr>
            <p:cNvPr id="41" name="Group 40">
              <a:extLst>
                <a:ext uri="{FF2B5EF4-FFF2-40B4-BE49-F238E27FC236}">
                  <a16:creationId xmlns:a16="http://schemas.microsoft.com/office/drawing/2014/main" id="{1C291612-D882-3190-0768-F8B1119CD6CB}"/>
                </a:ext>
              </a:extLst>
            </p:cNvPr>
            <p:cNvGrpSpPr/>
            <p:nvPr/>
          </p:nvGrpSpPr>
          <p:grpSpPr>
            <a:xfrm>
              <a:off x="4240213" y="819150"/>
              <a:ext cx="484187" cy="128588"/>
              <a:chOff x="4240213" y="819150"/>
              <a:chExt cx="484187" cy="128588"/>
            </a:xfrm>
            <a:grpFill/>
          </p:grpSpPr>
          <p:sp>
            <p:nvSpPr>
              <p:cNvPr id="54" name="Freeform 13">
                <a:extLst>
                  <a:ext uri="{FF2B5EF4-FFF2-40B4-BE49-F238E27FC236}">
                    <a16:creationId xmlns:a16="http://schemas.microsoft.com/office/drawing/2014/main" id="{73CAC93E-DE6C-5E82-9DC3-72EAB83ACB6B}"/>
                  </a:ext>
                </a:extLst>
              </p:cNvPr>
              <p:cNvSpPr>
                <a:spLocks noChangeArrowheads="1"/>
              </p:cNvSpPr>
              <p:nvPr/>
            </p:nvSpPr>
            <p:spPr bwMode="auto">
              <a:xfrm>
                <a:off x="4327525" y="819150"/>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5" name="Freeform 14">
                <a:extLst>
                  <a:ext uri="{FF2B5EF4-FFF2-40B4-BE49-F238E27FC236}">
                    <a16:creationId xmlns:a16="http://schemas.microsoft.com/office/drawing/2014/main" id="{500C89C1-9453-FAE8-E2BC-90C157FC9701}"/>
                  </a:ext>
                </a:extLst>
              </p:cNvPr>
              <p:cNvSpPr>
                <a:spLocks noChangeArrowheads="1"/>
              </p:cNvSpPr>
              <p:nvPr/>
            </p:nvSpPr>
            <p:spPr bwMode="auto">
              <a:xfrm>
                <a:off x="4354513" y="8524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1"/>
                      <a:pt x="195" y="130"/>
                    </a:cubicBezTo>
                    <a:cubicBezTo>
                      <a:pt x="195" y="168"/>
                      <a:pt x="169" y="197"/>
                      <a:pt x="132" y="197"/>
                    </a:cubicBezTo>
                    <a:cubicBezTo>
                      <a:pt x="93" y="197"/>
                      <a:pt x="69" y="167"/>
                      <a:pt x="69" y="130"/>
                    </a:cubicBezTo>
                    <a:cubicBezTo>
                      <a:pt x="69" y="92"/>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6" name="Freeform 15">
                <a:extLst>
                  <a:ext uri="{FF2B5EF4-FFF2-40B4-BE49-F238E27FC236}">
                    <a16:creationId xmlns:a16="http://schemas.microsoft.com/office/drawing/2014/main" id="{BD9508EE-58EC-2396-56F2-E7F846AEF91A}"/>
                  </a:ext>
                </a:extLst>
              </p:cNvPr>
              <p:cNvSpPr>
                <a:spLocks noChangeArrowheads="1"/>
              </p:cNvSpPr>
              <p:nvPr/>
            </p:nvSpPr>
            <p:spPr bwMode="auto">
              <a:xfrm>
                <a:off x="4454525" y="8207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0"/>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 name="Freeform 16">
                <a:extLst>
                  <a:ext uri="{FF2B5EF4-FFF2-40B4-BE49-F238E27FC236}">
                    <a16:creationId xmlns:a16="http://schemas.microsoft.com/office/drawing/2014/main" id="{04B2721D-CBD5-64AF-6912-B0A702E73FB6}"/>
                  </a:ext>
                </a:extLst>
              </p:cNvPr>
              <p:cNvSpPr>
                <a:spLocks noChangeArrowheads="1"/>
              </p:cNvSpPr>
              <p:nvPr/>
            </p:nvSpPr>
            <p:spPr bwMode="auto">
              <a:xfrm>
                <a:off x="4481513" y="852488"/>
                <a:ext cx="96837" cy="93662"/>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89"/>
                      <a:pt x="198" y="129"/>
                    </a:cubicBezTo>
                    <a:cubicBezTo>
                      <a:pt x="198" y="169"/>
                      <a:pt x="170" y="196"/>
                      <a:pt x="133" y="196"/>
                    </a:cubicBezTo>
                    <a:cubicBezTo>
                      <a:pt x="95" y="196"/>
                      <a:pt x="68" y="169"/>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8" name="Freeform 17">
                <a:extLst>
                  <a:ext uri="{FF2B5EF4-FFF2-40B4-BE49-F238E27FC236}">
                    <a16:creationId xmlns:a16="http://schemas.microsoft.com/office/drawing/2014/main" id="{2B79A175-DAE9-E6BF-FDB6-70DD09C11DEE}"/>
                  </a:ext>
                </a:extLst>
              </p:cNvPr>
              <p:cNvSpPr>
                <a:spLocks noChangeArrowheads="1"/>
              </p:cNvSpPr>
              <p:nvPr/>
            </p:nvSpPr>
            <p:spPr bwMode="auto">
              <a:xfrm>
                <a:off x="4579938" y="852488"/>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3"/>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9" name="Freeform 18">
                <a:extLst>
                  <a:ext uri="{FF2B5EF4-FFF2-40B4-BE49-F238E27FC236}">
                    <a16:creationId xmlns:a16="http://schemas.microsoft.com/office/drawing/2014/main" id="{43BA0380-10E2-EAF1-1A20-14F6C7FB0248}"/>
                  </a:ext>
                </a:extLst>
              </p:cNvPr>
              <p:cNvSpPr>
                <a:spLocks noChangeArrowheads="1"/>
              </p:cNvSpPr>
              <p:nvPr/>
            </p:nvSpPr>
            <p:spPr bwMode="auto">
              <a:xfrm>
                <a:off x="4240213" y="852488"/>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42" name="Freeform 19">
              <a:extLst>
                <a:ext uri="{FF2B5EF4-FFF2-40B4-BE49-F238E27FC236}">
                  <a16:creationId xmlns:a16="http://schemas.microsoft.com/office/drawing/2014/main" id="{7077F33F-9D09-94D4-CBB0-4376856842BC}"/>
                </a:ext>
              </a:extLst>
            </p:cNvPr>
            <p:cNvSpPr>
              <a:spLocks noChangeArrowheads="1"/>
            </p:cNvSpPr>
            <p:nvPr/>
          </p:nvSpPr>
          <p:spPr bwMode="auto">
            <a:xfrm>
              <a:off x="4860925" y="79375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43" name="Group 42">
              <a:extLst>
                <a:ext uri="{FF2B5EF4-FFF2-40B4-BE49-F238E27FC236}">
                  <a16:creationId xmlns:a16="http://schemas.microsoft.com/office/drawing/2014/main" id="{2524CD8E-0EAB-7538-4157-8E81C496CE19}"/>
                </a:ext>
              </a:extLst>
            </p:cNvPr>
            <p:cNvGrpSpPr/>
            <p:nvPr/>
          </p:nvGrpSpPr>
          <p:grpSpPr>
            <a:xfrm>
              <a:off x="5002213" y="819150"/>
              <a:ext cx="584200" cy="141288"/>
              <a:chOff x="5002213" y="819150"/>
              <a:chExt cx="584200" cy="141288"/>
            </a:xfrm>
            <a:grpFill/>
          </p:grpSpPr>
          <p:sp>
            <p:nvSpPr>
              <p:cNvPr id="44" name="Freeform 20">
                <a:extLst>
                  <a:ext uri="{FF2B5EF4-FFF2-40B4-BE49-F238E27FC236}">
                    <a16:creationId xmlns:a16="http://schemas.microsoft.com/office/drawing/2014/main" id="{0985870C-7102-3B7D-12C8-42B1D890DB7C}"/>
                  </a:ext>
                </a:extLst>
              </p:cNvPr>
              <p:cNvSpPr>
                <a:spLocks noChangeArrowheads="1"/>
              </p:cNvSpPr>
              <p:nvPr/>
            </p:nvSpPr>
            <p:spPr bwMode="auto">
              <a:xfrm>
                <a:off x="5203825" y="823913"/>
                <a:ext cx="80963" cy="134937"/>
              </a:xfrm>
              <a:custGeom>
                <a:avLst/>
                <a:gdLst>
                  <a:gd name="T0" fmla="*/ 74 w 224"/>
                  <a:gd name="T1" fmla="*/ 271 h 375"/>
                  <a:gd name="T2" fmla="*/ 51 w 224"/>
                  <a:gd name="T3" fmla="*/ 374 h 375"/>
                  <a:gd name="T4" fmla="*/ 0 w 224"/>
                  <a:gd name="T5" fmla="*/ 374 h 375"/>
                  <a:gd name="T6" fmla="*/ 84 w 224"/>
                  <a:gd name="T7" fmla="*/ 0 h 375"/>
                  <a:gd name="T8" fmla="*/ 144 w 224"/>
                  <a:gd name="T9" fmla="*/ 0 h 375"/>
                  <a:gd name="T10" fmla="*/ 223 w 224"/>
                  <a:gd name="T11" fmla="*/ 374 h 375"/>
                  <a:gd name="T12" fmla="*/ 172 w 224"/>
                  <a:gd name="T13" fmla="*/ 374 h 375"/>
                  <a:gd name="T14" fmla="*/ 151 w 224"/>
                  <a:gd name="T15" fmla="*/ 271 h 375"/>
                  <a:gd name="T16" fmla="*/ 74 w 224"/>
                  <a:gd name="T17" fmla="*/ 271 h 375"/>
                  <a:gd name="T18" fmla="*/ 144 w 224"/>
                  <a:gd name="T19" fmla="*/ 229 h 375"/>
                  <a:gd name="T20" fmla="*/ 127 w 224"/>
                  <a:gd name="T21" fmla="*/ 140 h 375"/>
                  <a:gd name="T22" fmla="*/ 113 w 224"/>
                  <a:gd name="T23" fmla="*/ 55 h 375"/>
                  <a:gd name="T24" fmla="*/ 111 w 224"/>
                  <a:gd name="T25" fmla="*/ 55 h 375"/>
                  <a:gd name="T26" fmla="*/ 97 w 224"/>
                  <a:gd name="T27" fmla="*/ 140 h 375"/>
                  <a:gd name="T28" fmla="*/ 79 w 224"/>
                  <a:gd name="T29" fmla="*/ 229 h 375"/>
                  <a:gd name="T30" fmla="*/ 144 w 224"/>
                  <a:gd name="T31" fmla="*/ 22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4" h="375">
                    <a:moveTo>
                      <a:pt x="74" y="271"/>
                    </a:moveTo>
                    <a:lnTo>
                      <a:pt x="51" y="374"/>
                    </a:lnTo>
                    <a:lnTo>
                      <a:pt x="0" y="374"/>
                    </a:lnTo>
                    <a:lnTo>
                      <a:pt x="84" y="0"/>
                    </a:lnTo>
                    <a:lnTo>
                      <a:pt x="144" y="0"/>
                    </a:lnTo>
                    <a:lnTo>
                      <a:pt x="223" y="374"/>
                    </a:lnTo>
                    <a:lnTo>
                      <a:pt x="172" y="374"/>
                    </a:lnTo>
                    <a:lnTo>
                      <a:pt x="151" y="271"/>
                    </a:lnTo>
                    <a:lnTo>
                      <a:pt x="74" y="271"/>
                    </a:lnTo>
                    <a:close/>
                    <a:moveTo>
                      <a:pt x="144" y="229"/>
                    </a:moveTo>
                    <a:lnTo>
                      <a:pt x="127" y="140"/>
                    </a:lnTo>
                    <a:cubicBezTo>
                      <a:pt x="122" y="115"/>
                      <a:pt x="117" y="81"/>
                      <a:pt x="113" y="55"/>
                    </a:cubicBezTo>
                    <a:lnTo>
                      <a:pt x="111" y="55"/>
                    </a:lnTo>
                    <a:cubicBezTo>
                      <a:pt x="107" y="81"/>
                      <a:pt x="101" y="116"/>
                      <a:pt x="97" y="140"/>
                    </a:cubicBezTo>
                    <a:lnTo>
                      <a:pt x="79" y="229"/>
                    </a:lnTo>
                    <a:lnTo>
                      <a:pt x="144" y="22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21">
                <a:extLst>
                  <a:ext uri="{FF2B5EF4-FFF2-40B4-BE49-F238E27FC236}">
                    <a16:creationId xmlns:a16="http://schemas.microsoft.com/office/drawing/2014/main" id="{84FF4B8D-C508-1813-D006-4E7FF22EFAAD}"/>
                  </a:ext>
                </a:extLst>
              </p:cNvPr>
              <p:cNvSpPr>
                <a:spLocks noChangeArrowheads="1"/>
              </p:cNvSpPr>
              <p:nvPr/>
            </p:nvSpPr>
            <p:spPr bwMode="auto">
              <a:xfrm>
                <a:off x="5287963" y="819150"/>
                <a:ext cx="66675" cy="139700"/>
              </a:xfrm>
              <a:custGeom>
                <a:avLst/>
                <a:gdLst>
                  <a:gd name="T0" fmla="*/ 184 w 187"/>
                  <a:gd name="T1" fmla="*/ 1 h 390"/>
                  <a:gd name="T2" fmla="*/ 184 w 187"/>
                  <a:gd name="T3" fmla="*/ 315 h 390"/>
                  <a:gd name="T4" fmla="*/ 186 w 187"/>
                  <a:gd name="T5" fmla="*/ 385 h 390"/>
                  <a:gd name="T6" fmla="*/ 141 w 187"/>
                  <a:gd name="T7" fmla="*/ 385 h 390"/>
                  <a:gd name="T8" fmla="*/ 138 w 187"/>
                  <a:gd name="T9" fmla="*/ 351 h 390"/>
                  <a:gd name="T10" fmla="*/ 137 w 187"/>
                  <a:gd name="T11" fmla="*/ 351 h 390"/>
                  <a:gd name="T12" fmla="*/ 80 w 187"/>
                  <a:gd name="T13" fmla="*/ 389 h 390"/>
                  <a:gd name="T14" fmla="*/ 0 w 187"/>
                  <a:gd name="T15" fmla="*/ 251 h 390"/>
                  <a:gd name="T16" fmla="*/ 84 w 187"/>
                  <a:gd name="T17" fmla="*/ 111 h 390"/>
                  <a:gd name="T18" fmla="*/ 132 w 187"/>
                  <a:gd name="T19" fmla="*/ 141 h 390"/>
                  <a:gd name="T20" fmla="*/ 133 w 187"/>
                  <a:gd name="T21" fmla="*/ 141 h 390"/>
                  <a:gd name="T22" fmla="*/ 133 w 187"/>
                  <a:gd name="T23" fmla="*/ 0 h 390"/>
                  <a:gd name="T24" fmla="*/ 184 w 187"/>
                  <a:gd name="T25" fmla="*/ 0 h 390"/>
                  <a:gd name="T26" fmla="*/ 184 w 187"/>
                  <a:gd name="T27" fmla="*/ 1 h 390"/>
                  <a:gd name="T28" fmla="*/ 132 w 187"/>
                  <a:gd name="T29" fmla="*/ 218 h 390"/>
                  <a:gd name="T30" fmla="*/ 131 w 187"/>
                  <a:gd name="T31" fmla="*/ 201 h 390"/>
                  <a:gd name="T32" fmla="*/ 95 w 187"/>
                  <a:gd name="T33" fmla="*/ 156 h 390"/>
                  <a:gd name="T34" fmla="*/ 51 w 187"/>
                  <a:gd name="T35" fmla="*/ 251 h 390"/>
                  <a:gd name="T36" fmla="*/ 93 w 187"/>
                  <a:gd name="T37" fmla="*/ 345 h 390"/>
                  <a:gd name="T38" fmla="*/ 130 w 187"/>
                  <a:gd name="T39" fmla="*/ 306 h 390"/>
                  <a:gd name="T40" fmla="*/ 132 w 187"/>
                  <a:gd name="T41" fmla="*/ 289 h 390"/>
                  <a:gd name="T42" fmla="*/ 132 w 187"/>
                  <a:gd name="T43" fmla="*/ 218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7" h="390">
                    <a:moveTo>
                      <a:pt x="184" y="1"/>
                    </a:moveTo>
                    <a:lnTo>
                      <a:pt x="184" y="315"/>
                    </a:lnTo>
                    <a:cubicBezTo>
                      <a:pt x="184" y="335"/>
                      <a:pt x="185" y="365"/>
                      <a:pt x="186" y="385"/>
                    </a:cubicBezTo>
                    <a:lnTo>
                      <a:pt x="141" y="385"/>
                    </a:lnTo>
                    <a:lnTo>
                      <a:pt x="138" y="351"/>
                    </a:lnTo>
                    <a:lnTo>
                      <a:pt x="137" y="351"/>
                    </a:lnTo>
                    <a:cubicBezTo>
                      <a:pt x="129" y="371"/>
                      <a:pt x="108" y="389"/>
                      <a:pt x="80" y="389"/>
                    </a:cubicBezTo>
                    <a:cubicBezTo>
                      <a:pt x="30" y="389"/>
                      <a:pt x="0" y="334"/>
                      <a:pt x="0" y="251"/>
                    </a:cubicBezTo>
                    <a:cubicBezTo>
                      <a:pt x="0" y="156"/>
                      <a:pt x="41" y="111"/>
                      <a:pt x="84" y="111"/>
                    </a:cubicBezTo>
                    <a:cubicBezTo>
                      <a:pt x="105" y="111"/>
                      <a:pt x="122" y="120"/>
                      <a:pt x="132" y="141"/>
                    </a:cubicBezTo>
                    <a:lnTo>
                      <a:pt x="133" y="141"/>
                    </a:lnTo>
                    <a:lnTo>
                      <a:pt x="133" y="0"/>
                    </a:lnTo>
                    <a:lnTo>
                      <a:pt x="184" y="0"/>
                    </a:lnTo>
                    <a:lnTo>
                      <a:pt x="184" y="1"/>
                    </a:lnTo>
                    <a:close/>
                    <a:moveTo>
                      <a:pt x="132" y="218"/>
                    </a:moveTo>
                    <a:cubicBezTo>
                      <a:pt x="132" y="212"/>
                      <a:pt x="132" y="207"/>
                      <a:pt x="131" y="201"/>
                    </a:cubicBezTo>
                    <a:cubicBezTo>
                      <a:pt x="127" y="176"/>
                      <a:pt x="114" y="156"/>
                      <a:pt x="95" y="156"/>
                    </a:cubicBezTo>
                    <a:cubicBezTo>
                      <a:pt x="62" y="156"/>
                      <a:pt x="51" y="201"/>
                      <a:pt x="51" y="251"/>
                    </a:cubicBezTo>
                    <a:cubicBezTo>
                      <a:pt x="51" y="306"/>
                      <a:pt x="65" y="345"/>
                      <a:pt x="93" y="345"/>
                    </a:cubicBezTo>
                    <a:cubicBezTo>
                      <a:pt x="105" y="345"/>
                      <a:pt x="120" y="339"/>
                      <a:pt x="130" y="306"/>
                    </a:cubicBezTo>
                    <a:cubicBezTo>
                      <a:pt x="131" y="302"/>
                      <a:pt x="132" y="296"/>
                      <a:pt x="132" y="289"/>
                    </a:cubicBezTo>
                    <a:lnTo>
                      <a:pt x="132" y="21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22">
                <a:extLst>
                  <a:ext uri="{FF2B5EF4-FFF2-40B4-BE49-F238E27FC236}">
                    <a16:creationId xmlns:a16="http://schemas.microsoft.com/office/drawing/2014/main" id="{C10A9FF2-0E64-8E83-3CD0-819BE35B08AF}"/>
                  </a:ext>
                </a:extLst>
              </p:cNvPr>
              <p:cNvSpPr>
                <a:spLocks noChangeArrowheads="1"/>
              </p:cNvSpPr>
              <p:nvPr/>
            </p:nvSpPr>
            <p:spPr bwMode="auto">
              <a:xfrm>
                <a:off x="5365750" y="860425"/>
                <a:ext cx="68263" cy="100013"/>
              </a:xfrm>
              <a:custGeom>
                <a:avLst/>
                <a:gdLst>
                  <a:gd name="T0" fmla="*/ 92 w 188"/>
                  <a:gd name="T1" fmla="*/ 277 h 278"/>
                  <a:gd name="T2" fmla="*/ 0 w 188"/>
                  <a:gd name="T3" fmla="*/ 139 h 278"/>
                  <a:gd name="T4" fmla="*/ 96 w 188"/>
                  <a:gd name="T5" fmla="*/ 0 h 278"/>
                  <a:gd name="T6" fmla="*/ 187 w 188"/>
                  <a:gd name="T7" fmla="*/ 138 h 278"/>
                  <a:gd name="T8" fmla="*/ 92 w 188"/>
                  <a:gd name="T9" fmla="*/ 277 h 278"/>
                  <a:gd name="T10" fmla="*/ 93 w 188"/>
                  <a:gd name="T11" fmla="*/ 236 h 278"/>
                  <a:gd name="T12" fmla="*/ 133 w 188"/>
                  <a:gd name="T13" fmla="*/ 138 h 278"/>
                  <a:gd name="T14" fmla="*/ 92 w 188"/>
                  <a:gd name="T15" fmla="*/ 39 h 278"/>
                  <a:gd name="T16" fmla="*/ 52 w 188"/>
                  <a:gd name="T17" fmla="*/ 138 h 278"/>
                  <a:gd name="T18" fmla="*/ 93 w 188"/>
                  <a:gd name="T19" fmla="*/ 23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278">
                    <a:moveTo>
                      <a:pt x="92" y="277"/>
                    </a:moveTo>
                    <a:cubicBezTo>
                      <a:pt x="39" y="277"/>
                      <a:pt x="0" y="231"/>
                      <a:pt x="0" y="139"/>
                    </a:cubicBezTo>
                    <a:cubicBezTo>
                      <a:pt x="0" y="40"/>
                      <a:pt x="46" y="0"/>
                      <a:pt x="96" y="0"/>
                    </a:cubicBezTo>
                    <a:cubicBezTo>
                      <a:pt x="149" y="0"/>
                      <a:pt x="187" y="47"/>
                      <a:pt x="187" y="138"/>
                    </a:cubicBezTo>
                    <a:cubicBezTo>
                      <a:pt x="187" y="244"/>
                      <a:pt x="134" y="277"/>
                      <a:pt x="92" y="277"/>
                    </a:cubicBezTo>
                    <a:close/>
                    <a:moveTo>
                      <a:pt x="93" y="236"/>
                    </a:moveTo>
                    <a:cubicBezTo>
                      <a:pt x="126" y="236"/>
                      <a:pt x="133" y="180"/>
                      <a:pt x="133" y="138"/>
                    </a:cubicBezTo>
                    <a:cubicBezTo>
                      <a:pt x="133" y="97"/>
                      <a:pt x="126" y="39"/>
                      <a:pt x="92" y="39"/>
                    </a:cubicBezTo>
                    <a:cubicBezTo>
                      <a:pt x="58" y="39"/>
                      <a:pt x="52" y="97"/>
                      <a:pt x="52" y="138"/>
                    </a:cubicBezTo>
                    <a:cubicBezTo>
                      <a:pt x="52" y="183"/>
                      <a:pt x="59" y="236"/>
                      <a:pt x="93" y="23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23">
                <a:extLst>
                  <a:ext uri="{FF2B5EF4-FFF2-40B4-BE49-F238E27FC236}">
                    <a16:creationId xmlns:a16="http://schemas.microsoft.com/office/drawing/2014/main" id="{FFF88EAE-27E5-0AA4-1F0C-E3D1BE264075}"/>
                  </a:ext>
                </a:extLst>
              </p:cNvPr>
              <p:cNvSpPr>
                <a:spLocks noChangeArrowheads="1"/>
              </p:cNvSpPr>
              <p:nvPr/>
            </p:nvSpPr>
            <p:spPr bwMode="auto">
              <a:xfrm>
                <a:off x="5441950" y="819150"/>
                <a:ext cx="68263" cy="139700"/>
              </a:xfrm>
              <a:custGeom>
                <a:avLst/>
                <a:gdLst>
                  <a:gd name="T0" fmla="*/ 3 w 189"/>
                  <a:gd name="T1" fmla="*/ 0 h 389"/>
                  <a:gd name="T2" fmla="*/ 55 w 189"/>
                  <a:gd name="T3" fmla="*/ 0 h 389"/>
                  <a:gd name="T4" fmla="*/ 55 w 189"/>
                  <a:gd name="T5" fmla="*/ 145 h 389"/>
                  <a:gd name="T6" fmla="*/ 56 w 189"/>
                  <a:gd name="T7" fmla="*/ 145 h 389"/>
                  <a:gd name="T8" fmla="*/ 113 w 189"/>
                  <a:gd name="T9" fmla="*/ 110 h 389"/>
                  <a:gd name="T10" fmla="*/ 188 w 189"/>
                  <a:gd name="T11" fmla="*/ 244 h 389"/>
                  <a:gd name="T12" fmla="*/ 104 w 189"/>
                  <a:gd name="T13" fmla="*/ 388 h 389"/>
                  <a:gd name="T14" fmla="*/ 51 w 189"/>
                  <a:gd name="T15" fmla="*/ 349 h 389"/>
                  <a:gd name="T16" fmla="*/ 49 w 189"/>
                  <a:gd name="T17" fmla="*/ 349 h 389"/>
                  <a:gd name="T18" fmla="*/ 45 w 189"/>
                  <a:gd name="T19" fmla="*/ 384 h 389"/>
                  <a:gd name="T20" fmla="*/ 0 w 189"/>
                  <a:gd name="T21" fmla="*/ 384 h 389"/>
                  <a:gd name="T22" fmla="*/ 3 w 189"/>
                  <a:gd name="T23" fmla="*/ 314 h 389"/>
                  <a:gd name="T24" fmla="*/ 3 w 189"/>
                  <a:gd name="T25" fmla="*/ 0 h 389"/>
                  <a:gd name="T26" fmla="*/ 55 w 189"/>
                  <a:gd name="T27" fmla="*/ 288 h 389"/>
                  <a:gd name="T28" fmla="*/ 57 w 189"/>
                  <a:gd name="T29" fmla="*/ 305 h 389"/>
                  <a:gd name="T30" fmla="*/ 92 w 189"/>
                  <a:gd name="T31" fmla="*/ 345 h 389"/>
                  <a:gd name="T32" fmla="*/ 135 w 189"/>
                  <a:gd name="T33" fmla="*/ 249 h 389"/>
                  <a:gd name="T34" fmla="*/ 92 w 189"/>
                  <a:gd name="T35" fmla="*/ 156 h 389"/>
                  <a:gd name="T36" fmla="*/ 57 w 189"/>
                  <a:gd name="T37" fmla="*/ 195 h 389"/>
                  <a:gd name="T38" fmla="*/ 55 w 189"/>
                  <a:gd name="T39" fmla="*/ 213 h 389"/>
                  <a:gd name="T40" fmla="*/ 55 w 189"/>
                  <a:gd name="T41" fmla="*/ 28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9" h="389">
                    <a:moveTo>
                      <a:pt x="3" y="0"/>
                    </a:moveTo>
                    <a:lnTo>
                      <a:pt x="55" y="0"/>
                    </a:lnTo>
                    <a:lnTo>
                      <a:pt x="55" y="145"/>
                    </a:lnTo>
                    <a:lnTo>
                      <a:pt x="56" y="145"/>
                    </a:lnTo>
                    <a:cubicBezTo>
                      <a:pt x="70" y="120"/>
                      <a:pt x="89" y="110"/>
                      <a:pt x="113" y="110"/>
                    </a:cubicBezTo>
                    <a:cubicBezTo>
                      <a:pt x="159" y="110"/>
                      <a:pt x="188" y="162"/>
                      <a:pt x="188" y="244"/>
                    </a:cubicBezTo>
                    <a:cubicBezTo>
                      <a:pt x="188" y="341"/>
                      <a:pt x="148" y="388"/>
                      <a:pt x="104" y="388"/>
                    </a:cubicBezTo>
                    <a:cubicBezTo>
                      <a:pt x="77" y="388"/>
                      <a:pt x="63" y="374"/>
                      <a:pt x="51" y="349"/>
                    </a:cubicBezTo>
                    <a:lnTo>
                      <a:pt x="49" y="349"/>
                    </a:lnTo>
                    <a:lnTo>
                      <a:pt x="45" y="384"/>
                    </a:lnTo>
                    <a:lnTo>
                      <a:pt x="0" y="384"/>
                    </a:lnTo>
                    <a:cubicBezTo>
                      <a:pt x="2" y="365"/>
                      <a:pt x="3" y="334"/>
                      <a:pt x="3" y="314"/>
                    </a:cubicBezTo>
                    <a:lnTo>
                      <a:pt x="3" y="0"/>
                    </a:lnTo>
                    <a:close/>
                    <a:moveTo>
                      <a:pt x="55" y="288"/>
                    </a:moveTo>
                    <a:cubicBezTo>
                      <a:pt x="55" y="295"/>
                      <a:pt x="56" y="300"/>
                      <a:pt x="57" y="305"/>
                    </a:cubicBezTo>
                    <a:cubicBezTo>
                      <a:pt x="66" y="339"/>
                      <a:pt x="82" y="345"/>
                      <a:pt x="92" y="345"/>
                    </a:cubicBezTo>
                    <a:cubicBezTo>
                      <a:pt x="124" y="345"/>
                      <a:pt x="135" y="304"/>
                      <a:pt x="135" y="249"/>
                    </a:cubicBezTo>
                    <a:cubicBezTo>
                      <a:pt x="135" y="197"/>
                      <a:pt x="124" y="156"/>
                      <a:pt x="92" y="156"/>
                    </a:cubicBezTo>
                    <a:cubicBezTo>
                      <a:pt x="75" y="156"/>
                      <a:pt x="61" y="176"/>
                      <a:pt x="57" y="195"/>
                    </a:cubicBezTo>
                    <a:cubicBezTo>
                      <a:pt x="56" y="201"/>
                      <a:pt x="55" y="208"/>
                      <a:pt x="55" y="213"/>
                    </a:cubicBezTo>
                    <a:lnTo>
                      <a:pt x="55" y="28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24">
                <a:extLst>
                  <a:ext uri="{FF2B5EF4-FFF2-40B4-BE49-F238E27FC236}">
                    <a16:creationId xmlns:a16="http://schemas.microsoft.com/office/drawing/2014/main" id="{6EF4580F-17B1-4D06-6956-374F5748FBF1}"/>
                  </a:ext>
                </a:extLst>
              </p:cNvPr>
              <p:cNvSpPr>
                <a:spLocks noChangeArrowheads="1"/>
              </p:cNvSpPr>
              <p:nvPr/>
            </p:nvSpPr>
            <p:spPr bwMode="auto">
              <a:xfrm>
                <a:off x="5518150" y="860425"/>
                <a:ext cx="65088" cy="100013"/>
              </a:xfrm>
              <a:custGeom>
                <a:avLst/>
                <a:gdLst>
                  <a:gd name="T0" fmla="*/ 52 w 180"/>
                  <a:gd name="T1" fmla="*/ 148 h 277"/>
                  <a:gd name="T2" fmla="*/ 114 w 180"/>
                  <a:gd name="T3" fmla="*/ 235 h 277"/>
                  <a:gd name="T4" fmla="*/ 160 w 180"/>
                  <a:gd name="T5" fmla="*/ 226 h 277"/>
                  <a:gd name="T6" fmla="*/ 167 w 180"/>
                  <a:gd name="T7" fmla="*/ 263 h 277"/>
                  <a:gd name="T8" fmla="*/ 103 w 180"/>
                  <a:gd name="T9" fmla="*/ 276 h 277"/>
                  <a:gd name="T10" fmla="*/ 0 w 180"/>
                  <a:gd name="T11" fmla="*/ 142 h 277"/>
                  <a:gd name="T12" fmla="*/ 97 w 180"/>
                  <a:gd name="T13" fmla="*/ 0 h 277"/>
                  <a:gd name="T14" fmla="*/ 179 w 180"/>
                  <a:gd name="T15" fmla="*/ 121 h 277"/>
                  <a:gd name="T16" fmla="*/ 178 w 180"/>
                  <a:gd name="T17" fmla="*/ 150 h 277"/>
                  <a:gd name="T18" fmla="*/ 52 w 180"/>
                  <a:gd name="T19" fmla="*/ 148 h 277"/>
                  <a:gd name="T20" fmla="*/ 130 w 180"/>
                  <a:gd name="T21" fmla="*/ 111 h 277"/>
                  <a:gd name="T22" fmla="*/ 93 w 180"/>
                  <a:gd name="T23" fmla="*/ 38 h 277"/>
                  <a:gd name="T24" fmla="*/ 53 w 180"/>
                  <a:gd name="T25" fmla="*/ 111 h 277"/>
                  <a:gd name="T26" fmla="*/ 130 w 180"/>
                  <a:gd name="T27" fmla="*/ 11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0" h="277">
                    <a:moveTo>
                      <a:pt x="52" y="148"/>
                    </a:moveTo>
                    <a:cubicBezTo>
                      <a:pt x="53" y="218"/>
                      <a:pt x="82" y="235"/>
                      <a:pt x="114" y="235"/>
                    </a:cubicBezTo>
                    <a:cubicBezTo>
                      <a:pt x="133" y="235"/>
                      <a:pt x="149" y="231"/>
                      <a:pt x="160" y="226"/>
                    </a:cubicBezTo>
                    <a:lnTo>
                      <a:pt x="167" y="263"/>
                    </a:lnTo>
                    <a:cubicBezTo>
                      <a:pt x="151" y="272"/>
                      <a:pt x="127" y="276"/>
                      <a:pt x="103" y="276"/>
                    </a:cubicBezTo>
                    <a:cubicBezTo>
                      <a:pt x="36" y="276"/>
                      <a:pt x="0" y="224"/>
                      <a:pt x="0" y="142"/>
                    </a:cubicBezTo>
                    <a:cubicBezTo>
                      <a:pt x="0" y="54"/>
                      <a:pt x="42" y="0"/>
                      <a:pt x="97" y="0"/>
                    </a:cubicBezTo>
                    <a:cubicBezTo>
                      <a:pt x="153" y="0"/>
                      <a:pt x="179" y="53"/>
                      <a:pt x="179" y="121"/>
                    </a:cubicBezTo>
                    <a:cubicBezTo>
                      <a:pt x="179" y="133"/>
                      <a:pt x="178" y="142"/>
                      <a:pt x="178" y="150"/>
                    </a:cubicBezTo>
                    <a:lnTo>
                      <a:pt x="52" y="148"/>
                    </a:lnTo>
                    <a:close/>
                    <a:moveTo>
                      <a:pt x="130" y="111"/>
                    </a:moveTo>
                    <a:cubicBezTo>
                      <a:pt x="131" y="64"/>
                      <a:pt x="114" y="38"/>
                      <a:pt x="93" y="38"/>
                    </a:cubicBezTo>
                    <a:cubicBezTo>
                      <a:pt x="67" y="38"/>
                      <a:pt x="54" y="78"/>
                      <a:pt x="53" y="111"/>
                    </a:cubicBezTo>
                    <a:lnTo>
                      <a:pt x="130" y="11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25">
                <a:extLst>
                  <a:ext uri="{FF2B5EF4-FFF2-40B4-BE49-F238E27FC236}">
                    <a16:creationId xmlns:a16="http://schemas.microsoft.com/office/drawing/2014/main" id="{86DE361D-5140-9385-E142-44DFEC969C89}"/>
                  </a:ext>
                </a:extLst>
              </p:cNvPr>
              <p:cNvSpPr>
                <a:spLocks noChangeArrowheads="1"/>
              </p:cNvSpPr>
              <p:nvPr/>
            </p:nvSpPr>
            <p:spPr bwMode="auto">
              <a:xfrm>
                <a:off x="5097463" y="823913"/>
                <a:ext cx="55562" cy="134937"/>
              </a:xfrm>
              <a:custGeom>
                <a:avLst/>
                <a:gdLst>
                  <a:gd name="T0" fmla="*/ 0 w 156"/>
                  <a:gd name="T1" fmla="*/ 0 h 374"/>
                  <a:gd name="T2" fmla="*/ 155 w 156"/>
                  <a:gd name="T3" fmla="*/ 0 h 374"/>
                  <a:gd name="T4" fmla="*/ 155 w 156"/>
                  <a:gd name="T5" fmla="*/ 373 h 374"/>
                  <a:gd name="T6" fmla="*/ 0 w 156"/>
                  <a:gd name="T7" fmla="*/ 0 h 374"/>
                </a:gdLst>
                <a:ahLst/>
                <a:cxnLst>
                  <a:cxn ang="0">
                    <a:pos x="T0" y="T1"/>
                  </a:cxn>
                  <a:cxn ang="0">
                    <a:pos x="T2" y="T3"/>
                  </a:cxn>
                  <a:cxn ang="0">
                    <a:pos x="T4" y="T5"/>
                  </a:cxn>
                  <a:cxn ang="0">
                    <a:pos x="T6" y="T7"/>
                  </a:cxn>
                </a:cxnLst>
                <a:rect l="0" t="0" r="r" b="b"/>
                <a:pathLst>
                  <a:path w="156" h="374">
                    <a:moveTo>
                      <a:pt x="0" y="0"/>
                    </a:moveTo>
                    <a:lnTo>
                      <a:pt x="155" y="0"/>
                    </a:lnTo>
                    <a:lnTo>
                      <a:pt x="155" y="373"/>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26">
                <a:extLst>
                  <a:ext uri="{FF2B5EF4-FFF2-40B4-BE49-F238E27FC236}">
                    <a16:creationId xmlns:a16="http://schemas.microsoft.com/office/drawing/2014/main" id="{7280848B-4504-5A3E-D47F-066BF7AB09AF}"/>
                  </a:ext>
                </a:extLst>
              </p:cNvPr>
              <p:cNvSpPr>
                <a:spLocks noChangeArrowheads="1"/>
              </p:cNvSpPr>
              <p:nvPr/>
            </p:nvSpPr>
            <p:spPr bwMode="auto">
              <a:xfrm>
                <a:off x="5002213" y="823913"/>
                <a:ext cx="55562" cy="134937"/>
              </a:xfrm>
              <a:custGeom>
                <a:avLst/>
                <a:gdLst>
                  <a:gd name="T0" fmla="*/ 155 w 156"/>
                  <a:gd name="T1" fmla="*/ 0 h 374"/>
                  <a:gd name="T2" fmla="*/ 0 w 156"/>
                  <a:gd name="T3" fmla="*/ 0 h 374"/>
                  <a:gd name="T4" fmla="*/ 0 w 156"/>
                  <a:gd name="T5" fmla="*/ 373 h 374"/>
                  <a:gd name="T6" fmla="*/ 155 w 156"/>
                  <a:gd name="T7" fmla="*/ 0 h 374"/>
                </a:gdLst>
                <a:ahLst/>
                <a:cxnLst>
                  <a:cxn ang="0">
                    <a:pos x="T0" y="T1"/>
                  </a:cxn>
                  <a:cxn ang="0">
                    <a:pos x="T2" y="T3"/>
                  </a:cxn>
                  <a:cxn ang="0">
                    <a:pos x="T4" y="T5"/>
                  </a:cxn>
                  <a:cxn ang="0">
                    <a:pos x="T6" y="T7"/>
                  </a:cxn>
                </a:cxnLst>
                <a:rect l="0" t="0" r="r" b="b"/>
                <a:pathLst>
                  <a:path w="156" h="374">
                    <a:moveTo>
                      <a:pt x="155" y="0"/>
                    </a:moveTo>
                    <a:lnTo>
                      <a:pt x="0" y="0"/>
                    </a:lnTo>
                    <a:lnTo>
                      <a:pt x="0" y="373"/>
                    </a:lnTo>
                    <a:lnTo>
                      <a:pt x="15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 name="Freeform 27">
                <a:extLst>
                  <a:ext uri="{FF2B5EF4-FFF2-40B4-BE49-F238E27FC236}">
                    <a16:creationId xmlns:a16="http://schemas.microsoft.com/office/drawing/2014/main" id="{85909787-56B0-C87C-DD12-D728B4187C07}"/>
                  </a:ext>
                </a:extLst>
              </p:cNvPr>
              <p:cNvSpPr>
                <a:spLocks noChangeArrowheads="1"/>
              </p:cNvSpPr>
              <p:nvPr/>
            </p:nvSpPr>
            <p:spPr bwMode="auto">
              <a:xfrm>
                <a:off x="5053013" y="873125"/>
                <a:ext cx="60325" cy="85725"/>
              </a:xfrm>
              <a:custGeom>
                <a:avLst/>
                <a:gdLst>
                  <a:gd name="T0" fmla="*/ 68 w 167"/>
                  <a:gd name="T1" fmla="*/ 0 h 237"/>
                  <a:gd name="T2" fmla="*/ 166 w 167"/>
                  <a:gd name="T3" fmla="*/ 236 h 237"/>
                  <a:gd name="T4" fmla="*/ 101 w 167"/>
                  <a:gd name="T5" fmla="*/ 236 h 237"/>
                  <a:gd name="T6" fmla="*/ 73 w 167"/>
                  <a:gd name="T7" fmla="*/ 161 h 237"/>
                  <a:gd name="T8" fmla="*/ 0 w 167"/>
                  <a:gd name="T9" fmla="*/ 161 h 237"/>
                  <a:gd name="T10" fmla="*/ 68 w 167"/>
                  <a:gd name="T11" fmla="*/ 0 h 237"/>
                </a:gdLst>
                <a:ahLst/>
                <a:cxnLst>
                  <a:cxn ang="0">
                    <a:pos x="T0" y="T1"/>
                  </a:cxn>
                  <a:cxn ang="0">
                    <a:pos x="T2" y="T3"/>
                  </a:cxn>
                  <a:cxn ang="0">
                    <a:pos x="T4" y="T5"/>
                  </a:cxn>
                  <a:cxn ang="0">
                    <a:pos x="T6" y="T7"/>
                  </a:cxn>
                  <a:cxn ang="0">
                    <a:pos x="T8" y="T9"/>
                  </a:cxn>
                  <a:cxn ang="0">
                    <a:pos x="T10" y="T11"/>
                  </a:cxn>
                </a:cxnLst>
                <a:rect l="0" t="0" r="r" b="b"/>
                <a:pathLst>
                  <a:path w="167" h="237">
                    <a:moveTo>
                      <a:pt x="68" y="0"/>
                    </a:moveTo>
                    <a:lnTo>
                      <a:pt x="166" y="236"/>
                    </a:lnTo>
                    <a:lnTo>
                      <a:pt x="101" y="236"/>
                    </a:lnTo>
                    <a:lnTo>
                      <a:pt x="73" y="161"/>
                    </a:lnTo>
                    <a:lnTo>
                      <a:pt x="0" y="161"/>
                    </a:lnTo>
                    <a:lnTo>
                      <a:pt x="68"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2" name="Freeform 28">
                <a:extLst>
                  <a:ext uri="{FF2B5EF4-FFF2-40B4-BE49-F238E27FC236}">
                    <a16:creationId xmlns:a16="http://schemas.microsoft.com/office/drawing/2014/main" id="{C91E6689-246F-B43A-699D-64DCDBA4DB2B}"/>
                  </a:ext>
                </a:extLst>
              </p:cNvPr>
              <p:cNvSpPr>
                <a:spLocks noChangeArrowheads="1"/>
              </p:cNvSpPr>
              <p:nvPr/>
            </p:nvSpPr>
            <p:spPr bwMode="auto">
              <a:xfrm>
                <a:off x="5576888" y="858838"/>
                <a:ext cx="9525" cy="7937"/>
              </a:xfrm>
              <a:custGeom>
                <a:avLst/>
                <a:gdLst>
                  <a:gd name="T0" fmla="*/ 12 w 25"/>
                  <a:gd name="T1" fmla="*/ 0 h 24"/>
                  <a:gd name="T2" fmla="*/ 24 w 25"/>
                  <a:gd name="T3" fmla="*/ 11 h 24"/>
                  <a:gd name="T4" fmla="*/ 12 w 25"/>
                  <a:gd name="T5" fmla="*/ 23 h 24"/>
                  <a:gd name="T6" fmla="*/ 0 w 25"/>
                  <a:gd name="T7" fmla="*/ 11 h 24"/>
                  <a:gd name="T8" fmla="*/ 12 w 25"/>
                  <a:gd name="T9" fmla="*/ 0 h 24"/>
                  <a:gd name="T10" fmla="*/ 12 w 25"/>
                  <a:gd name="T11" fmla="*/ 1 h 24"/>
                  <a:gd name="T12" fmla="*/ 2 w 25"/>
                  <a:gd name="T13" fmla="*/ 10 h 24"/>
                  <a:gd name="T14" fmla="*/ 12 w 25"/>
                  <a:gd name="T15" fmla="*/ 20 h 24"/>
                  <a:gd name="T16" fmla="*/ 21 w 25"/>
                  <a:gd name="T17" fmla="*/ 10 h 24"/>
                  <a:gd name="T18" fmla="*/ 12 w 25"/>
                  <a:gd name="T19" fmla="*/ 1 h 24"/>
                  <a:gd name="T20" fmla="*/ 10 w 25"/>
                  <a:gd name="T21" fmla="*/ 18 h 24"/>
                  <a:gd name="T22" fmla="*/ 8 w 25"/>
                  <a:gd name="T23" fmla="*/ 18 h 24"/>
                  <a:gd name="T24" fmla="*/ 8 w 25"/>
                  <a:gd name="T25" fmla="*/ 5 h 24"/>
                  <a:gd name="T26" fmla="*/ 12 w 25"/>
                  <a:gd name="T27" fmla="*/ 5 h 24"/>
                  <a:gd name="T28" fmla="*/ 16 w 25"/>
                  <a:gd name="T29" fmla="*/ 6 h 24"/>
                  <a:gd name="T30" fmla="*/ 17 w 25"/>
                  <a:gd name="T31" fmla="*/ 9 h 24"/>
                  <a:gd name="T32" fmla="*/ 15 w 25"/>
                  <a:gd name="T33" fmla="*/ 12 h 24"/>
                  <a:gd name="T34" fmla="*/ 15 w 25"/>
                  <a:gd name="T35" fmla="*/ 12 h 24"/>
                  <a:gd name="T36" fmla="*/ 17 w 25"/>
                  <a:gd name="T37" fmla="*/ 16 h 24"/>
                  <a:gd name="T38" fmla="*/ 18 w 25"/>
                  <a:gd name="T39" fmla="*/ 19 h 24"/>
                  <a:gd name="T40" fmla="*/ 16 w 25"/>
                  <a:gd name="T41" fmla="*/ 19 h 24"/>
                  <a:gd name="T42" fmla="*/ 15 w 25"/>
                  <a:gd name="T43" fmla="*/ 16 h 24"/>
                  <a:gd name="T44" fmla="*/ 12 w 25"/>
                  <a:gd name="T45" fmla="*/ 14 h 24"/>
                  <a:gd name="T46" fmla="*/ 11 w 25"/>
                  <a:gd name="T47" fmla="*/ 14 h 24"/>
                  <a:gd name="T48" fmla="*/ 11 w 25"/>
                  <a:gd name="T49" fmla="*/ 18 h 24"/>
                  <a:gd name="T50" fmla="*/ 10 w 25"/>
                  <a:gd name="T51" fmla="*/ 18 h 24"/>
                  <a:gd name="T52" fmla="*/ 10 w 25"/>
                  <a:gd name="T53" fmla="*/ 10 h 24"/>
                  <a:gd name="T54" fmla="*/ 11 w 25"/>
                  <a:gd name="T55" fmla="*/ 10 h 24"/>
                  <a:gd name="T56" fmla="*/ 14 w 25"/>
                  <a:gd name="T57" fmla="*/ 8 h 24"/>
                  <a:gd name="T58" fmla="*/ 11 w 25"/>
                  <a:gd name="T59" fmla="*/ 6 h 24"/>
                  <a:gd name="T60" fmla="*/ 10 w 25"/>
                  <a:gd name="T61" fmla="*/ 6 h 24"/>
                  <a:gd name="T62" fmla="*/ 10 w 25"/>
                  <a:gd name="T6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 h="24">
                    <a:moveTo>
                      <a:pt x="12" y="0"/>
                    </a:moveTo>
                    <a:cubicBezTo>
                      <a:pt x="18" y="0"/>
                      <a:pt x="24" y="4"/>
                      <a:pt x="24" y="11"/>
                    </a:cubicBezTo>
                    <a:cubicBezTo>
                      <a:pt x="24" y="17"/>
                      <a:pt x="19" y="23"/>
                      <a:pt x="12" y="23"/>
                    </a:cubicBezTo>
                    <a:cubicBezTo>
                      <a:pt x="6" y="23"/>
                      <a:pt x="0" y="17"/>
                      <a:pt x="0" y="11"/>
                    </a:cubicBezTo>
                    <a:cubicBezTo>
                      <a:pt x="0" y="4"/>
                      <a:pt x="5" y="0"/>
                      <a:pt x="12" y="0"/>
                    </a:cubicBezTo>
                    <a:close/>
                    <a:moveTo>
                      <a:pt x="12" y="1"/>
                    </a:moveTo>
                    <a:cubicBezTo>
                      <a:pt x="6" y="1"/>
                      <a:pt x="2" y="4"/>
                      <a:pt x="2" y="10"/>
                    </a:cubicBezTo>
                    <a:cubicBezTo>
                      <a:pt x="2" y="15"/>
                      <a:pt x="7" y="20"/>
                      <a:pt x="12" y="20"/>
                    </a:cubicBezTo>
                    <a:cubicBezTo>
                      <a:pt x="18" y="20"/>
                      <a:pt x="21" y="16"/>
                      <a:pt x="21" y="10"/>
                    </a:cubicBezTo>
                    <a:cubicBezTo>
                      <a:pt x="21" y="6"/>
                      <a:pt x="17" y="1"/>
                      <a:pt x="12" y="1"/>
                    </a:cubicBezTo>
                    <a:close/>
                    <a:moveTo>
                      <a:pt x="10" y="18"/>
                    </a:moveTo>
                    <a:lnTo>
                      <a:pt x="8" y="18"/>
                    </a:lnTo>
                    <a:lnTo>
                      <a:pt x="8" y="5"/>
                    </a:lnTo>
                    <a:cubicBezTo>
                      <a:pt x="9" y="5"/>
                      <a:pt x="10" y="5"/>
                      <a:pt x="12" y="5"/>
                    </a:cubicBezTo>
                    <a:cubicBezTo>
                      <a:pt x="14" y="5"/>
                      <a:pt x="15" y="5"/>
                      <a:pt x="16" y="6"/>
                    </a:cubicBezTo>
                    <a:cubicBezTo>
                      <a:pt x="17" y="7"/>
                      <a:pt x="17" y="7"/>
                      <a:pt x="17" y="9"/>
                    </a:cubicBezTo>
                    <a:cubicBezTo>
                      <a:pt x="17" y="11"/>
                      <a:pt x="16" y="12"/>
                      <a:pt x="15" y="12"/>
                    </a:cubicBezTo>
                    <a:lnTo>
                      <a:pt x="15" y="12"/>
                    </a:lnTo>
                    <a:cubicBezTo>
                      <a:pt x="16" y="12"/>
                      <a:pt x="17" y="14"/>
                      <a:pt x="17" y="16"/>
                    </a:cubicBezTo>
                    <a:cubicBezTo>
                      <a:pt x="17" y="18"/>
                      <a:pt x="18" y="19"/>
                      <a:pt x="18" y="19"/>
                    </a:cubicBezTo>
                    <a:lnTo>
                      <a:pt x="16" y="19"/>
                    </a:lnTo>
                    <a:cubicBezTo>
                      <a:pt x="16" y="19"/>
                      <a:pt x="15" y="17"/>
                      <a:pt x="15" y="16"/>
                    </a:cubicBezTo>
                    <a:cubicBezTo>
                      <a:pt x="15" y="14"/>
                      <a:pt x="14" y="14"/>
                      <a:pt x="12" y="14"/>
                    </a:cubicBezTo>
                    <a:lnTo>
                      <a:pt x="11" y="14"/>
                    </a:lnTo>
                    <a:lnTo>
                      <a:pt x="11" y="18"/>
                    </a:lnTo>
                    <a:lnTo>
                      <a:pt x="10" y="18"/>
                    </a:lnTo>
                    <a:close/>
                    <a:moveTo>
                      <a:pt x="10" y="10"/>
                    </a:moveTo>
                    <a:lnTo>
                      <a:pt x="11" y="10"/>
                    </a:lnTo>
                    <a:cubicBezTo>
                      <a:pt x="13" y="10"/>
                      <a:pt x="14" y="9"/>
                      <a:pt x="14" y="8"/>
                    </a:cubicBezTo>
                    <a:cubicBezTo>
                      <a:pt x="14" y="7"/>
                      <a:pt x="13" y="6"/>
                      <a:pt x="11" y="6"/>
                    </a:cubicBezTo>
                    <a:cubicBezTo>
                      <a:pt x="10" y="6"/>
                      <a:pt x="10" y="6"/>
                      <a:pt x="10" y="6"/>
                    </a:cubicBezTo>
                    <a:lnTo>
                      <a:pt x="10" y="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3" name="Freeform 29">
                <a:extLst>
                  <a:ext uri="{FF2B5EF4-FFF2-40B4-BE49-F238E27FC236}">
                    <a16:creationId xmlns:a16="http://schemas.microsoft.com/office/drawing/2014/main" id="{6A4BC13F-F6CC-C736-C6C5-48CB2DB835E8}"/>
                  </a:ext>
                </a:extLst>
              </p:cNvPr>
              <p:cNvSpPr>
                <a:spLocks noChangeArrowheads="1"/>
              </p:cNvSpPr>
              <p:nvPr/>
            </p:nvSpPr>
            <p:spPr bwMode="auto">
              <a:xfrm>
                <a:off x="5156200" y="823913"/>
                <a:ext cx="9525" cy="9525"/>
              </a:xfrm>
              <a:custGeom>
                <a:avLst/>
                <a:gdLst>
                  <a:gd name="T0" fmla="*/ 12 w 25"/>
                  <a:gd name="T1" fmla="*/ 0 h 25"/>
                  <a:gd name="T2" fmla="*/ 24 w 25"/>
                  <a:gd name="T3" fmla="*/ 12 h 25"/>
                  <a:gd name="T4" fmla="*/ 12 w 25"/>
                  <a:gd name="T5" fmla="*/ 24 h 25"/>
                  <a:gd name="T6" fmla="*/ 0 w 25"/>
                  <a:gd name="T7" fmla="*/ 12 h 25"/>
                  <a:gd name="T8" fmla="*/ 12 w 25"/>
                  <a:gd name="T9" fmla="*/ 0 h 25"/>
                  <a:gd name="T10" fmla="*/ 12 w 25"/>
                  <a:gd name="T11" fmla="*/ 2 h 25"/>
                  <a:gd name="T12" fmla="*/ 2 w 25"/>
                  <a:gd name="T13" fmla="*/ 12 h 25"/>
                  <a:gd name="T14" fmla="*/ 12 w 25"/>
                  <a:gd name="T15" fmla="*/ 22 h 25"/>
                  <a:gd name="T16" fmla="*/ 22 w 25"/>
                  <a:gd name="T17" fmla="*/ 12 h 25"/>
                  <a:gd name="T18" fmla="*/ 12 w 25"/>
                  <a:gd name="T19" fmla="*/ 2 h 25"/>
                  <a:gd name="T20" fmla="*/ 10 w 25"/>
                  <a:gd name="T21" fmla="*/ 19 h 25"/>
                  <a:gd name="T22" fmla="*/ 8 w 25"/>
                  <a:gd name="T23" fmla="*/ 19 h 25"/>
                  <a:gd name="T24" fmla="*/ 8 w 25"/>
                  <a:gd name="T25" fmla="*/ 7 h 25"/>
                  <a:gd name="T26" fmla="*/ 12 w 25"/>
                  <a:gd name="T27" fmla="*/ 7 h 25"/>
                  <a:gd name="T28" fmla="*/ 16 w 25"/>
                  <a:gd name="T29" fmla="*/ 8 h 25"/>
                  <a:gd name="T30" fmla="*/ 17 w 25"/>
                  <a:gd name="T31" fmla="*/ 11 h 25"/>
                  <a:gd name="T32" fmla="*/ 15 w 25"/>
                  <a:gd name="T33" fmla="*/ 14 h 25"/>
                  <a:gd name="T34" fmla="*/ 15 w 25"/>
                  <a:gd name="T35" fmla="*/ 14 h 25"/>
                  <a:gd name="T36" fmla="*/ 17 w 25"/>
                  <a:gd name="T37" fmla="*/ 17 h 25"/>
                  <a:gd name="T38" fmla="*/ 18 w 25"/>
                  <a:gd name="T39" fmla="*/ 20 h 25"/>
                  <a:gd name="T40" fmla="*/ 16 w 25"/>
                  <a:gd name="T41" fmla="*/ 20 h 25"/>
                  <a:gd name="T42" fmla="*/ 15 w 25"/>
                  <a:gd name="T43" fmla="*/ 17 h 25"/>
                  <a:gd name="T44" fmla="*/ 12 w 25"/>
                  <a:gd name="T45" fmla="*/ 15 h 25"/>
                  <a:gd name="T46" fmla="*/ 11 w 25"/>
                  <a:gd name="T47" fmla="*/ 15 h 25"/>
                  <a:gd name="T48" fmla="*/ 11 w 25"/>
                  <a:gd name="T49" fmla="*/ 19 h 25"/>
                  <a:gd name="T50" fmla="*/ 10 w 25"/>
                  <a:gd name="T51" fmla="*/ 19 h 25"/>
                  <a:gd name="T52" fmla="*/ 10 w 25"/>
                  <a:gd name="T53" fmla="*/ 12 h 25"/>
                  <a:gd name="T54" fmla="*/ 11 w 25"/>
                  <a:gd name="T55" fmla="*/ 12 h 25"/>
                  <a:gd name="T56" fmla="*/ 14 w 25"/>
                  <a:gd name="T57" fmla="*/ 10 h 25"/>
                  <a:gd name="T58" fmla="*/ 11 w 25"/>
                  <a:gd name="T59" fmla="*/ 8 h 25"/>
                  <a:gd name="T60" fmla="*/ 10 w 25"/>
                  <a:gd name="T61" fmla="*/ 8 h 25"/>
                  <a:gd name="T62" fmla="*/ 10 w 25"/>
                  <a:gd name="T63"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 h="25">
                    <a:moveTo>
                      <a:pt x="12" y="0"/>
                    </a:moveTo>
                    <a:cubicBezTo>
                      <a:pt x="18" y="0"/>
                      <a:pt x="24" y="5"/>
                      <a:pt x="24" y="12"/>
                    </a:cubicBezTo>
                    <a:cubicBezTo>
                      <a:pt x="24" y="18"/>
                      <a:pt x="18" y="24"/>
                      <a:pt x="12" y="24"/>
                    </a:cubicBezTo>
                    <a:cubicBezTo>
                      <a:pt x="6" y="24"/>
                      <a:pt x="0" y="18"/>
                      <a:pt x="0" y="12"/>
                    </a:cubicBezTo>
                    <a:cubicBezTo>
                      <a:pt x="0" y="5"/>
                      <a:pt x="6" y="0"/>
                      <a:pt x="12" y="0"/>
                    </a:cubicBezTo>
                    <a:close/>
                    <a:moveTo>
                      <a:pt x="12" y="2"/>
                    </a:moveTo>
                    <a:cubicBezTo>
                      <a:pt x="7" y="2"/>
                      <a:pt x="2" y="7"/>
                      <a:pt x="2" y="12"/>
                    </a:cubicBezTo>
                    <a:cubicBezTo>
                      <a:pt x="2" y="17"/>
                      <a:pt x="7" y="22"/>
                      <a:pt x="12" y="22"/>
                    </a:cubicBezTo>
                    <a:cubicBezTo>
                      <a:pt x="17" y="22"/>
                      <a:pt x="22" y="17"/>
                      <a:pt x="22" y="12"/>
                    </a:cubicBezTo>
                    <a:cubicBezTo>
                      <a:pt x="22" y="7"/>
                      <a:pt x="17" y="2"/>
                      <a:pt x="12" y="2"/>
                    </a:cubicBezTo>
                    <a:close/>
                    <a:moveTo>
                      <a:pt x="10" y="19"/>
                    </a:moveTo>
                    <a:lnTo>
                      <a:pt x="8" y="19"/>
                    </a:lnTo>
                    <a:lnTo>
                      <a:pt x="8" y="7"/>
                    </a:lnTo>
                    <a:cubicBezTo>
                      <a:pt x="9" y="7"/>
                      <a:pt x="10" y="7"/>
                      <a:pt x="12" y="7"/>
                    </a:cubicBezTo>
                    <a:cubicBezTo>
                      <a:pt x="14" y="7"/>
                      <a:pt x="15" y="7"/>
                      <a:pt x="16" y="8"/>
                    </a:cubicBezTo>
                    <a:cubicBezTo>
                      <a:pt x="17" y="9"/>
                      <a:pt x="17" y="9"/>
                      <a:pt x="17" y="11"/>
                    </a:cubicBezTo>
                    <a:cubicBezTo>
                      <a:pt x="17" y="13"/>
                      <a:pt x="16" y="14"/>
                      <a:pt x="15" y="14"/>
                    </a:cubicBezTo>
                    <a:lnTo>
                      <a:pt x="15" y="14"/>
                    </a:lnTo>
                    <a:cubicBezTo>
                      <a:pt x="16" y="14"/>
                      <a:pt x="17" y="15"/>
                      <a:pt x="17" y="17"/>
                    </a:cubicBezTo>
                    <a:cubicBezTo>
                      <a:pt x="17" y="19"/>
                      <a:pt x="18" y="20"/>
                      <a:pt x="18" y="20"/>
                    </a:cubicBezTo>
                    <a:lnTo>
                      <a:pt x="16" y="20"/>
                    </a:lnTo>
                    <a:cubicBezTo>
                      <a:pt x="16" y="20"/>
                      <a:pt x="15" y="18"/>
                      <a:pt x="15" y="17"/>
                    </a:cubicBezTo>
                    <a:cubicBezTo>
                      <a:pt x="15" y="15"/>
                      <a:pt x="14" y="15"/>
                      <a:pt x="12" y="15"/>
                    </a:cubicBezTo>
                    <a:lnTo>
                      <a:pt x="11" y="15"/>
                    </a:lnTo>
                    <a:lnTo>
                      <a:pt x="11" y="19"/>
                    </a:lnTo>
                    <a:lnTo>
                      <a:pt x="10" y="19"/>
                    </a:lnTo>
                    <a:close/>
                    <a:moveTo>
                      <a:pt x="10" y="12"/>
                    </a:moveTo>
                    <a:lnTo>
                      <a:pt x="11" y="12"/>
                    </a:lnTo>
                    <a:cubicBezTo>
                      <a:pt x="13" y="12"/>
                      <a:pt x="14" y="11"/>
                      <a:pt x="14" y="10"/>
                    </a:cubicBezTo>
                    <a:cubicBezTo>
                      <a:pt x="14" y="9"/>
                      <a:pt x="13" y="8"/>
                      <a:pt x="11" y="8"/>
                    </a:cubicBezTo>
                    <a:cubicBezTo>
                      <a:pt x="10" y="8"/>
                      <a:pt x="10" y="8"/>
                      <a:pt x="10" y="8"/>
                    </a:cubicBezTo>
                    <a:lnTo>
                      <a:pt x="10" y="1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60" name="Group 59">
            <a:extLst>
              <a:ext uri="{FF2B5EF4-FFF2-40B4-BE49-F238E27FC236}">
                <a16:creationId xmlns:a16="http://schemas.microsoft.com/office/drawing/2014/main" id="{2C3DD219-4E1A-65FF-DB25-602F827FB690}"/>
              </a:ext>
            </a:extLst>
          </p:cNvPr>
          <p:cNvGrpSpPr/>
          <p:nvPr/>
        </p:nvGrpSpPr>
        <p:grpSpPr>
          <a:xfrm>
            <a:off x="1307541" y="2605468"/>
            <a:ext cx="1968670" cy="295912"/>
            <a:chOff x="4240213" y="1244600"/>
            <a:chExt cx="1277937" cy="192088"/>
          </a:xfrm>
          <a:solidFill>
            <a:schemeClr val="tx1"/>
          </a:solidFill>
        </p:grpSpPr>
        <p:grpSp>
          <p:nvGrpSpPr>
            <p:cNvPr id="61" name="Group 60">
              <a:extLst>
                <a:ext uri="{FF2B5EF4-FFF2-40B4-BE49-F238E27FC236}">
                  <a16:creationId xmlns:a16="http://schemas.microsoft.com/office/drawing/2014/main" id="{AEE143C9-9A58-B770-8205-39FE5C6BD09A}"/>
                </a:ext>
              </a:extLst>
            </p:cNvPr>
            <p:cNvGrpSpPr/>
            <p:nvPr/>
          </p:nvGrpSpPr>
          <p:grpSpPr>
            <a:xfrm>
              <a:off x="4240213" y="1270000"/>
              <a:ext cx="484187" cy="127000"/>
              <a:chOff x="4240213" y="1270000"/>
              <a:chExt cx="484187" cy="127000"/>
            </a:xfrm>
            <a:grpFill/>
          </p:grpSpPr>
          <p:sp>
            <p:nvSpPr>
              <p:cNvPr id="71" name="Freeform 30">
                <a:extLst>
                  <a:ext uri="{FF2B5EF4-FFF2-40B4-BE49-F238E27FC236}">
                    <a16:creationId xmlns:a16="http://schemas.microsoft.com/office/drawing/2014/main" id="{C0C19EF5-772F-DE56-D1EC-411F8C6A4DFA}"/>
                  </a:ext>
                </a:extLst>
              </p:cNvPr>
              <p:cNvSpPr>
                <a:spLocks noChangeArrowheads="1"/>
              </p:cNvSpPr>
              <p:nvPr/>
            </p:nvSpPr>
            <p:spPr bwMode="auto">
              <a:xfrm>
                <a:off x="4327525" y="1270000"/>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5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5"/>
                    </a:lnTo>
                    <a:cubicBezTo>
                      <a:pt x="0" y="329"/>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2" name="Freeform 31">
                <a:extLst>
                  <a:ext uri="{FF2B5EF4-FFF2-40B4-BE49-F238E27FC236}">
                    <a16:creationId xmlns:a16="http://schemas.microsoft.com/office/drawing/2014/main" id="{694BBBBD-3884-C1ED-876C-C75C789E1679}"/>
                  </a:ext>
                </a:extLst>
              </p:cNvPr>
              <p:cNvSpPr>
                <a:spLocks noChangeArrowheads="1"/>
              </p:cNvSpPr>
              <p:nvPr/>
            </p:nvSpPr>
            <p:spPr bwMode="auto">
              <a:xfrm>
                <a:off x="4354513" y="1301750"/>
                <a:ext cx="93662" cy="93663"/>
              </a:xfrm>
              <a:custGeom>
                <a:avLst/>
                <a:gdLst>
                  <a:gd name="T0" fmla="*/ 119 w 259"/>
                  <a:gd name="T1" fmla="*/ 259 h 260"/>
                  <a:gd name="T2" fmla="*/ 193 w 259"/>
                  <a:gd name="T3" fmla="*/ 225 h 260"/>
                  <a:gd name="T4" fmla="*/ 193 w 259"/>
                  <a:gd name="T5" fmla="*/ 225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5"/>
                    </a:cubicBezTo>
                    <a:lnTo>
                      <a:pt x="193" y="225"/>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0"/>
                      <a:pt x="195" y="129"/>
                    </a:cubicBezTo>
                    <a:cubicBezTo>
                      <a:pt x="195" y="167"/>
                      <a:pt x="169" y="197"/>
                      <a:pt x="132" y="197"/>
                    </a:cubicBezTo>
                    <a:cubicBezTo>
                      <a:pt x="93" y="197"/>
                      <a:pt x="69" y="166"/>
                      <a:pt x="69" y="129"/>
                    </a:cubicBezTo>
                    <a:cubicBezTo>
                      <a:pt x="69" y="91"/>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3" name="Freeform 32">
                <a:extLst>
                  <a:ext uri="{FF2B5EF4-FFF2-40B4-BE49-F238E27FC236}">
                    <a16:creationId xmlns:a16="http://schemas.microsoft.com/office/drawing/2014/main" id="{C4BCBB5A-C232-F906-A10B-A0B310489CD7}"/>
                  </a:ext>
                </a:extLst>
              </p:cNvPr>
              <p:cNvSpPr>
                <a:spLocks noChangeArrowheads="1"/>
              </p:cNvSpPr>
              <p:nvPr/>
            </p:nvSpPr>
            <p:spPr bwMode="auto">
              <a:xfrm>
                <a:off x="4454525" y="1270000"/>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5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5"/>
                    </a:lnTo>
                    <a:cubicBezTo>
                      <a:pt x="0" y="330"/>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4" name="Freeform 33">
                <a:extLst>
                  <a:ext uri="{FF2B5EF4-FFF2-40B4-BE49-F238E27FC236}">
                    <a16:creationId xmlns:a16="http://schemas.microsoft.com/office/drawing/2014/main" id="{FA45E1FE-0C24-8FF2-72A8-5C556C224079}"/>
                  </a:ext>
                </a:extLst>
              </p:cNvPr>
              <p:cNvSpPr>
                <a:spLocks noChangeArrowheads="1"/>
              </p:cNvSpPr>
              <p:nvPr/>
            </p:nvSpPr>
            <p:spPr bwMode="auto">
              <a:xfrm>
                <a:off x="4481513" y="1303338"/>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8"/>
                      <a:pt x="198" y="128"/>
                    </a:cubicBezTo>
                    <a:cubicBezTo>
                      <a:pt x="198" y="167"/>
                      <a:pt x="170" y="196"/>
                      <a:pt x="133" y="196"/>
                    </a:cubicBezTo>
                    <a:cubicBezTo>
                      <a:pt x="95" y="196"/>
                      <a:pt x="68" y="168"/>
                      <a:pt x="68" y="128"/>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5" name="Freeform 34">
                <a:extLst>
                  <a:ext uri="{FF2B5EF4-FFF2-40B4-BE49-F238E27FC236}">
                    <a16:creationId xmlns:a16="http://schemas.microsoft.com/office/drawing/2014/main" id="{C4D9E906-69C9-F12E-F4E3-42170D59C434}"/>
                  </a:ext>
                </a:extLst>
              </p:cNvPr>
              <p:cNvSpPr>
                <a:spLocks noChangeArrowheads="1"/>
              </p:cNvSpPr>
              <p:nvPr/>
            </p:nvSpPr>
            <p:spPr bwMode="auto">
              <a:xfrm>
                <a:off x="4579938" y="1301750"/>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5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2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5"/>
                      <a:pt x="286" y="65"/>
                    </a:cubicBezTo>
                    <a:cubicBezTo>
                      <a:pt x="316" y="65"/>
                      <a:pt x="334" y="84"/>
                      <a:pt x="334" y="119"/>
                    </a:cubicBezTo>
                    <a:lnTo>
                      <a:pt x="334" y="227"/>
                    </a:lnTo>
                    <a:cubicBezTo>
                      <a:pt x="334" y="242"/>
                      <a:pt x="346" y="254"/>
                      <a:pt x="361" y="254"/>
                    </a:cubicBezTo>
                    <a:lnTo>
                      <a:pt x="399" y="254"/>
                    </a:lnTo>
                    <a:lnTo>
                      <a:pt x="399" y="98"/>
                    </a:lnTo>
                    <a:cubicBezTo>
                      <a:pt x="399" y="41"/>
                      <a:pt x="361" y="2"/>
                      <a:pt x="303" y="2"/>
                    </a:cubicBezTo>
                    <a:cubicBezTo>
                      <a:pt x="271" y="2"/>
                      <a:pt x="239" y="12"/>
                      <a:pt x="219" y="43"/>
                    </a:cubicBezTo>
                    <a:cubicBezTo>
                      <a:pt x="203" y="18"/>
                      <a:pt x="175" y="2"/>
                      <a:pt x="138" y="0"/>
                    </a:cubicBezTo>
                    <a:cubicBezTo>
                      <a:pt x="110" y="0"/>
                      <a:pt x="84" y="10"/>
                      <a:pt x="65" y="36"/>
                    </a:cubicBezTo>
                    <a:lnTo>
                      <a:pt x="65" y="7"/>
                    </a:lnTo>
                    <a:lnTo>
                      <a:pt x="1" y="7"/>
                    </a:lnTo>
                    <a:lnTo>
                      <a:pt x="0" y="225"/>
                    </a:lnTo>
                    <a:cubicBezTo>
                      <a:pt x="0" y="245"/>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6" name="Freeform 35">
                <a:extLst>
                  <a:ext uri="{FF2B5EF4-FFF2-40B4-BE49-F238E27FC236}">
                    <a16:creationId xmlns:a16="http://schemas.microsoft.com/office/drawing/2014/main" id="{6833A9B4-FA8A-3D38-92D9-DDFB15380061}"/>
                  </a:ext>
                </a:extLst>
              </p:cNvPr>
              <p:cNvSpPr>
                <a:spLocks noChangeArrowheads="1"/>
              </p:cNvSpPr>
              <p:nvPr/>
            </p:nvSpPr>
            <p:spPr bwMode="auto">
              <a:xfrm>
                <a:off x="4240213" y="1301750"/>
                <a:ext cx="85725" cy="93663"/>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4"/>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62" name="Freeform 36">
              <a:extLst>
                <a:ext uri="{FF2B5EF4-FFF2-40B4-BE49-F238E27FC236}">
                  <a16:creationId xmlns:a16="http://schemas.microsoft.com/office/drawing/2014/main" id="{FED7D749-AC6D-0FF7-CD49-3D13BA5251AD}"/>
                </a:ext>
              </a:extLst>
            </p:cNvPr>
            <p:cNvSpPr>
              <a:spLocks noChangeArrowheads="1"/>
            </p:cNvSpPr>
            <p:nvPr/>
          </p:nvSpPr>
          <p:spPr bwMode="auto">
            <a:xfrm>
              <a:off x="4860925" y="124460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63" name="Group 62">
              <a:extLst>
                <a:ext uri="{FF2B5EF4-FFF2-40B4-BE49-F238E27FC236}">
                  <a16:creationId xmlns:a16="http://schemas.microsoft.com/office/drawing/2014/main" id="{C952EF86-9738-1F6C-B5E4-33C63B5D37FE}"/>
                </a:ext>
              </a:extLst>
            </p:cNvPr>
            <p:cNvGrpSpPr/>
            <p:nvPr/>
          </p:nvGrpSpPr>
          <p:grpSpPr>
            <a:xfrm>
              <a:off x="5002213" y="1271588"/>
              <a:ext cx="515937" cy="157162"/>
              <a:chOff x="5002213" y="1271588"/>
              <a:chExt cx="515937" cy="157162"/>
            </a:xfrm>
            <a:grpFill/>
          </p:grpSpPr>
          <p:sp>
            <p:nvSpPr>
              <p:cNvPr id="64" name="Freeform 37">
                <a:extLst>
                  <a:ext uri="{FF2B5EF4-FFF2-40B4-BE49-F238E27FC236}">
                    <a16:creationId xmlns:a16="http://schemas.microsoft.com/office/drawing/2014/main" id="{7F53A072-A63E-E32A-3611-B4A161E82430}"/>
                  </a:ext>
                </a:extLst>
              </p:cNvPr>
              <p:cNvSpPr>
                <a:spLocks noChangeArrowheads="1"/>
              </p:cNvSpPr>
              <p:nvPr/>
            </p:nvSpPr>
            <p:spPr bwMode="auto">
              <a:xfrm>
                <a:off x="5002213" y="1303338"/>
                <a:ext cx="82550" cy="90487"/>
              </a:xfrm>
              <a:custGeom>
                <a:avLst/>
                <a:gdLst>
                  <a:gd name="T0" fmla="*/ 213 w 230"/>
                  <a:gd name="T1" fmla="*/ 206 h 252"/>
                  <a:gd name="T2" fmla="*/ 209 w 230"/>
                  <a:gd name="T3" fmla="*/ 207 h 252"/>
                  <a:gd name="T4" fmla="*/ 192 w 230"/>
                  <a:gd name="T5" fmla="*/ 209 h 252"/>
                  <a:gd name="T6" fmla="*/ 179 w 230"/>
                  <a:gd name="T7" fmla="*/ 193 h 252"/>
                  <a:gd name="T8" fmla="*/ 179 w 230"/>
                  <a:gd name="T9" fmla="*/ 30 h 252"/>
                  <a:gd name="T10" fmla="*/ 173 w 230"/>
                  <a:gd name="T11" fmla="*/ 20 h 252"/>
                  <a:gd name="T12" fmla="*/ 172 w 230"/>
                  <a:gd name="T13" fmla="*/ 19 h 252"/>
                  <a:gd name="T14" fmla="*/ 171 w 230"/>
                  <a:gd name="T15" fmla="*/ 18 h 252"/>
                  <a:gd name="T16" fmla="*/ 135 w 230"/>
                  <a:gd name="T17" fmla="*/ 5 h 252"/>
                  <a:gd name="T18" fmla="*/ 134 w 230"/>
                  <a:gd name="T19" fmla="*/ 5 h 252"/>
                  <a:gd name="T20" fmla="*/ 87 w 230"/>
                  <a:gd name="T21" fmla="*/ 0 h 252"/>
                  <a:gd name="T22" fmla="*/ 65 w 230"/>
                  <a:gd name="T23" fmla="*/ 1 h 252"/>
                  <a:gd name="T24" fmla="*/ 32 w 230"/>
                  <a:gd name="T25" fmla="*/ 7 h 252"/>
                  <a:gd name="T26" fmla="*/ 24 w 230"/>
                  <a:gd name="T27" fmla="*/ 17 h 252"/>
                  <a:gd name="T28" fmla="*/ 27 w 230"/>
                  <a:gd name="T29" fmla="*/ 30 h 252"/>
                  <a:gd name="T30" fmla="*/ 35 w 230"/>
                  <a:gd name="T31" fmla="*/ 39 h 252"/>
                  <a:gd name="T32" fmla="*/ 51 w 230"/>
                  <a:gd name="T33" fmla="*/ 37 h 252"/>
                  <a:gd name="T34" fmla="*/ 78 w 230"/>
                  <a:gd name="T35" fmla="*/ 34 h 252"/>
                  <a:gd name="T36" fmla="*/ 107 w 230"/>
                  <a:gd name="T37" fmla="*/ 35 h 252"/>
                  <a:gd name="T38" fmla="*/ 137 w 230"/>
                  <a:gd name="T39" fmla="*/ 45 h 252"/>
                  <a:gd name="T40" fmla="*/ 137 w 230"/>
                  <a:gd name="T41" fmla="*/ 108 h 252"/>
                  <a:gd name="T42" fmla="*/ 135 w 230"/>
                  <a:gd name="T43" fmla="*/ 108 h 252"/>
                  <a:gd name="T44" fmla="*/ 89 w 230"/>
                  <a:gd name="T45" fmla="*/ 109 h 252"/>
                  <a:gd name="T46" fmla="*/ 0 w 230"/>
                  <a:gd name="T47" fmla="*/ 184 h 252"/>
                  <a:gd name="T48" fmla="*/ 20 w 230"/>
                  <a:gd name="T49" fmla="*/ 235 h 252"/>
                  <a:gd name="T50" fmla="*/ 73 w 230"/>
                  <a:gd name="T51" fmla="*/ 251 h 252"/>
                  <a:gd name="T52" fmla="*/ 140 w 230"/>
                  <a:gd name="T53" fmla="*/ 227 h 252"/>
                  <a:gd name="T54" fmla="*/ 142 w 230"/>
                  <a:gd name="T55" fmla="*/ 226 h 252"/>
                  <a:gd name="T56" fmla="*/ 144 w 230"/>
                  <a:gd name="T57" fmla="*/ 228 h 252"/>
                  <a:gd name="T58" fmla="*/ 169 w 230"/>
                  <a:gd name="T59" fmla="*/ 249 h 252"/>
                  <a:gd name="T60" fmla="*/ 188 w 230"/>
                  <a:gd name="T61" fmla="*/ 251 h 252"/>
                  <a:gd name="T62" fmla="*/ 194 w 230"/>
                  <a:gd name="T63" fmla="*/ 251 h 252"/>
                  <a:gd name="T64" fmla="*/ 221 w 230"/>
                  <a:gd name="T65" fmla="*/ 244 h 252"/>
                  <a:gd name="T66" fmla="*/ 229 w 230"/>
                  <a:gd name="T67" fmla="*/ 232 h 252"/>
                  <a:gd name="T68" fmla="*/ 224 w 230"/>
                  <a:gd name="T69" fmla="*/ 215 h 252"/>
                  <a:gd name="T70" fmla="*/ 213 w 230"/>
                  <a:gd name="T71" fmla="*/ 206 h 252"/>
                  <a:gd name="T72" fmla="*/ 136 w 230"/>
                  <a:gd name="T73" fmla="*/ 201 h 252"/>
                  <a:gd name="T74" fmla="*/ 79 w 230"/>
                  <a:gd name="T75" fmla="*/ 218 h 252"/>
                  <a:gd name="T76" fmla="*/ 42 w 230"/>
                  <a:gd name="T77" fmla="*/ 182 h 252"/>
                  <a:gd name="T78" fmla="*/ 87 w 230"/>
                  <a:gd name="T79" fmla="*/ 140 h 252"/>
                  <a:gd name="T80" fmla="*/ 134 w 230"/>
                  <a:gd name="T81" fmla="*/ 138 h 252"/>
                  <a:gd name="T82" fmla="*/ 136 w 230"/>
                  <a:gd name="T83" fmla="*/ 138 h 252"/>
                  <a:gd name="T84" fmla="*/ 138 w 230"/>
                  <a:gd name="T85" fmla="*/ 138 h 252"/>
                  <a:gd name="T86" fmla="*/ 138 w 230"/>
                  <a:gd name="T87" fmla="*/ 200 h 252"/>
                  <a:gd name="T88" fmla="*/ 136 w 230"/>
                  <a:gd name="T89" fmla="*/ 20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0" h="252">
                    <a:moveTo>
                      <a:pt x="213" y="206"/>
                    </a:moveTo>
                    <a:cubicBezTo>
                      <a:pt x="212" y="206"/>
                      <a:pt x="211" y="206"/>
                      <a:pt x="209" y="207"/>
                    </a:cubicBezTo>
                    <a:cubicBezTo>
                      <a:pt x="201" y="209"/>
                      <a:pt x="197" y="209"/>
                      <a:pt x="192" y="209"/>
                    </a:cubicBezTo>
                    <a:cubicBezTo>
                      <a:pt x="181" y="209"/>
                      <a:pt x="179" y="206"/>
                      <a:pt x="179" y="193"/>
                    </a:cubicBezTo>
                    <a:lnTo>
                      <a:pt x="179" y="30"/>
                    </a:lnTo>
                    <a:cubicBezTo>
                      <a:pt x="179" y="25"/>
                      <a:pt x="177" y="22"/>
                      <a:pt x="173" y="20"/>
                    </a:cubicBezTo>
                    <a:lnTo>
                      <a:pt x="172" y="19"/>
                    </a:lnTo>
                    <a:lnTo>
                      <a:pt x="171" y="18"/>
                    </a:lnTo>
                    <a:cubicBezTo>
                      <a:pt x="163" y="13"/>
                      <a:pt x="148" y="8"/>
                      <a:pt x="135" y="5"/>
                    </a:cubicBezTo>
                    <a:lnTo>
                      <a:pt x="134" y="5"/>
                    </a:lnTo>
                    <a:cubicBezTo>
                      <a:pt x="119" y="2"/>
                      <a:pt x="103" y="0"/>
                      <a:pt x="87" y="0"/>
                    </a:cubicBezTo>
                    <a:cubicBezTo>
                      <a:pt x="77" y="0"/>
                      <a:pt x="69" y="1"/>
                      <a:pt x="65" y="1"/>
                    </a:cubicBezTo>
                    <a:cubicBezTo>
                      <a:pt x="58" y="2"/>
                      <a:pt x="39" y="5"/>
                      <a:pt x="32" y="7"/>
                    </a:cubicBezTo>
                    <a:cubicBezTo>
                      <a:pt x="30" y="8"/>
                      <a:pt x="25" y="10"/>
                      <a:pt x="24" y="17"/>
                    </a:cubicBezTo>
                    <a:cubicBezTo>
                      <a:pt x="24" y="20"/>
                      <a:pt x="27" y="30"/>
                      <a:pt x="27" y="30"/>
                    </a:cubicBezTo>
                    <a:cubicBezTo>
                      <a:pt x="29" y="36"/>
                      <a:pt x="31" y="38"/>
                      <a:pt x="35" y="39"/>
                    </a:cubicBezTo>
                    <a:cubicBezTo>
                      <a:pt x="39" y="39"/>
                      <a:pt x="46" y="38"/>
                      <a:pt x="51" y="37"/>
                    </a:cubicBezTo>
                    <a:cubicBezTo>
                      <a:pt x="64" y="35"/>
                      <a:pt x="72" y="34"/>
                      <a:pt x="78" y="34"/>
                    </a:cubicBezTo>
                    <a:cubicBezTo>
                      <a:pt x="86" y="34"/>
                      <a:pt x="95" y="34"/>
                      <a:pt x="107" y="35"/>
                    </a:cubicBezTo>
                    <a:cubicBezTo>
                      <a:pt x="129" y="38"/>
                      <a:pt x="137" y="45"/>
                      <a:pt x="137" y="45"/>
                    </a:cubicBezTo>
                    <a:lnTo>
                      <a:pt x="137" y="108"/>
                    </a:lnTo>
                    <a:lnTo>
                      <a:pt x="135" y="108"/>
                    </a:lnTo>
                    <a:lnTo>
                      <a:pt x="89" y="109"/>
                    </a:lnTo>
                    <a:cubicBezTo>
                      <a:pt x="28" y="111"/>
                      <a:pt x="0" y="135"/>
                      <a:pt x="0" y="184"/>
                    </a:cubicBezTo>
                    <a:cubicBezTo>
                      <a:pt x="0" y="206"/>
                      <a:pt x="7" y="223"/>
                      <a:pt x="20" y="235"/>
                    </a:cubicBezTo>
                    <a:cubicBezTo>
                      <a:pt x="32" y="246"/>
                      <a:pt x="50" y="251"/>
                      <a:pt x="73" y="251"/>
                    </a:cubicBezTo>
                    <a:cubicBezTo>
                      <a:pt x="97" y="251"/>
                      <a:pt x="119" y="244"/>
                      <a:pt x="140" y="227"/>
                    </a:cubicBezTo>
                    <a:lnTo>
                      <a:pt x="142" y="226"/>
                    </a:lnTo>
                    <a:lnTo>
                      <a:pt x="144" y="228"/>
                    </a:lnTo>
                    <a:cubicBezTo>
                      <a:pt x="149" y="238"/>
                      <a:pt x="157" y="246"/>
                      <a:pt x="169" y="249"/>
                    </a:cubicBezTo>
                    <a:cubicBezTo>
                      <a:pt x="175" y="250"/>
                      <a:pt x="181" y="251"/>
                      <a:pt x="188" y="251"/>
                    </a:cubicBezTo>
                    <a:lnTo>
                      <a:pt x="194" y="251"/>
                    </a:lnTo>
                    <a:cubicBezTo>
                      <a:pt x="201" y="250"/>
                      <a:pt x="210" y="249"/>
                      <a:pt x="221" y="244"/>
                    </a:cubicBezTo>
                    <a:cubicBezTo>
                      <a:pt x="226" y="241"/>
                      <a:pt x="229" y="237"/>
                      <a:pt x="229" y="232"/>
                    </a:cubicBezTo>
                    <a:cubicBezTo>
                      <a:pt x="227" y="229"/>
                      <a:pt x="224" y="215"/>
                      <a:pt x="224" y="215"/>
                    </a:cubicBezTo>
                    <a:cubicBezTo>
                      <a:pt x="223" y="209"/>
                      <a:pt x="218" y="206"/>
                      <a:pt x="213" y="206"/>
                    </a:cubicBezTo>
                    <a:close/>
                    <a:moveTo>
                      <a:pt x="136" y="201"/>
                    </a:moveTo>
                    <a:cubicBezTo>
                      <a:pt x="121" y="212"/>
                      <a:pt x="99" y="218"/>
                      <a:pt x="79" y="218"/>
                    </a:cubicBezTo>
                    <a:cubicBezTo>
                      <a:pt x="53" y="217"/>
                      <a:pt x="42" y="207"/>
                      <a:pt x="42" y="182"/>
                    </a:cubicBezTo>
                    <a:cubicBezTo>
                      <a:pt x="43" y="152"/>
                      <a:pt x="53" y="142"/>
                      <a:pt x="87" y="140"/>
                    </a:cubicBezTo>
                    <a:lnTo>
                      <a:pt x="134" y="138"/>
                    </a:lnTo>
                    <a:lnTo>
                      <a:pt x="136" y="138"/>
                    </a:lnTo>
                    <a:lnTo>
                      <a:pt x="138" y="138"/>
                    </a:lnTo>
                    <a:lnTo>
                      <a:pt x="138" y="200"/>
                    </a:lnTo>
                    <a:lnTo>
                      <a:pt x="136" y="20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5" name="Freeform 38">
                <a:extLst>
                  <a:ext uri="{FF2B5EF4-FFF2-40B4-BE49-F238E27FC236}">
                    <a16:creationId xmlns:a16="http://schemas.microsoft.com/office/drawing/2014/main" id="{376C513B-50D5-C5A6-2661-4A64B94A1A8A}"/>
                  </a:ext>
                </a:extLst>
              </p:cNvPr>
              <p:cNvSpPr>
                <a:spLocks noChangeArrowheads="1"/>
              </p:cNvSpPr>
              <p:nvPr/>
            </p:nvSpPr>
            <p:spPr bwMode="auto">
              <a:xfrm>
                <a:off x="5313363" y="1308100"/>
                <a:ext cx="41275" cy="85725"/>
              </a:xfrm>
              <a:custGeom>
                <a:avLst/>
                <a:gdLst>
                  <a:gd name="T0" fmla="*/ 10 w 115"/>
                  <a:gd name="T1" fmla="*/ 238 h 239"/>
                  <a:gd name="T2" fmla="*/ 2 w 115"/>
                  <a:gd name="T3" fmla="*/ 235 h 239"/>
                  <a:gd name="T4" fmla="*/ 0 w 115"/>
                  <a:gd name="T5" fmla="*/ 227 h 239"/>
                  <a:gd name="T6" fmla="*/ 0 w 115"/>
                  <a:gd name="T7" fmla="*/ 17 h 239"/>
                  <a:gd name="T8" fmla="*/ 3 w 115"/>
                  <a:gd name="T9" fmla="*/ 8 h 239"/>
                  <a:gd name="T10" fmla="*/ 11 w 115"/>
                  <a:gd name="T11" fmla="*/ 6 h 239"/>
                  <a:gd name="T12" fmla="*/ 31 w 115"/>
                  <a:gd name="T13" fmla="*/ 6 h 239"/>
                  <a:gd name="T14" fmla="*/ 40 w 115"/>
                  <a:gd name="T15" fmla="*/ 8 h 239"/>
                  <a:gd name="T16" fmla="*/ 43 w 115"/>
                  <a:gd name="T17" fmla="*/ 16 h 239"/>
                  <a:gd name="T18" fmla="*/ 43 w 115"/>
                  <a:gd name="T19" fmla="*/ 21 h 239"/>
                  <a:gd name="T20" fmla="*/ 43 w 115"/>
                  <a:gd name="T21" fmla="*/ 25 h 239"/>
                  <a:gd name="T22" fmla="*/ 46 w 115"/>
                  <a:gd name="T23" fmla="*/ 22 h 239"/>
                  <a:gd name="T24" fmla="*/ 95 w 115"/>
                  <a:gd name="T25" fmla="*/ 0 h 239"/>
                  <a:gd name="T26" fmla="*/ 109 w 115"/>
                  <a:gd name="T27" fmla="*/ 1 h 239"/>
                  <a:gd name="T28" fmla="*/ 114 w 115"/>
                  <a:gd name="T29" fmla="*/ 8 h 239"/>
                  <a:gd name="T30" fmla="*/ 114 w 115"/>
                  <a:gd name="T31" fmla="*/ 11 h 239"/>
                  <a:gd name="T32" fmla="*/ 111 w 115"/>
                  <a:gd name="T33" fmla="*/ 33 h 239"/>
                  <a:gd name="T34" fmla="*/ 105 w 115"/>
                  <a:gd name="T35" fmla="*/ 39 h 239"/>
                  <a:gd name="T36" fmla="*/ 99 w 115"/>
                  <a:gd name="T37" fmla="*/ 38 h 239"/>
                  <a:gd name="T38" fmla="*/ 90 w 115"/>
                  <a:gd name="T39" fmla="*/ 37 h 239"/>
                  <a:gd name="T40" fmla="*/ 46 w 115"/>
                  <a:gd name="T41" fmla="*/ 63 h 239"/>
                  <a:gd name="T42" fmla="*/ 46 w 115"/>
                  <a:gd name="T43" fmla="*/ 64 h 239"/>
                  <a:gd name="T44" fmla="*/ 46 w 115"/>
                  <a:gd name="T45" fmla="*/ 225 h 239"/>
                  <a:gd name="T46" fmla="*/ 43 w 115"/>
                  <a:gd name="T47" fmla="*/ 234 h 239"/>
                  <a:gd name="T48" fmla="*/ 31 w 115"/>
                  <a:gd name="T49" fmla="*/ 238 h 239"/>
                  <a:gd name="T50" fmla="*/ 10 w 115"/>
                  <a:gd name="T51" fmla="*/ 238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5" h="239">
                    <a:moveTo>
                      <a:pt x="10" y="238"/>
                    </a:moveTo>
                    <a:cubicBezTo>
                      <a:pt x="6" y="238"/>
                      <a:pt x="3" y="237"/>
                      <a:pt x="2" y="235"/>
                    </a:cubicBezTo>
                    <a:cubicBezTo>
                      <a:pt x="0" y="233"/>
                      <a:pt x="0" y="230"/>
                      <a:pt x="0" y="227"/>
                    </a:cubicBezTo>
                    <a:lnTo>
                      <a:pt x="0" y="17"/>
                    </a:lnTo>
                    <a:cubicBezTo>
                      <a:pt x="0" y="12"/>
                      <a:pt x="1" y="10"/>
                      <a:pt x="3" y="8"/>
                    </a:cubicBezTo>
                    <a:cubicBezTo>
                      <a:pt x="5" y="6"/>
                      <a:pt x="7" y="6"/>
                      <a:pt x="11" y="6"/>
                    </a:cubicBezTo>
                    <a:lnTo>
                      <a:pt x="31" y="6"/>
                    </a:lnTo>
                    <a:cubicBezTo>
                      <a:pt x="34" y="6"/>
                      <a:pt x="37" y="7"/>
                      <a:pt x="40" y="8"/>
                    </a:cubicBezTo>
                    <a:cubicBezTo>
                      <a:pt x="42" y="10"/>
                      <a:pt x="43" y="12"/>
                      <a:pt x="43" y="16"/>
                    </a:cubicBezTo>
                    <a:lnTo>
                      <a:pt x="43" y="21"/>
                    </a:lnTo>
                    <a:lnTo>
                      <a:pt x="43" y="25"/>
                    </a:lnTo>
                    <a:lnTo>
                      <a:pt x="46" y="22"/>
                    </a:lnTo>
                    <a:cubicBezTo>
                      <a:pt x="56" y="12"/>
                      <a:pt x="72" y="0"/>
                      <a:pt x="95" y="0"/>
                    </a:cubicBezTo>
                    <a:cubicBezTo>
                      <a:pt x="98" y="0"/>
                      <a:pt x="104" y="0"/>
                      <a:pt x="109" y="1"/>
                    </a:cubicBezTo>
                    <a:cubicBezTo>
                      <a:pt x="113" y="2"/>
                      <a:pt x="114" y="6"/>
                      <a:pt x="114" y="8"/>
                    </a:cubicBezTo>
                    <a:lnTo>
                      <a:pt x="114" y="11"/>
                    </a:lnTo>
                    <a:lnTo>
                      <a:pt x="111" y="33"/>
                    </a:lnTo>
                    <a:cubicBezTo>
                      <a:pt x="111" y="36"/>
                      <a:pt x="108" y="39"/>
                      <a:pt x="105" y="39"/>
                    </a:cubicBezTo>
                    <a:cubicBezTo>
                      <a:pt x="103" y="39"/>
                      <a:pt x="101" y="39"/>
                      <a:pt x="99" y="38"/>
                    </a:cubicBezTo>
                    <a:cubicBezTo>
                      <a:pt x="97" y="38"/>
                      <a:pt x="94" y="37"/>
                      <a:pt x="90" y="37"/>
                    </a:cubicBezTo>
                    <a:cubicBezTo>
                      <a:pt x="75" y="37"/>
                      <a:pt x="57" y="48"/>
                      <a:pt x="46" y="63"/>
                    </a:cubicBezTo>
                    <a:lnTo>
                      <a:pt x="46" y="64"/>
                    </a:lnTo>
                    <a:lnTo>
                      <a:pt x="46" y="225"/>
                    </a:lnTo>
                    <a:cubicBezTo>
                      <a:pt x="46" y="229"/>
                      <a:pt x="45" y="232"/>
                      <a:pt x="43" y="234"/>
                    </a:cubicBezTo>
                    <a:cubicBezTo>
                      <a:pt x="37" y="236"/>
                      <a:pt x="35" y="238"/>
                      <a:pt x="31" y="238"/>
                    </a:cubicBezTo>
                    <a:lnTo>
                      <a:pt x="10"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6" name="Freeform 39">
                <a:extLst>
                  <a:ext uri="{FF2B5EF4-FFF2-40B4-BE49-F238E27FC236}">
                    <a16:creationId xmlns:a16="http://schemas.microsoft.com/office/drawing/2014/main" id="{8D6251CF-8C97-9D74-BDDB-52DCA3E5E300}"/>
                  </a:ext>
                </a:extLst>
              </p:cNvPr>
              <p:cNvSpPr>
                <a:spLocks noChangeArrowheads="1"/>
              </p:cNvSpPr>
              <p:nvPr/>
            </p:nvSpPr>
            <p:spPr bwMode="auto">
              <a:xfrm>
                <a:off x="5222875" y="1304925"/>
                <a:ext cx="68263" cy="92075"/>
              </a:xfrm>
              <a:custGeom>
                <a:avLst/>
                <a:gdLst>
                  <a:gd name="T0" fmla="*/ 0 w 191"/>
                  <a:gd name="T1" fmla="*/ 130 h 254"/>
                  <a:gd name="T2" fmla="*/ 112 w 191"/>
                  <a:gd name="T3" fmla="*/ 253 h 254"/>
                  <a:gd name="T4" fmla="*/ 150 w 191"/>
                  <a:gd name="T5" fmla="*/ 248 h 254"/>
                  <a:gd name="T6" fmla="*/ 157 w 191"/>
                  <a:gd name="T7" fmla="*/ 247 h 254"/>
                  <a:gd name="T8" fmla="*/ 176 w 191"/>
                  <a:gd name="T9" fmla="*/ 240 h 254"/>
                  <a:gd name="T10" fmla="*/ 184 w 191"/>
                  <a:gd name="T11" fmla="*/ 230 h 254"/>
                  <a:gd name="T12" fmla="*/ 179 w 191"/>
                  <a:gd name="T13" fmla="*/ 211 h 254"/>
                  <a:gd name="T14" fmla="*/ 169 w 191"/>
                  <a:gd name="T15" fmla="*/ 204 h 254"/>
                  <a:gd name="T16" fmla="*/ 147 w 191"/>
                  <a:gd name="T17" fmla="*/ 209 h 254"/>
                  <a:gd name="T18" fmla="*/ 112 w 191"/>
                  <a:gd name="T19" fmla="*/ 213 h 254"/>
                  <a:gd name="T20" fmla="*/ 44 w 191"/>
                  <a:gd name="T21" fmla="*/ 137 h 254"/>
                  <a:gd name="T22" fmla="*/ 44 w 191"/>
                  <a:gd name="T23" fmla="*/ 133 h 254"/>
                  <a:gd name="T24" fmla="*/ 180 w 191"/>
                  <a:gd name="T25" fmla="*/ 133 h 254"/>
                  <a:gd name="T26" fmla="*/ 188 w 191"/>
                  <a:gd name="T27" fmla="*/ 125 h 254"/>
                  <a:gd name="T28" fmla="*/ 188 w 191"/>
                  <a:gd name="T29" fmla="*/ 123 h 254"/>
                  <a:gd name="T30" fmla="*/ 189 w 191"/>
                  <a:gd name="T31" fmla="*/ 97 h 254"/>
                  <a:gd name="T32" fmla="*/ 100 w 191"/>
                  <a:gd name="T33" fmla="*/ 0 h 254"/>
                  <a:gd name="T34" fmla="*/ 0 w 191"/>
                  <a:gd name="T35" fmla="*/ 130 h 254"/>
                  <a:gd name="T36" fmla="*/ 46 w 191"/>
                  <a:gd name="T37" fmla="*/ 105 h 254"/>
                  <a:gd name="T38" fmla="*/ 100 w 191"/>
                  <a:gd name="T39" fmla="*/ 32 h 254"/>
                  <a:gd name="T40" fmla="*/ 149 w 191"/>
                  <a:gd name="T41" fmla="*/ 90 h 254"/>
                  <a:gd name="T42" fmla="*/ 148 w 191"/>
                  <a:gd name="T43" fmla="*/ 105 h 254"/>
                  <a:gd name="T44" fmla="*/ 46 w 191"/>
                  <a:gd name="T45" fmla="*/ 10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1" h="254">
                    <a:moveTo>
                      <a:pt x="0" y="130"/>
                    </a:moveTo>
                    <a:cubicBezTo>
                      <a:pt x="0" y="212"/>
                      <a:pt x="39" y="253"/>
                      <a:pt x="112" y="253"/>
                    </a:cubicBezTo>
                    <a:cubicBezTo>
                      <a:pt x="123" y="253"/>
                      <a:pt x="137" y="252"/>
                      <a:pt x="150" y="248"/>
                    </a:cubicBezTo>
                    <a:cubicBezTo>
                      <a:pt x="152" y="248"/>
                      <a:pt x="154" y="247"/>
                      <a:pt x="157" y="247"/>
                    </a:cubicBezTo>
                    <a:cubicBezTo>
                      <a:pt x="165" y="245"/>
                      <a:pt x="174" y="242"/>
                      <a:pt x="176" y="240"/>
                    </a:cubicBezTo>
                    <a:cubicBezTo>
                      <a:pt x="180" y="238"/>
                      <a:pt x="184" y="234"/>
                      <a:pt x="184" y="230"/>
                    </a:cubicBezTo>
                    <a:cubicBezTo>
                      <a:pt x="183" y="224"/>
                      <a:pt x="181" y="217"/>
                      <a:pt x="179" y="211"/>
                    </a:cubicBezTo>
                    <a:cubicBezTo>
                      <a:pt x="177" y="207"/>
                      <a:pt x="174" y="203"/>
                      <a:pt x="169" y="204"/>
                    </a:cubicBezTo>
                    <a:cubicBezTo>
                      <a:pt x="168" y="204"/>
                      <a:pt x="148" y="209"/>
                      <a:pt x="147" y="209"/>
                    </a:cubicBezTo>
                    <a:cubicBezTo>
                      <a:pt x="136" y="212"/>
                      <a:pt x="123" y="213"/>
                      <a:pt x="112" y="213"/>
                    </a:cubicBezTo>
                    <a:cubicBezTo>
                      <a:pt x="60" y="213"/>
                      <a:pt x="44" y="188"/>
                      <a:pt x="44" y="137"/>
                    </a:cubicBezTo>
                    <a:lnTo>
                      <a:pt x="44" y="133"/>
                    </a:lnTo>
                    <a:lnTo>
                      <a:pt x="180" y="133"/>
                    </a:lnTo>
                    <a:cubicBezTo>
                      <a:pt x="184" y="133"/>
                      <a:pt x="188" y="130"/>
                      <a:pt x="188" y="125"/>
                    </a:cubicBezTo>
                    <a:lnTo>
                      <a:pt x="188" y="123"/>
                    </a:lnTo>
                    <a:cubicBezTo>
                      <a:pt x="188" y="115"/>
                      <a:pt x="189" y="105"/>
                      <a:pt x="189" y="97"/>
                    </a:cubicBezTo>
                    <a:cubicBezTo>
                      <a:pt x="190" y="36"/>
                      <a:pt x="160" y="0"/>
                      <a:pt x="100" y="0"/>
                    </a:cubicBezTo>
                    <a:cubicBezTo>
                      <a:pt x="43" y="0"/>
                      <a:pt x="0" y="40"/>
                      <a:pt x="0" y="130"/>
                    </a:cubicBezTo>
                    <a:close/>
                    <a:moveTo>
                      <a:pt x="46" y="105"/>
                    </a:moveTo>
                    <a:cubicBezTo>
                      <a:pt x="47" y="54"/>
                      <a:pt x="68" y="32"/>
                      <a:pt x="100" y="32"/>
                    </a:cubicBezTo>
                    <a:cubicBezTo>
                      <a:pt x="131" y="32"/>
                      <a:pt x="149" y="49"/>
                      <a:pt x="149" y="90"/>
                    </a:cubicBezTo>
                    <a:cubicBezTo>
                      <a:pt x="148" y="93"/>
                      <a:pt x="148" y="101"/>
                      <a:pt x="148" y="105"/>
                    </a:cubicBezTo>
                    <a:lnTo>
                      <a:pt x="46" y="10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7" name="Freeform 40">
                <a:extLst>
                  <a:ext uri="{FF2B5EF4-FFF2-40B4-BE49-F238E27FC236}">
                    <a16:creationId xmlns:a16="http://schemas.microsoft.com/office/drawing/2014/main" id="{53CE4E43-BBEC-204D-0131-6374F09AD0A9}"/>
                  </a:ext>
                </a:extLst>
              </p:cNvPr>
              <p:cNvSpPr>
                <a:spLocks noChangeArrowheads="1"/>
              </p:cNvSpPr>
              <p:nvPr/>
            </p:nvSpPr>
            <p:spPr bwMode="auto">
              <a:xfrm>
                <a:off x="5364163" y="1309688"/>
                <a:ext cx="76200" cy="119062"/>
              </a:xfrm>
              <a:custGeom>
                <a:avLst/>
                <a:gdLst>
                  <a:gd name="T0" fmla="*/ 27 w 213"/>
                  <a:gd name="T1" fmla="*/ 328 h 329"/>
                  <a:gd name="T2" fmla="*/ 6 w 213"/>
                  <a:gd name="T3" fmla="*/ 325 h 329"/>
                  <a:gd name="T4" fmla="*/ 1 w 213"/>
                  <a:gd name="T5" fmla="*/ 313 h 329"/>
                  <a:gd name="T6" fmla="*/ 2 w 213"/>
                  <a:gd name="T7" fmla="*/ 300 h 329"/>
                  <a:gd name="T8" fmla="*/ 9 w 213"/>
                  <a:gd name="T9" fmla="*/ 292 h 329"/>
                  <a:gd name="T10" fmla="*/ 10 w 213"/>
                  <a:gd name="T11" fmla="*/ 292 h 329"/>
                  <a:gd name="T12" fmla="*/ 12 w 213"/>
                  <a:gd name="T13" fmla="*/ 292 h 329"/>
                  <a:gd name="T14" fmla="*/ 17 w 213"/>
                  <a:gd name="T15" fmla="*/ 292 h 329"/>
                  <a:gd name="T16" fmla="*/ 28 w 213"/>
                  <a:gd name="T17" fmla="*/ 293 h 329"/>
                  <a:gd name="T18" fmla="*/ 79 w 213"/>
                  <a:gd name="T19" fmla="*/ 259 h 329"/>
                  <a:gd name="T20" fmla="*/ 91 w 213"/>
                  <a:gd name="T21" fmla="*/ 229 h 329"/>
                  <a:gd name="T22" fmla="*/ 92 w 213"/>
                  <a:gd name="T23" fmla="*/ 226 h 329"/>
                  <a:gd name="T24" fmla="*/ 92 w 213"/>
                  <a:gd name="T25" fmla="*/ 225 h 329"/>
                  <a:gd name="T26" fmla="*/ 92 w 213"/>
                  <a:gd name="T27" fmla="*/ 224 h 329"/>
                  <a:gd name="T28" fmla="*/ 11 w 213"/>
                  <a:gd name="T29" fmla="*/ 9 h 329"/>
                  <a:gd name="T30" fmla="*/ 11 w 213"/>
                  <a:gd name="T31" fmla="*/ 5 h 329"/>
                  <a:gd name="T32" fmla="*/ 12 w 213"/>
                  <a:gd name="T33" fmla="*/ 2 h 329"/>
                  <a:gd name="T34" fmla="*/ 16 w 213"/>
                  <a:gd name="T35" fmla="*/ 1 h 329"/>
                  <a:gd name="T36" fmla="*/ 47 w 213"/>
                  <a:gd name="T37" fmla="*/ 1 h 329"/>
                  <a:gd name="T38" fmla="*/ 56 w 213"/>
                  <a:gd name="T39" fmla="*/ 6 h 329"/>
                  <a:gd name="T40" fmla="*/ 109 w 213"/>
                  <a:gd name="T41" fmla="*/ 161 h 329"/>
                  <a:gd name="T42" fmla="*/ 113 w 213"/>
                  <a:gd name="T43" fmla="*/ 171 h 329"/>
                  <a:gd name="T44" fmla="*/ 116 w 213"/>
                  <a:gd name="T45" fmla="*/ 161 h 329"/>
                  <a:gd name="T46" fmla="*/ 171 w 213"/>
                  <a:gd name="T47" fmla="*/ 7 h 329"/>
                  <a:gd name="T48" fmla="*/ 180 w 213"/>
                  <a:gd name="T49" fmla="*/ 0 h 329"/>
                  <a:gd name="T50" fmla="*/ 181 w 213"/>
                  <a:gd name="T51" fmla="*/ 0 h 329"/>
                  <a:gd name="T52" fmla="*/ 207 w 213"/>
                  <a:gd name="T53" fmla="*/ 0 h 329"/>
                  <a:gd name="T54" fmla="*/ 211 w 213"/>
                  <a:gd name="T55" fmla="*/ 1 h 329"/>
                  <a:gd name="T56" fmla="*/ 212 w 213"/>
                  <a:gd name="T57" fmla="*/ 4 h 329"/>
                  <a:gd name="T58" fmla="*/ 211 w 213"/>
                  <a:gd name="T59" fmla="*/ 9 h 329"/>
                  <a:gd name="T60" fmla="*/ 120 w 213"/>
                  <a:gd name="T61" fmla="*/ 254 h 329"/>
                  <a:gd name="T62" fmla="*/ 28 w 213"/>
                  <a:gd name="T63" fmla="*/ 328 h 329"/>
                  <a:gd name="T64" fmla="*/ 27 w 213"/>
                  <a:gd name="T65" fmla="*/ 328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 h="329">
                    <a:moveTo>
                      <a:pt x="27" y="328"/>
                    </a:moveTo>
                    <a:cubicBezTo>
                      <a:pt x="19" y="328"/>
                      <a:pt x="12" y="326"/>
                      <a:pt x="6" y="325"/>
                    </a:cubicBezTo>
                    <a:cubicBezTo>
                      <a:pt x="1" y="324"/>
                      <a:pt x="0" y="320"/>
                      <a:pt x="1" y="313"/>
                    </a:cubicBezTo>
                    <a:cubicBezTo>
                      <a:pt x="1" y="313"/>
                      <a:pt x="1" y="305"/>
                      <a:pt x="2" y="300"/>
                    </a:cubicBezTo>
                    <a:cubicBezTo>
                      <a:pt x="3" y="294"/>
                      <a:pt x="6" y="292"/>
                      <a:pt x="9" y="292"/>
                    </a:cubicBezTo>
                    <a:lnTo>
                      <a:pt x="10" y="292"/>
                    </a:lnTo>
                    <a:lnTo>
                      <a:pt x="12" y="292"/>
                    </a:lnTo>
                    <a:lnTo>
                      <a:pt x="17" y="292"/>
                    </a:lnTo>
                    <a:cubicBezTo>
                      <a:pt x="22" y="292"/>
                      <a:pt x="25" y="293"/>
                      <a:pt x="28" y="293"/>
                    </a:cubicBezTo>
                    <a:cubicBezTo>
                      <a:pt x="55" y="293"/>
                      <a:pt x="69" y="284"/>
                      <a:pt x="79" y="259"/>
                    </a:cubicBezTo>
                    <a:lnTo>
                      <a:pt x="91" y="229"/>
                    </a:lnTo>
                    <a:lnTo>
                      <a:pt x="92" y="226"/>
                    </a:lnTo>
                    <a:lnTo>
                      <a:pt x="92" y="225"/>
                    </a:lnTo>
                    <a:lnTo>
                      <a:pt x="92" y="224"/>
                    </a:lnTo>
                    <a:lnTo>
                      <a:pt x="11" y="9"/>
                    </a:lnTo>
                    <a:lnTo>
                      <a:pt x="11" y="5"/>
                    </a:lnTo>
                    <a:cubicBezTo>
                      <a:pt x="11" y="4"/>
                      <a:pt x="11" y="3"/>
                      <a:pt x="12" y="2"/>
                    </a:cubicBezTo>
                    <a:cubicBezTo>
                      <a:pt x="13" y="1"/>
                      <a:pt x="14" y="1"/>
                      <a:pt x="16" y="1"/>
                    </a:cubicBezTo>
                    <a:lnTo>
                      <a:pt x="47" y="1"/>
                    </a:lnTo>
                    <a:cubicBezTo>
                      <a:pt x="52" y="1"/>
                      <a:pt x="55" y="3"/>
                      <a:pt x="56" y="6"/>
                    </a:cubicBezTo>
                    <a:lnTo>
                      <a:pt x="109" y="161"/>
                    </a:lnTo>
                    <a:lnTo>
                      <a:pt x="113" y="171"/>
                    </a:lnTo>
                    <a:lnTo>
                      <a:pt x="116" y="161"/>
                    </a:lnTo>
                    <a:lnTo>
                      <a:pt x="171" y="7"/>
                    </a:lnTo>
                    <a:cubicBezTo>
                      <a:pt x="172" y="3"/>
                      <a:pt x="176" y="0"/>
                      <a:pt x="180" y="0"/>
                    </a:cubicBezTo>
                    <a:lnTo>
                      <a:pt x="181" y="0"/>
                    </a:lnTo>
                    <a:lnTo>
                      <a:pt x="207" y="0"/>
                    </a:lnTo>
                    <a:cubicBezTo>
                      <a:pt x="209" y="0"/>
                      <a:pt x="210" y="0"/>
                      <a:pt x="211" y="1"/>
                    </a:cubicBezTo>
                    <a:cubicBezTo>
                      <a:pt x="212" y="2"/>
                      <a:pt x="212" y="3"/>
                      <a:pt x="212" y="4"/>
                    </a:cubicBezTo>
                    <a:cubicBezTo>
                      <a:pt x="212" y="5"/>
                      <a:pt x="212" y="7"/>
                      <a:pt x="211" y="9"/>
                    </a:cubicBezTo>
                    <a:lnTo>
                      <a:pt x="120" y="254"/>
                    </a:lnTo>
                    <a:cubicBezTo>
                      <a:pt x="102" y="307"/>
                      <a:pt x="76" y="328"/>
                      <a:pt x="28" y="328"/>
                    </a:cubicBezTo>
                    <a:lnTo>
                      <a:pt x="27" y="3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8" name="Freeform 41">
                <a:extLst>
                  <a:ext uri="{FF2B5EF4-FFF2-40B4-BE49-F238E27FC236}">
                    <a16:creationId xmlns:a16="http://schemas.microsoft.com/office/drawing/2014/main" id="{8BF317AF-EAEC-7202-7BBF-69B644FB34DD}"/>
                  </a:ext>
                </a:extLst>
              </p:cNvPr>
              <p:cNvSpPr>
                <a:spLocks noChangeArrowheads="1"/>
              </p:cNvSpPr>
              <p:nvPr/>
            </p:nvSpPr>
            <p:spPr bwMode="auto">
              <a:xfrm>
                <a:off x="5449888" y="1309688"/>
                <a:ext cx="68262" cy="84137"/>
              </a:xfrm>
              <a:custGeom>
                <a:avLst/>
                <a:gdLst>
                  <a:gd name="T0" fmla="*/ 159 w 191"/>
                  <a:gd name="T1" fmla="*/ 233 h 234"/>
                  <a:gd name="T2" fmla="*/ 147 w 191"/>
                  <a:gd name="T3" fmla="*/ 226 h 234"/>
                  <a:gd name="T4" fmla="*/ 98 w 191"/>
                  <a:gd name="T5" fmla="*/ 151 h 234"/>
                  <a:gd name="T6" fmla="*/ 96 w 191"/>
                  <a:gd name="T7" fmla="*/ 149 h 234"/>
                  <a:gd name="T8" fmla="*/ 94 w 191"/>
                  <a:gd name="T9" fmla="*/ 151 h 234"/>
                  <a:gd name="T10" fmla="*/ 46 w 191"/>
                  <a:gd name="T11" fmla="*/ 226 h 234"/>
                  <a:gd name="T12" fmla="*/ 33 w 191"/>
                  <a:gd name="T13" fmla="*/ 233 h 234"/>
                  <a:gd name="T14" fmla="*/ 32 w 191"/>
                  <a:gd name="T15" fmla="*/ 233 h 234"/>
                  <a:gd name="T16" fmla="*/ 7 w 191"/>
                  <a:gd name="T17" fmla="*/ 233 h 234"/>
                  <a:gd name="T18" fmla="*/ 2 w 191"/>
                  <a:gd name="T19" fmla="*/ 232 h 234"/>
                  <a:gd name="T20" fmla="*/ 0 w 191"/>
                  <a:gd name="T21" fmla="*/ 228 h 234"/>
                  <a:gd name="T22" fmla="*/ 2 w 191"/>
                  <a:gd name="T23" fmla="*/ 221 h 234"/>
                  <a:gd name="T24" fmla="*/ 72 w 191"/>
                  <a:gd name="T25" fmla="*/ 114 h 234"/>
                  <a:gd name="T26" fmla="*/ 74 w 191"/>
                  <a:gd name="T27" fmla="*/ 113 h 234"/>
                  <a:gd name="T28" fmla="*/ 72 w 191"/>
                  <a:gd name="T29" fmla="*/ 112 h 234"/>
                  <a:gd name="T30" fmla="*/ 7 w 191"/>
                  <a:gd name="T31" fmla="*/ 12 h 234"/>
                  <a:gd name="T32" fmla="*/ 5 w 191"/>
                  <a:gd name="T33" fmla="*/ 6 h 234"/>
                  <a:gd name="T34" fmla="*/ 13 w 191"/>
                  <a:gd name="T35" fmla="*/ 0 h 234"/>
                  <a:gd name="T36" fmla="*/ 37 w 191"/>
                  <a:gd name="T37" fmla="*/ 0 h 234"/>
                  <a:gd name="T38" fmla="*/ 37 w 191"/>
                  <a:gd name="T39" fmla="*/ 0 h 234"/>
                  <a:gd name="T40" fmla="*/ 48 w 191"/>
                  <a:gd name="T41" fmla="*/ 5 h 234"/>
                  <a:gd name="T42" fmla="*/ 94 w 191"/>
                  <a:gd name="T43" fmla="*/ 75 h 234"/>
                  <a:gd name="T44" fmla="*/ 95 w 191"/>
                  <a:gd name="T45" fmla="*/ 77 h 234"/>
                  <a:gd name="T46" fmla="*/ 96 w 191"/>
                  <a:gd name="T47" fmla="*/ 75 h 234"/>
                  <a:gd name="T48" fmla="*/ 142 w 191"/>
                  <a:gd name="T49" fmla="*/ 6 h 234"/>
                  <a:gd name="T50" fmla="*/ 153 w 191"/>
                  <a:gd name="T51" fmla="*/ 0 h 234"/>
                  <a:gd name="T52" fmla="*/ 177 w 191"/>
                  <a:gd name="T53" fmla="*/ 0 h 234"/>
                  <a:gd name="T54" fmla="*/ 185 w 191"/>
                  <a:gd name="T55" fmla="*/ 6 h 234"/>
                  <a:gd name="T56" fmla="*/ 183 w 191"/>
                  <a:gd name="T57" fmla="*/ 11 h 234"/>
                  <a:gd name="T58" fmla="*/ 117 w 191"/>
                  <a:gd name="T59" fmla="*/ 111 h 234"/>
                  <a:gd name="T60" fmla="*/ 116 w 191"/>
                  <a:gd name="T61" fmla="*/ 112 h 234"/>
                  <a:gd name="T62" fmla="*/ 117 w 191"/>
                  <a:gd name="T63" fmla="*/ 113 h 234"/>
                  <a:gd name="T64" fmla="*/ 188 w 191"/>
                  <a:gd name="T65" fmla="*/ 220 h 234"/>
                  <a:gd name="T66" fmla="*/ 190 w 191"/>
                  <a:gd name="T67" fmla="*/ 227 h 234"/>
                  <a:gd name="T68" fmla="*/ 188 w 191"/>
                  <a:gd name="T69" fmla="*/ 231 h 234"/>
                  <a:gd name="T70" fmla="*/ 183 w 191"/>
                  <a:gd name="T71" fmla="*/ 232 h 234"/>
                  <a:gd name="T72" fmla="*/ 159 w 191"/>
                  <a:gd name="T73" fmla="*/ 233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1" h="234">
                    <a:moveTo>
                      <a:pt x="159" y="233"/>
                    </a:moveTo>
                    <a:cubicBezTo>
                      <a:pt x="154" y="233"/>
                      <a:pt x="150" y="231"/>
                      <a:pt x="147" y="226"/>
                    </a:cubicBezTo>
                    <a:lnTo>
                      <a:pt x="98" y="151"/>
                    </a:lnTo>
                    <a:lnTo>
                      <a:pt x="96" y="149"/>
                    </a:lnTo>
                    <a:lnTo>
                      <a:pt x="94" y="151"/>
                    </a:lnTo>
                    <a:lnTo>
                      <a:pt x="46" y="226"/>
                    </a:lnTo>
                    <a:cubicBezTo>
                      <a:pt x="44" y="230"/>
                      <a:pt x="38" y="233"/>
                      <a:pt x="33" y="233"/>
                    </a:cubicBezTo>
                    <a:lnTo>
                      <a:pt x="32" y="233"/>
                    </a:lnTo>
                    <a:lnTo>
                      <a:pt x="7" y="233"/>
                    </a:lnTo>
                    <a:cubicBezTo>
                      <a:pt x="5" y="233"/>
                      <a:pt x="4" y="233"/>
                      <a:pt x="2" y="232"/>
                    </a:cubicBezTo>
                    <a:cubicBezTo>
                      <a:pt x="1" y="231"/>
                      <a:pt x="0" y="229"/>
                      <a:pt x="0" y="228"/>
                    </a:cubicBezTo>
                    <a:cubicBezTo>
                      <a:pt x="0" y="226"/>
                      <a:pt x="1" y="224"/>
                      <a:pt x="2" y="221"/>
                    </a:cubicBezTo>
                    <a:lnTo>
                      <a:pt x="72" y="114"/>
                    </a:lnTo>
                    <a:lnTo>
                      <a:pt x="74" y="113"/>
                    </a:lnTo>
                    <a:lnTo>
                      <a:pt x="72" y="112"/>
                    </a:lnTo>
                    <a:lnTo>
                      <a:pt x="7" y="12"/>
                    </a:lnTo>
                    <a:cubicBezTo>
                      <a:pt x="6" y="10"/>
                      <a:pt x="5" y="8"/>
                      <a:pt x="5" y="6"/>
                    </a:cubicBezTo>
                    <a:cubicBezTo>
                      <a:pt x="5" y="2"/>
                      <a:pt x="9" y="0"/>
                      <a:pt x="13" y="0"/>
                    </a:cubicBezTo>
                    <a:lnTo>
                      <a:pt x="37" y="0"/>
                    </a:lnTo>
                    <a:lnTo>
                      <a:pt x="37" y="0"/>
                    </a:lnTo>
                    <a:cubicBezTo>
                      <a:pt x="43" y="0"/>
                      <a:pt x="47" y="2"/>
                      <a:pt x="48" y="5"/>
                    </a:cubicBezTo>
                    <a:lnTo>
                      <a:pt x="94" y="75"/>
                    </a:lnTo>
                    <a:lnTo>
                      <a:pt x="95" y="77"/>
                    </a:lnTo>
                    <a:lnTo>
                      <a:pt x="96" y="75"/>
                    </a:lnTo>
                    <a:lnTo>
                      <a:pt x="142" y="6"/>
                    </a:lnTo>
                    <a:cubicBezTo>
                      <a:pt x="144" y="2"/>
                      <a:pt x="148" y="0"/>
                      <a:pt x="153" y="0"/>
                    </a:cubicBezTo>
                    <a:lnTo>
                      <a:pt x="177" y="0"/>
                    </a:lnTo>
                    <a:cubicBezTo>
                      <a:pt x="181" y="0"/>
                      <a:pt x="185" y="2"/>
                      <a:pt x="185" y="6"/>
                    </a:cubicBezTo>
                    <a:cubicBezTo>
                      <a:pt x="185" y="7"/>
                      <a:pt x="184" y="10"/>
                      <a:pt x="183" y="11"/>
                    </a:cubicBezTo>
                    <a:lnTo>
                      <a:pt x="117" y="111"/>
                    </a:lnTo>
                    <a:lnTo>
                      <a:pt x="116" y="112"/>
                    </a:lnTo>
                    <a:lnTo>
                      <a:pt x="117" y="113"/>
                    </a:lnTo>
                    <a:lnTo>
                      <a:pt x="188" y="220"/>
                    </a:lnTo>
                    <a:cubicBezTo>
                      <a:pt x="189" y="223"/>
                      <a:pt x="190" y="225"/>
                      <a:pt x="190" y="227"/>
                    </a:cubicBezTo>
                    <a:cubicBezTo>
                      <a:pt x="190" y="229"/>
                      <a:pt x="189" y="230"/>
                      <a:pt x="188" y="231"/>
                    </a:cubicBezTo>
                    <a:cubicBezTo>
                      <a:pt x="187" y="232"/>
                      <a:pt x="185" y="232"/>
                      <a:pt x="183" y="232"/>
                    </a:cubicBezTo>
                    <a:lnTo>
                      <a:pt x="159" y="23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9" name="Freeform 42">
                <a:extLst>
                  <a:ext uri="{FF2B5EF4-FFF2-40B4-BE49-F238E27FC236}">
                    <a16:creationId xmlns:a16="http://schemas.microsoft.com/office/drawing/2014/main" id="{36F99938-00A4-47EB-BBCA-9210D678C619}"/>
                  </a:ext>
                </a:extLst>
              </p:cNvPr>
              <p:cNvSpPr>
                <a:spLocks noChangeArrowheads="1"/>
              </p:cNvSpPr>
              <p:nvPr/>
            </p:nvSpPr>
            <p:spPr bwMode="auto">
              <a:xfrm>
                <a:off x="5102225" y="1271588"/>
                <a:ext cx="44450" cy="123825"/>
              </a:xfrm>
              <a:custGeom>
                <a:avLst/>
                <a:gdLst>
                  <a:gd name="T0" fmla="*/ 36 w 122"/>
                  <a:gd name="T1" fmla="*/ 336 h 342"/>
                  <a:gd name="T2" fmla="*/ 15 w 122"/>
                  <a:gd name="T3" fmla="*/ 323 h 342"/>
                  <a:gd name="T4" fmla="*/ 0 w 122"/>
                  <a:gd name="T5" fmla="*/ 264 h 342"/>
                  <a:gd name="T6" fmla="*/ 0 w 122"/>
                  <a:gd name="T7" fmla="*/ 24 h 342"/>
                  <a:gd name="T8" fmla="*/ 2 w 122"/>
                  <a:gd name="T9" fmla="*/ 20 h 342"/>
                  <a:gd name="T10" fmla="*/ 33 w 122"/>
                  <a:gd name="T11" fmla="*/ 0 h 342"/>
                  <a:gd name="T12" fmla="*/ 35 w 122"/>
                  <a:gd name="T13" fmla="*/ 0 h 342"/>
                  <a:gd name="T14" fmla="*/ 41 w 122"/>
                  <a:gd name="T15" fmla="*/ 2 h 342"/>
                  <a:gd name="T16" fmla="*/ 44 w 122"/>
                  <a:gd name="T17" fmla="*/ 11 h 342"/>
                  <a:gd name="T18" fmla="*/ 44 w 122"/>
                  <a:gd name="T19" fmla="*/ 265 h 342"/>
                  <a:gd name="T20" fmla="*/ 53 w 122"/>
                  <a:gd name="T21" fmla="*/ 295 h 342"/>
                  <a:gd name="T22" fmla="*/ 76 w 122"/>
                  <a:gd name="T23" fmla="*/ 304 h 342"/>
                  <a:gd name="T24" fmla="*/ 85 w 122"/>
                  <a:gd name="T25" fmla="*/ 303 h 342"/>
                  <a:gd name="T26" fmla="*/ 104 w 122"/>
                  <a:gd name="T27" fmla="*/ 298 h 342"/>
                  <a:gd name="T28" fmla="*/ 109 w 122"/>
                  <a:gd name="T29" fmla="*/ 297 h 342"/>
                  <a:gd name="T30" fmla="*/ 117 w 122"/>
                  <a:gd name="T31" fmla="*/ 305 h 342"/>
                  <a:gd name="T32" fmla="*/ 121 w 122"/>
                  <a:gd name="T33" fmla="*/ 323 h 342"/>
                  <a:gd name="T34" fmla="*/ 113 w 122"/>
                  <a:gd name="T35" fmla="*/ 333 h 342"/>
                  <a:gd name="T36" fmla="*/ 68 w 122"/>
                  <a:gd name="T37" fmla="*/ 341 h 342"/>
                  <a:gd name="T38" fmla="*/ 36 w 122"/>
                  <a:gd name="T39" fmla="*/ 336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2" h="342">
                    <a:moveTo>
                      <a:pt x="36" y="336"/>
                    </a:moveTo>
                    <a:cubicBezTo>
                      <a:pt x="27" y="333"/>
                      <a:pt x="20" y="328"/>
                      <a:pt x="15" y="323"/>
                    </a:cubicBezTo>
                    <a:cubicBezTo>
                      <a:pt x="2" y="308"/>
                      <a:pt x="0" y="289"/>
                      <a:pt x="0" y="264"/>
                    </a:cubicBezTo>
                    <a:lnTo>
                      <a:pt x="0" y="24"/>
                    </a:lnTo>
                    <a:cubicBezTo>
                      <a:pt x="0" y="23"/>
                      <a:pt x="2" y="21"/>
                      <a:pt x="2" y="20"/>
                    </a:cubicBezTo>
                    <a:cubicBezTo>
                      <a:pt x="10" y="11"/>
                      <a:pt x="21" y="4"/>
                      <a:pt x="33" y="0"/>
                    </a:cubicBezTo>
                    <a:lnTo>
                      <a:pt x="35" y="0"/>
                    </a:lnTo>
                    <a:cubicBezTo>
                      <a:pt x="36" y="0"/>
                      <a:pt x="38" y="0"/>
                      <a:pt x="41" y="2"/>
                    </a:cubicBezTo>
                    <a:cubicBezTo>
                      <a:pt x="43" y="4"/>
                      <a:pt x="44" y="6"/>
                      <a:pt x="44" y="11"/>
                    </a:cubicBezTo>
                    <a:lnTo>
                      <a:pt x="44" y="265"/>
                    </a:lnTo>
                    <a:cubicBezTo>
                      <a:pt x="44" y="278"/>
                      <a:pt x="48" y="289"/>
                      <a:pt x="53" y="295"/>
                    </a:cubicBezTo>
                    <a:cubicBezTo>
                      <a:pt x="58" y="301"/>
                      <a:pt x="66" y="304"/>
                      <a:pt x="76" y="304"/>
                    </a:cubicBezTo>
                    <a:cubicBezTo>
                      <a:pt x="79" y="304"/>
                      <a:pt x="82" y="304"/>
                      <a:pt x="85" y="303"/>
                    </a:cubicBezTo>
                    <a:cubicBezTo>
                      <a:pt x="92" y="302"/>
                      <a:pt x="100" y="300"/>
                      <a:pt x="104" y="298"/>
                    </a:cubicBezTo>
                    <a:cubicBezTo>
                      <a:pt x="105" y="297"/>
                      <a:pt x="106" y="297"/>
                      <a:pt x="109" y="297"/>
                    </a:cubicBezTo>
                    <a:cubicBezTo>
                      <a:pt x="113" y="297"/>
                      <a:pt x="116" y="301"/>
                      <a:pt x="117" y="305"/>
                    </a:cubicBezTo>
                    <a:cubicBezTo>
                      <a:pt x="117" y="305"/>
                      <a:pt x="120" y="317"/>
                      <a:pt x="121" y="323"/>
                    </a:cubicBezTo>
                    <a:cubicBezTo>
                      <a:pt x="121" y="328"/>
                      <a:pt x="117" y="332"/>
                      <a:pt x="113" y="333"/>
                    </a:cubicBezTo>
                    <a:cubicBezTo>
                      <a:pt x="106" y="334"/>
                      <a:pt x="88" y="341"/>
                      <a:pt x="68" y="341"/>
                    </a:cubicBezTo>
                    <a:cubicBezTo>
                      <a:pt x="56" y="341"/>
                      <a:pt x="45" y="339"/>
                      <a:pt x="36" y="33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0" name="Freeform 43">
                <a:extLst>
                  <a:ext uri="{FF2B5EF4-FFF2-40B4-BE49-F238E27FC236}">
                    <a16:creationId xmlns:a16="http://schemas.microsoft.com/office/drawing/2014/main" id="{BAB03B96-6D3B-1532-342E-D210040314A9}"/>
                  </a:ext>
                </a:extLst>
              </p:cNvPr>
              <p:cNvSpPr>
                <a:spLocks noChangeArrowheads="1"/>
              </p:cNvSpPr>
              <p:nvPr/>
            </p:nvSpPr>
            <p:spPr bwMode="auto">
              <a:xfrm>
                <a:off x="5153025" y="1276350"/>
                <a:ext cx="57150" cy="119063"/>
              </a:xfrm>
              <a:custGeom>
                <a:avLst/>
                <a:gdLst>
                  <a:gd name="T0" fmla="*/ 143 w 157"/>
                  <a:gd name="T1" fmla="*/ 282 h 329"/>
                  <a:gd name="T2" fmla="*/ 139 w 157"/>
                  <a:gd name="T3" fmla="*/ 283 h 329"/>
                  <a:gd name="T4" fmla="*/ 112 w 157"/>
                  <a:gd name="T5" fmla="*/ 289 h 329"/>
                  <a:gd name="T6" fmla="*/ 111 w 157"/>
                  <a:gd name="T7" fmla="*/ 289 h 329"/>
                  <a:gd name="T8" fmla="*/ 87 w 157"/>
                  <a:gd name="T9" fmla="*/ 280 h 329"/>
                  <a:gd name="T10" fmla="*/ 79 w 157"/>
                  <a:gd name="T11" fmla="*/ 250 h 329"/>
                  <a:gd name="T12" fmla="*/ 79 w 157"/>
                  <a:gd name="T13" fmla="*/ 249 h 329"/>
                  <a:gd name="T14" fmla="*/ 80 w 157"/>
                  <a:gd name="T15" fmla="*/ 123 h 329"/>
                  <a:gd name="T16" fmla="*/ 131 w 157"/>
                  <a:gd name="T17" fmla="*/ 123 h 329"/>
                  <a:gd name="T18" fmla="*/ 139 w 157"/>
                  <a:gd name="T19" fmla="*/ 121 h 329"/>
                  <a:gd name="T20" fmla="*/ 142 w 157"/>
                  <a:gd name="T21" fmla="*/ 113 h 329"/>
                  <a:gd name="T22" fmla="*/ 142 w 157"/>
                  <a:gd name="T23" fmla="*/ 99 h 329"/>
                  <a:gd name="T24" fmla="*/ 139 w 157"/>
                  <a:gd name="T25" fmla="*/ 92 h 329"/>
                  <a:gd name="T26" fmla="*/ 132 w 157"/>
                  <a:gd name="T27" fmla="*/ 90 h 329"/>
                  <a:gd name="T28" fmla="*/ 80 w 157"/>
                  <a:gd name="T29" fmla="*/ 90 h 329"/>
                  <a:gd name="T30" fmla="*/ 80 w 157"/>
                  <a:gd name="T31" fmla="*/ 89 h 329"/>
                  <a:gd name="T32" fmla="*/ 80 w 157"/>
                  <a:gd name="T33" fmla="*/ 35 h 329"/>
                  <a:gd name="T34" fmla="*/ 80 w 157"/>
                  <a:gd name="T35" fmla="*/ 10 h 329"/>
                  <a:gd name="T36" fmla="*/ 77 w 157"/>
                  <a:gd name="T37" fmla="*/ 2 h 329"/>
                  <a:gd name="T38" fmla="*/ 70 w 157"/>
                  <a:gd name="T39" fmla="*/ 0 h 329"/>
                  <a:gd name="T40" fmla="*/ 68 w 157"/>
                  <a:gd name="T41" fmla="*/ 0 h 329"/>
                  <a:gd name="T42" fmla="*/ 48 w 157"/>
                  <a:gd name="T43" fmla="*/ 10 h 329"/>
                  <a:gd name="T44" fmla="*/ 38 w 157"/>
                  <a:gd name="T45" fmla="*/ 19 h 329"/>
                  <a:gd name="T46" fmla="*/ 37 w 157"/>
                  <a:gd name="T47" fmla="*/ 23 h 329"/>
                  <a:gd name="T48" fmla="*/ 36 w 157"/>
                  <a:gd name="T49" fmla="*/ 90 h 329"/>
                  <a:gd name="T50" fmla="*/ 9 w 157"/>
                  <a:gd name="T51" fmla="*/ 90 h 329"/>
                  <a:gd name="T52" fmla="*/ 2 w 157"/>
                  <a:gd name="T53" fmla="*/ 93 h 329"/>
                  <a:gd name="T54" fmla="*/ 0 w 157"/>
                  <a:gd name="T55" fmla="*/ 100 h 329"/>
                  <a:gd name="T56" fmla="*/ 0 w 157"/>
                  <a:gd name="T57" fmla="*/ 115 h 329"/>
                  <a:gd name="T58" fmla="*/ 2 w 157"/>
                  <a:gd name="T59" fmla="*/ 124 h 329"/>
                  <a:gd name="T60" fmla="*/ 10 w 157"/>
                  <a:gd name="T61" fmla="*/ 126 h 329"/>
                  <a:gd name="T62" fmla="*/ 35 w 157"/>
                  <a:gd name="T63" fmla="*/ 126 h 329"/>
                  <a:gd name="T64" fmla="*/ 33 w 157"/>
                  <a:gd name="T65" fmla="*/ 245 h 329"/>
                  <a:gd name="T66" fmla="*/ 33 w 157"/>
                  <a:gd name="T67" fmla="*/ 250 h 329"/>
                  <a:gd name="T68" fmla="*/ 48 w 157"/>
                  <a:gd name="T69" fmla="*/ 310 h 329"/>
                  <a:gd name="T70" fmla="*/ 101 w 157"/>
                  <a:gd name="T71" fmla="*/ 328 h 329"/>
                  <a:gd name="T72" fmla="*/ 146 w 157"/>
                  <a:gd name="T73" fmla="*/ 320 h 329"/>
                  <a:gd name="T74" fmla="*/ 155 w 157"/>
                  <a:gd name="T75" fmla="*/ 310 h 329"/>
                  <a:gd name="T76" fmla="*/ 151 w 157"/>
                  <a:gd name="T77" fmla="*/ 290 h 329"/>
                  <a:gd name="T78" fmla="*/ 143 w 157"/>
                  <a:gd name="T79" fmla="*/ 282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7" h="329">
                    <a:moveTo>
                      <a:pt x="143" y="282"/>
                    </a:moveTo>
                    <a:cubicBezTo>
                      <a:pt x="142" y="282"/>
                      <a:pt x="141" y="282"/>
                      <a:pt x="139" y="283"/>
                    </a:cubicBezTo>
                    <a:cubicBezTo>
                      <a:pt x="132" y="286"/>
                      <a:pt x="122" y="289"/>
                      <a:pt x="112" y="289"/>
                    </a:cubicBezTo>
                    <a:lnTo>
                      <a:pt x="111" y="289"/>
                    </a:lnTo>
                    <a:cubicBezTo>
                      <a:pt x="100" y="289"/>
                      <a:pt x="93" y="286"/>
                      <a:pt x="87" y="280"/>
                    </a:cubicBezTo>
                    <a:cubicBezTo>
                      <a:pt x="83" y="275"/>
                      <a:pt x="79" y="266"/>
                      <a:pt x="79" y="250"/>
                    </a:cubicBezTo>
                    <a:lnTo>
                      <a:pt x="79" y="249"/>
                    </a:lnTo>
                    <a:lnTo>
                      <a:pt x="80" y="123"/>
                    </a:lnTo>
                    <a:lnTo>
                      <a:pt x="131" y="123"/>
                    </a:lnTo>
                    <a:cubicBezTo>
                      <a:pt x="134" y="123"/>
                      <a:pt x="137" y="123"/>
                      <a:pt x="139" y="121"/>
                    </a:cubicBezTo>
                    <a:cubicBezTo>
                      <a:pt x="141" y="119"/>
                      <a:pt x="142" y="115"/>
                      <a:pt x="142" y="113"/>
                    </a:cubicBezTo>
                    <a:lnTo>
                      <a:pt x="142" y="99"/>
                    </a:lnTo>
                    <a:cubicBezTo>
                      <a:pt x="142" y="96"/>
                      <a:pt x="141" y="94"/>
                      <a:pt x="139" y="92"/>
                    </a:cubicBezTo>
                    <a:cubicBezTo>
                      <a:pt x="137" y="90"/>
                      <a:pt x="134" y="90"/>
                      <a:pt x="132" y="90"/>
                    </a:cubicBezTo>
                    <a:lnTo>
                      <a:pt x="80" y="90"/>
                    </a:lnTo>
                    <a:lnTo>
                      <a:pt x="80" y="89"/>
                    </a:lnTo>
                    <a:lnTo>
                      <a:pt x="80" y="35"/>
                    </a:lnTo>
                    <a:lnTo>
                      <a:pt x="80" y="10"/>
                    </a:lnTo>
                    <a:cubicBezTo>
                      <a:pt x="80" y="7"/>
                      <a:pt x="80" y="4"/>
                      <a:pt x="77" y="2"/>
                    </a:cubicBezTo>
                    <a:cubicBezTo>
                      <a:pt x="75" y="0"/>
                      <a:pt x="71" y="0"/>
                      <a:pt x="70" y="0"/>
                    </a:cubicBezTo>
                    <a:lnTo>
                      <a:pt x="68" y="0"/>
                    </a:lnTo>
                    <a:cubicBezTo>
                      <a:pt x="65" y="1"/>
                      <a:pt x="57" y="4"/>
                      <a:pt x="48" y="10"/>
                    </a:cubicBezTo>
                    <a:cubicBezTo>
                      <a:pt x="44" y="13"/>
                      <a:pt x="41" y="16"/>
                      <a:pt x="38" y="19"/>
                    </a:cubicBezTo>
                    <a:cubicBezTo>
                      <a:pt x="37" y="20"/>
                      <a:pt x="37" y="21"/>
                      <a:pt x="37" y="23"/>
                    </a:cubicBezTo>
                    <a:lnTo>
                      <a:pt x="36" y="90"/>
                    </a:lnTo>
                    <a:lnTo>
                      <a:pt x="9" y="90"/>
                    </a:lnTo>
                    <a:cubicBezTo>
                      <a:pt x="7" y="90"/>
                      <a:pt x="4" y="91"/>
                      <a:pt x="2" y="93"/>
                    </a:cubicBezTo>
                    <a:cubicBezTo>
                      <a:pt x="0" y="95"/>
                      <a:pt x="0" y="98"/>
                      <a:pt x="0" y="100"/>
                    </a:cubicBezTo>
                    <a:lnTo>
                      <a:pt x="0" y="115"/>
                    </a:lnTo>
                    <a:cubicBezTo>
                      <a:pt x="0" y="119"/>
                      <a:pt x="0" y="121"/>
                      <a:pt x="2" y="124"/>
                    </a:cubicBezTo>
                    <a:cubicBezTo>
                      <a:pt x="5" y="126"/>
                      <a:pt x="7" y="126"/>
                      <a:pt x="10" y="126"/>
                    </a:cubicBezTo>
                    <a:lnTo>
                      <a:pt x="35" y="126"/>
                    </a:lnTo>
                    <a:lnTo>
                      <a:pt x="33" y="245"/>
                    </a:lnTo>
                    <a:lnTo>
                      <a:pt x="33" y="250"/>
                    </a:lnTo>
                    <a:cubicBezTo>
                      <a:pt x="33" y="275"/>
                      <a:pt x="34" y="294"/>
                      <a:pt x="48" y="310"/>
                    </a:cubicBezTo>
                    <a:cubicBezTo>
                      <a:pt x="58" y="322"/>
                      <a:pt x="78" y="328"/>
                      <a:pt x="101" y="328"/>
                    </a:cubicBezTo>
                    <a:cubicBezTo>
                      <a:pt x="123" y="328"/>
                      <a:pt x="139" y="323"/>
                      <a:pt x="146" y="320"/>
                    </a:cubicBezTo>
                    <a:cubicBezTo>
                      <a:pt x="150" y="318"/>
                      <a:pt x="155" y="314"/>
                      <a:pt x="155" y="310"/>
                    </a:cubicBezTo>
                    <a:cubicBezTo>
                      <a:pt x="156" y="304"/>
                      <a:pt x="151" y="290"/>
                      <a:pt x="151" y="290"/>
                    </a:cubicBezTo>
                    <a:cubicBezTo>
                      <a:pt x="150" y="286"/>
                      <a:pt x="146" y="282"/>
                      <a:pt x="143" y="28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77" name="Group 76">
            <a:extLst>
              <a:ext uri="{FF2B5EF4-FFF2-40B4-BE49-F238E27FC236}">
                <a16:creationId xmlns:a16="http://schemas.microsoft.com/office/drawing/2014/main" id="{6761FE48-7E8A-FD69-DC4E-372D9295960B}"/>
              </a:ext>
            </a:extLst>
          </p:cNvPr>
          <p:cNvGrpSpPr/>
          <p:nvPr/>
        </p:nvGrpSpPr>
        <p:grpSpPr>
          <a:xfrm>
            <a:off x="1307541" y="3359798"/>
            <a:ext cx="2286592" cy="295912"/>
            <a:chOff x="4240213" y="1693863"/>
            <a:chExt cx="1484312" cy="192087"/>
          </a:xfrm>
          <a:solidFill>
            <a:schemeClr val="tx1"/>
          </a:solidFill>
        </p:grpSpPr>
        <p:grpSp>
          <p:nvGrpSpPr>
            <p:cNvPr id="78" name="Group 77">
              <a:extLst>
                <a:ext uri="{FF2B5EF4-FFF2-40B4-BE49-F238E27FC236}">
                  <a16:creationId xmlns:a16="http://schemas.microsoft.com/office/drawing/2014/main" id="{6569387E-D6FD-A629-7757-11239525700A}"/>
                </a:ext>
              </a:extLst>
            </p:cNvPr>
            <p:cNvGrpSpPr/>
            <p:nvPr/>
          </p:nvGrpSpPr>
          <p:grpSpPr>
            <a:xfrm>
              <a:off x="4240213" y="1719263"/>
              <a:ext cx="484187" cy="127000"/>
              <a:chOff x="4240213" y="1719263"/>
              <a:chExt cx="484187" cy="127000"/>
            </a:xfrm>
            <a:grpFill/>
          </p:grpSpPr>
          <p:sp>
            <p:nvSpPr>
              <p:cNvPr id="81" name="Freeform 44">
                <a:extLst>
                  <a:ext uri="{FF2B5EF4-FFF2-40B4-BE49-F238E27FC236}">
                    <a16:creationId xmlns:a16="http://schemas.microsoft.com/office/drawing/2014/main" id="{E275F56F-605D-7869-1C63-084DE3EC6090}"/>
                  </a:ext>
                </a:extLst>
              </p:cNvPr>
              <p:cNvSpPr>
                <a:spLocks noChangeArrowheads="1"/>
              </p:cNvSpPr>
              <p:nvPr/>
            </p:nvSpPr>
            <p:spPr bwMode="auto">
              <a:xfrm>
                <a:off x="4327525" y="1719263"/>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6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6"/>
                    </a:lnTo>
                    <a:cubicBezTo>
                      <a:pt x="0" y="331"/>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2" name="Freeform 45">
                <a:extLst>
                  <a:ext uri="{FF2B5EF4-FFF2-40B4-BE49-F238E27FC236}">
                    <a16:creationId xmlns:a16="http://schemas.microsoft.com/office/drawing/2014/main" id="{7BBD7535-B7C7-DCFB-DC1F-CFF72AB3CB96}"/>
                  </a:ext>
                </a:extLst>
              </p:cNvPr>
              <p:cNvSpPr>
                <a:spLocks noChangeArrowheads="1"/>
              </p:cNvSpPr>
              <p:nvPr/>
            </p:nvSpPr>
            <p:spPr bwMode="auto">
              <a:xfrm>
                <a:off x="4354513" y="1752600"/>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2"/>
                      <a:pt x="51" y="258"/>
                      <a:pt x="119" y="259"/>
                    </a:cubicBezTo>
                    <a:close/>
                    <a:moveTo>
                      <a:pt x="132" y="62"/>
                    </a:moveTo>
                    <a:cubicBezTo>
                      <a:pt x="169" y="62"/>
                      <a:pt x="195" y="90"/>
                      <a:pt x="195" y="129"/>
                    </a:cubicBezTo>
                    <a:cubicBezTo>
                      <a:pt x="195" y="167"/>
                      <a:pt x="169" y="197"/>
                      <a:pt x="132" y="197"/>
                    </a:cubicBezTo>
                    <a:cubicBezTo>
                      <a:pt x="93" y="197"/>
                      <a:pt x="69" y="166"/>
                      <a:pt x="69" y="129"/>
                    </a:cubicBezTo>
                    <a:cubicBezTo>
                      <a:pt x="69" y="91"/>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3" name="Freeform 46">
                <a:extLst>
                  <a:ext uri="{FF2B5EF4-FFF2-40B4-BE49-F238E27FC236}">
                    <a16:creationId xmlns:a16="http://schemas.microsoft.com/office/drawing/2014/main" id="{450A76E4-7064-960F-96EB-9F45AD8E7299}"/>
                  </a:ext>
                </a:extLst>
              </p:cNvPr>
              <p:cNvSpPr>
                <a:spLocks noChangeArrowheads="1"/>
              </p:cNvSpPr>
              <p:nvPr/>
            </p:nvSpPr>
            <p:spPr bwMode="auto">
              <a:xfrm>
                <a:off x="4454525" y="1720850"/>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4" name="Freeform 47">
                <a:extLst>
                  <a:ext uri="{FF2B5EF4-FFF2-40B4-BE49-F238E27FC236}">
                    <a16:creationId xmlns:a16="http://schemas.microsoft.com/office/drawing/2014/main" id="{D6B0FB94-EB98-F062-E353-F3DF45412034}"/>
                  </a:ext>
                </a:extLst>
              </p:cNvPr>
              <p:cNvSpPr>
                <a:spLocks noChangeArrowheads="1"/>
              </p:cNvSpPr>
              <p:nvPr/>
            </p:nvSpPr>
            <p:spPr bwMode="auto">
              <a:xfrm>
                <a:off x="4481513" y="1752600"/>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7"/>
                      <a:pt x="133" y="258"/>
                    </a:cubicBezTo>
                    <a:close/>
                    <a:moveTo>
                      <a:pt x="133" y="61"/>
                    </a:moveTo>
                    <a:cubicBezTo>
                      <a:pt x="170" y="61"/>
                      <a:pt x="198" y="89"/>
                      <a:pt x="198" y="129"/>
                    </a:cubicBezTo>
                    <a:cubicBezTo>
                      <a:pt x="198" y="168"/>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5" name="Freeform 48">
                <a:extLst>
                  <a:ext uri="{FF2B5EF4-FFF2-40B4-BE49-F238E27FC236}">
                    <a16:creationId xmlns:a16="http://schemas.microsoft.com/office/drawing/2014/main" id="{FA029D2B-3EBC-39C8-3334-8DED621377DB}"/>
                  </a:ext>
                </a:extLst>
              </p:cNvPr>
              <p:cNvSpPr>
                <a:spLocks noChangeArrowheads="1"/>
              </p:cNvSpPr>
              <p:nvPr/>
            </p:nvSpPr>
            <p:spPr bwMode="auto">
              <a:xfrm>
                <a:off x="4579938" y="1751013"/>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3 h 257"/>
                  <a:gd name="T26" fmla="*/ 399 w 400"/>
                  <a:gd name="T27" fmla="*/ 253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3"/>
                      <a:pt x="361" y="253"/>
                    </a:cubicBezTo>
                    <a:lnTo>
                      <a:pt x="399" y="253"/>
                    </a:lnTo>
                    <a:lnTo>
                      <a:pt x="399" y="97"/>
                    </a:lnTo>
                    <a:cubicBezTo>
                      <a:pt x="399" y="40"/>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6" name="Freeform 49">
                <a:extLst>
                  <a:ext uri="{FF2B5EF4-FFF2-40B4-BE49-F238E27FC236}">
                    <a16:creationId xmlns:a16="http://schemas.microsoft.com/office/drawing/2014/main" id="{73A05121-841D-119B-56F8-A244B44E9439}"/>
                  </a:ext>
                </a:extLst>
              </p:cNvPr>
              <p:cNvSpPr>
                <a:spLocks noChangeArrowheads="1"/>
              </p:cNvSpPr>
              <p:nvPr/>
            </p:nvSpPr>
            <p:spPr bwMode="auto">
              <a:xfrm>
                <a:off x="4240213" y="1752600"/>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4"/>
                      <a:pt x="113" y="56"/>
                    </a:cubicBezTo>
                    <a:cubicBezTo>
                      <a:pt x="138" y="56"/>
                      <a:pt x="163" y="63"/>
                      <a:pt x="182" y="71"/>
                    </a:cubicBezTo>
                    <a:cubicBezTo>
                      <a:pt x="195" y="76"/>
                      <a:pt x="210" y="69"/>
                      <a:pt x="216" y="57"/>
                    </a:cubicBezTo>
                    <a:lnTo>
                      <a:pt x="228" y="30"/>
                    </a:lnTo>
                    <a:cubicBezTo>
                      <a:pt x="196" y="13"/>
                      <a:pt x="158" y="2"/>
                      <a:pt x="115" y="1"/>
                    </a:cubicBezTo>
                    <a:cubicBezTo>
                      <a:pt x="57" y="0"/>
                      <a:pt x="9" y="27"/>
                      <a:pt x="7" y="77"/>
                    </a:cubicBezTo>
                    <a:cubicBezTo>
                      <a:pt x="6" y="117"/>
                      <a:pt x="25" y="144"/>
                      <a:pt x="96" y="155"/>
                    </a:cubicBezTo>
                    <a:lnTo>
                      <a:pt x="111" y="157"/>
                    </a:lnTo>
                    <a:cubicBezTo>
                      <a:pt x="143" y="162"/>
                      <a:pt x="167" y="164"/>
                      <a:pt x="167" y="181"/>
                    </a:cubicBezTo>
                    <a:cubicBezTo>
                      <a:pt x="165" y="198"/>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79" name="Freeform 50">
              <a:extLst>
                <a:ext uri="{FF2B5EF4-FFF2-40B4-BE49-F238E27FC236}">
                  <a16:creationId xmlns:a16="http://schemas.microsoft.com/office/drawing/2014/main" id="{C55321BC-44D6-FD54-27AF-47CD4B74BF39}"/>
                </a:ext>
              </a:extLst>
            </p:cNvPr>
            <p:cNvSpPr>
              <a:spLocks noChangeArrowheads="1"/>
            </p:cNvSpPr>
            <p:nvPr/>
          </p:nvSpPr>
          <p:spPr bwMode="auto">
            <a:xfrm>
              <a:off x="4860925" y="1693863"/>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0" name="Freeform 51">
              <a:extLst>
                <a:ext uri="{FF2B5EF4-FFF2-40B4-BE49-F238E27FC236}">
                  <a16:creationId xmlns:a16="http://schemas.microsoft.com/office/drawing/2014/main" id="{E954E954-CEBC-0E05-FE3E-675781FC7685}"/>
                </a:ext>
              </a:extLst>
            </p:cNvPr>
            <p:cNvSpPr>
              <a:spLocks noChangeArrowheads="1"/>
            </p:cNvSpPr>
            <p:nvPr/>
          </p:nvSpPr>
          <p:spPr bwMode="auto">
            <a:xfrm>
              <a:off x="5002213" y="1719263"/>
              <a:ext cx="722312" cy="153987"/>
            </a:xfrm>
            <a:custGeom>
              <a:avLst/>
              <a:gdLst>
                <a:gd name="T0" fmla="*/ 688 w 2007"/>
                <a:gd name="T1" fmla="*/ 344 h 426"/>
                <a:gd name="T2" fmla="*/ 615 w 2007"/>
                <a:gd name="T3" fmla="*/ 197 h 426"/>
                <a:gd name="T4" fmla="*/ 524 w 2007"/>
                <a:gd name="T5" fmla="*/ 197 h 426"/>
                <a:gd name="T6" fmla="*/ 450 w 2007"/>
                <a:gd name="T7" fmla="*/ 344 h 426"/>
                <a:gd name="T8" fmla="*/ 509 w 2007"/>
                <a:gd name="T9" fmla="*/ 81 h 426"/>
                <a:gd name="T10" fmla="*/ 602 w 2007"/>
                <a:gd name="T11" fmla="*/ 77 h 426"/>
                <a:gd name="T12" fmla="*/ 145 w 2007"/>
                <a:gd name="T13" fmla="*/ 0 h 426"/>
                <a:gd name="T14" fmla="*/ 101 w 2007"/>
                <a:gd name="T15" fmla="*/ 344 h 426"/>
                <a:gd name="T16" fmla="*/ 145 w 2007"/>
                <a:gd name="T17" fmla="*/ 0 h 426"/>
                <a:gd name="T18" fmla="*/ 238 w 2007"/>
                <a:gd name="T19" fmla="*/ 205 h 426"/>
                <a:gd name="T20" fmla="*/ 290 w 2007"/>
                <a:gd name="T21" fmla="*/ 78 h 426"/>
                <a:gd name="T22" fmla="*/ 294 w 2007"/>
                <a:gd name="T23" fmla="*/ 345 h 426"/>
                <a:gd name="T24" fmla="*/ 369 w 2007"/>
                <a:gd name="T25" fmla="*/ 265 h 426"/>
                <a:gd name="T26" fmla="*/ 945 w 2007"/>
                <a:gd name="T27" fmla="*/ 108 h 426"/>
                <a:gd name="T28" fmla="*/ 973 w 2007"/>
                <a:gd name="T29" fmla="*/ 344 h 426"/>
                <a:gd name="T30" fmla="*/ 901 w 2007"/>
                <a:gd name="T31" fmla="*/ 316 h 426"/>
                <a:gd name="T32" fmla="*/ 732 w 2007"/>
                <a:gd name="T33" fmla="*/ 269 h 426"/>
                <a:gd name="T34" fmla="*/ 838 w 2007"/>
                <a:gd name="T35" fmla="*/ 184 h 426"/>
                <a:gd name="T36" fmla="*/ 902 w 2007"/>
                <a:gd name="T37" fmla="*/ 190 h 426"/>
                <a:gd name="T38" fmla="*/ 778 w 2007"/>
                <a:gd name="T39" fmla="*/ 155 h 426"/>
                <a:gd name="T40" fmla="*/ 856 w 2007"/>
                <a:gd name="T41" fmla="*/ 78 h 426"/>
                <a:gd name="T42" fmla="*/ 903 w 2007"/>
                <a:gd name="T43" fmla="*/ 239 h 426"/>
                <a:gd name="T44" fmla="*/ 805 w 2007"/>
                <a:gd name="T45" fmla="*/ 265 h 426"/>
                <a:gd name="T46" fmla="*/ 846 w 2007"/>
                <a:gd name="T47" fmla="*/ 299 h 426"/>
                <a:gd name="T48" fmla="*/ 903 w 2007"/>
                <a:gd name="T49" fmla="*/ 239 h 426"/>
                <a:gd name="T50" fmla="*/ 1305 w 2007"/>
                <a:gd name="T51" fmla="*/ 214 h 426"/>
                <a:gd name="T52" fmla="*/ 1105 w 2007"/>
                <a:gd name="T53" fmla="*/ 309 h 426"/>
                <a:gd name="T54" fmla="*/ 1031 w 2007"/>
                <a:gd name="T55" fmla="*/ 425 h 426"/>
                <a:gd name="T56" fmla="*/ 1089 w 2007"/>
                <a:gd name="T57" fmla="*/ 81 h 426"/>
                <a:gd name="T58" fmla="*/ 1186 w 2007"/>
                <a:gd name="T59" fmla="*/ 76 h 426"/>
                <a:gd name="T60" fmla="*/ 1231 w 2007"/>
                <a:gd name="T61" fmla="*/ 213 h 426"/>
                <a:gd name="T62" fmla="*/ 1104 w 2007"/>
                <a:gd name="T63" fmla="*/ 213 h 426"/>
                <a:gd name="T64" fmla="*/ 1167 w 2007"/>
                <a:gd name="T65" fmla="*/ 287 h 426"/>
                <a:gd name="T66" fmla="*/ 1231 w 2007"/>
                <a:gd name="T67" fmla="*/ 213 h 426"/>
                <a:gd name="T68" fmla="*/ 1840 w 2007"/>
                <a:gd name="T69" fmla="*/ 119 h 426"/>
                <a:gd name="T70" fmla="*/ 1765 w 2007"/>
                <a:gd name="T71" fmla="*/ 81 h 426"/>
                <a:gd name="T72" fmla="*/ 1839 w 2007"/>
                <a:gd name="T73" fmla="*/ 344 h 426"/>
                <a:gd name="T74" fmla="*/ 1885 w 2007"/>
                <a:gd name="T75" fmla="*/ 144 h 426"/>
                <a:gd name="T76" fmla="*/ 1930 w 2007"/>
                <a:gd name="T77" fmla="*/ 345 h 426"/>
                <a:gd name="T78" fmla="*/ 2004 w 2007"/>
                <a:gd name="T79" fmla="*/ 175 h 426"/>
                <a:gd name="T80" fmla="*/ 1682 w 2007"/>
                <a:gd name="T81" fmla="*/ 108 h 426"/>
                <a:gd name="T82" fmla="*/ 1709 w 2007"/>
                <a:gd name="T83" fmla="*/ 344 h 426"/>
                <a:gd name="T84" fmla="*/ 1638 w 2007"/>
                <a:gd name="T85" fmla="*/ 316 h 426"/>
                <a:gd name="T86" fmla="*/ 1469 w 2007"/>
                <a:gd name="T87" fmla="*/ 269 h 426"/>
                <a:gd name="T88" fmla="*/ 1575 w 2007"/>
                <a:gd name="T89" fmla="*/ 184 h 426"/>
                <a:gd name="T90" fmla="*/ 1639 w 2007"/>
                <a:gd name="T91" fmla="*/ 190 h 426"/>
                <a:gd name="T92" fmla="*/ 1515 w 2007"/>
                <a:gd name="T93" fmla="*/ 155 h 426"/>
                <a:gd name="T94" fmla="*/ 1593 w 2007"/>
                <a:gd name="T95" fmla="*/ 78 h 426"/>
                <a:gd name="T96" fmla="*/ 1640 w 2007"/>
                <a:gd name="T97" fmla="*/ 239 h 426"/>
                <a:gd name="T98" fmla="*/ 1541 w 2007"/>
                <a:gd name="T99" fmla="*/ 265 h 426"/>
                <a:gd name="T100" fmla="*/ 1582 w 2007"/>
                <a:gd name="T101" fmla="*/ 299 h 426"/>
                <a:gd name="T102" fmla="*/ 1640 w 2007"/>
                <a:gd name="T103" fmla="*/ 239 h 426"/>
                <a:gd name="T104" fmla="*/ 1424 w 2007"/>
                <a:gd name="T105" fmla="*/ 344 h 426"/>
                <a:gd name="T106" fmla="*/ 1350 w 2007"/>
                <a:gd name="T107"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07" h="426">
                  <a:moveTo>
                    <a:pt x="688" y="174"/>
                  </a:moveTo>
                  <a:lnTo>
                    <a:pt x="688" y="344"/>
                  </a:lnTo>
                  <a:lnTo>
                    <a:pt x="615" y="344"/>
                  </a:lnTo>
                  <a:lnTo>
                    <a:pt x="615" y="197"/>
                  </a:lnTo>
                  <a:cubicBezTo>
                    <a:pt x="615" y="162"/>
                    <a:pt x="597" y="143"/>
                    <a:pt x="570" y="143"/>
                  </a:cubicBezTo>
                  <a:cubicBezTo>
                    <a:pt x="542" y="143"/>
                    <a:pt x="524" y="162"/>
                    <a:pt x="524" y="197"/>
                  </a:cubicBezTo>
                  <a:lnTo>
                    <a:pt x="524" y="344"/>
                  </a:lnTo>
                  <a:lnTo>
                    <a:pt x="450" y="344"/>
                  </a:lnTo>
                  <a:lnTo>
                    <a:pt x="450" y="81"/>
                  </a:lnTo>
                  <a:lnTo>
                    <a:pt x="509" y="81"/>
                  </a:lnTo>
                  <a:lnTo>
                    <a:pt x="525" y="119"/>
                  </a:lnTo>
                  <a:cubicBezTo>
                    <a:pt x="542" y="96"/>
                    <a:pt x="564" y="77"/>
                    <a:pt x="602" y="77"/>
                  </a:cubicBezTo>
                  <a:cubicBezTo>
                    <a:pt x="655" y="77"/>
                    <a:pt x="688" y="114"/>
                    <a:pt x="688" y="174"/>
                  </a:cubicBezTo>
                  <a:close/>
                  <a:moveTo>
                    <a:pt x="145" y="0"/>
                  </a:moveTo>
                  <a:lnTo>
                    <a:pt x="0" y="344"/>
                  </a:lnTo>
                  <a:lnTo>
                    <a:pt x="101" y="344"/>
                  </a:lnTo>
                  <a:lnTo>
                    <a:pt x="245" y="0"/>
                  </a:lnTo>
                  <a:lnTo>
                    <a:pt x="145" y="0"/>
                  </a:lnTo>
                  <a:close/>
                  <a:moveTo>
                    <a:pt x="290" y="78"/>
                  </a:moveTo>
                  <a:lnTo>
                    <a:pt x="238" y="205"/>
                  </a:lnTo>
                  <a:lnTo>
                    <a:pt x="345" y="205"/>
                  </a:lnTo>
                  <a:lnTo>
                    <a:pt x="290" y="78"/>
                  </a:lnTo>
                  <a:close/>
                  <a:moveTo>
                    <a:pt x="261" y="265"/>
                  </a:moveTo>
                  <a:lnTo>
                    <a:pt x="294" y="345"/>
                  </a:lnTo>
                  <a:lnTo>
                    <a:pt x="403" y="345"/>
                  </a:lnTo>
                  <a:lnTo>
                    <a:pt x="369" y="265"/>
                  </a:lnTo>
                  <a:lnTo>
                    <a:pt x="261" y="265"/>
                  </a:lnTo>
                  <a:close/>
                  <a:moveTo>
                    <a:pt x="945" y="108"/>
                  </a:moveTo>
                  <a:cubicBezTo>
                    <a:pt x="964" y="127"/>
                    <a:pt x="973" y="156"/>
                    <a:pt x="973" y="192"/>
                  </a:cubicBezTo>
                  <a:lnTo>
                    <a:pt x="973" y="344"/>
                  </a:lnTo>
                  <a:lnTo>
                    <a:pt x="913" y="344"/>
                  </a:lnTo>
                  <a:lnTo>
                    <a:pt x="901" y="316"/>
                  </a:lnTo>
                  <a:cubicBezTo>
                    <a:pt x="883" y="336"/>
                    <a:pt x="859" y="349"/>
                    <a:pt x="822" y="349"/>
                  </a:cubicBezTo>
                  <a:cubicBezTo>
                    <a:pt x="773" y="349"/>
                    <a:pt x="732" y="321"/>
                    <a:pt x="732" y="269"/>
                  </a:cubicBezTo>
                  <a:lnTo>
                    <a:pt x="732" y="268"/>
                  </a:lnTo>
                  <a:cubicBezTo>
                    <a:pt x="732" y="211"/>
                    <a:pt x="776" y="184"/>
                    <a:pt x="838" y="184"/>
                  </a:cubicBezTo>
                  <a:cubicBezTo>
                    <a:pt x="865" y="184"/>
                    <a:pt x="883" y="188"/>
                    <a:pt x="902" y="195"/>
                  </a:cubicBezTo>
                  <a:lnTo>
                    <a:pt x="902" y="190"/>
                  </a:lnTo>
                  <a:cubicBezTo>
                    <a:pt x="902" y="159"/>
                    <a:pt x="883" y="142"/>
                    <a:pt x="846" y="142"/>
                  </a:cubicBezTo>
                  <a:cubicBezTo>
                    <a:pt x="819" y="142"/>
                    <a:pt x="800" y="148"/>
                    <a:pt x="778" y="155"/>
                  </a:cubicBezTo>
                  <a:lnTo>
                    <a:pt x="755" y="99"/>
                  </a:lnTo>
                  <a:cubicBezTo>
                    <a:pt x="784" y="87"/>
                    <a:pt x="811" y="78"/>
                    <a:pt x="856" y="78"/>
                  </a:cubicBezTo>
                  <a:cubicBezTo>
                    <a:pt x="897" y="79"/>
                    <a:pt x="927" y="90"/>
                    <a:pt x="945" y="108"/>
                  </a:cubicBezTo>
                  <a:close/>
                  <a:moveTo>
                    <a:pt x="903" y="239"/>
                  </a:moveTo>
                  <a:cubicBezTo>
                    <a:pt x="891" y="232"/>
                    <a:pt x="874" y="229"/>
                    <a:pt x="856" y="229"/>
                  </a:cubicBezTo>
                  <a:cubicBezTo>
                    <a:pt x="824" y="229"/>
                    <a:pt x="805" y="242"/>
                    <a:pt x="805" y="265"/>
                  </a:cubicBezTo>
                  <a:lnTo>
                    <a:pt x="805" y="266"/>
                  </a:lnTo>
                  <a:cubicBezTo>
                    <a:pt x="805" y="287"/>
                    <a:pt x="822" y="299"/>
                    <a:pt x="846" y="299"/>
                  </a:cubicBezTo>
                  <a:cubicBezTo>
                    <a:pt x="880" y="299"/>
                    <a:pt x="903" y="279"/>
                    <a:pt x="903" y="253"/>
                  </a:cubicBezTo>
                  <a:lnTo>
                    <a:pt x="903" y="239"/>
                  </a:lnTo>
                  <a:close/>
                  <a:moveTo>
                    <a:pt x="1305" y="213"/>
                  </a:moveTo>
                  <a:lnTo>
                    <a:pt x="1305" y="214"/>
                  </a:lnTo>
                  <a:cubicBezTo>
                    <a:pt x="1305" y="302"/>
                    <a:pt x="1248" y="349"/>
                    <a:pt x="1186" y="349"/>
                  </a:cubicBezTo>
                  <a:cubicBezTo>
                    <a:pt x="1146" y="349"/>
                    <a:pt x="1122" y="331"/>
                    <a:pt x="1105" y="309"/>
                  </a:cubicBezTo>
                  <a:lnTo>
                    <a:pt x="1105" y="425"/>
                  </a:lnTo>
                  <a:lnTo>
                    <a:pt x="1031" y="425"/>
                  </a:lnTo>
                  <a:lnTo>
                    <a:pt x="1031" y="81"/>
                  </a:lnTo>
                  <a:lnTo>
                    <a:pt x="1089" y="81"/>
                  </a:lnTo>
                  <a:lnTo>
                    <a:pt x="1105" y="119"/>
                  </a:lnTo>
                  <a:cubicBezTo>
                    <a:pt x="1123" y="94"/>
                    <a:pt x="1148" y="76"/>
                    <a:pt x="1186" y="76"/>
                  </a:cubicBezTo>
                  <a:cubicBezTo>
                    <a:pt x="1247" y="77"/>
                    <a:pt x="1305" y="125"/>
                    <a:pt x="1305" y="213"/>
                  </a:cubicBezTo>
                  <a:close/>
                  <a:moveTo>
                    <a:pt x="1231" y="213"/>
                  </a:moveTo>
                  <a:cubicBezTo>
                    <a:pt x="1231" y="169"/>
                    <a:pt x="1201" y="140"/>
                    <a:pt x="1167" y="140"/>
                  </a:cubicBezTo>
                  <a:cubicBezTo>
                    <a:pt x="1133" y="140"/>
                    <a:pt x="1104" y="169"/>
                    <a:pt x="1104" y="213"/>
                  </a:cubicBezTo>
                  <a:lnTo>
                    <a:pt x="1104" y="214"/>
                  </a:lnTo>
                  <a:cubicBezTo>
                    <a:pt x="1104" y="258"/>
                    <a:pt x="1133" y="287"/>
                    <a:pt x="1167" y="287"/>
                  </a:cubicBezTo>
                  <a:cubicBezTo>
                    <a:pt x="1201" y="287"/>
                    <a:pt x="1231" y="259"/>
                    <a:pt x="1231" y="214"/>
                  </a:cubicBezTo>
                  <a:lnTo>
                    <a:pt x="1231" y="213"/>
                  </a:lnTo>
                  <a:close/>
                  <a:moveTo>
                    <a:pt x="1917" y="77"/>
                  </a:moveTo>
                  <a:cubicBezTo>
                    <a:pt x="1880" y="77"/>
                    <a:pt x="1857" y="97"/>
                    <a:pt x="1840" y="119"/>
                  </a:cubicBezTo>
                  <a:lnTo>
                    <a:pt x="1824" y="81"/>
                  </a:lnTo>
                  <a:lnTo>
                    <a:pt x="1765" y="81"/>
                  </a:lnTo>
                  <a:lnTo>
                    <a:pt x="1765" y="344"/>
                  </a:lnTo>
                  <a:lnTo>
                    <a:pt x="1839" y="344"/>
                  </a:lnTo>
                  <a:lnTo>
                    <a:pt x="1839" y="198"/>
                  </a:lnTo>
                  <a:cubicBezTo>
                    <a:pt x="1839" y="163"/>
                    <a:pt x="1857" y="144"/>
                    <a:pt x="1885" y="144"/>
                  </a:cubicBezTo>
                  <a:cubicBezTo>
                    <a:pt x="1913" y="144"/>
                    <a:pt x="1930" y="163"/>
                    <a:pt x="1930" y="198"/>
                  </a:cubicBezTo>
                  <a:lnTo>
                    <a:pt x="1930" y="345"/>
                  </a:lnTo>
                  <a:lnTo>
                    <a:pt x="2004" y="345"/>
                  </a:lnTo>
                  <a:lnTo>
                    <a:pt x="2004" y="175"/>
                  </a:lnTo>
                  <a:cubicBezTo>
                    <a:pt x="2006" y="114"/>
                    <a:pt x="1974" y="77"/>
                    <a:pt x="1917" y="77"/>
                  </a:cubicBezTo>
                  <a:close/>
                  <a:moveTo>
                    <a:pt x="1682" y="108"/>
                  </a:moveTo>
                  <a:cubicBezTo>
                    <a:pt x="1701" y="127"/>
                    <a:pt x="1709" y="156"/>
                    <a:pt x="1709" y="192"/>
                  </a:cubicBezTo>
                  <a:lnTo>
                    <a:pt x="1709" y="344"/>
                  </a:lnTo>
                  <a:lnTo>
                    <a:pt x="1649" y="344"/>
                  </a:lnTo>
                  <a:lnTo>
                    <a:pt x="1638" y="316"/>
                  </a:lnTo>
                  <a:cubicBezTo>
                    <a:pt x="1620" y="336"/>
                    <a:pt x="1595" y="349"/>
                    <a:pt x="1559" y="349"/>
                  </a:cubicBezTo>
                  <a:cubicBezTo>
                    <a:pt x="1509" y="349"/>
                    <a:pt x="1469" y="321"/>
                    <a:pt x="1469" y="269"/>
                  </a:cubicBezTo>
                  <a:lnTo>
                    <a:pt x="1469" y="268"/>
                  </a:lnTo>
                  <a:cubicBezTo>
                    <a:pt x="1469" y="211"/>
                    <a:pt x="1512" y="184"/>
                    <a:pt x="1575" y="184"/>
                  </a:cubicBezTo>
                  <a:cubicBezTo>
                    <a:pt x="1601" y="184"/>
                    <a:pt x="1620" y="188"/>
                    <a:pt x="1639" y="195"/>
                  </a:cubicBezTo>
                  <a:lnTo>
                    <a:pt x="1639" y="190"/>
                  </a:lnTo>
                  <a:cubicBezTo>
                    <a:pt x="1639" y="159"/>
                    <a:pt x="1620" y="142"/>
                    <a:pt x="1582" y="142"/>
                  </a:cubicBezTo>
                  <a:cubicBezTo>
                    <a:pt x="1555" y="142"/>
                    <a:pt x="1536" y="148"/>
                    <a:pt x="1515" y="155"/>
                  </a:cubicBezTo>
                  <a:lnTo>
                    <a:pt x="1491" y="99"/>
                  </a:lnTo>
                  <a:cubicBezTo>
                    <a:pt x="1520" y="87"/>
                    <a:pt x="1548" y="78"/>
                    <a:pt x="1593" y="78"/>
                  </a:cubicBezTo>
                  <a:cubicBezTo>
                    <a:pt x="1633" y="79"/>
                    <a:pt x="1663" y="90"/>
                    <a:pt x="1682" y="108"/>
                  </a:cubicBezTo>
                  <a:close/>
                  <a:moveTo>
                    <a:pt x="1640" y="239"/>
                  </a:moveTo>
                  <a:cubicBezTo>
                    <a:pt x="1627" y="232"/>
                    <a:pt x="1610" y="229"/>
                    <a:pt x="1593" y="229"/>
                  </a:cubicBezTo>
                  <a:cubicBezTo>
                    <a:pt x="1561" y="229"/>
                    <a:pt x="1541" y="242"/>
                    <a:pt x="1541" y="265"/>
                  </a:cubicBezTo>
                  <a:lnTo>
                    <a:pt x="1541" y="266"/>
                  </a:lnTo>
                  <a:cubicBezTo>
                    <a:pt x="1541" y="287"/>
                    <a:pt x="1559" y="299"/>
                    <a:pt x="1582" y="299"/>
                  </a:cubicBezTo>
                  <a:cubicBezTo>
                    <a:pt x="1616" y="299"/>
                    <a:pt x="1640" y="279"/>
                    <a:pt x="1640" y="253"/>
                  </a:cubicBezTo>
                  <a:lnTo>
                    <a:pt x="1640" y="239"/>
                  </a:lnTo>
                  <a:close/>
                  <a:moveTo>
                    <a:pt x="1350" y="344"/>
                  </a:moveTo>
                  <a:lnTo>
                    <a:pt x="1424" y="344"/>
                  </a:lnTo>
                  <a:lnTo>
                    <a:pt x="1424" y="0"/>
                  </a:lnTo>
                  <a:lnTo>
                    <a:pt x="1350" y="0"/>
                  </a:lnTo>
                  <a:lnTo>
                    <a:pt x="1350" y="34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87" name="Group 86">
            <a:extLst>
              <a:ext uri="{FF2B5EF4-FFF2-40B4-BE49-F238E27FC236}">
                <a16:creationId xmlns:a16="http://schemas.microsoft.com/office/drawing/2014/main" id="{3A428DE2-A2DB-9D8C-C180-DB3F109D8694}"/>
              </a:ext>
            </a:extLst>
          </p:cNvPr>
          <p:cNvGrpSpPr/>
          <p:nvPr/>
        </p:nvGrpSpPr>
        <p:grpSpPr>
          <a:xfrm>
            <a:off x="1307546" y="4878251"/>
            <a:ext cx="1863514" cy="295911"/>
            <a:chOff x="4240213" y="2600325"/>
            <a:chExt cx="1209675" cy="192088"/>
          </a:xfrm>
          <a:solidFill>
            <a:schemeClr val="tx1"/>
          </a:solidFill>
        </p:grpSpPr>
        <p:grpSp>
          <p:nvGrpSpPr>
            <p:cNvPr id="88" name="Group 87">
              <a:extLst>
                <a:ext uri="{FF2B5EF4-FFF2-40B4-BE49-F238E27FC236}">
                  <a16:creationId xmlns:a16="http://schemas.microsoft.com/office/drawing/2014/main" id="{D3DE8072-2C28-AFF1-E356-35A0710CE22A}"/>
                </a:ext>
              </a:extLst>
            </p:cNvPr>
            <p:cNvGrpSpPr/>
            <p:nvPr/>
          </p:nvGrpSpPr>
          <p:grpSpPr>
            <a:xfrm>
              <a:off x="4240213" y="2624138"/>
              <a:ext cx="484187" cy="128587"/>
              <a:chOff x="4240213" y="2624138"/>
              <a:chExt cx="484187" cy="128587"/>
            </a:xfrm>
            <a:grpFill/>
          </p:grpSpPr>
          <p:sp>
            <p:nvSpPr>
              <p:cNvPr id="97" name="Freeform 52">
                <a:extLst>
                  <a:ext uri="{FF2B5EF4-FFF2-40B4-BE49-F238E27FC236}">
                    <a16:creationId xmlns:a16="http://schemas.microsoft.com/office/drawing/2014/main" id="{F9B04667-4385-3180-32E1-A3767A214E94}"/>
                  </a:ext>
                </a:extLst>
              </p:cNvPr>
              <p:cNvSpPr>
                <a:spLocks noChangeArrowheads="1"/>
              </p:cNvSpPr>
              <p:nvPr/>
            </p:nvSpPr>
            <p:spPr bwMode="auto">
              <a:xfrm>
                <a:off x="4327525" y="26241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8" name="Freeform 53">
                <a:extLst>
                  <a:ext uri="{FF2B5EF4-FFF2-40B4-BE49-F238E27FC236}">
                    <a16:creationId xmlns:a16="http://schemas.microsoft.com/office/drawing/2014/main" id="{58F8C8C8-9793-044C-9FD1-89EDF5DBB3E3}"/>
                  </a:ext>
                </a:extLst>
              </p:cNvPr>
              <p:cNvSpPr>
                <a:spLocks noChangeArrowheads="1"/>
              </p:cNvSpPr>
              <p:nvPr/>
            </p:nvSpPr>
            <p:spPr bwMode="auto">
              <a:xfrm>
                <a:off x="4354513" y="2657475"/>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6"/>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1"/>
                      <a:pt x="195" y="130"/>
                    </a:cubicBezTo>
                    <a:cubicBezTo>
                      <a:pt x="195" y="168"/>
                      <a:pt x="169" y="197"/>
                      <a:pt x="132" y="197"/>
                    </a:cubicBezTo>
                    <a:cubicBezTo>
                      <a:pt x="93" y="197"/>
                      <a:pt x="69" y="167"/>
                      <a:pt x="69" y="130"/>
                    </a:cubicBezTo>
                    <a:cubicBezTo>
                      <a:pt x="69" y="92"/>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9" name="Freeform 54">
                <a:extLst>
                  <a:ext uri="{FF2B5EF4-FFF2-40B4-BE49-F238E27FC236}">
                    <a16:creationId xmlns:a16="http://schemas.microsoft.com/office/drawing/2014/main" id="{15C4F8F0-68CD-8B12-DC33-FD51E26732B9}"/>
                  </a:ext>
                </a:extLst>
              </p:cNvPr>
              <p:cNvSpPr>
                <a:spLocks noChangeArrowheads="1"/>
              </p:cNvSpPr>
              <p:nvPr/>
            </p:nvSpPr>
            <p:spPr bwMode="auto">
              <a:xfrm>
                <a:off x="4454525" y="262572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0" name="Freeform 55">
                <a:extLst>
                  <a:ext uri="{FF2B5EF4-FFF2-40B4-BE49-F238E27FC236}">
                    <a16:creationId xmlns:a16="http://schemas.microsoft.com/office/drawing/2014/main" id="{9769AB29-E86B-E894-FA70-A1B448BF7093}"/>
                  </a:ext>
                </a:extLst>
              </p:cNvPr>
              <p:cNvSpPr>
                <a:spLocks noChangeArrowheads="1"/>
              </p:cNvSpPr>
              <p:nvPr/>
            </p:nvSpPr>
            <p:spPr bwMode="auto">
              <a:xfrm>
                <a:off x="4481513" y="2659063"/>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5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8"/>
                      <a:pt x="198" y="128"/>
                    </a:cubicBezTo>
                    <a:cubicBezTo>
                      <a:pt x="198" y="168"/>
                      <a:pt x="170" y="195"/>
                      <a:pt x="133" y="195"/>
                    </a:cubicBezTo>
                    <a:cubicBezTo>
                      <a:pt x="95" y="195"/>
                      <a:pt x="68" y="168"/>
                      <a:pt x="68" y="128"/>
                    </a:cubicBezTo>
                    <a:cubicBezTo>
                      <a:pt x="68" y="88"/>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1" name="Freeform 56">
                <a:extLst>
                  <a:ext uri="{FF2B5EF4-FFF2-40B4-BE49-F238E27FC236}">
                    <a16:creationId xmlns:a16="http://schemas.microsoft.com/office/drawing/2014/main" id="{1F0A4A3F-E5AA-8A8C-0549-400984144100}"/>
                  </a:ext>
                </a:extLst>
              </p:cNvPr>
              <p:cNvSpPr>
                <a:spLocks noChangeArrowheads="1"/>
              </p:cNvSpPr>
              <p:nvPr/>
            </p:nvSpPr>
            <p:spPr bwMode="auto">
              <a:xfrm>
                <a:off x="4579938" y="2657475"/>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2" name="Freeform 57">
                <a:extLst>
                  <a:ext uri="{FF2B5EF4-FFF2-40B4-BE49-F238E27FC236}">
                    <a16:creationId xmlns:a16="http://schemas.microsoft.com/office/drawing/2014/main" id="{5DAC6E54-8044-7107-C4E9-AB61D5BA2B9C}"/>
                  </a:ext>
                </a:extLst>
              </p:cNvPr>
              <p:cNvSpPr>
                <a:spLocks noChangeArrowheads="1"/>
              </p:cNvSpPr>
              <p:nvPr/>
            </p:nvSpPr>
            <p:spPr bwMode="auto">
              <a:xfrm>
                <a:off x="4240213" y="2657475"/>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0"/>
                      <a:pt x="76" y="77"/>
                    </a:cubicBezTo>
                    <a:cubicBezTo>
                      <a:pt x="76" y="63"/>
                      <a:pt x="88" y="55"/>
                      <a:pt x="113" y="56"/>
                    </a:cubicBezTo>
                    <a:cubicBezTo>
                      <a:pt x="138" y="56"/>
                      <a:pt x="163" y="64"/>
                      <a:pt x="182" y="71"/>
                    </a:cubicBezTo>
                    <a:cubicBezTo>
                      <a:pt x="195" y="76"/>
                      <a:pt x="210" y="70"/>
                      <a:pt x="216" y="57"/>
                    </a:cubicBezTo>
                    <a:lnTo>
                      <a:pt x="228" y="30"/>
                    </a:lnTo>
                    <a:cubicBezTo>
                      <a:pt x="196" y="13"/>
                      <a:pt x="158" y="3"/>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89" name="Freeform 58">
              <a:extLst>
                <a:ext uri="{FF2B5EF4-FFF2-40B4-BE49-F238E27FC236}">
                  <a16:creationId xmlns:a16="http://schemas.microsoft.com/office/drawing/2014/main" id="{E09C8F85-4515-9887-A05D-95CA5C450333}"/>
                </a:ext>
              </a:extLst>
            </p:cNvPr>
            <p:cNvSpPr>
              <a:spLocks noChangeArrowheads="1"/>
            </p:cNvSpPr>
            <p:nvPr/>
          </p:nvSpPr>
          <p:spPr bwMode="auto">
            <a:xfrm>
              <a:off x="4860925" y="260032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90" name="Group 89">
              <a:extLst>
                <a:ext uri="{FF2B5EF4-FFF2-40B4-BE49-F238E27FC236}">
                  <a16:creationId xmlns:a16="http://schemas.microsoft.com/office/drawing/2014/main" id="{5315B398-3BC2-45CF-2011-F30AF3656E21}"/>
                </a:ext>
              </a:extLst>
            </p:cNvPr>
            <p:cNvGrpSpPr/>
            <p:nvPr/>
          </p:nvGrpSpPr>
          <p:grpSpPr>
            <a:xfrm>
              <a:off x="5002213" y="2622550"/>
              <a:ext cx="447675" cy="130175"/>
              <a:chOff x="5002213" y="2622550"/>
              <a:chExt cx="447675" cy="130175"/>
            </a:xfrm>
            <a:grpFill/>
          </p:grpSpPr>
          <p:sp>
            <p:nvSpPr>
              <p:cNvPr id="91" name="Freeform 59">
                <a:extLst>
                  <a:ext uri="{FF2B5EF4-FFF2-40B4-BE49-F238E27FC236}">
                    <a16:creationId xmlns:a16="http://schemas.microsoft.com/office/drawing/2014/main" id="{003D250D-6304-AA2B-80E7-CC0433DB7D3A}"/>
                  </a:ext>
                </a:extLst>
              </p:cNvPr>
              <p:cNvSpPr>
                <a:spLocks noChangeArrowheads="1"/>
              </p:cNvSpPr>
              <p:nvPr/>
            </p:nvSpPr>
            <p:spPr bwMode="auto">
              <a:xfrm>
                <a:off x="5429250" y="2635250"/>
                <a:ext cx="20638" cy="20638"/>
              </a:xfrm>
              <a:custGeom>
                <a:avLst/>
                <a:gdLst>
                  <a:gd name="T0" fmla="*/ 56 w 57"/>
                  <a:gd name="T1" fmla="*/ 28 h 57"/>
                  <a:gd name="T2" fmla="*/ 52 w 57"/>
                  <a:gd name="T3" fmla="*/ 42 h 57"/>
                  <a:gd name="T4" fmla="*/ 42 w 57"/>
                  <a:gd name="T5" fmla="*/ 52 h 57"/>
                  <a:gd name="T6" fmla="*/ 28 w 57"/>
                  <a:gd name="T7" fmla="*/ 56 h 57"/>
                  <a:gd name="T8" fmla="*/ 14 w 57"/>
                  <a:gd name="T9" fmla="*/ 52 h 57"/>
                  <a:gd name="T10" fmla="*/ 4 w 57"/>
                  <a:gd name="T11" fmla="*/ 42 h 57"/>
                  <a:gd name="T12" fmla="*/ 0 w 57"/>
                  <a:gd name="T13" fmla="*/ 28 h 57"/>
                  <a:gd name="T14" fmla="*/ 4 w 57"/>
                  <a:gd name="T15" fmla="*/ 14 h 57"/>
                  <a:gd name="T16" fmla="*/ 14 w 57"/>
                  <a:gd name="T17" fmla="*/ 4 h 57"/>
                  <a:gd name="T18" fmla="*/ 28 w 57"/>
                  <a:gd name="T19" fmla="*/ 0 h 57"/>
                  <a:gd name="T20" fmla="*/ 42 w 57"/>
                  <a:gd name="T21" fmla="*/ 4 h 57"/>
                  <a:gd name="T22" fmla="*/ 52 w 57"/>
                  <a:gd name="T23" fmla="*/ 14 h 57"/>
                  <a:gd name="T24" fmla="*/ 56 w 57"/>
                  <a:gd name="T25"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57">
                    <a:moveTo>
                      <a:pt x="56" y="28"/>
                    </a:moveTo>
                    <a:cubicBezTo>
                      <a:pt x="56" y="33"/>
                      <a:pt x="55" y="38"/>
                      <a:pt x="52" y="42"/>
                    </a:cubicBezTo>
                    <a:cubicBezTo>
                      <a:pt x="49" y="46"/>
                      <a:pt x="47" y="49"/>
                      <a:pt x="42" y="52"/>
                    </a:cubicBezTo>
                    <a:cubicBezTo>
                      <a:pt x="38" y="54"/>
                      <a:pt x="33" y="56"/>
                      <a:pt x="28" y="56"/>
                    </a:cubicBezTo>
                    <a:cubicBezTo>
                      <a:pt x="23" y="56"/>
                      <a:pt x="18" y="54"/>
                      <a:pt x="14" y="52"/>
                    </a:cubicBezTo>
                    <a:cubicBezTo>
                      <a:pt x="10" y="49"/>
                      <a:pt x="7" y="46"/>
                      <a:pt x="4" y="42"/>
                    </a:cubicBezTo>
                    <a:cubicBezTo>
                      <a:pt x="2" y="38"/>
                      <a:pt x="0" y="33"/>
                      <a:pt x="0" y="28"/>
                    </a:cubicBezTo>
                    <a:cubicBezTo>
                      <a:pt x="0" y="23"/>
                      <a:pt x="2" y="18"/>
                      <a:pt x="4" y="14"/>
                    </a:cubicBezTo>
                    <a:cubicBezTo>
                      <a:pt x="7" y="9"/>
                      <a:pt x="10" y="7"/>
                      <a:pt x="14" y="4"/>
                    </a:cubicBezTo>
                    <a:cubicBezTo>
                      <a:pt x="18" y="1"/>
                      <a:pt x="23" y="0"/>
                      <a:pt x="28" y="0"/>
                    </a:cubicBezTo>
                    <a:cubicBezTo>
                      <a:pt x="33" y="0"/>
                      <a:pt x="38" y="1"/>
                      <a:pt x="42" y="4"/>
                    </a:cubicBezTo>
                    <a:cubicBezTo>
                      <a:pt x="47" y="7"/>
                      <a:pt x="49" y="9"/>
                      <a:pt x="52" y="14"/>
                    </a:cubicBezTo>
                    <a:cubicBezTo>
                      <a:pt x="55" y="18"/>
                      <a:pt x="56" y="23"/>
                      <a:pt x="56" y="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2" name="Freeform 60">
                <a:extLst>
                  <a:ext uri="{FF2B5EF4-FFF2-40B4-BE49-F238E27FC236}">
                    <a16:creationId xmlns:a16="http://schemas.microsoft.com/office/drawing/2014/main" id="{09CCF1D4-B64F-3679-91DB-A68534E5ED87}"/>
                  </a:ext>
                </a:extLst>
              </p:cNvPr>
              <p:cNvSpPr>
                <a:spLocks noChangeArrowheads="1"/>
              </p:cNvSpPr>
              <p:nvPr/>
            </p:nvSpPr>
            <p:spPr bwMode="auto">
              <a:xfrm>
                <a:off x="5100638" y="2670175"/>
                <a:ext cx="84137" cy="82550"/>
              </a:xfrm>
              <a:custGeom>
                <a:avLst/>
                <a:gdLst>
                  <a:gd name="T0" fmla="*/ 117 w 234"/>
                  <a:gd name="T1" fmla="*/ 0 h 230"/>
                  <a:gd name="T2" fmla="*/ 233 w 234"/>
                  <a:gd name="T3" fmla="*/ 114 h 230"/>
                  <a:gd name="T4" fmla="*/ 117 w 234"/>
                  <a:gd name="T5" fmla="*/ 229 h 230"/>
                  <a:gd name="T6" fmla="*/ 0 w 234"/>
                  <a:gd name="T7" fmla="*/ 114 h 230"/>
                  <a:gd name="T8" fmla="*/ 117 w 234"/>
                  <a:gd name="T9" fmla="*/ 0 h 230"/>
                  <a:gd name="T10" fmla="*/ 117 w 234"/>
                  <a:gd name="T11" fmla="*/ 185 h 230"/>
                  <a:gd name="T12" fmla="*/ 187 w 234"/>
                  <a:gd name="T13" fmla="*/ 113 h 230"/>
                  <a:gd name="T14" fmla="*/ 117 w 234"/>
                  <a:gd name="T15" fmla="*/ 41 h 230"/>
                  <a:gd name="T16" fmla="*/ 46 w 234"/>
                  <a:gd name="T17" fmla="*/ 113 h 230"/>
                  <a:gd name="T18" fmla="*/ 117 w 234"/>
                  <a:gd name="T19" fmla="*/ 18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0">
                    <a:moveTo>
                      <a:pt x="117" y="0"/>
                    </a:moveTo>
                    <a:cubicBezTo>
                      <a:pt x="183" y="0"/>
                      <a:pt x="233" y="50"/>
                      <a:pt x="233" y="114"/>
                    </a:cubicBezTo>
                    <a:cubicBezTo>
                      <a:pt x="233" y="178"/>
                      <a:pt x="184" y="229"/>
                      <a:pt x="117" y="229"/>
                    </a:cubicBezTo>
                    <a:cubicBezTo>
                      <a:pt x="50" y="229"/>
                      <a:pt x="0" y="178"/>
                      <a:pt x="0" y="114"/>
                    </a:cubicBezTo>
                    <a:cubicBezTo>
                      <a:pt x="0" y="50"/>
                      <a:pt x="49" y="0"/>
                      <a:pt x="117" y="0"/>
                    </a:cubicBezTo>
                    <a:close/>
                    <a:moveTo>
                      <a:pt x="117" y="185"/>
                    </a:moveTo>
                    <a:cubicBezTo>
                      <a:pt x="158" y="185"/>
                      <a:pt x="187" y="154"/>
                      <a:pt x="187" y="113"/>
                    </a:cubicBezTo>
                    <a:cubicBezTo>
                      <a:pt x="187" y="72"/>
                      <a:pt x="157" y="41"/>
                      <a:pt x="117" y="41"/>
                    </a:cubicBezTo>
                    <a:cubicBezTo>
                      <a:pt x="75" y="41"/>
                      <a:pt x="46" y="72"/>
                      <a:pt x="46" y="113"/>
                    </a:cubicBezTo>
                    <a:cubicBezTo>
                      <a:pt x="46" y="154"/>
                      <a:pt x="75" y="185"/>
                      <a:pt x="117" y="185"/>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3" name="Freeform 61">
                <a:extLst>
                  <a:ext uri="{FF2B5EF4-FFF2-40B4-BE49-F238E27FC236}">
                    <a16:creationId xmlns:a16="http://schemas.microsoft.com/office/drawing/2014/main" id="{BEDFE689-AC60-E0D2-115B-A500BE3FC77E}"/>
                  </a:ext>
                </a:extLst>
              </p:cNvPr>
              <p:cNvSpPr>
                <a:spLocks noChangeArrowheads="1"/>
              </p:cNvSpPr>
              <p:nvPr/>
            </p:nvSpPr>
            <p:spPr bwMode="auto">
              <a:xfrm>
                <a:off x="5192713" y="2670175"/>
                <a:ext cx="84137" cy="82550"/>
              </a:xfrm>
              <a:custGeom>
                <a:avLst/>
                <a:gdLst>
                  <a:gd name="T0" fmla="*/ 117 w 234"/>
                  <a:gd name="T1" fmla="*/ 0 h 230"/>
                  <a:gd name="T2" fmla="*/ 233 w 234"/>
                  <a:gd name="T3" fmla="*/ 114 h 230"/>
                  <a:gd name="T4" fmla="*/ 117 w 234"/>
                  <a:gd name="T5" fmla="*/ 229 h 230"/>
                  <a:gd name="T6" fmla="*/ 0 w 234"/>
                  <a:gd name="T7" fmla="*/ 114 h 230"/>
                  <a:gd name="T8" fmla="*/ 117 w 234"/>
                  <a:gd name="T9" fmla="*/ 0 h 230"/>
                  <a:gd name="T10" fmla="*/ 117 w 234"/>
                  <a:gd name="T11" fmla="*/ 185 h 230"/>
                  <a:gd name="T12" fmla="*/ 187 w 234"/>
                  <a:gd name="T13" fmla="*/ 113 h 230"/>
                  <a:gd name="T14" fmla="*/ 117 w 234"/>
                  <a:gd name="T15" fmla="*/ 41 h 230"/>
                  <a:gd name="T16" fmla="*/ 46 w 234"/>
                  <a:gd name="T17" fmla="*/ 113 h 230"/>
                  <a:gd name="T18" fmla="*/ 117 w 234"/>
                  <a:gd name="T19" fmla="*/ 18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0">
                    <a:moveTo>
                      <a:pt x="117" y="0"/>
                    </a:moveTo>
                    <a:cubicBezTo>
                      <a:pt x="183" y="0"/>
                      <a:pt x="233" y="50"/>
                      <a:pt x="233" y="114"/>
                    </a:cubicBezTo>
                    <a:cubicBezTo>
                      <a:pt x="233" y="178"/>
                      <a:pt x="184" y="229"/>
                      <a:pt x="117" y="229"/>
                    </a:cubicBezTo>
                    <a:cubicBezTo>
                      <a:pt x="50" y="229"/>
                      <a:pt x="0" y="178"/>
                      <a:pt x="0" y="114"/>
                    </a:cubicBezTo>
                    <a:cubicBezTo>
                      <a:pt x="0" y="50"/>
                      <a:pt x="50" y="0"/>
                      <a:pt x="117" y="0"/>
                    </a:cubicBezTo>
                    <a:close/>
                    <a:moveTo>
                      <a:pt x="117" y="185"/>
                    </a:moveTo>
                    <a:cubicBezTo>
                      <a:pt x="158" y="185"/>
                      <a:pt x="187" y="154"/>
                      <a:pt x="187" y="113"/>
                    </a:cubicBezTo>
                    <a:cubicBezTo>
                      <a:pt x="187" y="72"/>
                      <a:pt x="157" y="41"/>
                      <a:pt x="117" y="41"/>
                    </a:cubicBezTo>
                    <a:cubicBezTo>
                      <a:pt x="75" y="41"/>
                      <a:pt x="46" y="72"/>
                      <a:pt x="46" y="113"/>
                    </a:cubicBezTo>
                    <a:cubicBezTo>
                      <a:pt x="46" y="154"/>
                      <a:pt x="75" y="185"/>
                      <a:pt x="117" y="185"/>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4" name="Freeform 62">
                <a:extLst>
                  <a:ext uri="{FF2B5EF4-FFF2-40B4-BE49-F238E27FC236}">
                    <a16:creationId xmlns:a16="http://schemas.microsoft.com/office/drawing/2014/main" id="{41957655-4E3C-F36D-55C3-999126A95A7D}"/>
                  </a:ext>
                </a:extLst>
              </p:cNvPr>
              <p:cNvSpPr>
                <a:spLocks noChangeArrowheads="1"/>
              </p:cNvSpPr>
              <p:nvPr/>
            </p:nvSpPr>
            <p:spPr bwMode="auto">
              <a:xfrm>
                <a:off x="5430838" y="2668588"/>
                <a:ext cx="17462" cy="80962"/>
              </a:xfrm>
              <a:custGeom>
                <a:avLst/>
                <a:gdLst>
                  <a:gd name="T0" fmla="*/ 0 w 47"/>
                  <a:gd name="T1" fmla="*/ 220 h 226"/>
                  <a:gd name="T2" fmla="*/ 0 w 47"/>
                  <a:gd name="T3" fmla="*/ 6 h 226"/>
                  <a:gd name="T4" fmla="*/ 6 w 47"/>
                  <a:gd name="T5" fmla="*/ 0 h 226"/>
                  <a:gd name="T6" fmla="*/ 41 w 47"/>
                  <a:gd name="T7" fmla="*/ 0 h 226"/>
                  <a:gd name="T8" fmla="*/ 46 w 47"/>
                  <a:gd name="T9" fmla="*/ 6 h 226"/>
                  <a:gd name="T10" fmla="*/ 46 w 47"/>
                  <a:gd name="T11" fmla="*/ 220 h 226"/>
                  <a:gd name="T12" fmla="*/ 41 w 47"/>
                  <a:gd name="T13" fmla="*/ 225 h 226"/>
                  <a:gd name="T14" fmla="*/ 6 w 47"/>
                  <a:gd name="T15" fmla="*/ 225 h 226"/>
                  <a:gd name="T16" fmla="*/ 0 w 47"/>
                  <a:gd name="T17" fmla="*/ 22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226">
                    <a:moveTo>
                      <a:pt x="0" y="220"/>
                    </a:moveTo>
                    <a:lnTo>
                      <a:pt x="0" y="6"/>
                    </a:lnTo>
                    <a:cubicBezTo>
                      <a:pt x="0" y="3"/>
                      <a:pt x="3" y="0"/>
                      <a:pt x="6" y="0"/>
                    </a:cubicBezTo>
                    <a:lnTo>
                      <a:pt x="41" y="0"/>
                    </a:lnTo>
                    <a:cubicBezTo>
                      <a:pt x="44" y="0"/>
                      <a:pt x="46" y="3"/>
                      <a:pt x="46" y="6"/>
                    </a:cubicBezTo>
                    <a:lnTo>
                      <a:pt x="46" y="220"/>
                    </a:lnTo>
                    <a:cubicBezTo>
                      <a:pt x="46" y="223"/>
                      <a:pt x="44" y="225"/>
                      <a:pt x="41" y="225"/>
                    </a:cubicBezTo>
                    <a:lnTo>
                      <a:pt x="6" y="225"/>
                    </a:lnTo>
                    <a:cubicBezTo>
                      <a:pt x="4" y="225"/>
                      <a:pt x="0" y="222"/>
                      <a:pt x="0" y="22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5" name="Freeform 63">
                <a:extLst>
                  <a:ext uri="{FF2B5EF4-FFF2-40B4-BE49-F238E27FC236}">
                    <a16:creationId xmlns:a16="http://schemas.microsoft.com/office/drawing/2014/main" id="{0D6EA8D0-F3AA-3F40-0676-453EC5C97ED1}"/>
                  </a:ext>
                </a:extLst>
              </p:cNvPr>
              <p:cNvSpPr>
                <a:spLocks noChangeArrowheads="1"/>
              </p:cNvSpPr>
              <p:nvPr/>
            </p:nvSpPr>
            <p:spPr bwMode="auto">
              <a:xfrm>
                <a:off x="5287963" y="2665413"/>
                <a:ext cx="130175" cy="84137"/>
              </a:xfrm>
              <a:custGeom>
                <a:avLst/>
                <a:gdLst>
                  <a:gd name="T0" fmla="*/ 268 w 360"/>
                  <a:gd name="T1" fmla="*/ 10 h 234"/>
                  <a:gd name="T2" fmla="*/ 190 w 360"/>
                  <a:gd name="T3" fmla="*/ 50 h 234"/>
                  <a:gd name="T4" fmla="*/ 111 w 360"/>
                  <a:gd name="T5" fmla="*/ 10 h 234"/>
                  <a:gd name="T6" fmla="*/ 45 w 360"/>
                  <a:gd name="T7" fmla="*/ 42 h 234"/>
                  <a:gd name="T8" fmla="*/ 45 w 360"/>
                  <a:gd name="T9" fmla="*/ 6 h 234"/>
                  <a:gd name="T10" fmla="*/ 38 w 360"/>
                  <a:gd name="T11" fmla="*/ 2 h 234"/>
                  <a:gd name="T12" fmla="*/ 1 w 360"/>
                  <a:gd name="T13" fmla="*/ 23 h 234"/>
                  <a:gd name="T14" fmla="*/ 0 w 360"/>
                  <a:gd name="T15" fmla="*/ 26 h 234"/>
                  <a:gd name="T16" fmla="*/ 0 w 360"/>
                  <a:gd name="T17" fmla="*/ 228 h 234"/>
                  <a:gd name="T18" fmla="*/ 6 w 360"/>
                  <a:gd name="T19" fmla="*/ 233 h 234"/>
                  <a:gd name="T20" fmla="*/ 41 w 360"/>
                  <a:gd name="T21" fmla="*/ 233 h 234"/>
                  <a:gd name="T22" fmla="*/ 46 w 360"/>
                  <a:gd name="T23" fmla="*/ 228 h 234"/>
                  <a:gd name="T24" fmla="*/ 46 w 360"/>
                  <a:gd name="T25" fmla="*/ 109 h 234"/>
                  <a:gd name="T26" fmla="*/ 105 w 360"/>
                  <a:gd name="T27" fmla="*/ 52 h 234"/>
                  <a:gd name="T28" fmla="*/ 156 w 360"/>
                  <a:gd name="T29" fmla="*/ 109 h 234"/>
                  <a:gd name="T30" fmla="*/ 156 w 360"/>
                  <a:gd name="T31" fmla="*/ 228 h 234"/>
                  <a:gd name="T32" fmla="*/ 162 w 360"/>
                  <a:gd name="T33" fmla="*/ 233 h 234"/>
                  <a:gd name="T34" fmla="*/ 197 w 360"/>
                  <a:gd name="T35" fmla="*/ 233 h 234"/>
                  <a:gd name="T36" fmla="*/ 202 w 360"/>
                  <a:gd name="T37" fmla="*/ 228 h 234"/>
                  <a:gd name="T38" fmla="*/ 202 w 360"/>
                  <a:gd name="T39" fmla="*/ 107 h 234"/>
                  <a:gd name="T40" fmla="*/ 261 w 360"/>
                  <a:gd name="T41" fmla="*/ 52 h 234"/>
                  <a:gd name="T42" fmla="*/ 313 w 360"/>
                  <a:gd name="T43" fmla="*/ 109 h 234"/>
                  <a:gd name="T44" fmla="*/ 313 w 360"/>
                  <a:gd name="T45" fmla="*/ 228 h 234"/>
                  <a:gd name="T46" fmla="*/ 318 w 360"/>
                  <a:gd name="T47" fmla="*/ 233 h 234"/>
                  <a:gd name="T48" fmla="*/ 353 w 360"/>
                  <a:gd name="T49" fmla="*/ 233 h 234"/>
                  <a:gd name="T50" fmla="*/ 359 w 360"/>
                  <a:gd name="T51" fmla="*/ 228 h 234"/>
                  <a:gd name="T52" fmla="*/ 359 w 360"/>
                  <a:gd name="T53" fmla="*/ 99 h 234"/>
                  <a:gd name="T54" fmla="*/ 268 w 360"/>
                  <a:gd name="T55" fmla="*/ 1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0" h="234">
                    <a:moveTo>
                      <a:pt x="268" y="10"/>
                    </a:moveTo>
                    <a:cubicBezTo>
                      <a:pt x="230" y="10"/>
                      <a:pt x="202" y="29"/>
                      <a:pt x="190" y="50"/>
                    </a:cubicBezTo>
                    <a:cubicBezTo>
                      <a:pt x="176" y="24"/>
                      <a:pt x="149" y="10"/>
                      <a:pt x="111" y="10"/>
                    </a:cubicBezTo>
                    <a:cubicBezTo>
                      <a:pt x="73" y="10"/>
                      <a:pt x="53" y="31"/>
                      <a:pt x="45" y="42"/>
                    </a:cubicBezTo>
                    <a:lnTo>
                      <a:pt x="45" y="6"/>
                    </a:lnTo>
                    <a:cubicBezTo>
                      <a:pt x="45" y="2"/>
                      <a:pt x="41" y="0"/>
                      <a:pt x="38" y="2"/>
                    </a:cubicBezTo>
                    <a:lnTo>
                      <a:pt x="1" y="23"/>
                    </a:lnTo>
                    <a:cubicBezTo>
                      <a:pt x="0" y="23"/>
                      <a:pt x="0" y="24"/>
                      <a:pt x="0" y="26"/>
                    </a:cubicBezTo>
                    <a:lnTo>
                      <a:pt x="0" y="228"/>
                    </a:lnTo>
                    <a:cubicBezTo>
                      <a:pt x="0" y="231"/>
                      <a:pt x="2" y="233"/>
                      <a:pt x="6" y="233"/>
                    </a:cubicBezTo>
                    <a:lnTo>
                      <a:pt x="41" y="233"/>
                    </a:lnTo>
                    <a:cubicBezTo>
                      <a:pt x="44" y="233"/>
                      <a:pt x="46" y="231"/>
                      <a:pt x="46" y="228"/>
                    </a:cubicBezTo>
                    <a:lnTo>
                      <a:pt x="46" y="109"/>
                    </a:lnTo>
                    <a:cubicBezTo>
                      <a:pt x="46" y="73"/>
                      <a:pt x="73" y="52"/>
                      <a:pt x="105" y="52"/>
                    </a:cubicBezTo>
                    <a:cubicBezTo>
                      <a:pt x="137" y="52"/>
                      <a:pt x="156" y="74"/>
                      <a:pt x="156" y="109"/>
                    </a:cubicBezTo>
                    <a:lnTo>
                      <a:pt x="156" y="228"/>
                    </a:lnTo>
                    <a:cubicBezTo>
                      <a:pt x="156" y="231"/>
                      <a:pt x="159" y="233"/>
                      <a:pt x="162" y="233"/>
                    </a:cubicBezTo>
                    <a:lnTo>
                      <a:pt x="197" y="233"/>
                    </a:lnTo>
                    <a:cubicBezTo>
                      <a:pt x="200" y="233"/>
                      <a:pt x="202" y="231"/>
                      <a:pt x="202" y="228"/>
                    </a:cubicBezTo>
                    <a:lnTo>
                      <a:pt x="202" y="107"/>
                    </a:lnTo>
                    <a:cubicBezTo>
                      <a:pt x="204" y="73"/>
                      <a:pt x="230" y="52"/>
                      <a:pt x="261" y="52"/>
                    </a:cubicBezTo>
                    <a:cubicBezTo>
                      <a:pt x="293" y="52"/>
                      <a:pt x="313" y="74"/>
                      <a:pt x="313" y="109"/>
                    </a:cubicBezTo>
                    <a:lnTo>
                      <a:pt x="313" y="228"/>
                    </a:lnTo>
                    <a:cubicBezTo>
                      <a:pt x="313" y="231"/>
                      <a:pt x="315" y="233"/>
                      <a:pt x="318" y="233"/>
                    </a:cubicBezTo>
                    <a:lnTo>
                      <a:pt x="353" y="233"/>
                    </a:lnTo>
                    <a:cubicBezTo>
                      <a:pt x="357" y="233"/>
                      <a:pt x="359" y="231"/>
                      <a:pt x="359" y="228"/>
                    </a:cubicBezTo>
                    <a:lnTo>
                      <a:pt x="359" y="99"/>
                    </a:lnTo>
                    <a:cubicBezTo>
                      <a:pt x="358" y="47"/>
                      <a:pt x="327" y="10"/>
                      <a:pt x="268"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6" name="Freeform 64">
                <a:extLst>
                  <a:ext uri="{FF2B5EF4-FFF2-40B4-BE49-F238E27FC236}">
                    <a16:creationId xmlns:a16="http://schemas.microsoft.com/office/drawing/2014/main" id="{C5B281CF-F504-1D9E-AE54-7DD566B636B1}"/>
                  </a:ext>
                </a:extLst>
              </p:cNvPr>
              <p:cNvSpPr>
                <a:spLocks noChangeArrowheads="1"/>
              </p:cNvSpPr>
              <p:nvPr/>
            </p:nvSpPr>
            <p:spPr bwMode="auto">
              <a:xfrm>
                <a:off x="5002213" y="2622550"/>
                <a:ext cx="87312" cy="128588"/>
              </a:xfrm>
              <a:custGeom>
                <a:avLst/>
                <a:gdLst>
                  <a:gd name="T0" fmla="*/ 125 w 243"/>
                  <a:gd name="T1" fmla="*/ 128 h 357"/>
                  <a:gd name="T2" fmla="*/ 45 w 243"/>
                  <a:gd name="T3" fmla="*/ 159 h 357"/>
                  <a:gd name="T4" fmla="*/ 45 w 243"/>
                  <a:gd name="T5" fmla="*/ 7 h 357"/>
                  <a:gd name="T6" fmla="*/ 38 w 243"/>
                  <a:gd name="T7" fmla="*/ 2 h 357"/>
                  <a:gd name="T8" fmla="*/ 1 w 243"/>
                  <a:gd name="T9" fmla="*/ 24 h 357"/>
                  <a:gd name="T10" fmla="*/ 0 w 243"/>
                  <a:gd name="T11" fmla="*/ 26 h 357"/>
                  <a:gd name="T12" fmla="*/ 0 w 243"/>
                  <a:gd name="T13" fmla="*/ 346 h 357"/>
                  <a:gd name="T14" fmla="*/ 6 w 243"/>
                  <a:gd name="T15" fmla="*/ 351 h 357"/>
                  <a:gd name="T16" fmla="*/ 41 w 243"/>
                  <a:gd name="T17" fmla="*/ 351 h 357"/>
                  <a:gd name="T18" fmla="*/ 46 w 243"/>
                  <a:gd name="T19" fmla="*/ 346 h 357"/>
                  <a:gd name="T20" fmla="*/ 46 w 243"/>
                  <a:gd name="T21" fmla="*/ 324 h 357"/>
                  <a:gd name="T22" fmla="*/ 126 w 243"/>
                  <a:gd name="T23" fmla="*/ 356 h 357"/>
                  <a:gd name="T24" fmla="*/ 242 w 243"/>
                  <a:gd name="T25" fmla="*/ 241 h 357"/>
                  <a:gd name="T26" fmla="*/ 125 w 243"/>
                  <a:gd name="T27" fmla="*/ 128 h 357"/>
                  <a:gd name="T28" fmla="*/ 125 w 243"/>
                  <a:gd name="T29" fmla="*/ 313 h 357"/>
                  <a:gd name="T30" fmla="*/ 55 w 243"/>
                  <a:gd name="T31" fmla="*/ 241 h 357"/>
                  <a:gd name="T32" fmla="*/ 125 w 243"/>
                  <a:gd name="T33" fmla="*/ 169 h 357"/>
                  <a:gd name="T34" fmla="*/ 196 w 243"/>
                  <a:gd name="T35" fmla="*/ 241 h 357"/>
                  <a:gd name="T36" fmla="*/ 125 w 243"/>
                  <a:gd name="T37" fmla="*/ 313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3" h="357">
                    <a:moveTo>
                      <a:pt x="125" y="128"/>
                    </a:moveTo>
                    <a:cubicBezTo>
                      <a:pt x="93" y="128"/>
                      <a:pt x="65" y="139"/>
                      <a:pt x="45" y="159"/>
                    </a:cubicBezTo>
                    <a:lnTo>
                      <a:pt x="45" y="7"/>
                    </a:lnTo>
                    <a:cubicBezTo>
                      <a:pt x="45" y="2"/>
                      <a:pt x="41" y="0"/>
                      <a:pt x="38" y="2"/>
                    </a:cubicBezTo>
                    <a:lnTo>
                      <a:pt x="1" y="24"/>
                    </a:lnTo>
                    <a:cubicBezTo>
                      <a:pt x="0" y="24"/>
                      <a:pt x="0" y="25"/>
                      <a:pt x="0" y="26"/>
                    </a:cubicBezTo>
                    <a:lnTo>
                      <a:pt x="0" y="346"/>
                    </a:lnTo>
                    <a:cubicBezTo>
                      <a:pt x="0" y="349"/>
                      <a:pt x="2" y="351"/>
                      <a:pt x="6" y="351"/>
                    </a:cubicBezTo>
                    <a:lnTo>
                      <a:pt x="41" y="351"/>
                    </a:lnTo>
                    <a:cubicBezTo>
                      <a:pt x="44" y="351"/>
                      <a:pt x="46" y="349"/>
                      <a:pt x="46" y="346"/>
                    </a:cubicBezTo>
                    <a:lnTo>
                      <a:pt x="46" y="324"/>
                    </a:lnTo>
                    <a:cubicBezTo>
                      <a:pt x="67" y="344"/>
                      <a:pt x="95" y="356"/>
                      <a:pt x="126" y="356"/>
                    </a:cubicBezTo>
                    <a:cubicBezTo>
                      <a:pt x="193" y="356"/>
                      <a:pt x="242" y="305"/>
                      <a:pt x="242" y="241"/>
                    </a:cubicBezTo>
                    <a:cubicBezTo>
                      <a:pt x="242" y="177"/>
                      <a:pt x="192" y="128"/>
                      <a:pt x="125" y="128"/>
                    </a:cubicBezTo>
                    <a:close/>
                    <a:moveTo>
                      <a:pt x="125" y="313"/>
                    </a:moveTo>
                    <a:cubicBezTo>
                      <a:pt x="84" y="313"/>
                      <a:pt x="55" y="282"/>
                      <a:pt x="55" y="241"/>
                    </a:cubicBezTo>
                    <a:cubicBezTo>
                      <a:pt x="55" y="200"/>
                      <a:pt x="85" y="169"/>
                      <a:pt x="125" y="169"/>
                    </a:cubicBezTo>
                    <a:cubicBezTo>
                      <a:pt x="167" y="169"/>
                      <a:pt x="196" y="200"/>
                      <a:pt x="196" y="241"/>
                    </a:cubicBezTo>
                    <a:cubicBezTo>
                      <a:pt x="196" y="282"/>
                      <a:pt x="166" y="313"/>
                      <a:pt x="125" y="31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24" name="Group 123">
            <a:extLst>
              <a:ext uri="{FF2B5EF4-FFF2-40B4-BE49-F238E27FC236}">
                <a16:creationId xmlns:a16="http://schemas.microsoft.com/office/drawing/2014/main" id="{BF332F96-1A1D-0EED-5E1D-FB5F34EE9C37}"/>
              </a:ext>
            </a:extLst>
          </p:cNvPr>
          <p:cNvGrpSpPr/>
          <p:nvPr/>
        </p:nvGrpSpPr>
        <p:grpSpPr>
          <a:xfrm>
            <a:off x="4622814" y="3358533"/>
            <a:ext cx="1707003" cy="295913"/>
            <a:chOff x="4240213" y="3498850"/>
            <a:chExt cx="1108075" cy="192088"/>
          </a:xfrm>
          <a:solidFill>
            <a:schemeClr val="tx1"/>
          </a:solidFill>
        </p:grpSpPr>
        <p:grpSp>
          <p:nvGrpSpPr>
            <p:cNvPr id="125" name="Group 124">
              <a:extLst>
                <a:ext uri="{FF2B5EF4-FFF2-40B4-BE49-F238E27FC236}">
                  <a16:creationId xmlns:a16="http://schemas.microsoft.com/office/drawing/2014/main" id="{331A57C5-25E4-BC49-3201-21C46DFCF597}"/>
                </a:ext>
              </a:extLst>
            </p:cNvPr>
            <p:cNvGrpSpPr/>
            <p:nvPr/>
          </p:nvGrpSpPr>
          <p:grpSpPr>
            <a:xfrm>
              <a:off x="4240213" y="3525838"/>
              <a:ext cx="484187" cy="125412"/>
              <a:chOff x="4240213" y="3525838"/>
              <a:chExt cx="484187" cy="125412"/>
            </a:xfrm>
            <a:grpFill/>
          </p:grpSpPr>
          <p:sp>
            <p:nvSpPr>
              <p:cNvPr id="132" name="Freeform 169">
                <a:extLst>
                  <a:ext uri="{FF2B5EF4-FFF2-40B4-BE49-F238E27FC236}">
                    <a16:creationId xmlns:a16="http://schemas.microsoft.com/office/drawing/2014/main" id="{0F8F2FE6-E4A2-38A1-2662-A1751D94C970}"/>
                  </a:ext>
                </a:extLst>
              </p:cNvPr>
              <p:cNvSpPr>
                <a:spLocks noChangeArrowheads="1"/>
              </p:cNvSpPr>
              <p:nvPr/>
            </p:nvSpPr>
            <p:spPr bwMode="auto">
              <a:xfrm>
                <a:off x="4327525" y="35258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3" name="Freeform 170">
                <a:extLst>
                  <a:ext uri="{FF2B5EF4-FFF2-40B4-BE49-F238E27FC236}">
                    <a16:creationId xmlns:a16="http://schemas.microsoft.com/office/drawing/2014/main" id="{CE5864FC-C26A-07B0-7177-E3A907858E98}"/>
                  </a:ext>
                </a:extLst>
              </p:cNvPr>
              <p:cNvSpPr>
                <a:spLocks noChangeArrowheads="1"/>
              </p:cNvSpPr>
              <p:nvPr/>
            </p:nvSpPr>
            <p:spPr bwMode="auto">
              <a:xfrm>
                <a:off x="4354513" y="35575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6"/>
                      <a:pt x="69" y="129"/>
                    </a:cubicBezTo>
                    <a:cubicBezTo>
                      <a:pt x="69" y="91"/>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4" name="Freeform 171">
                <a:extLst>
                  <a:ext uri="{FF2B5EF4-FFF2-40B4-BE49-F238E27FC236}">
                    <a16:creationId xmlns:a16="http://schemas.microsoft.com/office/drawing/2014/main" id="{DAEE9E7F-C4A6-1349-FE6F-A58DA1C420ED}"/>
                  </a:ext>
                </a:extLst>
              </p:cNvPr>
              <p:cNvSpPr>
                <a:spLocks noChangeArrowheads="1"/>
              </p:cNvSpPr>
              <p:nvPr/>
            </p:nvSpPr>
            <p:spPr bwMode="auto">
              <a:xfrm>
                <a:off x="4454525" y="35258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5" name="Freeform 172">
                <a:extLst>
                  <a:ext uri="{FF2B5EF4-FFF2-40B4-BE49-F238E27FC236}">
                    <a16:creationId xmlns:a16="http://schemas.microsoft.com/office/drawing/2014/main" id="{A3F349F3-ED83-8E95-0134-37E4B128BE11}"/>
                  </a:ext>
                </a:extLst>
              </p:cNvPr>
              <p:cNvSpPr>
                <a:spLocks noChangeArrowheads="1"/>
              </p:cNvSpPr>
              <p:nvPr/>
            </p:nvSpPr>
            <p:spPr bwMode="auto">
              <a:xfrm>
                <a:off x="4481513" y="3557588"/>
                <a:ext cx="96837" cy="93662"/>
              </a:xfrm>
              <a:custGeom>
                <a:avLst/>
                <a:gdLst>
                  <a:gd name="T0" fmla="*/ 133 w 268"/>
                  <a:gd name="T1" fmla="*/ 258 h 259"/>
                  <a:gd name="T2" fmla="*/ 267 w 268"/>
                  <a:gd name="T3" fmla="*/ 130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6" name="Freeform 173">
                <a:extLst>
                  <a:ext uri="{FF2B5EF4-FFF2-40B4-BE49-F238E27FC236}">
                    <a16:creationId xmlns:a16="http://schemas.microsoft.com/office/drawing/2014/main" id="{A811E483-4497-6BE9-CB83-2D3FCF49D192}"/>
                  </a:ext>
                </a:extLst>
              </p:cNvPr>
              <p:cNvSpPr>
                <a:spLocks noChangeArrowheads="1"/>
              </p:cNvSpPr>
              <p:nvPr/>
            </p:nvSpPr>
            <p:spPr bwMode="auto">
              <a:xfrm>
                <a:off x="4579938" y="35575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0"/>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7" name="Freeform 174">
                <a:extLst>
                  <a:ext uri="{FF2B5EF4-FFF2-40B4-BE49-F238E27FC236}">
                    <a16:creationId xmlns:a16="http://schemas.microsoft.com/office/drawing/2014/main" id="{132EC9E6-C1EE-F280-D9AE-A77EFB0ECFC4}"/>
                  </a:ext>
                </a:extLst>
              </p:cNvPr>
              <p:cNvSpPr>
                <a:spLocks noChangeArrowheads="1"/>
              </p:cNvSpPr>
              <p:nvPr/>
            </p:nvSpPr>
            <p:spPr bwMode="auto">
              <a:xfrm>
                <a:off x="4240213" y="3557588"/>
                <a:ext cx="85725" cy="93662"/>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4"/>
                      <a:pt x="113" y="56"/>
                    </a:cubicBezTo>
                    <a:cubicBezTo>
                      <a:pt x="138" y="56"/>
                      <a:pt x="163" y="63"/>
                      <a:pt x="182" y="71"/>
                    </a:cubicBezTo>
                    <a:cubicBezTo>
                      <a:pt x="195" y="76"/>
                      <a:pt x="210" y="69"/>
                      <a:pt x="216" y="57"/>
                    </a:cubicBezTo>
                    <a:lnTo>
                      <a:pt x="228" y="30"/>
                    </a:lnTo>
                    <a:cubicBezTo>
                      <a:pt x="196" y="13"/>
                      <a:pt x="158" y="2"/>
                      <a:pt x="115" y="1"/>
                    </a:cubicBezTo>
                    <a:cubicBezTo>
                      <a:pt x="57" y="0"/>
                      <a:pt x="9" y="27"/>
                      <a:pt x="7" y="77"/>
                    </a:cubicBezTo>
                    <a:cubicBezTo>
                      <a:pt x="6" y="117"/>
                      <a:pt x="25" y="144"/>
                      <a:pt x="96" y="155"/>
                    </a:cubicBezTo>
                    <a:lnTo>
                      <a:pt x="111" y="157"/>
                    </a:lnTo>
                    <a:cubicBezTo>
                      <a:pt x="143" y="162"/>
                      <a:pt x="167" y="164"/>
                      <a:pt x="167" y="181"/>
                    </a:cubicBezTo>
                    <a:cubicBezTo>
                      <a:pt x="165" y="198"/>
                      <a:pt x="147" y="204"/>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26" name="Freeform 175">
              <a:extLst>
                <a:ext uri="{FF2B5EF4-FFF2-40B4-BE49-F238E27FC236}">
                  <a16:creationId xmlns:a16="http://schemas.microsoft.com/office/drawing/2014/main" id="{42FD9EB3-CC52-9267-877D-4A095061B77A}"/>
                </a:ext>
              </a:extLst>
            </p:cNvPr>
            <p:cNvSpPr>
              <a:spLocks noChangeArrowheads="1"/>
            </p:cNvSpPr>
            <p:nvPr/>
          </p:nvSpPr>
          <p:spPr bwMode="auto">
            <a:xfrm>
              <a:off x="4860925" y="349885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27" name="Group 126">
              <a:extLst>
                <a:ext uri="{FF2B5EF4-FFF2-40B4-BE49-F238E27FC236}">
                  <a16:creationId xmlns:a16="http://schemas.microsoft.com/office/drawing/2014/main" id="{AC72A0C3-C290-6F58-3450-1828050946E7}"/>
                </a:ext>
              </a:extLst>
            </p:cNvPr>
            <p:cNvGrpSpPr/>
            <p:nvPr/>
          </p:nvGrpSpPr>
          <p:grpSpPr>
            <a:xfrm>
              <a:off x="5002213" y="3498850"/>
              <a:ext cx="346075" cy="192088"/>
              <a:chOff x="5002213" y="3498850"/>
              <a:chExt cx="346075" cy="192088"/>
            </a:xfrm>
            <a:grpFill/>
          </p:grpSpPr>
          <p:sp>
            <p:nvSpPr>
              <p:cNvPr id="128" name="Freeform 176">
                <a:extLst>
                  <a:ext uri="{FF2B5EF4-FFF2-40B4-BE49-F238E27FC236}">
                    <a16:creationId xmlns:a16="http://schemas.microsoft.com/office/drawing/2014/main" id="{3C7D68C0-7B5A-5B33-0B69-EC615059A6DC}"/>
                  </a:ext>
                </a:extLst>
              </p:cNvPr>
              <p:cNvSpPr>
                <a:spLocks noChangeArrowheads="1"/>
              </p:cNvSpPr>
              <p:nvPr/>
            </p:nvSpPr>
            <p:spPr bwMode="auto">
              <a:xfrm>
                <a:off x="5054600" y="3649663"/>
                <a:ext cx="173038" cy="41275"/>
              </a:xfrm>
              <a:custGeom>
                <a:avLst/>
                <a:gdLst>
                  <a:gd name="T0" fmla="*/ 83 w 481"/>
                  <a:gd name="T1" fmla="*/ 112 h 113"/>
                  <a:gd name="T2" fmla="*/ 95 w 481"/>
                  <a:gd name="T3" fmla="*/ 112 h 113"/>
                  <a:gd name="T4" fmla="*/ 52 w 481"/>
                  <a:gd name="T5" fmla="*/ 0 h 113"/>
                  <a:gd name="T6" fmla="*/ 44 w 481"/>
                  <a:gd name="T7" fmla="*/ 0 h 113"/>
                  <a:gd name="T8" fmla="*/ 0 w 481"/>
                  <a:gd name="T9" fmla="*/ 112 h 113"/>
                  <a:gd name="T10" fmla="*/ 12 w 481"/>
                  <a:gd name="T11" fmla="*/ 112 h 113"/>
                  <a:gd name="T12" fmla="*/ 26 w 481"/>
                  <a:gd name="T13" fmla="*/ 77 h 113"/>
                  <a:gd name="T14" fmla="*/ 69 w 481"/>
                  <a:gd name="T15" fmla="*/ 77 h 113"/>
                  <a:gd name="T16" fmla="*/ 83 w 481"/>
                  <a:gd name="T17" fmla="*/ 112 h 113"/>
                  <a:gd name="T18" fmla="*/ 46 w 481"/>
                  <a:gd name="T19" fmla="*/ 28 h 113"/>
                  <a:gd name="T20" fmla="*/ 48 w 481"/>
                  <a:gd name="T21" fmla="*/ 22 h 113"/>
                  <a:gd name="T22" fmla="*/ 51 w 481"/>
                  <a:gd name="T23" fmla="*/ 28 h 113"/>
                  <a:gd name="T24" fmla="*/ 65 w 481"/>
                  <a:gd name="T25" fmla="*/ 65 h 113"/>
                  <a:gd name="T26" fmla="*/ 32 w 481"/>
                  <a:gd name="T27" fmla="*/ 65 h 113"/>
                  <a:gd name="T28" fmla="*/ 46 w 481"/>
                  <a:gd name="T29" fmla="*/ 28 h 113"/>
                  <a:gd name="T30" fmla="*/ 154 w 481"/>
                  <a:gd name="T31" fmla="*/ 112 h 113"/>
                  <a:gd name="T32" fmla="*/ 154 w 481"/>
                  <a:gd name="T33" fmla="*/ 14 h 113"/>
                  <a:gd name="T34" fmla="*/ 116 w 481"/>
                  <a:gd name="T35" fmla="*/ 14 h 113"/>
                  <a:gd name="T36" fmla="*/ 111 w 481"/>
                  <a:gd name="T37" fmla="*/ 2 h 113"/>
                  <a:gd name="T38" fmla="*/ 201 w 481"/>
                  <a:gd name="T39" fmla="*/ 2 h 113"/>
                  <a:gd name="T40" fmla="*/ 201 w 481"/>
                  <a:gd name="T41" fmla="*/ 14 h 113"/>
                  <a:gd name="T42" fmla="*/ 166 w 481"/>
                  <a:gd name="T43" fmla="*/ 14 h 113"/>
                  <a:gd name="T44" fmla="*/ 166 w 481"/>
                  <a:gd name="T45" fmla="*/ 112 h 113"/>
                  <a:gd name="T46" fmla="*/ 154 w 481"/>
                  <a:gd name="T47" fmla="*/ 112 h 113"/>
                  <a:gd name="T48" fmla="*/ 243 w 481"/>
                  <a:gd name="T49" fmla="*/ 2 h 113"/>
                  <a:gd name="T50" fmla="*/ 255 w 481"/>
                  <a:gd name="T51" fmla="*/ 2 h 113"/>
                  <a:gd name="T52" fmla="*/ 255 w 481"/>
                  <a:gd name="T53" fmla="*/ 112 h 113"/>
                  <a:gd name="T54" fmla="*/ 243 w 481"/>
                  <a:gd name="T55" fmla="*/ 112 h 113"/>
                  <a:gd name="T56" fmla="*/ 243 w 481"/>
                  <a:gd name="T57" fmla="*/ 2 h 113"/>
                  <a:gd name="T58" fmla="*/ 322 w 481"/>
                  <a:gd name="T59" fmla="*/ 102 h 113"/>
                  <a:gd name="T60" fmla="*/ 373 w 481"/>
                  <a:gd name="T61" fmla="*/ 102 h 113"/>
                  <a:gd name="T62" fmla="*/ 373 w 481"/>
                  <a:gd name="T63" fmla="*/ 112 h 113"/>
                  <a:gd name="T64" fmla="*/ 310 w 481"/>
                  <a:gd name="T65" fmla="*/ 112 h 113"/>
                  <a:gd name="T66" fmla="*/ 310 w 481"/>
                  <a:gd name="T67" fmla="*/ 2 h 113"/>
                  <a:gd name="T68" fmla="*/ 322 w 481"/>
                  <a:gd name="T69" fmla="*/ 2 h 113"/>
                  <a:gd name="T70" fmla="*/ 322 w 481"/>
                  <a:gd name="T71" fmla="*/ 102 h 113"/>
                  <a:gd name="T72" fmla="*/ 429 w 481"/>
                  <a:gd name="T73" fmla="*/ 102 h 113"/>
                  <a:gd name="T74" fmla="*/ 480 w 481"/>
                  <a:gd name="T75" fmla="*/ 102 h 113"/>
                  <a:gd name="T76" fmla="*/ 480 w 481"/>
                  <a:gd name="T77" fmla="*/ 112 h 113"/>
                  <a:gd name="T78" fmla="*/ 417 w 481"/>
                  <a:gd name="T79" fmla="*/ 112 h 113"/>
                  <a:gd name="T80" fmla="*/ 417 w 481"/>
                  <a:gd name="T81" fmla="*/ 2 h 113"/>
                  <a:gd name="T82" fmla="*/ 429 w 481"/>
                  <a:gd name="T83" fmla="*/ 2 h 113"/>
                  <a:gd name="T84" fmla="*/ 429 w 481"/>
                  <a:gd name="T85" fmla="*/ 10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1" h="113">
                    <a:moveTo>
                      <a:pt x="83" y="112"/>
                    </a:moveTo>
                    <a:lnTo>
                      <a:pt x="95" y="112"/>
                    </a:lnTo>
                    <a:lnTo>
                      <a:pt x="52" y="0"/>
                    </a:lnTo>
                    <a:lnTo>
                      <a:pt x="44" y="0"/>
                    </a:lnTo>
                    <a:lnTo>
                      <a:pt x="0" y="112"/>
                    </a:lnTo>
                    <a:lnTo>
                      <a:pt x="12" y="112"/>
                    </a:lnTo>
                    <a:lnTo>
                      <a:pt x="26" y="77"/>
                    </a:lnTo>
                    <a:lnTo>
                      <a:pt x="69" y="77"/>
                    </a:lnTo>
                    <a:lnTo>
                      <a:pt x="83" y="112"/>
                    </a:lnTo>
                    <a:close/>
                    <a:moveTo>
                      <a:pt x="46" y="28"/>
                    </a:moveTo>
                    <a:lnTo>
                      <a:pt x="48" y="22"/>
                    </a:lnTo>
                    <a:cubicBezTo>
                      <a:pt x="49" y="24"/>
                      <a:pt x="50" y="27"/>
                      <a:pt x="51" y="28"/>
                    </a:cubicBezTo>
                    <a:lnTo>
                      <a:pt x="65" y="65"/>
                    </a:lnTo>
                    <a:lnTo>
                      <a:pt x="32" y="65"/>
                    </a:lnTo>
                    <a:lnTo>
                      <a:pt x="46" y="28"/>
                    </a:lnTo>
                    <a:close/>
                    <a:moveTo>
                      <a:pt x="154" y="112"/>
                    </a:moveTo>
                    <a:lnTo>
                      <a:pt x="154" y="14"/>
                    </a:lnTo>
                    <a:lnTo>
                      <a:pt x="116" y="14"/>
                    </a:lnTo>
                    <a:lnTo>
                      <a:pt x="111" y="2"/>
                    </a:lnTo>
                    <a:lnTo>
                      <a:pt x="201" y="2"/>
                    </a:lnTo>
                    <a:lnTo>
                      <a:pt x="201" y="14"/>
                    </a:lnTo>
                    <a:lnTo>
                      <a:pt x="166" y="14"/>
                    </a:lnTo>
                    <a:lnTo>
                      <a:pt x="166" y="112"/>
                    </a:lnTo>
                    <a:lnTo>
                      <a:pt x="154" y="112"/>
                    </a:lnTo>
                    <a:close/>
                    <a:moveTo>
                      <a:pt x="243" y="2"/>
                    </a:moveTo>
                    <a:lnTo>
                      <a:pt x="255" y="2"/>
                    </a:lnTo>
                    <a:lnTo>
                      <a:pt x="255" y="112"/>
                    </a:lnTo>
                    <a:lnTo>
                      <a:pt x="243" y="112"/>
                    </a:lnTo>
                    <a:lnTo>
                      <a:pt x="243" y="2"/>
                    </a:lnTo>
                    <a:close/>
                    <a:moveTo>
                      <a:pt x="322" y="102"/>
                    </a:moveTo>
                    <a:lnTo>
                      <a:pt x="373" y="102"/>
                    </a:lnTo>
                    <a:lnTo>
                      <a:pt x="373" y="112"/>
                    </a:lnTo>
                    <a:lnTo>
                      <a:pt x="310" y="112"/>
                    </a:lnTo>
                    <a:lnTo>
                      <a:pt x="310" y="2"/>
                    </a:lnTo>
                    <a:lnTo>
                      <a:pt x="322" y="2"/>
                    </a:lnTo>
                    <a:lnTo>
                      <a:pt x="322" y="102"/>
                    </a:lnTo>
                    <a:close/>
                    <a:moveTo>
                      <a:pt x="429" y="102"/>
                    </a:moveTo>
                    <a:lnTo>
                      <a:pt x="480" y="102"/>
                    </a:lnTo>
                    <a:lnTo>
                      <a:pt x="480" y="112"/>
                    </a:lnTo>
                    <a:lnTo>
                      <a:pt x="417" y="112"/>
                    </a:lnTo>
                    <a:lnTo>
                      <a:pt x="417" y="2"/>
                    </a:lnTo>
                    <a:lnTo>
                      <a:pt x="429" y="2"/>
                    </a:lnTo>
                    <a:lnTo>
                      <a:pt x="429" y="10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9" name="Freeform 177">
                <a:extLst>
                  <a:ext uri="{FF2B5EF4-FFF2-40B4-BE49-F238E27FC236}">
                    <a16:creationId xmlns:a16="http://schemas.microsoft.com/office/drawing/2014/main" id="{59A5DFDB-AB95-381D-D406-BFEE5A141B15}"/>
                  </a:ext>
                </a:extLst>
              </p:cNvPr>
              <p:cNvSpPr>
                <a:spLocks noChangeArrowheads="1"/>
              </p:cNvSpPr>
              <p:nvPr/>
            </p:nvSpPr>
            <p:spPr bwMode="auto">
              <a:xfrm>
                <a:off x="5243513" y="3649663"/>
                <a:ext cx="58737" cy="41275"/>
              </a:xfrm>
              <a:custGeom>
                <a:avLst/>
                <a:gdLst>
                  <a:gd name="T0" fmla="*/ 0 w 163"/>
                  <a:gd name="T1" fmla="*/ 2 h 115"/>
                  <a:gd name="T2" fmla="*/ 12 w 163"/>
                  <a:gd name="T3" fmla="*/ 2 h 115"/>
                  <a:gd name="T4" fmla="*/ 12 w 163"/>
                  <a:gd name="T5" fmla="*/ 112 h 115"/>
                  <a:gd name="T6" fmla="*/ 0 w 163"/>
                  <a:gd name="T7" fmla="*/ 112 h 115"/>
                  <a:gd name="T8" fmla="*/ 0 w 163"/>
                  <a:gd name="T9" fmla="*/ 2 h 115"/>
                  <a:gd name="T10" fmla="*/ 112 w 163"/>
                  <a:gd name="T11" fmla="*/ 114 h 115"/>
                  <a:gd name="T12" fmla="*/ 75 w 163"/>
                  <a:gd name="T13" fmla="*/ 99 h 115"/>
                  <a:gd name="T14" fmla="*/ 62 w 163"/>
                  <a:gd name="T15" fmla="*/ 57 h 115"/>
                  <a:gd name="T16" fmla="*/ 76 w 163"/>
                  <a:gd name="T17" fmla="*/ 15 h 115"/>
                  <a:gd name="T18" fmla="*/ 112 w 163"/>
                  <a:gd name="T19" fmla="*/ 0 h 115"/>
                  <a:gd name="T20" fmla="*/ 149 w 163"/>
                  <a:gd name="T21" fmla="*/ 15 h 115"/>
                  <a:gd name="T22" fmla="*/ 162 w 163"/>
                  <a:gd name="T23" fmla="*/ 57 h 115"/>
                  <a:gd name="T24" fmla="*/ 149 w 163"/>
                  <a:gd name="T25" fmla="*/ 98 h 115"/>
                  <a:gd name="T26" fmla="*/ 112 w 163"/>
                  <a:gd name="T27" fmla="*/ 114 h 115"/>
                  <a:gd name="T28" fmla="*/ 112 w 163"/>
                  <a:gd name="T29" fmla="*/ 11 h 115"/>
                  <a:gd name="T30" fmla="*/ 84 w 163"/>
                  <a:gd name="T31" fmla="*/ 23 h 115"/>
                  <a:gd name="T32" fmla="*/ 74 w 163"/>
                  <a:gd name="T33" fmla="*/ 57 h 115"/>
                  <a:gd name="T34" fmla="*/ 84 w 163"/>
                  <a:gd name="T35" fmla="*/ 91 h 115"/>
                  <a:gd name="T36" fmla="*/ 112 w 163"/>
                  <a:gd name="T37" fmla="*/ 103 h 115"/>
                  <a:gd name="T38" fmla="*/ 140 w 163"/>
                  <a:gd name="T39" fmla="*/ 91 h 115"/>
                  <a:gd name="T40" fmla="*/ 149 w 163"/>
                  <a:gd name="T41" fmla="*/ 57 h 115"/>
                  <a:gd name="T42" fmla="*/ 140 w 163"/>
                  <a:gd name="T43" fmla="*/ 22 h 115"/>
                  <a:gd name="T44" fmla="*/ 112 w 163"/>
                  <a:gd name="T45" fmla="*/ 1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3" h="115">
                    <a:moveTo>
                      <a:pt x="0" y="2"/>
                    </a:moveTo>
                    <a:lnTo>
                      <a:pt x="12" y="2"/>
                    </a:lnTo>
                    <a:lnTo>
                      <a:pt x="12" y="112"/>
                    </a:lnTo>
                    <a:lnTo>
                      <a:pt x="0" y="112"/>
                    </a:lnTo>
                    <a:lnTo>
                      <a:pt x="0" y="2"/>
                    </a:lnTo>
                    <a:close/>
                    <a:moveTo>
                      <a:pt x="112" y="114"/>
                    </a:moveTo>
                    <a:cubicBezTo>
                      <a:pt x="97" y="114"/>
                      <a:pt x="84" y="109"/>
                      <a:pt x="75" y="99"/>
                    </a:cubicBezTo>
                    <a:cubicBezTo>
                      <a:pt x="67" y="89"/>
                      <a:pt x="62" y="74"/>
                      <a:pt x="62" y="57"/>
                    </a:cubicBezTo>
                    <a:cubicBezTo>
                      <a:pt x="62" y="39"/>
                      <a:pt x="67" y="25"/>
                      <a:pt x="76" y="15"/>
                    </a:cubicBezTo>
                    <a:cubicBezTo>
                      <a:pt x="85" y="5"/>
                      <a:pt x="97" y="0"/>
                      <a:pt x="112" y="0"/>
                    </a:cubicBezTo>
                    <a:cubicBezTo>
                      <a:pt x="128" y="0"/>
                      <a:pt x="140" y="5"/>
                      <a:pt x="149" y="15"/>
                    </a:cubicBezTo>
                    <a:cubicBezTo>
                      <a:pt x="158" y="25"/>
                      <a:pt x="162" y="39"/>
                      <a:pt x="162" y="57"/>
                    </a:cubicBezTo>
                    <a:cubicBezTo>
                      <a:pt x="162" y="74"/>
                      <a:pt x="157" y="88"/>
                      <a:pt x="149" y="98"/>
                    </a:cubicBezTo>
                    <a:cubicBezTo>
                      <a:pt x="140" y="109"/>
                      <a:pt x="127" y="114"/>
                      <a:pt x="112" y="114"/>
                    </a:cubicBezTo>
                    <a:close/>
                    <a:moveTo>
                      <a:pt x="112" y="11"/>
                    </a:moveTo>
                    <a:cubicBezTo>
                      <a:pt x="100" y="11"/>
                      <a:pt x="91" y="15"/>
                      <a:pt x="84" y="23"/>
                    </a:cubicBezTo>
                    <a:cubicBezTo>
                      <a:pt x="78" y="31"/>
                      <a:pt x="74" y="42"/>
                      <a:pt x="74" y="57"/>
                    </a:cubicBezTo>
                    <a:cubicBezTo>
                      <a:pt x="74" y="72"/>
                      <a:pt x="78" y="83"/>
                      <a:pt x="84" y="91"/>
                    </a:cubicBezTo>
                    <a:cubicBezTo>
                      <a:pt x="91" y="99"/>
                      <a:pt x="100" y="103"/>
                      <a:pt x="112" y="103"/>
                    </a:cubicBezTo>
                    <a:cubicBezTo>
                      <a:pt x="124" y="103"/>
                      <a:pt x="133" y="99"/>
                      <a:pt x="140" y="91"/>
                    </a:cubicBezTo>
                    <a:cubicBezTo>
                      <a:pt x="146" y="83"/>
                      <a:pt x="149" y="72"/>
                      <a:pt x="149" y="57"/>
                    </a:cubicBezTo>
                    <a:cubicBezTo>
                      <a:pt x="149" y="42"/>
                      <a:pt x="146" y="30"/>
                      <a:pt x="140" y="22"/>
                    </a:cubicBezTo>
                    <a:cubicBezTo>
                      <a:pt x="133" y="15"/>
                      <a:pt x="124" y="11"/>
                      <a:pt x="112" y="1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0" name="Freeform 178">
                <a:extLst>
                  <a:ext uri="{FF2B5EF4-FFF2-40B4-BE49-F238E27FC236}">
                    <a16:creationId xmlns:a16="http://schemas.microsoft.com/office/drawing/2014/main" id="{692CB250-76C1-8D91-9BC0-E4ABC77F35BF}"/>
                  </a:ext>
                </a:extLst>
              </p:cNvPr>
              <p:cNvSpPr>
                <a:spLocks noChangeArrowheads="1"/>
              </p:cNvSpPr>
              <p:nvPr/>
            </p:nvSpPr>
            <p:spPr bwMode="auto">
              <a:xfrm>
                <a:off x="5002213" y="3649663"/>
                <a:ext cx="346075" cy="39687"/>
              </a:xfrm>
              <a:custGeom>
                <a:avLst/>
                <a:gdLst>
                  <a:gd name="T0" fmla="*/ 949 w 962"/>
                  <a:gd name="T1" fmla="*/ 0 h 111"/>
                  <a:gd name="T2" fmla="*/ 961 w 962"/>
                  <a:gd name="T3" fmla="*/ 0 h 111"/>
                  <a:gd name="T4" fmla="*/ 961 w 962"/>
                  <a:gd name="T5" fmla="*/ 110 h 111"/>
                  <a:gd name="T6" fmla="*/ 949 w 962"/>
                  <a:gd name="T7" fmla="*/ 110 h 111"/>
                  <a:gd name="T8" fmla="*/ 890 w 962"/>
                  <a:gd name="T9" fmla="*/ 21 h 111"/>
                  <a:gd name="T10" fmla="*/ 891 w 962"/>
                  <a:gd name="T11" fmla="*/ 39 h 111"/>
                  <a:gd name="T12" fmla="*/ 891 w 962"/>
                  <a:gd name="T13" fmla="*/ 110 h 111"/>
                  <a:gd name="T14" fmla="*/ 879 w 962"/>
                  <a:gd name="T15" fmla="*/ 110 h 111"/>
                  <a:gd name="T16" fmla="*/ 879 w 962"/>
                  <a:gd name="T17" fmla="*/ 0 h 111"/>
                  <a:gd name="T18" fmla="*/ 891 w 962"/>
                  <a:gd name="T19" fmla="*/ 0 h 111"/>
                  <a:gd name="T20" fmla="*/ 949 w 962"/>
                  <a:gd name="T21" fmla="*/ 88 h 111"/>
                  <a:gd name="T22" fmla="*/ 949 w 962"/>
                  <a:gd name="T23" fmla="*/ 0 h 111"/>
                  <a:gd name="T24" fmla="*/ 103 w 962"/>
                  <a:gd name="T25" fmla="*/ 0 h 111"/>
                  <a:gd name="T26" fmla="*/ 89 w 962"/>
                  <a:gd name="T27" fmla="*/ 0 h 111"/>
                  <a:gd name="T28" fmla="*/ 53 w 962"/>
                  <a:gd name="T29" fmla="*/ 76 h 111"/>
                  <a:gd name="T30" fmla="*/ 16 w 962"/>
                  <a:gd name="T31" fmla="*/ 0 h 111"/>
                  <a:gd name="T32" fmla="*/ 0 w 962"/>
                  <a:gd name="T33" fmla="*/ 0 h 111"/>
                  <a:gd name="T34" fmla="*/ 0 w 962"/>
                  <a:gd name="T35" fmla="*/ 110 h 111"/>
                  <a:gd name="T36" fmla="*/ 12 w 962"/>
                  <a:gd name="T37" fmla="*/ 110 h 111"/>
                  <a:gd name="T38" fmla="*/ 12 w 962"/>
                  <a:gd name="T39" fmla="*/ 29 h 111"/>
                  <a:gd name="T40" fmla="*/ 12 w 962"/>
                  <a:gd name="T41" fmla="*/ 18 h 111"/>
                  <a:gd name="T42" fmla="*/ 49 w 962"/>
                  <a:gd name="T43" fmla="*/ 94 h 111"/>
                  <a:gd name="T44" fmla="*/ 56 w 962"/>
                  <a:gd name="T45" fmla="*/ 94 h 111"/>
                  <a:gd name="T46" fmla="*/ 93 w 962"/>
                  <a:gd name="T47" fmla="*/ 19 h 111"/>
                  <a:gd name="T48" fmla="*/ 93 w 962"/>
                  <a:gd name="T49" fmla="*/ 28 h 111"/>
                  <a:gd name="T50" fmla="*/ 93 w 962"/>
                  <a:gd name="T51" fmla="*/ 110 h 111"/>
                  <a:gd name="T52" fmla="*/ 105 w 962"/>
                  <a:gd name="T53" fmla="*/ 110 h 111"/>
                  <a:gd name="T54" fmla="*/ 105 w 962"/>
                  <a:gd name="T55" fmla="*/ 1 h 111"/>
                  <a:gd name="T56" fmla="*/ 103 w 962"/>
                  <a:gd name="T57" fmla="*/ 1 h 111"/>
                  <a:gd name="T58" fmla="*/ 103 w 962"/>
                  <a:gd name="T5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2" h="111">
                    <a:moveTo>
                      <a:pt x="949" y="0"/>
                    </a:moveTo>
                    <a:lnTo>
                      <a:pt x="961" y="0"/>
                    </a:lnTo>
                    <a:lnTo>
                      <a:pt x="961" y="110"/>
                    </a:lnTo>
                    <a:lnTo>
                      <a:pt x="949" y="110"/>
                    </a:lnTo>
                    <a:lnTo>
                      <a:pt x="890" y="21"/>
                    </a:lnTo>
                    <a:lnTo>
                      <a:pt x="891" y="39"/>
                    </a:lnTo>
                    <a:lnTo>
                      <a:pt x="891" y="110"/>
                    </a:lnTo>
                    <a:lnTo>
                      <a:pt x="879" y="110"/>
                    </a:lnTo>
                    <a:lnTo>
                      <a:pt x="879" y="0"/>
                    </a:lnTo>
                    <a:lnTo>
                      <a:pt x="891" y="0"/>
                    </a:lnTo>
                    <a:lnTo>
                      <a:pt x="949" y="88"/>
                    </a:lnTo>
                    <a:lnTo>
                      <a:pt x="949" y="0"/>
                    </a:lnTo>
                    <a:close/>
                    <a:moveTo>
                      <a:pt x="103" y="0"/>
                    </a:moveTo>
                    <a:lnTo>
                      <a:pt x="89" y="0"/>
                    </a:lnTo>
                    <a:lnTo>
                      <a:pt x="53" y="76"/>
                    </a:lnTo>
                    <a:lnTo>
                      <a:pt x="16" y="0"/>
                    </a:lnTo>
                    <a:lnTo>
                      <a:pt x="0" y="0"/>
                    </a:lnTo>
                    <a:lnTo>
                      <a:pt x="0" y="110"/>
                    </a:lnTo>
                    <a:lnTo>
                      <a:pt x="12" y="110"/>
                    </a:lnTo>
                    <a:lnTo>
                      <a:pt x="12" y="29"/>
                    </a:lnTo>
                    <a:lnTo>
                      <a:pt x="12" y="18"/>
                    </a:lnTo>
                    <a:lnTo>
                      <a:pt x="49" y="94"/>
                    </a:lnTo>
                    <a:lnTo>
                      <a:pt x="56" y="94"/>
                    </a:lnTo>
                    <a:lnTo>
                      <a:pt x="93" y="19"/>
                    </a:lnTo>
                    <a:cubicBezTo>
                      <a:pt x="93" y="22"/>
                      <a:pt x="93" y="25"/>
                      <a:pt x="93" y="28"/>
                    </a:cubicBezTo>
                    <a:lnTo>
                      <a:pt x="93" y="110"/>
                    </a:lnTo>
                    <a:lnTo>
                      <a:pt x="105" y="110"/>
                    </a:lnTo>
                    <a:lnTo>
                      <a:pt x="105" y="1"/>
                    </a:lnTo>
                    <a:lnTo>
                      <a:pt x="103" y="1"/>
                    </a:lnTo>
                    <a:lnTo>
                      <a:pt x="103"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1" name="Freeform 179">
                <a:extLst>
                  <a:ext uri="{FF2B5EF4-FFF2-40B4-BE49-F238E27FC236}">
                    <a16:creationId xmlns:a16="http://schemas.microsoft.com/office/drawing/2014/main" id="{D79E2AAF-62E1-97D1-E33F-80027B4ED8BA}"/>
                  </a:ext>
                </a:extLst>
              </p:cNvPr>
              <p:cNvSpPr>
                <a:spLocks noChangeArrowheads="1"/>
              </p:cNvSpPr>
              <p:nvPr/>
            </p:nvSpPr>
            <p:spPr bwMode="auto">
              <a:xfrm>
                <a:off x="5060950" y="3498850"/>
                <a:ext cx="230188" cy="115888"/>
              </a:xfrm>
              <a:custGeom>
                <a:avLst/>
                <a:gdLst>
                  <a:gd name="T0" fmla="*/ 318 w 638"/>
                  <a:gd name="T1" fmla="*/ 0 h 320"/>
                  <a:gd name="T2" fmla="*/ 0 w 638"/>
                  <a:gd name="T3" fmla="*/ 319 h 320"/>
                  <a:gd name="T4" fmla="*/ 109 w 638"/>
                  <a:gd name="T5" fmla="*/ 319 h 320"/>
                  <a:gd name="T6" fmla="*/ 372 w 638"/>
                  <a:gd name="T7" fmla="*/ 56 h 320"/>
                  <a:gd name="T8" fmla="*/ 318 w 638"/>
                  <a:gd name="T9" fmla="*/ 0 h 320"/>
                  <a:gd name="T10" fmla="*/ 332 w 638"/>
                  <a:gd name="T11" fmla="*/ 319 h 320"/>
                  <a:gd name="T12" fmla="*/ 429 w 638"/>
                  <a:gd name="T13" fmla="*/ 222 h 320"/>
                  <a:gd name="T14" fmla="*/ 526 w 638"/>
                  <a:gd name="T15" fmla="*/ 319 h 320"/>
                  <a:gd name="T16" fmla="*/ 637 w 638"/>
                  <a:gd name="T17" fmla="*/ 319 h 320"/>
                  <a:gd name="T18" fmla="*/ 429 w 638"/>
                  <a:gd name="T19" fmla="*/ 112 h 320"/>
                  <a:gd name="T20" fmla="*/ 221 w 638"/>
                  <a:gd name="T21" fmla="*/ 319 h 320"/>
                  <a:gd name="T22" fmla="*/ 332 w 638"/>
                  <a:gd name="T23" fmla="*/ 31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8" h="320">
                    <a:moveTo>
                      <a:pt x="318" y="0"/>
                    </a:moveTo>
                    <a:lnTo>
                      <a:pt x="0" y="319"/>
                    </a:lnTo>
                    <a:lnTo>
                      <a:pt x="109" y="319"/>
                    </a:lnTo>
                    <a:lnTo>
                      <a:pt x="372" y="56"/>
                    </a:lnTo>
                    <a:lnTo>
                      <a:pt x="318" y="0"/>
                    </a:lnTo>
                    <a:close/>
                    <a:moveTo>
                      <a:pt x="332" y="319"/>
                    </a:moveTo>
                    <a:lnTo>
                      <a:pt x="429" y="222"/>
                    </a:lnTo>
                    <a:lnTo>
                      <a:pt x="526" y="319"/>
                    </a:lnTo>
                    <a:lnTo>
                      <a:pt x="637" y="319"/>
                    </a:lnTo>
                    <a:lnTo>
                      <a:pt x="429" y="112"/>
                    </a:lnTo>
                    <a:lnTo>
                      <a:pt x="221" y="319"/>
                    </a:lnTo>
                    <a:lnTo>
                      <a:pt x="332" y="31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38" name="Group 137">
            <a:extLst>
              <a:ext uri="{FF2B5EF4-FFF2-40B4-BE49-F238E27FC236}">
                <a16:creationId xmlns:a16="http://schemas.microsoft.com/office/drawing/2014/main" id="{A2B500C2-5A04-7EB8-0EA8-FD9BEDC0DC21}"/>
              </a:ext>
            </a:extLst>
          </p:cNvPr>
          <p:cNvGrpSpPr/>
          <p:nvPr/>
        </p:nvGrpSpPr>
        <p:grpSpPr>
          <a:xfrm>
            <a:off x="4622803" y="5615583"/>
            <a:ext cx="2220565" cy="295912"/>
            <a:chOff x="4240213" y="4862513"/>
            <a:chExt cx="1441450" cy="192087"/>
          </a:xfrm>
          <a:solidFill>
            <a:schemeClr val="tx1"/>
          </a:solidFill>
        </p:grpSpPr>
        <p:grpSp>
          <p:nvGrpSpPr>
            <p:cNvPr id="139" name="Group 138">
              <a:extLst>
                <a:ext uri="{FF2B5EF4-FFF2-40B4-BE49-F238E27FC236}">
                  <a16:creationId xmlns:a16="http://schemas.microsoft.com/office/drawing/2014/main" id="{C47AD1A8-1EF9-3046-3D9B-D1D07A720F72}"/>
                </a:ext>
              </a:extLst>
            </p:cNvPr>
            <p:cNvGrpSpPr/>
            <p:nvPr/>
          </p:nvGrpSpPr>
          <p:grpSpPr>
            <a:xfrm>
              <a:off x="4240213" y="4887913"/>
              <a:ext cx="484187" cy="127000"/>
              <a:chOff x="4240213" y="4887913"/>
              <a:chExt cx="484187" cy="127000"/>
            </a:xfrm>
            <a:grpFill/>
          </p:grpSpPr>
          <p:sp>
            <p:nvSpPr>
              <p:cNvPr id="155" name="Freeform 180">
                <a:extLst>
                  <a:ext uri="{FF2B5EF4-FFF2-40B4-BE49-F238E27FC236}">
                    <a16:creationId xmlns:a16="http://schemas.microsoft.com/office/drawing/2014/main" id="{73EAC611-5692-7B17-E12A-AE4027322380}"/>
                  </a:ext>
                </a:extLst>
              </p:cNvPr>
              <p:cNvSpPr>
                <a:spLocks noChangeArrowheads="1"/>
              </p:cNvSpPr>
              <p:nvPr/>
            </p:nvSpPr>
            <p:spPr bwMode="auto">
              <a:xfrm>
                <a:off x="4327525" y="4887913"/>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0"/>
                      <a:pt x="12" y="342"/>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6" name="Freeform 181">
                <a:extLst>
                  <a:ext uri="{FF2B5EF4-FFF2-40B4-BE49-F238E27FC236}">
                    <a16:creationId xmlns:a16="http://schemas.microsoft.com/office/drawing/2014/main" id="{A2610F2F-1980-850D-F598-2B7DFA8EB30B}"/>
                  </a:ext>
                </a:extLst>
              </p:cNvPr>
              <p:cNvSpPr>
                <a:spLocks noChangeArrowheads="1"/>
              </p:cNvSpPr>
              <p:nvPr/>
            </p:nvSpPr>
            <p:spPr bwMode="auto">
              <a:xfrm>
                <a:off x="4354513" y="4919663"/>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4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4"/>
                    </a:lnTo>
                    <a:cubicBezTo>
                      <a:pt x="178" y="14"/>
                      <a:pt x="154" y="0"/>
                      <a:pt x="120" y="0"/>
                    </a:cubicBezTo>
                    <a:cubicBezTo>
                      <a:pt x="52" y="0"/>
                      <a:pt x="1" y="56"/>
                      <a:pt x="1" y="129"/>
                    </a:cubicBezTo>
                    <a:cubicBezTo>
                      <a:pt x="0" y="203"/>
                      <a:pt x="51" y="259"/>
                      <a:pt x="119" y="259"/>
                    </a:cubicBezTo>
                    <a:close/>
                    <a:moveTo>
                      <a:pt x="132" y="62"/>
                    </a:moveTo>
                    <a:cubicBezTo>
                      <a:pt x="169" y="62"/>
                      <a:pt x="195" y="92"/>
                      <a:pt x="195" y="130"/>
                    </a:cubicBezTo>
                    <a:cubicBezTo>
                      <a:pt x="195" y="169"/>
                      <a:pt x="169" y="197"/>
                      <a:pt x="132" y="197"/>
                    </a:cubicBezTo>
                    <a:cubicBezTo>
                      <a:pt x="93" y="197"/>
                      <a:pt x="69" y="168"/>
                      <a:pt x="69" y="130"/>
                    </a:cubicBezTo>
                    <a:cubicBezTo>
                      <a:pt x="69" y="93"/>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7" name="Freeform 182">
                <a:extLst>
                  <a:ext uri="{FF2B5EF4-FFF2-40B4-BE49-F238E27FC236}">
                    <a16:creationId xmlns:a16="http://schemas.microsoft.com/office/drawing/2014/main" id="{1DAF0AAA-661E-3B26-FF3A-F2158868B0BF}"/>
                  </a:ext>
                </a:extLst>
              </p:cNvPr>
              <p:cNvSpPr>
                <a:spLocks noChangeArrowheads="1"/>
              </p:cNvSpPr>
              <p:nvPr/>
            </p:nvSpPr>
            <p:spPr bwMode="auto">
              <a:xfrm>
                <a:off x="4454525" y="4887913"/>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8" name="Freeform 183">
                <a:extLst>
                  <a:ext uri="{FF2B5EF4-FFF2-40B4-BE49-F238E27FC236}">
                    <a16:creationId xmlns:a16="http://schemas.microsoft.com/office/drawing/2014/main" id="{584832F1-610F-820B-4645-7F9B981BF075}"/>
                  </a:ext>
                </a:extLst>
              </p:cNvPr>
              <p:cNvSpPr>
                <a:spLocks noChangeArrowheads="1"/>
              </p:cNvSpPr>
              <p:nvPr/>
            </p:nvSpPr>
            <p:spPr bwMode="auto">
              <a:xfrm>
                <a:off x="4481513" y="4921250"/>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9" name="Freeform 184">
                <a:extLst>
                  <a:ext uri="{FF2B5EF4-FFF2-40B4-BE49-F238E27FC236}">
                    <a16:creationId xmlns:a16="http://schemas.microsoft.com/office/drawing/2014/main" id="{4B591261-E7DF-07BC-65A0-B44677FA3607}"/>
                  </a:ext>
                </a:extLst>
              </p:cNvPr>
              <p:cNvSpPr>
                <a:spLocks noChangeArrowheads="1"/>
              </p:cNvSpPr>
              <p:nvPr/>
            </p:nvSpPr>
            <p:spPr bwMode="auto">
              <a:xfrm>
                <a:off x="4579938" y="4919663"/>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0" name="Freeform 185">
                <a:extLst>
                  <a:ext uri="{FF2B5EF4-FFF2-40B4-BE49-F238E27FC236}">
                    <a16:creationId xmlns:a16="http://schemas.microsoft.com/office/drawing/2014/main" id="{07B0902E-CF04-8CA5-AF8F-355BDCB30713}"/>
                  </a:ext>
                </a:extLst>
              </p:cNvPr>
              <p:cNvSpPr>
                <a:spLocks noChangeArrowheads="1"/>
              </p:cNvSpPr>
              <p:nvPr/>
            </p:nvSpPr>
            <p:spPr bwMode="auto">
              <a:xfrm>
                <a:off x="4240213" y="4919663"/>
                <a:ext cx="85725" cy="93662"/>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8"/>
                      <a:pt x="147" y="205"/>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40" name="Freeform 186">
              <a:extLst>
                <a:ext uri="{FF2B5EF4-FFF2-40B4-BE49-F238E27FC236}">
                  <a16:creationId xmlns:a16="http://schemas.microsoft.com/office/drawing/2014/main" id="{FFC5498E-6A5E-6378-02CA-1DECA33D71FF}"/>
                </a:ext>
              </a:extLst>
            </p:cNvPr>
            <p:cNvSpPr>
              <a:spLocks noChangeArrowheads="1"/>
            </p:cNvSpPr>
            <p:nvPr/>
          </p:nvSpPr>
          <p:spPr bwMode="auto">
            <a:xfrm>
              <a:off x="4860925" y="4862513"/>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41" name="Group 140">
              <a:extLst>
                <a:ext uri="{FF2B5EF4-FFF2-40B4-BE49-F238E27FC236}">
                  <a16:creationId xmlns:a16="http://schemas.microsoft.com/office/drawing/2014/main" id="{2964A354-615C-8971-E35F-082CCC5AECA8}"/>
                </a:ext>
              </a:extLst>
            </p:cNvPr>
            <p:cNvGrpSpPr/>
            <p:nvPr/>
          </p:nvGrpSpPr>
          <p:grpSpPr>
            <a:xfrm>
              <a:off x="4991100" y="4862513"/>
              <a:ext cx="690563" cy="188912"/>
              <a:chOff x="4991100" y="4862513"/>
              <a:chExt cx="690563" cy="188912"/>
            </a:xfrm>
            <a:grpFill/>
          </p:grpSpPr>
          <p:sp>
            <p:nvSpPr>
              <p:cNvPr id="142" name="Freeform 187">
                <a:extLst>
                  <a:ext uri="{FF2B5EF4-FFF2-40B4-BE49-F238E27FC236}">
                    <a16:creationId xmlns:a16="http://schemas.microsoft.com/office/drawing/2014/main" id="{D9A20C91-08F7-BC25-D50D-517888CAA8D7}"/>
                  </a:ext>
                </a:extLst>
              </p:cNvPr>
              <p:cNvSpPr>
                <a:spLocks noChangeArrowheads="1"/>
              </p:cNvSpPr>
              <p:nvPr/>
            </p:nvSpPr>
            <p:spPr bwMode="auto">
              <a:xfrm>
                <a:off x="5668963" y="4919663"/>
                <a:ext cx="12700" cy="12700"/>
              </a:xfrm>
              <a:custGeom>
                <a:avLst/>
                <a:gdLst>
                  <a:gd name="T0" fmla="*/ 15 w 37"/>
                  <a:gd name="T1" fmla="*/ 12 h 37"/>
                  <a:gd name="T2" fmla="*/ 15 w 37"/>
                  <a:gd name="T3" fmla="*/ 18 h 37"/>
                  <a:gd name="T4" fmla="*/ 17 w 37"/>
                  <a:gd name="T5" fmla="*/ 18 h 37"/>
                  <a:gd name="T6" fmla="*/ 21 w 37"/>
                  <a:gd name="T7" fmla="*/ 15 h 37"/>
                  <a:gd name="T8" fmla="*/ 17 w 37"/>
                  <a:gd name="T9" fmla="*/ 12 h 37"/>
                  <a:gd name="T10" fmla="*/ 15 w 37"/>
                  <a:gd name="T11" fmla="*/ 12 h 37"/>
                  <a:gd name="T12" fmla="*/ 24 w 37"/>
                  <a:gd name="T13" fmla="*/ 29 h 37"/>
                  <a:gd name="T14" fmla="*/ 22 w 37"/>
                  <a:gd name="T15" fmla="*/ 29 h 37"/>
                  <a:gd name="T16" fmla="*/ 21 w 37"/>
                  <a:gd name="T17" fmla="*/ 29 h 37"/>
                  <a:gd name="T18" fmla="*/ 20 w 37"/>
                  <a:gd name="T19" fmla="*/ 27 h 37"/>
                  <a:gd name="T20" fmla="*/ 17 w 37"/>
                  <a:gd name="T21" fmla="*/ 21 h 37"/>
                  <a:gd name="T22" fmla="*/ 16 w 37"/>
                  <a:gd name="T23" fmla="*/ 20 h 37"/>
                  <a:gd name="T24" fmla="*/ 15 w 37"/>
                  <a:gd name="T25" fmla="*/ 20 h 37"/>
                  <a:gd name="T26" fmla="*/ 15 w 37"/>
                  <a:gd name="T27" fmla="*/ 28 h 37"/>
                  <a:gd name="T28" fmla="*/ 14 w 37"/>
                  <a:gd name="T29" fmla="*/ 29 h 37"/>
                  <a:gd name="T30" fmla="*/ 13 w 37"/>
                  <a:gd name="T31" fmla="*/ 29 h 37"/>
                  <a:gd name="T32" fmla="*/ 12 w 37"/>
                  <a:gd name="T33" fmla="*/ 28 h 37"/>
                  <a:gd name="T34" fmla="*/ 12 w 37"/>
                  <a:gd name="T35" fmla="*/ 10 h 37"/>
                  <a:gd name="T36" fmla="*/ 13 w 37"/>
                  <a:gd name="T37" fmla="*/ 8 h 37"/>
                  <a:gd name="T38" fmla="*/ 18 w 37"/>
                  <a:gd name="T39" fmla="*/ 8 h 37"/>
                  <a:gd name="T40" fmla="*/ 24 w 37"/>
                  <a:gd name="T41" fmla="*/ 14 h 37"/>
                  <a:gd name="T42" fmla="*/ 19 w 37"/>
                  <a:gd name="T43" fmla="*/ 19 h 37"/>
                  <a:gd name="T44" fmla="*/ 24 w 37"/>
                  <a:gd name="T45" fmla="*/ 27 h 37"/>
                  <a:gd name="T46" fmla="*/ 24 w 37"/>
                  <a:gd name="T47" fmla="*/ 29 h 37"/>
                  <a:gd name="T48" fmla="*/ 3 w 37"/>
                  <a:gd name="T49" fmla="*/ 18 h 37"/>
                  <a:gd name="T50" fmla="*/ 18 w 37"/>
                  <a:gd name="T51" fmla="*/ 33 h 37"/>
                  <a:gd name="T52" fmla="*/ 33 w 37"/>
                  <a:gd name="T53" fmla="*/ 18 h 37"/>
                  <a:gd name="T54" fmla="*/ 18 w 37"/>
                  <a:gd name="T55" fmla="*/ 3 h 37"/>
                  <a:gd name="T56" fmla="*/ 3 w 37"/>
                  <a:gd name="T57" fmla="*/ 18 h 37"/>
                  <a:gd name="T58" fmla="*/ 0 w 37"/>
                  <a:gd name="T59" fmla="*/ 18 h 37"/>
                  <a:gd name="T60" fmla="*/ 18 w 37"/>
                  <a:gd name="T61" fmla="*/ 0 h 37"/>
                  <a:gd name="T62" fmla="*/ 36 w 37"/>
                  <a:gd name="T63" fmla="*/ 18 h 37"/>
                  <a:gd name="T64" fmla="*/ 18 w 37"/>
                  <a:gd name="T65" fmla="*/ 36 h 37"/>
                  <a:gd name="T66" fmla="*/ 0 w 37"/>
                  <a:gd name="T67" fmla="*/ 1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 h="37">
                    <a:moveTo>
                      <a:pt x="15" y="12"/>
                    </a:moveTo>
                    <a:lnTo>
                      <a:pt x="15" y="18"/>
                    </a:lnTo>
                    <a:lnTo>
                      <a:pt x="17" y="18"/>
                    </a:lnTo>
                    <a:cubicBezTo>
                      <a:pt x="20" y="18"/>
                      <a:pt x="21" y="17"/>
                      <a:pt x="21" y="15"/>
                    </a:cubicBezTo>
                    <a:lnTo>
                      <a:pt x="17" y="12"/>
                    </a:lnTo>
                    <a:lnTo>
                      <a:pt x="15" y="12"/>
                    </a:lnTo>
                    <a:close/>
                    <a:moveTo>
                      <a:pt x="24" y="29"/>
                    </a:moveTo>
                    <a:lnTo>
                      <a:pt x="22" y="29"/>
                    </a:lnTo>
                    <a:lnTo>
                      <a:pt x="21" y="29"/>
                    </a:lnTo>
                    <a:lnTo>
                      <a:pt x="20" y="27"/>
                    </a:lnTo>
                    <a:lnTo>
                      <a:pt x="17" y="21"/>
                    </a:lnTo>
                    <a:lnTo>
                      <a:pt x="16" y="20"/>
                    </a:lnTo>
                    <a:lnTo>
                      <a:pt x="15" y="20"/>
                    </a:lnTo>
                    <a:lnTo>
                      <a:pt x="15" y="28"/>
                    </a:lnTo>
                    <a:lnTo>
                      <a:pt x="14" y="29"/>
                    </a:lnTo>
                    <a:lnTo>
                      <a:pt x="13" y="29"/>
                    </a:lnTo>
                    <a:lnTo>
                      <a:pt x="12" y="28"/>
                    </a:lnTo>
                    <a:lnTo>
                      <a:pt x="12" y="10"/>
                    </a:lnTo>
                    <a:lnTo>
                      <a:pt x="13" y="8"/>
                    </a:lnTo>
                    <a:lnTo>
                      <a:pt x="18" y="8"/>
                    </a:lnTo>
                    <a:cubicBezTo>
                      <a:pt x="22" y="8"/>
                      <a:pt x="24" y="11"/>
                      <a:pt x="24" y="14"/>
                    </a:cubicBezTo>
                    <a:cubicBezTo>
                      <a:pt x="24" y="17"/>
                      <a:pt x="22" y="19"/>
                      <a:pt x="19" y="19"/>
                    </a:cubicBezTo>
                    <a:cubicBezTo>
                      <a:pt x="20" y="19"/>
                      <a:pt x="22" y="22"/>
                      <a:pt x="24" y="27"/>
                    </a:cubicBezTo>
                    <a:lnTo>
                      <a:pt x="24" y="29"/>
                    </a:lnTo>
                    <a:close/>
                    <a:moveTo>
                      <a:pt x="3" y="18"/>
                    </a:moveTo>
                    <a:cubicBezTo>
                      <a:pt x="3" y="27"/>
                      <a:pt x="9" y="33"/>
                      <a:pt x="18" y="33"/>
                    </a:cubicBezTo>
                    <a:cubicBezTo>
                      <a:pt x="27" y="33"/>
                      <a:pt x="33" y="27"/>
                      <a:pt x="33" y="18"/>
                    </a:cubicBezTo>
                    <a:cubicBezTo>
                      <a:pt x="33" y="10"/>
                      <a:pt x="27" y="3"/>
                      <a:pt x="18" y="3"/>
                    </a:cubicBezTo>
                    <a:cubicBezTo>
                      <a:pt x="9" y="3"/>
                      <a:pt x="3" y="10"/>
                      <a:pt x="3" y="18"/>
                    </a:cubicBezTo>
                    <a:close/>
                    <a:moveTo>
                      <a:pt x="0" y="18"/>
                    </a:moveTo>
                    <a:cubicBezTo>
                      <a:pt x="0" y="8"/>
                      <a:pt x="7" y="0"/>
                      <a:pt x="18" y="0"/>
                    </a:cubicBezTo>
                    <a:cubicBezTo>
                      <a:pt x="28" y="0"/>
                      <a:pt x="36" y="7"/>
                      <a:pt x="36" y="18"/>
                    </a:cubicBezTo>
                    <a:cubicBezTo>
                      <a:pt x="36" y="29"/>
                      <a:pt x="28" y="36"/>
                      <a:pt x="18" y="36"/>
                    </a:cubicBezTo>
                    <a:cubicBezTo>
                      <a:pt x="8" y="36"/>
                      <a:pt x="0" y="29"/>
                      <a:pt x="0" y="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3" name="Freeform 188">
                <a:extLst>
                  <a:ext uri="{FF2B5EF4-FFF2-40B4-BE49-F238E27FC236}">
                    <a16:creationId xmlns:a16="http://schemas.microsoft.com/office/drawing/2014/main" id="{C8664CF2-0C18-CA73-5C97-862C20E376AC}"/>
                  </a:ext>
                </a:extLst>
              </p:cNvPr>
              <p:cNvSpPr>
                <a:spLocks noChangeArrowheads="1"/>
              </p:cNvSpPr>
              <p:nvPr/>
            </p:nvSpPr>
            <p:spPr bwMode="auto">
              <a:xfrm>
                <a:off x="5067300" y="4921250"/>
                <a:ext cx="73025" cy="73025"/>
              </a:xfrm>
              <a:custGeom>
                <a:avLst/>
                <a:gdLst>
                  <a:gd name="T0" fmla="*/ 147 w 205"/>
                  <a:gd name="T1" fmla="*/ 84 h 203"/>
                  <a:gd name="T2" fmla="*/ 147 w 205"/>
                  <a:gd name="T3" fmla="*/ 75 h 203"/>
                  <a:gd name="T4" fmla="*/ 204 w 205"/>
                  <a:gd name="T5" fmla="*/ 75 h 203"/>
                  <a:gd name="T6" fmla="*/ 185 w 205"/>
                  <a:gd name="T7" fmla="*/ 17 h 203"/>
                  <a:gd name="T8" fmla="*/ 175 w 205"/>
                  <a:gd name="T9" fmla="*/ 0 h 203"/>
                  <a:gd name="T10" fmla="*/ 118 w 205"/>
                  <a:gd name="T11" fmla="*/ 34 h 203"/>
                  <a:gd name="T12" fmla="*/ 67 w 205"/>
                  <a:gd name="T13" fmla="*/ 178 h 203"/>
                  <a:gd name="T14" fmla="*/ 0 w 205"/>
                  <a:gd name="T15" fmla="*/ 199 h 203"/>
                  <a:gd name="T16" fmla="*/ 22 w 205"/>
                  <a:gd name="T17" fmla="*/ 201 h 203"/>
                  <a:gd name="T18" fmla="*/ 108 w 205"/>
                  <a:gd name="T19" fmla="*/ 166 h 203"/>
                  <a:gd name="T20" fmla="*/ 147 w 205"/>
                  <a:gd name="T21" fmla="*/ 8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5" h="203">
                    <a:moveTo>
                      <a:pt x="147" y="84"/>
                    </a:moveTo>
                    <a:lnTo>
                      <a:pt x="147" y="75"/>
                    </a:lnTo>
                    <a:lnTo>
                      <a:pt x="204" y="75"/>
                    </a:lnTo>
                    <a:cubicBezTo>
                      <a:pt x="201" y="56"/>
                      <a:pt x="195" y="36"/>
                      <a:pt x="185" y="17"/>
                    </a:cubicBezTo>
                    <a:cubicBezTo>
                      <a:pt x="182" y="12"/>
                      <a:pt x="178" y="6"/>
                      <a:pt x="175" y="0"/>
                    </a:cubicBezTo>
                    <a:lnTo>
                      <a:pt x="118" y="34"/>
                    </a:lnTo>
                    <a:cubicBezTo>
                      <a:pt x="153" y="96"/>
                      <a:pt x="115" y="150"/>
                      <a:pt x="67" y="178"/>
                    </a:cubicBezTo>
                    <a:cubicBezTo>
                      <a:pt x="48" y="189"/>
                      <a:pt x="25" y="197"/>
                      <a:pt x="0" y="199"/>
                    </a:cubicBezTo>
                    <a:cubicBezTo>
                      <a:pt x="7" y="201"/>
                      <a:pt x="15" y="201"/>
                      <a:pt x="22" y="201"/>
                    </a:cubicBezTo>
                    <a:cubicBezTo>
                      <a:pt x="52" y="202"/>
                      <a:pt x="84" y="189"/>
                      <a:pt x="108" y="166"/>
                    </a:cubicBezTo>
                    <a:cubicBezTo>
                      <a:pt x="133" y="144"/>
                      <a:pt x="147" y="114"/>
                      <a:pt x="147" y="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4" name="Freeform 189">
                <a:extLst>
                  <a:ext uri="{FF2B5EF4-FFF2-40B4-BE49-F238E27FC236}">
                    <a16:creationId xmlns:a16="http://schemas.microsoft.com/office/drawing/2014/main" id="{EBDCB136-E30E-F112-CABA-88DB4886C799}"/>
                  </a:ext>
                </a:extLst>
              </p:cNvPr>
              <p:cNvSpPr>
                <a:spLocks noChangeArrowheads="1"/>
              </p:cNvSpPr>
              <p:nvPr/>
            </p:nvSpPr>
            <p:spPr bwMode="auto">
              <a:xfrm>
                <a:off x="5045075" y="4951413"/>
                <a:ext cx="96838" cy="57150"/>
              </a:xfrm>
              <a:custGeom>
                <a:avLst/>
                <a:gdLst>
                  <a:gd name="T0" fmla="*/ 217 w 270"/>
                  <a:gd name="T1" fmla="*/ 61 h 158"/>
                  <a:gd name="T2" fmla="*/ 253 w 270"/>
                  <a:gd name="T3" fmla="*/ 81 h 158"/>
                  <a:gd name="T4" fmla="*/ 269 w 270"/>
                  <a:gd name="T5" fmla="*/ 13 h 158"/>
                  <a:gd name="T6" fmla="*/ 268 w 270"/>
                  <a:gd name="T7" fmla="*/ 0 h 158"/>
                  <a:gd name="T8" fmla="*/ 218 w 270"/>
                  <a:gd name="T9" fmla="*/ 0 h 158"/>
                  <a:gd name="T10" fmla="*/ 84 w 270"/>
                  <a:gd name="T11" fmla="*/ 126 h 158"/>
                  <a:gd name="T12" fmla="*/ 0 w 270"/>
                  <a:gd name="T13" fmla="*/ 101 h 158"/>
                  <a:gd name="T14" fmla="*/ 26 w 270"/>
                  <a:gd name="T15" fmla="*/ 120 h 158"/>
                  <a:gd name="T16" fmla="*/ 213 w 270"/>
                  <a:gd name="T17" fmla="*/ 68 h 158"/>
                  <a:gd name="T18" fmla="*/ 217 w 270"/>
                  <a:gd name="T19" fmla="*/ 6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0" h="158">
                    <a:moveTo>
                      <a:pt x="217" y="61"/>
                    </a:moveTo>
                    <a:lnTo>
                      <a:pt x="253" y="81"/>
                    </a:lnTo>
                    <a:cubicBezTo>
                      <a:pt x="263" y="60"/>
                      <a:pt x="269" y="36"/>
                      <a:pt x="269" y="13"/>
                    </a:cubicBezTo>
                    <a:cubicBezTo>
                      <a:pt x="269" y="8"/>
                      <a:pt x="269" y="4"/>
                      <a:pt x="268" y="0"/>
                    </a:cubicBezTo>
                    <a:lnTo>
                      <a:pt x="218" y="0"/>
                    </a:lnTo>
                    <a:cubicBezTo>
                      <a:pt x="218" y="68"/>
                      <a:pt x="152" y="126"/>
                      <a:pt x="84" y="126"/>
                    </a:cubicBezTo>
                    <a:cubicBezTo>
                      <a:pt x="54" y="126"/>
                      <a:pt x="25" y="118"/>
                      <a:pt x="0" y="101"/>
                    </a:cubicBezTo>
                    <a:cubicBezTo>
                      <a:pt x="7" y="108"/>
                      <a:pt x="16" y="114"/>
                      <a:pt x="26" y="120"/>
                    </a:cubicBezTo>
                    <a:cubicBezTo>
                      <a:pt x="91" y="157"/>
                      <a:pt x="175" y="135"/>
                      <a:pt x="213" y="68"/>
                    </a:cubicBezTo>
                    <a:lnTo>
                      <a:pt x="217" y="6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5" name="Freeform 190">
                <a:extLst>
                  <a:ext uri="{FF2B5EF4-FFF2-40B4-BE49-F238E27FC236}">
                    <a16:creationId xmlns:a16="http://schemas.microsoft.com/office/drawing/2014/main" id="{E0BD3159-A3BB-72D4-C261-7864B0622AB0}"/>
                  </a:ext>
                </a:extLst>
              </p:cNvPr>
              <p:cNvSpPr>
                <a:spLocks noChangeArrowheads="1"/>
              </p:cNvSpPr>
              <p:nvPr/>
            </p:nvSpPr>
            <p:spPr bwMode="auto">
              <a:xfrm>
                <a:off x="5029200" y="4968875"/>
                <a:ext cx="106363" cy="52388"/>
              </a:xfrm>
              <a:custGeom>
                <a:avLst/>
                <a:gdLst>
                  <a:gd name="T0" fmla="*/ 65 w 294"/>
                  <a:gd name="T1" fmla="*/ 78 h 147"/>
                  <a:gd name="T2" fmla="*/ 0 w 294"/>
                  <a:gd name="T3" fmla="*/ 0 h 147"/>
                  <a:gd name="T4" fmla="*/ 17 w 294"/>
                  <a:gd name="T5" fmla="*/ 44 h 147"/>
                  <a:gd name="T6" fmla="*/ 233 w 294"/>
                  <a:gd name="T7" fmla="*/ 102 h 147"/>
                  <a:gd name="T8" fmla="*/ 293 w 294"/>
                  <a:gd name="T9" fmla="*/ 41 h 147"/>
                  <a:gd name="T10" fmla="*/ 265 w 294"/>
                  <a:gd name="T11" fmla="*/ 25 h 147"/>
                  <a:gd name="T12" fmla="*/ 65 w 294"/>
                  <a:gd name="T13" fmla="*/ 78 h 147"/>
                </a:gdLst>
                <a:ahLst/>
                <a:cxnLst>
                  <a:cxn ang="0">
                    <a:pos x="T0" y="T1"/>
                  </a:cxn>
                  <a:cxn ang="0">
                    <a:pos x="T2" y="T3"/>
                  </a:cxn>
                  <a:cxn ang="0">
                    <a:pos x="T4" y="T5"/>
                  </a:cxn>
                  <a:cxn ang="0">
                    <a:pos x="T6" y="T7"/>
                  </a:cxn>
                  <a:cxn ang="0">
                    <a:pos x="T8" y="T9"/>
                  </a:cxn>
                  <a:cxn ang="0">
                    <a:pos x="T10" y="T11"/>
                  </a:cxn>
                  <a:cxn ang="0">
                    <a:pos x="T12" y="T13"/>
                  </a:cxn>
                </a:cxnLst>
                <a:rect l="0" t="0" r="r" b="b"/>
                <a:pathLst>
                  <a:path w="294" h="147">
                    <a:moveTo>
                      <a:pt x="65" y="78"/>
                    </a:moveTo>
                    <a:cubicBezTo>
                      <a:pt x="34" y="60"/>
                      <a:pt x="12" y="32"/>
                      <a:pt x="0" y="0"/>
                    </a:cubicBezTo>
                    <a:cubicBezTo>
                      <a:pt x="3" y="15"/>
                      <a:pt x="10" y="30"/>
                      <a:pt x="17" y="44"/>
                    </a:cubicBezTo>
                    <a:cubicBezTo>
                      <a:pt x="61" y="120"/>
                      <a:pt x="157" y="146"/>
                      <a:pt x="233" y="102"/>
                    </a:cubicBezTo>
                    <a:cubicBezTo>
                      <a:pt x="259" y="87"/>
                      <a:pt x="279" y="65"/>
                      <a:pt x="293" y="41"/>
                    </a:cubicBezTo>
                    <a:lnTo>
                      <a:pt x="265" y="25"/>
                    </a:lnTo>
                    <a:cubicBezTo>
                      <a:pt x="225" y="95"/>
                      <a:pt x="136" y="119"/>
                      <a:pt x="65" y="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6" name="Freeform 191">
                <a:extLst>
                  <a:ext uri="{FF2B5EF4-FFF2-40B4-BE49-F238E27FC236}">
                    <a16:creationId xmlns:a16="http://schemas.microsoft.com/office/drawing/2014/main" id="{F49386CF-1269-545A-6CAF-990159B7CA0C}"/>
                  </a:ext>
                </a:extLst>
              </p:cNvPr>
              <p:cNvSpPr>
                <a:spLocks noChangeArrowheads="1"/>
              </p:cNvSpPr>
              <p:nvPr/>
            </p:nvSpPr>
            <p:spPr bwMode="auto">
              <a:xfrm>
                <a:off x="4991100" y="4862513"/>
                <a:ext cx="188913" cy="188912"/>
              </a:xfrm>
              <a:custGeom>
                <a:avLst/>
                <a:gdLst>
                  <a:gd name="T0" fmla="*/ 178 w 523"/>
                  <a:gd name="T1" fmla="*/ 116 h 524"/>
                  <a:gd name="T2" fmla="*/ 406 w 523"/>
                  <a:gd name="T3" fmla="*/ 177 h 524"/>
                  <a:gd name="T4" fmla="*/ 345 w 523"/>
                  <a:gd name="T5" fmla="*/ 406 h 524"/>
                  <a:gd name="T6" fmla="*/ 117 w 523"/>
                  <a:gd name="T7" fmla="*/ 345 h 524"/>
                  <a:gd name="T8" fmla="*/ 178 w 523"/>
                  <a:gd name="T9" fmla="*/ 116 h 524"/>
                  <a:gd name="T10" fmla="*/ 147 w 523"/>
                  <a:gd name="T11" fmla="*/ 63 h 524"/>
                  <a:gd name="T12" fmla="*/ 63 w 523"/>
                  <a:gd name="T13" fmla="*/ 376 h 524"/>
                  <a:gd name="T14" fmla="*/ 376 w 523"/>
                  <a:gd name="T15" fmla="*/ 460 h 524"/>
                  <a:gd name="T16" fmla="*/ 459 w 523"/>
                  <a:gd name="T17" fmla="*/ 146 h 524"/>
                  <a:gd name="T18" fmla="*/ 147 w 523"/>
                  <a:gd name="T19" fmla="*/ 63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3" h="524">
                    <a:moveTo>
                      <a:pt x="178" y="116"/>
                    </a:moveTo>
                    <a:cubicBezTo>
                      <a:pt x="258" y="70"/>
                      <a:pt x="359" y="97"/>
                      <a:pt x="406" y="177"/>
                    </a:cubicBezTo>
                    <a:cubicBezTo>
                      <a:pt x="452" y="257"/>
                      <a:pt x="425" y="359"/>
                      <a:pt x="345" y="406"/>
                    </a:cubicBezTo>
                    <a:cubicBezTo>
                      <a:pt x="264" y="452"/>
                      <a:pt x="163" y="426"/>
                      <a:pt x="117" y="345"/>
                    </a:cubicBezTo>
                    <a:cubicBezTo>
                      <a:pt x="71" y="265"/>
                      <a:pt x="97" y="163"/>
                      <a:pt x="178" y="116"/>
                    </a:cubicBezTo>
                    <a:close/>
                    <a:moveTo>
                      <a:pt x="147" y="63"/>
                    </a:moveTo>
                    <a:cubicBezTo>
                      <a:pt x="37" y="126"/>
                      <a:pt x="0" y="267"/>
                      <a:pt x="63" y="376"/>
                    </a:cubicBezTo>
                    <a:cubicBezTo>
                      <a:pt x="126" y="485"/>
                      <a:pt x="267" y="523"/>
                      <a:pt x="376" y="460"/>
                    </a:cubicBezTo>
                    <a:cubicBezTo>
                      <a:pt x="485" y="397"/>
                      <a:pt x="522" y="256"/>
                      <a:pt x="459" y="146"/>
                    </a:cubicBezTo>
                    <a:cubicBezTo>
                      <a:pt x="396" y="37"/>
                      <a:pt x="256" y="0"/>
                      <a:pt x="147"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7" name="Freeform 192">
                <a:extLst>
                  <a:ext uri="{FF2B5EF4-FFF2-40B4-BE49-F238E27FC236}">
                    <a16:creationId xmlns:a16="http://schemas.microsoft.com/office/drawing/2014/main" id="{97FF9D13-651F-2FAD-970D-B15C7F3CD396}"/>
                  </a:ext>
                </a:extLst>
              </p:cNvPr>
              <p:cNvSpPr>
                <a:spLocks noChangeArrowheads="1"/>
              </p:cNvSpPr>
              <p:nvPr/>
            </p:nvSpPr>
            <p:spPr bwMode="auto">
              <a:xfrm>
                <a:off x="5368925" y="4929188"/>
                <a:ext cx="60325" cy="66675"/>
              </a:xfrm>
              <a:custGeom>
                <a:avLst/>
                <a:gdLst>
                  <a:gd name="T0" fmla="*/ 85 w 168"/>
                  <a:gd name="T1" fmla="*/ 24 h 185"/>
                  <a:gd name="T2" fmla="*/ 129 w 168"/>
                  <a:gd name="T3" fmla="*/ 76 h 185"/>
                  <a:gd name="T4" fmla="*/ 38 w 168"/>
                  <a:gd name="T5" fmla="*/ 76 h 185"/>
                  <a:gd name="T6" fmla="*/ 85 w 168"/>
                  <a:gd name="T7" fmla="*/ 24 h 185"/>
                  <a:gd name="T8" fmla="*/ 84 w 168"/>
                  <a:gd name="T9" fmla="*/ 0 h 185"/>
                  <a:gd name="T10" fmla="*/ 0 w 168"/>
                  <a:gd name="T11" fmla="*/ 91 h 185"/>
                  <a:gd name="T12" fmla="*/ 99 w 168"/>
                  <a:gd name="T13" fmla="*/ 184 h 185"/>
                  <a:gd name="T14" fmla="*/ 143 w 168"/>
                  <a:gd name="T15" fmla="*/ 179 h 185"/>
                  <a:gd name="T16" fmla="*/ 150 w 168"/>
                  <a:gd name="T17" fmla="*/ 169 h 185"/>
                  <a:gd name="T18" fmla="*/ 147 w 168"/>
                  <a:gd name="T19" fmla="*/ 159 h 185"/>
                  <a:gd name="T20" fmla="*/ 135 w 168"/>
                  <a:gd name="T21" fmla="*/ 154 h 185"/>
                  <a:gd name="T22" fmla="*/ 100 w 168"/>
                  <a:gd name="T23" fmla="*/ 158 h 185"/>
                  <a:gd name="T24" fmla="*/ 41 w 168"/>
                  <a:gd name="T25" fmla="*/ 99 h 185"/>
                  <a:gd name="T26" fmla="*/ 159 w 168"/>
                  <a:gd name="T27" fmla="*/ 99 h 185"/>
                  <a:gd name="T28" fmla="*/ 167 w 168"/>
                  <a:gd name="T29" fmla="*/ 92 h 185"/>
                  <a:gd name="T30" fmla="*/ 84 w 168"/>
                  <a:gd name="T31"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185">
                    <a:moveTo>
                      <a:pt x="85" y="24"/>
                    </a:moveTo>
                    <a:cubicBezTo>
                      <a:pt x="117" y="24"/>
                      <a:pt x="128" y="51"/>
                      <a:pt x="129" y="76"/>
                    </a:cubicBezTo>
                    <a:lnTo>
                      <a:pt x="38" y="76"/>
                    </a:lnTo>
                    <a:cubicBezTo>
                      <a:pt x="44" y="31"/>
                      <a:pt x="69" y="24"/>
                      <a:pt x="85" y="24"/>
                    </a:cubicBezTo>
                    <a:close/>
                    <a:moveTo>
                      <a:pt x="84" y="0"/>
                    </a:moveTo>
                    <a:cubicBezTo>
                      <a:pt x="34" y="0"/>
                      <a:pt x="0" y="34"/>
                      <a:pt x="0" y="91"/>
                    </a:cubicBezTo>
                    <a:cubicBezTo>
                      <a:pt x="0" y="152"/>
                      <a:pt x="35" y="184"/>
                      <a:pt x="99" y="184"/>
                    </a:cubicBezTo>
                    <a:cubicBezTo>
                      <a:pt x="119" y="184"/>
                      <a:pt x="133" y="182"/>
                      <a:pt x="143" y="179"/>
                    </a:cubicBezTo>
                    <a:cubicBezTo>
                      <a:pt x="149" y="176"/>
                      <a:pt x="152" y="173"/>
                      <a:pt x="150" y="169"/>
                    </a:cubicBezTo>
                    <a:lnTo>
                      <a:pt x="147" y="159"/>
                    </a:lnTo>
                    <a:cubicBezTo>
                      <a:pt x="144" y="155"/>
                      <a:pt x="141" y="153"/>
                      <a:pt x="135" y="154"/>
                    </a:cubicBezTo>
                    <a:cubicBezTo>
                      <a:pt x="124" y="156"/>
                      <a:pt x="113" y="158"/>
                      <a:pt x="100" y="158"/>
                    </a:cubicBezTo>
                    <a:cubicBezTo>
                      <a:pt x="59" y="158"/>
                      <a:pt x="42" y="138"/>
                      <a:pt x="41" y="99"/>
                    </a:cubicBezTo>
                    <a:lnTo>
                      <a:pt x="159" y="99"/>
                    </a:lnTo>
                    <a:cubicBezTo>
                      <a:pt x="163" y="99"/>
                      <a:pt x="167" y="96"/>
                      <a:pt x="167" y="92"/>
                    </a:cubicBezTo>
                    <a:cubicBezTo>
                      <a:pt x="167" y="21"/>
                      <a:pt x="127" y="0"/>
                      <a:pt x="84"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8" name="Freeform 193">
                <a:extLst>
                  <a:ext uri="{FF2B5EF4-FFF2-40B4-BE49-F238E27FC236}">
                    <a16:creationId xmlns:a16="http://schemas.microsoft.com/office/drawing/2014/main" id="{1935C578-68BF-1072-9FA6-E816F34AE2C3}"/>
                  </a:ext>
                </a:extLst>
              </p:cNvPr>
              <p:cNvSpPr>
                <a:spLocks noChangeArrowheads="1"/>
              </p:cNvSpPr>
              <p:nvPr/>
            </p:nvSpPr>
            <p:spPr bwMode="auto">
              <a:xfrm>
                <a:off x="5608638" y="4929188"/>
                <a:ext cx="60325" cy="66675"/>
              </a:xfrm>
              <a:custGeom>
                <a:avLst/>
                <a:gdLst>
                  <a:gd name="T0" fmla="*/ 85 w 168"/>
                  <a:gd name="T1" fmla="*/ 24 h 185"/>
                  <a:gd name="T2" fmla="*/ 129 w 168"/>
                  <a:gd name="T3" fmla="*/ 76 h 185"/>
                  <a:gd name="T4" fmla="*/ 38 w 168"/>
                  <a:gd name="T5" fmla="*/ 76 h 185"/>
                  <a:gd name="T6" fmla="*/ 85 w 168"/>
                  <a:gd name="T7" fmla="*/ 24 h 185"/>
                  <a:gd name="T8" fmla="*/ 84 w 168"/>
                  <a:gd name="T9" fmla="*/ 0 h 185"/>
                  <a:gd name="T10" fmla="*/ 0 w 168"/>
                  <a:gd name="T11" fmla="*/ 91 h 185"/>
                  <a:gd name="T12" fmla="*/ 99 w 168"/>
                  <a:gd name="T13" fmla="*/ 184 h 185"/>
                  <a:gd name="T14" fmla="*/ 143 w 168"/>
                  <a:gd name="T15" fmla="*/ 179 h 185"/>
                  <a:gd name="T16" fmla="*/ 150 w 168"/>
                  <a:gd name="T17" fmla="*/ 169 h 185"/>
                  <a:gd name="T18" fmla="*/ 146 w 168"/>
                  <a:gd name="T19" fmla="*/ 159 h 185"/>
                  <a:gd name="T20" fmla="*/ 135 w 168"/>
                  <a:gd name="T21" fmla="*/ 154 h 185"/>
                  <a:gd name="T22" fmla="*/ 100 w 168"/>
                  <a:gd name="T23" fmla="*/ 158 h 185"/>
                  <a:gd name="T24" fmla="*/ 40 w 168"/>
                  <a:gd name="T25" fmla="*/ 99 h 185"/>
                  <a:gd name="T26" fmla="*/ 159 w 168"/>
                  <a:gd name="T27" fmla="*/ 99 h 185"/>
                  <a:gd name="T28" fmla="*/ 167 w 168"/>
                  <a:gd name="T29" fmla="*/ 92 h 185"/>
                  <a:gd name="T30" fmla="*/ 84 w 168"/>
                  <a:gd name="T31"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185">
                    <a:moveTo>
                      <a:pt x="85" y="24"/>
                    </a:moveTo>
                    <a:cubicBezTo>
                      <a:pt x="116" y="24"/>
                      <a:pt x="128" y="51"/>
                      <a:pt x="129" y="76"/>
                    </a:cubicBezTo>
                    <a:lnTo>
                      <a:pt x="38" y="76"/>
                    </a:lnTo>
                    <a:cubicBezTo>
                      <a:pt x="44" y="31"/>
                      <a:pt x="69" y="24"/>
                      <a:pt x="85" y="24"/>
                    </a:cubicBezTo>
                    <a:close/>
                    <a:moveTo>
                      <a:pt x="84" y="0"/>
                    </a:moveTo>
                    <a:cubicBezTo>
                      <a:pt x="34" y="0"/>
                      <a:pt x="0" y="34"/>
                      <a:pt x="0" y="91"/>
                    </a:cubicBezTo>
                    <a:cubicBezTo>
                      <a:pt x="0" y="152"/>
                      <a:pt x="35" y="184"/>
                      <a:pt x="99" y="184"/>
                    </a:cubicBezTo>
                    <a:cubicBezTo>
                      <a:pt x="119" y="184"/>
                      <a:pt x="133" y="182"/>
                      <a:pt x="143" y="179"/>
                    </a:cubicBezTo>
                    <a:cubicBezTo>
                      <a:pt x="149" y="176"/>
                      <a:pt x="152" y="173"/>
                      <a:pt x="150" y="169"/>
                    </a:cubicBezTo>
                    <a:lnTo>
                      <a:pt x="146" y="159"/>
                    </a:lnTo>
                    <a:cubicBezTo>
                      <a:pt x="144" y="155"/>
                      <a:pt x="141" y="153"/>
                      <a:pt x="135" y="154"/>
                    </a:cubicBezTo>
                    <a:cubicBezTo>
                      <a:pt x="124" y="156"/>
                      <a:pt x="113" y="158"/>
                      <a:pt x="100" y="158"/>
                    </a:cubicBezTo>
                    <a:cubicBezTo>
                      <a:pt x="59" y="158"/>
                      <a:pt x="42" y="138"/>
                      <a:pt x="40" y="99"/>
                    </a:cubicBezTo>
                    <a:lnTo>
                      <a:pt x="159" y="99"/>
                    </a:lnTo>
                    <a:cubicBezTo>
                      <a:pt x="162" y="99"/>
                      <a:pt x="167" y="96"/>
                      <a:pt x="167" y="92"/>
                    </a:cubicBezTo>
                    <a:cubicBezTo>
                      <a:pt x="167" y="21"/>
                      <a:pt x="127" y="0"/>
                      <a:pt x="84"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9" name="Freeform 194">
                <a:extLst>
                  <a:ext uri="{FF2B5EF4-FFF2-40B4-BE49-F238E27FC236}">
                    <a16:creationId xmlns:a16="http://schemas.microsoft.com/office/drawing/2014/main" id="{7F0C929C-A6F7-F558-1F4B-8C870E5449F4}"/>
                  </a:ext>
                </a:extLst>
              </p:cNvPr>
              <p:cNvSpPr>
                <a:spLocks noChangeArrowheads="1"/>
              </p:cNvSpPr>
              <p:nvPr/>
            </p:nvSpPr>
            <p:spPr bwMode="auto">
              <a:xfrm>
                <a:off x="5230813" y="4929188"/>
                <a:ext cx="50800" cy="66675"/>
              </a:xfrm>
              <a:custGeom>
                <a:avLst/>
                <a:gdLst>
                  <a:gd name="T0" fmla="*/ 7 w 143"/>
                  <a:gd name="T1" fmla="*/ 174 h 186"/>
                  <a:gd name="T2" fmla="*/ 2 w 143"/>
                  <a:gd name="T3" fmla="*/ 165 h 186"/>
                  <a:gd name="T4" fmla="*/ 6 w 143"/>
                  <a:gd name="T5" fmla="*/ 154 h 186"/>
                  <a:gd name="T6" fmla="*/ 18 w 143"/>
                  <a:gd name="T7" fmla="*/ 149 h 186"/>
                  <a:gd name="T8" fmla="*/ 69 w 143"/>
                  <a:gd name="T9" fmla="*/ 158 h 186"/>
                  <a:gd name="T10" fmla="*/ 104 w 143"/>
                  <a:gd name="T11" fmla="*/ 134 h 186"/>
                  <a:gd name="T12" fmla="*/ 8 w 143"/>
                  <a:gd name="T13" fmla="*/ 49 h 186"/>
                  <a:gd name="T14" fmla="*/ 80 w 143"/>
                  <a:gd name="T15" fmla="*/ 0 h 186"/>
                  <a:gd name="T16" fmla="*/ 128 w 143"/>
                  <a:gd name="T17" fmla="*/ 7 h 186"/>
                  <a:gd name="T18" fmla="*/ 132 w 143"/>
                  <a:gd name="T19" fmla="*/ 17 h 186"/>
                  <a:gd name="T20" fmla="*/ 128 w 143"/>
                  <a:gd name="T21" fmla="*/ 27 h 186"/>
                  <a:gd name="T22" fmla="*/ 116 w 143"/>
                  <a:gd name="T23" fmla="*/ 31 h 186"/>
                  <a:gd name="T24" fmla="*/ 79 w 143"/>
                  <a:gd name="T25" fmla="*/ 24 h 186"/>
                  <a:gd name="T26" fmla="*/ 46 w 143"/>
                  <a:gd name="T27" fmla="*/ 47 h 186"/>
                  <a:gd name="T28" fmla="*/ 142 w 143"/>
                  <a:gd name="T29" fmla="*/ 135 h 186"/>
                  <a:gd name="T30" fmla="*/ 69 w 143"/>
                  <a:gd name="T31" fmla="*/ 185 h 186"/>
                  <a:gd name="T32" fmla="*/ 7 w 143"/>
                  <a:gd name="T33" fmla="*/ 17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186">
                    <a:moveTo>
                      <a:pt x="7" y="174"/>
                    </a:moveTo>
                    <a:cubicBezTo>
                      <a:pt x="2" y="172"/>
                      <a:pt x="0" y="169"/>
                      <a:pt x="2" y="165"/>
                    </a:cubicBezTo>
                    <a:lnTo>
                      <a:pt x="6" y="154"/>
                    </a:lnTo>
                    <a:cubicBezTo>
                      <a:pt x="8" y="149"/>
                      <a:pt x="14" y="148"/>
                      <a:pt x="18" y="149"/>
                    </a:cubicBezTo>
                    <a:cubicBezTo>
                      <a:pt x="33" y="155"/>
                      <a:pt x="51" y="158"/>
                      <a:pt x="69" y="158"/>
                    </a:cubicBezTo>
                    <a:cubicBezTo>
                      <a:pt x="93" y="158"/>
                      <a:pt x="104" y="150"/>
                      <a:pt x="104" y="134"/>
                    </a:cubicBezTo>
                    <a:cubicBezTo>
                      <a:pt x="104" y="99"/>
                      <a:pt x="8" y="99"/>
                      <a:pt x="8" y="49"/>
                    </a:cubicBezTo>
                    <a:cubicBezTo>
                      <a:pt x="8" y="20"/>
                      <a:pt x="36" y="0"/>
                      <a:pt x="80" y="0"/>
                    </a:cubicBezTo>
                    <a:cubicBezTo>
                      <a:pt x="101" y="0"/>
                      <a:pt x="116" y="3"/>
                      <a:pt x="128" y="7"/>
                    </a:cubicBezTo>
                    <a:cubicBezTo>
                      <a:pt x="132" y="9"/>
                      <a:pt x="135" y="13"/>
                      <a:pt x="132" y="17"/>
                    </a:cubicBezTo>
                    <a:lnTo>
                      <a:pt x="128" y="27"/>
                    </a:lnTo>
                    <a:cubicBezTo>
                      <a:pt x="126" y="31"/>
                      <a:pt x="122" y="32"/>
                      <a:pt x="116" y="31"/>
                    </a:cubicBezTo>
                    <a:cubicBezTo>
                      <a:pt x="107" y="28"/>
                      <a:pt x="93" y="24"/>
                      <a:pt x="79" y="24"/>
                    </a:cubicBezTo>
                    <a:cubicBezTo>
                      <a:pt x="58" y="24"/>
                      <a:pt x="46" y="33"/>
                      <a:pt x="46" y="47"/>
                    </a:cubicBezTo>
                    <a:cubicBezTo>
                      <a:pt x="46" y="78"/>
                      <a:pt x="142" y="79"/>
                      <a:pt x="142" y="135"/>
                    </a:cubicBezTo>
                    <a:cubicBezTo>
                      <a:pt x="142" y="164"/>
                      <a:pt x="114" y="185"/>
                      <a:pt x="69" y="185"/>
                    </a:cubicBezTo>
                    <a:cubicBezTo>
                      <a:pt x="49" y="185"/>
                      <a:pt x="24" y="181"/>
                      <a:pt x="7" y="17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0" name="Freeform 195">
                <a:extLst>
                  <a:ext uri="{FF2B5EF4-FFF2-40B4-BE49-F238E27FC236}">
                    <a16:creationId xmlns:a16="http://schemas.microsoft.com/office/drawing/2014/main" id="{9CBBE456-7D2C-9BDF-D9F7-AE9E383D3750}"/>
                  </a:ext>
                </a:extLst>
              </p:cNvPr>
              <p:cNvSpPr>
                <a:spLocks noChangeArrowheads="1"/>
              </p:cNvSpPr>
              <p:nvPr/>
            </p:nvSpPr>
            <p:spPr bwMode="auto">
              <a:xfrm>
                <a:off x="5438775" y="4929188"/>
                <a:ext cx="50800" cy="66675"/>
              </a:xfrm>
              <a:custGeom>
                <a:avLst/>
                <a:gdLst>
                  <a:gd name="T0" fmla="*/ 91 w 142"/>
                  <a:gd name="T1" fmla="*/ 185 h 186"/>
                  <a:gd name="T2" fmla="*/ 0 w 142"/>
                  <a:gd name="T3" fmla="*/ 91 h 186"/>
                  <a:gd name="T4" fmla="*/ 89 w 142"/>
                  <a:gd name="T5" fmla="*/ 0 h 186"/>
                  <a:gd name="T6" fmla="*/ 129 w 142"/>
                  <a:gd name="T7" fmla="*/ 6 h 186"/>
                  <a:gd name="T8" fmla="*/ 137 w 142"/>
                  <a:gd name="T9" fmla="*/ 16 h 186"/>
                  <a:gd name="T10" fmla="*/ 132 w 142"/>
                  <a:gd name="T11" fmla="*/ 27 h 186"/>
                  <a:gd name="T12" fmla="*/ 121 w 142"/>
                  <a:gd name="T13" fmla="*/ 31 h 186"/>
                  <a:gd name="T14" fmla="*/ 88 w 142"/>
                  <a:gd name="T15" fmla="*/ 26 h 186"/>
                  <a:gd name="T16" fmla="*/ 39 w 142"/>
                  <a:gd name="T17" fmla="*/ 91 h 186"/>
                  <a:gd name="T18" fmla="*/ 93 w 142"/>
                  <a:gd name="T19" fmla="*/ 157 h 186"/>
                  <a:gd name="T20" fmla="*/ 125 w 142"/>
                  <a:gd name="T21" fmla="*/ 154 h 186"/>
                  <a:gd name="T22" fmla="*/ 137 w 142"/>
                  <a:gd name="T23" fmla="*/ 159 h 186"/>
                  <a:gd name="T24" fmla="*/ 140 w 142"/>
                  <a:gd name="T25" fmla="*/ 171 h 186"/>
                  <a:gd name="T26" fmla="*/ 133 w 142"/>
                  <a:gd name="T27" fmla="*/ 181 h 186"/>
                  <a:gd name="T28" fmla="*/ 91 w 142"/>
                  <a:gd name="T29"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 h="186">
                    <a:moveTo>
                      <a:pt x="91" y="185"/>
                    </a:moveTo>
                    <a:cubicBezTo>
                      <a:pt x="36" y="185"/>
                      <a:pt x="0" y="152"/>
                      <a:pt x="0" y="91"/>
                    </a:cubicBezTo>
                    <a:cubicBezTo>
                      <a:pt x="0" y="37"/>
                      <a:pt x="38" y="0"/>
                      <a:pt x="89" y="0"/>
                    </a:cubicBezTo>
                    <a:cubicBezTo>
                      <a:pt x="106" y="0"/>
                      <a:pt x="121" y="3"/>
                      <a:pt x="129" y="6"/>
                    </a:cubicBezTo>
                    <a:cubicBezTo>
                      <a:pt x="136" y="8"/>
                      <a:pt x="138" y="12"/>
                      <a:pt x="137" y="16"/>
                    </a:cubicBezTo>
                    <a:lnTo>
                      <a:pt x="132" y="27"/>
                    </a:lnTo>
                    <a:cubicBezTo>
                      <a:pt x="131" y="31"/>
                      <a:pt x="128" y="33"/>
                      <a:pt x="121" y="31"/>
                    </a:cubicBezTo>
                    <a:cubicBezTo>
                      <a:pt x="113" y="29"/>
                      <a:pt x="102" y="26"/>
                      <a:pt x="88" y="26"/>
                    </a:cubicBezTo>
                    <a:cubicBezTo>
                      <a:pt x="60" y="26"/>
                      <a:pt x="39" y="50"/>
                      <a:pt x="39" y="91"/>
                    </a:cubicBezTo>
                    <a:cubicBezTo>
                      <a:pt x="39" y="135"/>
                      <a:pt x="57" y="157"/>
                      <a:pt x="93" y="157"/>
                    </a:cubicBezTo>
                    <a:cubicBezTo>
                      <a:pt x="106" y="157"/>
                      <a:pt x="116" y="156"/>
                      <a:pt x="125" y="154"/>
                    </a:cubicBezTo>
                    <a:cubicBezTo>
                      <a:pt x="131" y="153"/>
                      <a:pt x="136" y="156"/>
                      <a:pt x="137" y="159"/>
                    </a:cubicBezTo>
                    <a:lnTo>
                      <a:pt x="140" y="171"/>
                    </a:lnTo>
                    <a:cubicBezTo>
                      <a:pt x="141" y="174"/>
                      <a:pt x="139" y="179"/>
                      <a:pt x="133" y="181"/>
                    </a:cubicBezTo>
                    <a:cubicBezTo>
                      <a:pt x="121" y="184"/>
                      <a:pt x="107" y="185"/>
                      <a:pt x="91" y="18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1" name="Freeform 196">
                <a:extLst>
                  <a:ext uri="{FF2B5EF4-FFF2-40B4-BE49-F238E27FC236}">
                    <a16:creationId xmlns:a16="http://schemas.microsoft.com/office/drawing/2014/main" id="{29410905-E507-F99C-9D35-2D65C5120CB8}"/>
                  </a:ext>
                </a:extLst>
              </p:cNvPr>
              <p:cNvSpPr>
                <a:spLocks noChangeArrowheads="1"/>
              </p:cNvSpPr>
              <p:nvPr/>
            </p:nvSpPr>
            <p:spPr bwMode="auto">
              <a:xfrm>
                <a:off x="5494338" y="4930775"/>
                <a:ext cx="65087" cy="66675"/>
              </a:xfrm>
              <a:custGeom>
                <a:avLst/>
                <a:gdLst>
                  <a:gd name="T0" fmla="*/ 39 w 180"/>
                  <a:gd name="T1" fmla="*/ 92 h 185"/>
                  <a:gd name="T2" fmla="*/ 89 w 180"/>
                  <a:gd name="T3" fmla="*/ 159 h 185"/>
                  <a:gd name="T4" fmla="*/ 139 w 180"/>
                  <a:gd name="T5" fmla="*/ 92 h 185"/>
                  <a:gd name="T6" fmla="*/ 89 w 180"/>
                  <a:gd name="T7" fmla="*/ 25 h 185"/>
                  <a:gd name="T8" fmla="*/ 39 w 180"/>
                  <a:gd name="T9" fmla="*/ 92 h 185"/>
                  <a:gd name="T10" fmla="*/ 0 w 180"/>
                  <a:gd name="T11" fmla="*/ 92 h 185"/>
                  <a:gd name="T12" fmla="*/ 90 w 180"/>
                  <a:gd name="T13" fmla="*/ 0 h 185"/>
                  <a:gd name="T14" fmla="*/ 179 w 180"/>
                  <a:gd name="T15" fmla="*/ 92 h 185"/>
                  <a:gd name="T16" fmla="*/ 90 w 180"/>
                  <a:gd name="T17" fmla="*/ 184 h 185"/>
                  <a:gd name="T18" fmla="*/ 0 w 180"/>
                  <a:gd name="T19" fmla="*/ 92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5">
                    <a:moveTo>
                      <a:pt x="39" y="92"/>
                    </a:moveTo>
                    <a:cubicBezTo>
                      <a:pt x="39" y="138"/>
                      <a:pt x="57" y="159"/>
                      <a:pt x="89" y="159"/>
                    </a:cubicBezTo>
                    <a:cubicBezTo>
                      <a:pt x="121" y="159"/>
                      <a:pt x="139" y="138"/>
                      <a:pt x="139" y="92"/>
                    </a:cubicBezTo>
                    <a:cubicBezTo>
                      <a:pt x="139" y="46"/>
                      <a:pt x="121" y="25"/>
                      <a:pt x="89" y="25"/>
                    </a:cubicBezTo>
                    <a:cubicBezTo>
                      <a:pt x="57" y="25"/>
                      <a:pt x="39" y="47"/>
                      <a:pt x="39" y="92"/>
                    </a:cubicBezTo>
                    <a:close/>
                    <a:moveTo>
                      <a:pt x="0" y="92"/>
                    </a:moveTo>
                    <a:cubicBezTo>
                      <a:pt x="0" y="34"/>
                      <a:pt x="35" y="0"/>
                      <a:pt x="90" y="0"/>
                    </a:cubicBezTo>
                    <a:cubicBezTo>
                      <a:pt x="143" y="0"/>
                      <a:pt x="179" y="35"/>
                      <a:pt x="179" y="92"/>
                    </a:cubicBezTo>
                    <a:cubicBezTo>
                      <a:pt x="179" y="149"/>
                      <a:pt x="145" y="184"/>
                      <a:pt x="90" y="184"/>
                    </a:cubicBezTo>
                    <a:cubicBezTo>
                      <a:pt x="36" y="184"/>
                      <a:pt x="0" y="150"/>
                      <a:pt x="0" y="9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2" name="Freeform 197">
                <a:extLst>
                  <a:ext uri="{FF2B5EF4-FFF2-40B4-BE49-F238E27FC236}">
                    <a16:creationId xmlns:a16="http://schemas.microsoft.com/office/drawing/2014/main" id="{F566D1D8-9036-27FE-DA4C-4287137E4FBA}"/>
                  </a:ext>
                </a:extLst>
              </p:cNvPr>
              <p:cNvSpPr>
                <a:spLocks noChangeArrowheads="1"/>
              </p:cNvSpPr>
              <p:nvPr/>
            </p:nvSpPr>
            <p:spPr bwMode="auto">
              <a:xfrm>
                <a:off x="5572125" y="4929188"/>
                <a:ext cx="33338" cy="66675"/>
              </a:xfrm>
              <a:custGeom>
                <a:avLst/>
                <a:gdLst>
                  <a:gd name="T0" fmla="*/ 90 w 91"/>
                  <a:gd name="T1" fmla="*/ 6 h 184"/>
                  <a:gd name="T2" fmla="*/ 87 w 91"/>
                  <a:gd name="T3" fmla="*/ 0 h 184"/>
                  <a:gd name="T4" fmla="*/ 65 w 91"/>
                  <a:gd name="T5" fmla="*/ 0 h 184"/>
                  <a:gd name="T6" fmla="*/ 0 w 91"/>
                  <a:gd name="T7" fmla="*/ 50 h 184"/>
                  <a:gd name="T8" fmla="*/ 0 w 91"/>
                  <a:gd name="T9" fmla="*/ 179 h 184"/>
                  <a:gd name="T10" fmla="*/ 10 w 91"/>
                  <a:gd name="T11" fmla="*/ 183 h 184"/>
                  <a:gd name="T12" fmla="*/ 27 w 91"/>
                  <a:gd name="T13" fmla="*/ 183 h 184"/>
                  <a:gd name="T14" fmla="*/ 36 w 91"/>
                  <a:gd name="T15" fmla="*/ 179 h 184"/>
                  <a:gd name="T16" fmla="*/ 36 w 91"/>
                  <a:gd name="T17" fmla="*/ 61 h 184"/>
                  <a:gd name="T18" fmla="*/ 73 w 91"/>
                  <a:gd name="T19" fmla="*/ 26 h 184"/>
                  <a:gd name="T20" fmla="*/ 87 w 91"/>
                  <a:gd name="T21" fmla="*/ 26 h 184"/>
                  <a:gd name="T22" fmla="*/ 90 w 91"/>
                  <a:gd name="T23" fmla="*/ 18 h 184"/>
                  <a:gd name="T24" fmla="*/ 90 w 91"/>
                  <a:gd name="T25" fmla="*/ 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184">
                    <a:moveTo>
                      <a:pt x="90" y="6"/>
                    </a:moveTo>
                    <a:cubicBezTo>
                      <a:pt x="90" y="3"/>
                      <a:pt x="89" y="0"/>
                      <a:pt x="87" y="0"/>
                    </a:cubicBezTo>
                    <a:lnTo>
                      <a:pt x="65" y="0"/>
                    </a:lnTo>
                    <a:cubicBezTo>
                      <a:pt x="24" y="0"/>
                      <a:pt x="0" y="18"/>
                      <a:pt x="0" y="50"/>
                    </a:cubicBezTo>
                    <a:lnTo>
                      <a:pt x="0" y="179"/>
                    </a:lnTo>
                    <a:cubicBezTo>
                      <a:pt x="0" y="181"/>
                      <a:pt x="4" y="183"/>
                      <a:pt x="10" y="183"/>
                    </a:cubicBezTo>
                    <a:lnTo>
                      <a:pt x="27" y="183"/>
                    </a:lnTo>
                    <a:cubicBezTo>
                      <a:pt x="32" y="183"/>
                      <a:pt x="36" y="181"/>
                      <a:pt x="36" y="179"/>
                    </a:cubicBezTo>
                    <a:lnTo>
                      <a:pt x="36" y="61"/>
                    </a:lnTo>
                    <a:cubicBezTo>
                      <a:pt x="36" y="32"/>
                      <a:pt x="50" y="26"/>
                      <a:pt x="73" y="26"/>
                    </a:cubicBezTo>
                    <a:lnTo>
                      <a:pt x="87" y="26"/>
                    </a:lnTo>
                    <a:cubicBezTo>
                      <a:pt x="89" y="24"/>
                      <a:pt x="90" y="21"/>
                      <a:pt x="90" y="18"/>
                    </a:cubicBezTo>
                    <a:lnTo>
                      <a:pt x="90" y="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3" name="Freeform 198">
                <a:extLst>
                  <a:ext uri="{FF2B5EF4-FFF2-40B4-BE49-F238E27FC236}">
                    <a16:creationId xmlns:a16="http://schemas.microsoft.com/office/drawing/2014/main" id="{B7B027D5-914D-0682-1595-875284F770B4}"/>
                  </a:ext>
                </a:extLst>
              </p:cNvPr>
              <p:cNvSpPr>
                <a:spLocks noChangeArrowheads="1"/>
              </p:cNvSpPr>
              <p:nvPr/>
            </p:nvSpPr>
            <p:spPr bwMode="auto">
              <a:xfrm>
                <a:off x="5329238" y="4911725"/>
                <a:ext cx="33337" cy="84138"/>
              </a:xfrm>
              <a:custGeom>
                <a:avLst/>
                <a:gdLst>
                  <a:gd name="T0" fmla="*/ 72 w 91"/>
                  <a:gd name="T1" fmla="*/ 207 h 235"/>
                  <a:gd name="T2" fmla="*/ 36 w 91"/>
                  <a:gd name="T3" fmla="*/ 172 h 235"/>
                  <a:gd name="T4" fmla="*/ 36 w 91"/>
                  <a:gd name="T5" fmla="*/ 76 h 235"/>
                  <a:gd name="T6" fmla="*/ 68 w 91"/>
                  <a:gd name="T7" fmla="*/ 76 h 235"/>
                  <a:gd name="T8" fmla="*/ 71 w 91"/>
                  <a:gd name="T9" fmla="*/ 69 h 235"/>
                  <a:gd name="T10" fmla="*/ 71 w 91"/>
                  <a:gd name="T11" fmla="*/ 58 h 235"/>
                  <a:gd name="T12" fmla="*/ 68 w 91"/>
                  <a:gd name="T13" fmla="*/ 52 h 235"/>
                  <a:gd name="T14" fmla="*/ 36 w 91"/>
                  <a:gd name="T15" fmla="*/ 52 h 235"/>
                  <a:gd name="T16" fmla="*/ 36 w 91"/>
                  <a:gd name="T17" fmla="*/ 6 h 235"/>
                  <a:gd name="T18" fmla="*/ 24 w 91"/>
                  <a:gd name="T19" fmla="*/ 2 h 235"/>
                  <a:gd name="T20" fmla="*/ 7 w 91"/>
                  <a:gd name="T21" fmla="*/ 7 h 235"/>
                  <a:gd name="T22" fmla="*/ 0 w 91"/>
                  <a:gd name="T23" fmla="*/ 16 h 235"/>
                  <a:gd name="T24" fmla="*/ 0 w 91"/>
                  <a:gd name="T25" fmla="*/ 55 h 235"/>
                  <a:gd name="T26" fmla="*/ 0 w 91"/>
                  <a:gd name="T27" fmla="*/ 184 h 235"/>
                  <a:gd name="T28" fmla="*/ 65 w 91"/>
                  <a:gd name="T29" fmla="*/ 234 h 235"/>
                  <a:gd name="T30" fmla="*/ 86 w 91"/>
                  <a:gd name="T31" fmla="*/ 234 h 235"/>
                  <a:gd name="T32" fmla="*/ 90 w 91"/>
                  <a:gd name="T33" fmla="*/ 228 h 235"/>
                  <a:gd name="T34" fmla="*/ 90 w 91"/>
                  <a:gd name="T35" fmla="*/ 216 h 235"/>
                  <a:gd name="T36" fmla="*/ 86 w 91"/>
                  <a:gd name="T37" fmla="*/ 207 h 235"/>
                  <a:gd name="T38" fmla="*/ 72 w 91"/>
                  <a:gd name="T39" fmla="*/ 2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 h="235">
                    <a:moveTo>
                      <a:pt x="72" y="207"/>
                    </a:moveTo>
                    <a:cubicBezTo>
                      <a:pt x="51" y="207"/>
                      <a:pt x="36" y="200"/>
                      <a:pt x="36" y="172"/>
                    </a:cubicBezTo>
                    <a:lnTo>
                      <a:pt x="36" y="76"/>
                    </a:lnTo>
                    <a:lnTo>
                      <a:pt x="68" y="76"/>
                    </a:lnTo>
                    <a:cubicBezTo>
                      <a:pt x="69" y="76"/>
                      <a:pt x="71" y="72"/>
                      <a:pt x="71" y="69"/>
                    </a:cubicBezTo>
                    <a:lnTo>
                      <a:pt x="71" y="58"/>
                    </a:lnTo>
                    <a:cubicBezTo>
                      <a:pt x="71" y="55"/>
                      <a:pt x="70" y="52"/>
                      <a:pt x="68" y="52"/>
                    </a:cubicBezTo>
                    <a:lnTo>
                      <a:pt x="36" y="52"/>
                    </a:lnTo>
                    <a:lnTo>
                      <a:pt x="36" y="6"/>
                    </a:lnTo>
                    <a:cubicBezTo>
                      <a:pt x="36" y="0"/>
                      <a:pt x="30" y="1"/>
                      <a:pt x="24" y="2"/>
                    </a:cubicBezTo>
                    <a:lnTo>
                      <a:pt x="7" y="7"/>
                    </a:lnTo>
                    <a:cubicBezTo>
                      <a:pt x="3" y="8"/>
                      <a:pt x="0" y="11"/>
                      <a:pt x="0" y="16"/>
                    </a:cubicBezTo>
                    <a:lnTo>
                      <a:pt x="0" y="55"/>
                    </a:lnTo>
                    <a:lnTo>
                      <a:pt x="0" y="184"/>
                    </a:lnTo>
                    <a:cubicBezTo>
                      <a:pt x="0" y="216"/>
                      <a:pt x="23" y="234"/>
                      <a:pt x="65" y="234"/>
                    </a:cubicBezTo>
                    <a:lnTo>
                      <a:pt x="86" y="234"/>
                    </a:lnTo>
                    <a:cubicBezTo>
                      <a:pt x="88" y="234"/>
                      <a:pt x="90" y="231"/>
                      <a:pt x="90" y="228"/>
                    </a:cubicBezTo>
                    <a:lnTo>
                      <a:pt x="90" y="216"/>
                    </a:lnTo>
                    <a:cubicBezTo>
                      <a:pt x="90" y="210"/>
                      <a:pt x="88" y="207"/>
                      <a:pt x="86" y="207"/>
                    </a:cubicBezTo>
                    <a:lnTo>
                      <a:pt x="72" y="2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4" name="Freeform 199">
                <a:extLst>
                  <a:ext uri="{FF2B5EF4-FFF2-40B4-BE49-F238E27FC236}">
                    <a16:creationId xmlns:a16="http://schemas.microsoft.com/office/drawing/2014/main" id="{BE7BFFEA-91CE-1961-DC2E-78543B617F81}"/>
                  </a:ext>
                </a:extLst>
              </p:cNvPr>
              <p:cNvSpPr>
                <a:spLocks noChangeArrowheads="1"/>
              </p:cNvSpPr>
              <p:nvPr/>
            </p:nvSpPr>
            <p:spPr bwMode="auto">
              <a:xfrm>
                <a:off x="5297488" y="4929188"/>
                <a:ext cx="12700" cy="66675"/>
              </a:xfrm>
              <a:custGeom>
                <a:avLst/>
                <a:gdLst>
                  <a:gd name="T0" fmla="*/ 7 w 37"/>
                  <a:gd name="T1" fmla="*/ 7 h 186"/>
                  <a:gd name="T2" fmla="*/ 0 w 37"/>
                  <a:gd name="T3" fmla="*/ 16 h 186"/>
                  <a:gd name="T4" fmla="*/ 0 w 37"/>
                  <a:gd name="T5" fmla="*/ 181 h 186"/>
                  <a:gd name="T6" fmla="*/ 10 w 37"/>
                  <a:gd name="T7" fmla="*/ 185 h 186"/>
                  <a:gd name="T8" fmla="*/ 27 w 37"/>
                  <a:gd name="T9" fmla="*/ 185 h 186"/>
                  <a:gd name="T10" fmla="*/ 36 w 37"/>
                  <a:gd name="T11" fmla="*/ 181 h 186"/>
                  <a:gd name="T12" fmla="*/ 36 w 37"/>
                  <a:gd name="T13" fmla="*/ 6 h 186"/>
                  <a:gd name="T14" fmla="*/ 24 w 37"/>
                  <a:gd name="T15" fmla="*/ 2 h 186"/>
                  <a:gd name="T16" fmla="*/ 7 w 37"/>
                  <a:gd name="T17" fmla="*/ 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186">
                    <a:moveTo>
                      <a:pt x="7" y="7"/>
                    </a:moveTo>
                    <a:cubicBezTo>
                      <a:pt x="3" y="8"/>
                      <a:pt x="0" y="11"/>
                      <a:pt x="0" y="16"/>
                    </a:cubicBezTo>
                    <a:lnTo>
                      <a:pt x="0" y="181"/>
                    </a:lnTo>
                    <a:cubicBezTo>
                      <a:pt x="0" y="183"/>
                      <a:pt x="4" y="185"/>
                      <a:pt x="10" y="185"/>
                    </a:cubicBezTo>
                    <a:lnTo>
                      <a:pt x="27" y="185"/>
                    </a:lnTo>
                    <a:cubicBezTo>
                      <a:pt x="32" y="185"/>
                      <a:pt x="36" y="183"/>
                      <a:pt x="36" y="181"/>
                    </a:cubicBezTo>
                    <a:lnTo>
                      <a:pt x="36" y="6"/>
                    </a:lnTo>
                    <a:cubicBezTo>
                      <a:pt x="36" y="0"/>
                      <a:pt x="30" y="1"/>
                      <a:pt x="24" y="2"/>
                    </a:cubicBezTo>
                    <a:lnTo>
                      <a:pt x="7" y="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61" name="Group 160">
            <a:extLst>
              <a:ext uri="{FF2B5EF4-FFF2-40B4-BE49-F238E27FC236}">
                <a16:creationId xmlns:a16="http://schemas.microsoft.com/office/drawing/2014/main" id="{E631D5B6-ED77-D645-B745-7A1D8236D611}"/>
              </a:ext>
            </a:extLst>
          </p:cNvPr>
          <p:cNvGrpSpPr/>
          <p:nvPr/>
        </p:nvGrpSpPr>
        <p:grpSpPr>
          <a:xfrm>
            <a:off x="8005476" y="1851777"/>
            <a:ext cx="2465118" cy="295913"/>
            <a:chOff x="4240213" y="5311775"/>
            <a:chExt cx="1600200" cy="192088"/>
          </a:xfrm>
          <a:solidFill>
            <a:schemeClr val="tx1"/>
          </a:solidFill>
        </p:grpSpPr>
        <p:grpSp>
          <p:nvGrpSpPr>
            <p:cNvPr id="162" name="Group 161">
              <a:extLst>
                <a:ext uri="{FF2B5EF4-FFF2-40B4-BE49-F238E27FC236}">
                  <a16:creationId xmlns:a16="http://schemas.microsoft.com/office/drawing/2014/main" id="{58A7E074-88FE-9BA5-9D0C-BF375831FAB3}"/>
                </a:ext>
              </a:extLst>
            </p:cNvPr>
            <p:cNvGrpSpPr/>
            <p:nvPr/>
          </p:nvGrpSpPr>
          <p:grpSpPr>
            <a:xfrm>
              <a:off x="4240213" y="5337175"/>
              <a:ext cx="484187" cy="128588"/>
              <a:chOff x="4240213" y="5337175"/>
              <a:chExt cx="484187" cy="128588"/>
            </a:xfrm>
            <a:grpFill/>
          </p:grpSpPr>
          <p:sp>
            <p:nvSpPr>
              <p:cNvPr id="165" name="Freeform 120">
                <a:extLst>
                  <a:ext uri="{FF2B5EF4-FFF2-40B4-BE49-F238E27FC236}">
                    <a16:creationId xmlns:a16="http://schemas.microsoft.com/office/drawing/2014/main" id="{22F3AACE-87BB-E6A0-0444-E56B65FEA2B6}"/>
                  </a:ext>
                </a:extLst>
              </p:cNvPr>
              <p:cNvSpPr>
                <a:spLocks noChangeArrowheads="1"/>
              </p:cNvSpPr>
              <p:nvPr/>
            </p:nvSpPr>
            <p:spPr bwMode="auto">
              <a:xfrm>
                <a:off x="4327525" y="5337175"/>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0"/>
                      <a:pt x="12" y="342"/>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6" name="Freeform 121">
                <a:extLst>
                  <a:ext uri="{FF2B5EF4-FFF2-40B4-BE49-F238E27FC236}">
                    <a16:creationId xmlns:a16="http://schemas.microsoft.com/office/drawing/2014/main" id="{EF3BF164-CF16-0C95-4198-BA2AB97DDFA1}"/>
                  </a:ext>
                </a:extLst>
              </p:cNvPr>
              <p:cNvSpPr>
                <a:spLocks noChangeArrowheads="1"/>
              </p:cNvSpPr>
              <p:nvPr/>
            </p:nvSpPr>
            <p:spPr bwMode="auto">
              <a:xfrm>
                <a:off x="4354513" y="5370513"/>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2"/>
                      <a:pt x="195" y="130"/>
                    </a:cubicBezTo>
                    <a:cubicBezTo>
                      <a:pt x="195" y="169"/>
                      <a:pt x="169" y="197"/>
                      <a:pt x="132" y="197"/>
                    </a:cubicBezTo>
                    <a:cubicBezTo>
                      <a:pt x="93" y="197"/>
                      <a:pt x="69" y="167"/>
                      <a:pt x="69" y="130"/>
                    </a:cubicBezTo>
                    <a:cubicBezTo>
                      <a:pt x="69" y="92"/>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7" name="Freeform 122">
                <a:extLst>
                  <a:ext uri="{FF2B5EF4-FFF2-40B4-BE49-F238E27FC236}">
                    <a16:creationId xmlns:a16="http://schemas.microsoft.com/office/drawing/2014/main" id="{9253903B-1996-3C8E-8C3D-5E71BCA9C561}"/>
                  </a:ext>
                </a:extLst>
              </p:cNvPr>
              <p:cNvSpPr>
                <a:spLocks noChangeArrowheads="1"/>
              </p:cNvSpPr>
              <p:nvPr/>
            </p:nvSpPr>
            <p:spPr bwMode="auto">
              <a:xfrm>
                <a:off x="4454525" y="533717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8" name="Freeform 123">
                <a:extLst>
                  <a:ext uri="{FF2B5EF4-FFF2-40B4-BE49-F238E27FC236}">
                    <a16:creationId xmlns:a16="http://schemas.microsoft.com/office/drawing/2014/main" id="{F97357BB-1945-ADEE-5CB3-625E9A442CC6}"/>
                  </a:ext>
                </a:extLst>
              </p:cNvPr>
              <p:cNvSpPr>
                <a:spLocks noChangeArrowheads="1"/>
              </p:cNvSpPr>
              <p:nvPr/>
            </p:nvSpPr>
            <p:spPr bwMode="auto">
              <a:xfrm>
                <a:off x="4481513" y="5370513"/>
                <a:ext cx="96837" cy="93662"/>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2 h 259"/>
                  <a:gd name="T12" fmla="*/ 198 w 268"/>
                  <a:gd name="T13" fmla="*/ 129 h 259"/>
                  <a:gd name="T14" fmla="*/ 133 w 268"/>
                  <a:gd name="T15" fmla="*/ 196 h 259"/>
                  <a:gd name="T16" fmla="*/ 68 w 268"/>
                  <a:gd name="T17" fmla="*/ 129 h 259"/>
                  <a:gd name="T18" fmla="*/ 133 w 268"/>
                  <a:gd name="T19" fmla="*/ 6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2"/>
                    </a:moveTo>
                    <a:cubicBezTo>
                      <a:pt x="170" y="62"/>
                      <a:pt x="198" y="89"/>
                      <a:pt x="198" y="129"/>
                    </a:cubicBezTo>
                    <a:cubicBezTo>
                      <a:pt x="198" y="169"/>
                      <a:pt x="170" y="196"/>
                      <a:pt x="133" y="196"/>
                    </a:cubicBezTo>
                    <a:cubicBezTo>
                      <a:pt x="95" y="196"/>
                      <a:pt x="68" y="169"/>
                      <a:pt x="68" y="129"/>
                    </a:cubicBezTo>
                    <a:cubicBezTo>
                      <a:pt x="68" y="89"/>
                      <a:pt x="96" y="62"/>
                      <a:pt x="133"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9" name="Freeform 124">
                <a:extLst>
                  <a:ext uri="{FF2B5EF4-FFF2-40B4-BE49-F238E27FC236}">
                    <a16:creationId xmlns:a16="http://schemas.microsoft.com/office/drawing/2014/main" id="{EB301E72-A734-28DF-C62E-E20470DAB406}"/>
                  </a:ext>
                </a:extLst>
              </p:cNvPr>
              <p:cNvSpPr>
                <a:spLocks noChangeArrowheads="1"/>
              </p:cNvSpPr>
              <p:nvPr/>
            </p:nvSpPr>
            <p:spPr bwMode="auto">
              <a:xfrm>
                <a:off x="4579938" y="5368925"/>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0" name="Freeform 125">
                <a:extLst>
                  <a:ext uri="{FF2B5EF4-FFF2-40B4-BE49-F238E27FC236}">
                    <a16:creationId xmlns:a16="http://schemas.microsoft.com/office/drawing/2014/main" id="{1799234D-9851-4BDC-89C5-22A9BDA2ACE8}"/>
                  </a:ext>
                </a:extLst>
              </p:cNvPr>
              <p:cNvSpPr>
                <a:spLocks noChangeArrowheads="1"/>
              </p:cNvSpPr>
              <p:nvPr/>
            </p:nvSpPr>
            <p:spPr bwMode="auto">
              <a:xfrm>
                <a:off x="4240213" y="5370513"/>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1"/>
                      <a:pt x="76" y="77"/>
                    </a:cubicBezTo>
                    <a:cubicBezTo>
                      <a:pt x="76" y="64"/>
                      <a:pt x="88" y="55"/>
                      <a:pt x="113" y="56"/>
                    </a:cubicBezTo>
                    <a:cubicBezTo>
                      <a:pt x="138" y="56"/>
                      <a:pt x="163" y="64"/>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63" name="Freeform 126">
              <a:extLst>
                <a:ext uri="{FF2B5EF4-FFF2-40B4-BE49-F238E27FC236}">
                  <a16:creationId xmlns:a16="http://schemas.microsoft.com/office/drawing/2014/main" id="{C6C7C609-6735-FD9F-49CF-2D68B8A5BDB1}"/>
                </a:ext>
              </a:extLst>
            </p:cNvPr>
            <p:cNvSpPr>
              <a:spLocks noChangeArrowheads="1"/>
            </p:cNvSpPr>
            <p:nvPr/>
          </p:nvSpPr>
          <p:spPr bwMode="auto">
            <a:xfrm>
              <a:off x="4860925" y="531177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4" name="Freeform 127">
              <a:extLst>
                <a:ext uri="{FF2B5EF4-FFF2-40B4-BE49-F238E27FC236}">
                  <a16:creationId xmlns:a16="http://schemas.microsoft.com/office/drawing/2014/main" id="{2CAC5B94-0B76-D4A1-47DE-BF58D0D91E9B}"/>
                </a:ext>
              </a:extLst>
            </p:cNvPr>
            <p:cNvSpPr>
              <a:spLocks noChangeArrowheads="1"/>
            </p:cNvSpPr>
            <p:nvPr/>
          </p:nvSpPr>
          <p:spPr bwMode="auto">
            <a:xfrm>
              <a:off x="5000625" y="5311775"/>
              <a:ext cx="839788" cy="192088"/>
            </a:xfrm>
            <a:custGeom>
              <a:avLst/>
              <a:gdLst>
                <a:gd name="T0" fmla="*/ 2288 w 2334"/>
                <a:gd name="T1" fmla="*/ 151 h 534"/>
                <a:gd name="T2" fmla="*/ 2302 w 2334"/>
                <a:gd name="T3" fmla="*/ 171 h 534"/>
                <a:gd name="T4" fmla="*/ 2275 w 2334"/>
                <a:gd name="T5" fmla="*/ 166 h 534"/>
                <a:gd name="T6" fmla="*/ 2333 w 2334"/>
                <a:gd name="T7" fmla="*/ 166 h 534"/>
                <a:gd name="T8" fmla="*/ 355 w 2334"/>
                <a:gd name="T9" fmla="*/ 276 h 534"/>
                <a:gd name="T10" fmla="*/ 457 w 2334"/>
                <a:gd name="T11" fmla="*/ 405 h 534"/>
                <a:gd name="T12" fmla="*/ 360 w 2334"/>
                <a:gd name="T13" fmla="*/ 427 h 534"/>
                <a:gd name="T14" fmla="*/ 272 w 2334"/>
                <a:gd name="T15" fmla="*/ 327 h 534"/>
                <a:gd name="T16" fmla="*/ 209 w 2334"/>
                <a:gd name="T17" fmla="*/ 264 h 534"/>
                <a:gd name="T18" fmla="*/ 275 w 2334"/>
                <a:gd name="T19" fmla="*/ 207 h 534"/>
                <a:gd name="T20" fmla="*/ 327 w 2334"/>
                <a:gd name="T21" fmla="*/ 279 h 534"/>
                <a:gd name="T22" fmla="*/ 249 w 2334"/>
                <a:gd name="T23" fmla="*/ 260 h 534"/>
                <a:gd name="T24" fmla="*/ 274 w 2334"/>
                <a:gd name="T25" fmla="*/ 285 h 534"/>
                <a:gd name="T26" fmla="*/ 243 w 2334"/>
                <a:gd name="T27" fmla="*/ 33 h 534"/>
                <a:gd name="T28" fmla="*/ 325 w 2334"/>
                <a:gd name="T29" fmla="*/ 196 h 534"/>
                <a:gd name="T30" fmla="*/ 327 w 2334"/>
                <a:gd name="T31" fmla="*/ 1 h 534"/>
                <a:gd name="T32" fmla="*/ 68 w 2334"/>
                <a:gd name="T33" fmla="*/ 450 h 534"/>
                <a:gd name="T34" fmla="*/ 212 w 2334"/>
                <a:gd name="T35" fmla="*/ 337 h 534"/>
                <a:gd name="T36" fmla="*/ 21 w 2334"/>
                <a:gd name="T37" fmla="*/ 231 h 534"/>
                <a:gd name="T38" fmla="*/ 1570 w 2334"/>
                <a:gd name="T39" fmla="*/ 82 h 534"/>
                <a:gd name="T40" fmla="*/ 1523 w 2334"/>
                <a:gd name="T41" fmla="*/ 97 h 534"/>
                <a:gd name="T42" fmla="*/ 1478 w 2334"/>
                <a:gd name="T43" fmla="*/ 188 h 534"/>
                <a:gd name="T44" fmla="*/ 1537 w 2334"/>
                <a:gd name="T45" fmla="*/ 353 h 534"/>
                <a:gd name="T46" fmla="*/ 1537 w 2334"/>
                <a:gd name="T47" fmla="*/ 164 h 534"/>
                <a:gd name="T48" fmla="*/ 1566 w 2334"/>
                <a:gd name="T49" fmla="*/ 109 h 534"/>
                <a:gd name="T50" fmla="*/ 2058 w 2334"/>
                <a:gd name="T51" fmla="*/ 177 h 534"/>
                <a:gd name="T52" fmla="*/ 2034 w 2334"/>
                <a:gd name="T53" fmla="*/ 168 h 534"/>
                <a:gd name="T54" fmla="*/ 1903 w 2334"/>
                <a:gd name="T55" fmla="*/ 365 h 534"/>
                <a:gd name="T56" fmla="*/ 2044 w 2334"/>
                <a:gd name="T57" fmla="*/ 369 h 534"/>
                <a:gd name="T58" fmla="*/ 1981 w 2334"/>
                <a:gd name="T59" fmla="*/ 257 h 534"/>
                <a:gd name="T60" fmla="*/ 1840 w 2334"/>
                <a:gd name="T61" fmla="*/ 364 h 534"/>
                <a:gd name="T62" fmla="*/ 1767 w 2334"/>
                <a:gd name="T63" fmla="*/ 164 h 534"/>
                <a:gd name="T64" fmla="*/ 1815 w 2334"/>
                <a:gd name="T65" fmla="*/ 215 h 534"/>
                <a:gd name="T66" fmla="*/ 1835 w 2334"/>
                <a:gd name="T67" fmla="*/ 267 h 534"/>
                <a:gd name="T68" fmla="*/ 664 w 2334"/>
                <a:gd name="T69" fmla="*/ 194 h 534"/>
                <a:gd name="T70" fmla="*/ 744 w 2334"/>
                <a:gd name="T71" fmla="*/ 209 h 534"/>
                <a:gd name="T72" fmla="*/ 635 w 2334"/>
                <a:gd name="T73" fmla="*/ 177 h 534"/>
                <a:gd name="T74" fmla="*/ 715 w 2334"/>
                <a:gd name="T75" fmla="*/ 288 h 534"/>
                <a:gd name="T76" fmla="*/ 645 w 2334"/>
                <a:gd name="T77" fmla="*/ 329 h 534"/>
                <a:gd name="T78" fmla="*/ 614 w 2334"/>
                <a:gd name="T79" fmla="*/ 331 h 534"/>
                <a:gd name="T80" fmla="*/ 735 w 2334"/>
                <a:gd name="T81" fmla="*/ 351 h 534"/>
                <a:gd name="T82" fmla="*/ 1613 w 2334"/>
                <a:gd name="T83" fmla="*/ 96 h 534"/>
                <a:gd name="T84" fmla="*/ 2262 w 2334"/>
                <a:gd name="T85" fmla="*/ 260 h 534"/>
                <a:gd name="T86" fmla="*/ 2208 w 2334"/>
                <a:gd name="T87" fmla="*/ 329 h 534"/>
                <a:gd name="T88" fmla="*/ 2259 w 2334"/>
                <a:gd name="T89" fmla="*/ 309 h 534"/>
                <a:gd name="T90" fmla="*/ 2095 w 2334"/>
                <a:gd name="T91" fmla="*/ 337 h 534"/>
                <a:gd name="T92" fmla="*/ 2165 w 2334"/>
                <a:gd name="T93" fmla="*/ 192 h 534"/>
                <a:gd name="T94" fmla="*/ 802 w 2334"/>
                <a:gd name="T95" fmla="*/ 164 h 534"/>
                <a:gd name="T96" fmla="*/ 799 w 2334"/>
                <a:gd name="T97" fmla="*/ 367 h 534"/>
                <a:gd name="T98" fmla="*/ 814 w 2334"/>
                <a:gd name="T99" fmla="*/ 363 h 534"/>
                <a:gd name="T100" fmla="*/ 914 w 2334"/>
                <a:gd name="T101" fmla="*/ 209 h 534"/>
                <a:gd name="T102" fmla="*/ 958 w 2334"/>
                <a:gd name="T103" fmla="*/ 249 h 534"/>
                <a:gd name="T104" fmla="*/ 981 w 2334"/>
                <a:gd name="T105" fmla="*/ 267 h 534"/>
                <a:gd name="T106" fmla="*/ 1030 w 2334"/>
                <a:gd name="T107" fmla="*/ 215 h 534"/>
                <a:gd name="T108" fmla="*/ 1445 w 2334"/>
                <a:gd name="T109" fmla="*/ 167 h 534"/>
                <a:gd name="T110" fmla="*/ 1333 w 2334"/>
                <a:gd name="T111" fmla="*/ 222 h 534"/>
                <a:gd name="T112" fmla="*/ 1267 w 2334"/>
                <a:gd name="T113" fmla="*/ 319 h 534"/>
                <a:gd name="T114" fmla="*/ 1195 w 2334"/>
                <a:gd name="T115" fmla="*/ 167 h 534"/>
                <a:gd name="T116" fmla="*/ 1259 w 2334"/>
                <a:gd name="T117" fmla="*/ 367 h 534"/>
                <a:gd name="T118" fmla="*/ 1322 w 2334"/>
                <a:gd name="T119" fmla="*/ 263 h 534"/>
                <a:gd name="T120" fmla="*/ 1384 w 2334"/>
                <a:gd name="T121" fmla="*/ 368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34" h="534">
                  <a:moveTo>
                    <a:pt x="2302" y="157"/>
                  </a:moveTo>
                  <a:lnTo>
                    <a:pt x="2296" y="157"/>
                  </a:lnTo>
                  <a:lnTo>
                    <a:pt x="2296" y="164"/>
                  </a:lnTo>
                  <a:lnTo>
                    <a:pt x="2302" y="164"/>
                  </a:lnTo>
                  <a:cubicBezTo>
                    <a:pt x="2305" y="164"/>
                    <a:pt x="2306" y="163"/>
                    <a:pt x="2306" y="161"/>
                  </a:cubicBezTo>
                  <a:cubicBezTo>
                    <a:pt x="2306" y="159"/>
                    <a:pt x="2304" y="157"/>
                    <a:pt x="2302" y="157"/>
                  </a:cubicBezTo>
                  <a:close/>
                  <a:moveTo>
                    <a:pt x="2288" y="151"/>
                  </a:moveTo>
                  <a:lnTo>
                    <a:pt x="2302" y="151"/>
                  </a:lnTo>
                  <a:cubicBezTo>
                    <a:pt x="2309" y="151"/>
                    <a:pt x="2315" y="155"/>
                    <a:pt x="2315" y="161"/>
                  </a:cubicBezTo>
                  <a:cubicBezTo>
                    <a:pt x="2315" y="166"/>
                    <a:pt x="2313" y="169"/>
                    <a:pt x="2309" y="170"/>
                  </a:cubicBezTo>
                  <a:lnTo>
                    <a:pt x="2315" y="177"/>
                  </a:lnTo>
                  <a:lnTo>
                    <a:pt x="2315" y="178"/>
                  </a:lnTo>
                  <a:lnTo>
                    <a:pt x="2307" y="178"/>
                  </a:lnTo>
                  <a:lnTo>
                    <a:pt x="2302" y="171"/>
                  </a:lnTo>
                  <a:lnTo>
                    <a:pt x="2296" y="171"/>
                  </a:lnTo>
                  <a:lnTo>
                    <a:pt x="2296" y="178"/>
                  </a:lnTo>
                  <a:lnTo>
                    <a:pt x="2288" y="178"/>
                  </a:lnTo>
                  <a:lnTo>
                    <a:pt x="2288" y="151"/>
                  </a:lnTo>
                  <a:close/>
                  <a:moveTo>
                    <a:pt x="2327" y="166"/>
                  </a:moveTo>
                  <a:cubicBezTo>
                    <a:pt x="2327" y="151"/>
                    <a:pt x="2316" y="139"/>
                    <a:pt x="2301" y="139"/>
                  </a:cubicBezTo>
                  <a:cubicBezTo>
                    <a:pt x="2286" y="139"/>
                    <a:pt x="2275" y="150"/>
                    <a:pt x="2275" y="166"/>
                  </a:cubicBezTo>
                  <a:cubicBezTo>
                    <a:pt x="2275" y="181"/>
                    <a:pt x="2286" y="192"/>
                    <a:pt x="2301" y="192"/>
                  </a:cubicBezTo>
                  <a:cubicBezTo>
                    <a:pt x="2316" y="192"/>
                    <a:pt x="2327" y="181"/>
                    <a:pt x="2327" y="166"/>
                  </a:cubicBezTo>
                  <a:close/>
                  <a:moveTo>
                    <a:pt x="2333" y="166"/>
                  </a:moveTo>
                  <a:cubicBezTo>
                    <a:pt x="2333" y="184"/>
                    <a:pt x="2321" y="199"/>
                    <a:pt x="2301" y="199"/>
                  </a:cubicBezTo>
                  <a:cubicBezTo>
                    <a:pt x="2281" y="199"/>
                    <a:pt x="2269" y="184"/>
                    <a:pt x="2269" y="166"/>
                  </a:cubicBezTo>
                  <a:cubicBezTo>
                    <a:pt x="2269" y="147"/>
                    <a:pt x="2281" y="132"/>
                    <a:pt x="2301" y="132"/>
                  </a:cubicBezTo>
                  <a:cubicBezTo>
                    <a:pt x="2321" y="132"/>
                    <a:pt x="2333" y="147"/>
                    <a:pt x="2333" y="166"/>
                  </a:cubicBezTo>
                  <a:close/>
                  <a:moveTo>
                    <a:pt x="516" y="230"/>
                  </a:moveTo>
                  <a:lnTo>
                    <a:pt x="454" y="266"/>
                  </a:lnTo>
                  <a:lnTo>
                    <a:pt x="516" y="303"/>
                  </a:lnTo>
                  <a:cubicBezTo>
                    <a:pt x="532" y="312"/>
                    <a:pt x="537" y="332"/>
                    <a:pt x="527" y="348"/>
                  </a:cubicBezTo>
                  <a:cubicBezTo>
                    <a:pt x="518" y="365"/>
                    <a:pt x="499" y="369"/>
                    <a:pt x="482" y="359"/>
                  </a:cubicBezTo>
                  <a:lnTo>
                    <a:pt x="370" y="295"/>
                  </a:lnTo>
                  <a:cubicBezTo>
                    <a:pt x="363" y="291"/>
                    <a:pt x="357" y="284"/>
                    <a:pt x="355" y="276"/>
                  </a:cubicBezTo>
                  <a:cubicBezTo>
                    <a:pt x="354" y="273"/>
                    <a:pt x="354" y="268"/>
                    <a:pt x="354" y="265"/>
                  </a:cubicBezTo>
                  <a:cubicBezTo>
                    <a:pt x="354" y="263"/>
                    <a:pt x="354" y="260"/>
                    <a:pt x="355" y="258"/>
                  </a:cubicBezTo>
                  <a:cubicBezTo>
                    <a:pt x="357" y="249"/>
                    <a:pt x="363" y="243"/>
                    <a:pt x="370" y="238"/>
                  </a:cubicBezTo>
                  <a:lnTo>
                    <a:pt x="482" y="174"/>
                  </a:lnTo>
                  <a:cubicBezTo>
                    <a:pt x="499" y="166"/>
                    <a:pt x="519" y="171"/>
                    <a:pt x="527" y="186"/>
                  </a:cubicBezTo>
                  <a:cubicBezTo>
                    <a:pt x="537" y="201"/>
                    <a:pt x="532" y="221"/>
                    <a:pt x="516" y="230"/>
                  </a:cubicBezTo>
                  <a:close/>
                  <a:moveTo>
                    <a:pt x="457" y="405"/>
                  </a:moveTo>
                  <a:lnTo>
                    <a:pt x="344" y="341"/>
                  </a:lnTo>
                  <a:cubicBezTo>
                    <a:pt x="338" y="338"/>
                    <a:pt x="332" y="336"/>
                    <a:pt x="325" y="337"/>
                  </a:cubicBezTo>
                  <a:cubicBezTo>
                    <a:pt x="308" y="338"/>
                    <a:pt x="294" y="352"/>
                    <a:pt x="294" y="370"/>
                  </a:cubicBezTo>
                  <a:lnTo>
                    <a:pt x="294" y="500"/>
                  </a:lnTo>
                  <a:cubicBezTo>
                    <a:pt x="294" y="518"/>
                    <a:pt x="309" y="533"/>
                    <a:pt x="327" y="533"/>
                  </a:cubicBezTo>
                  <a:cubicBezTo>
                    <a:pt x="345" y="533"/>
                    <a:pt x="360" y="518"/>
                    <a:pt x="360" y="500"/>
                  </a:cubicBezTo>
                  <a:lnTo>
                    <a:pt x="360" y="427"/>
                  </a:lnTo>
                  <a:lnTo>
                    <a:pt x="424" y="463"/>
                  </a:lnTo>
                  <a:cubicBezTo>
                    <a:pt x="440" y="473"/>
                    <a:pt x="460" y="466"/>
                    <a:pt x="469" y="451"/>
                  </a:cubicBezTo>
                  <a:cubicBezTo>
                    <a:pt x="478" y="435"/>
                    <a:pt x="473" y="415"/>
                    <a:pt x="457" y="405"/>
                  </a:cubicBezTo>
                  <a:close/>
                  <a:moveTo>
                    <a:pt x="327" y="279"/>
                  </a:moveTo>
                  <a:lnTo>
                    <a:pt x="280" y="325"/>
                  </a:lnTo>
                  <a:cubicBezTo>
                    <a:pt x="279" y="326"/>
                    <a:pt x="276" y="327"/>
                    <a:pt x="275" y="327"/>
                  </a:cubicBezTo>
                  <a:lnTo>
                    <a:pt x="272" y="327"/>
                  </a:lnTo>
                  <a:lnTo>
                    <a:pt x="265" y="327"/>
                  </a:lnTo>
                  <a:lnTo>
                    <a:pt x="262" y="327"/>
                  </a:lnTo>
                  <a:cubicBezTo>
                    <a:pt x="260" y="327"/>
                    <a:pt x="258" y="326"/>
                    <a:pt x="257" y="325"/>
                  </a:cubicBezTo>
                  <a:lnTo>
                    <a:pt x="212" y="279"/>
                  </a:lnTo>
                  <a:cubicBezTo>
                    <a:pt x="211" y="278"/>
                    <a:pt x="209" y="275"/>
                    <a:pt x="209" y="274"/>
                  </a:cubicBezTo>
                  <a:lnTo>
                    <a:pt x="209" y="270"/>
                  </a:lnTo>
                  <a:lnTo>
                    <a:pt x="209" y="264"/>
                  </a:lnTo>
                  <a:lnTo>
                    <a:pt x="209" y="261"/>
                  </a:lnTo>
                  <a:cubicBezTo>
                    <a:pt x="209" y="259"/>
                    <a:pt x="211" y="257"/>
                    <a:pt x="212" y="255"/>
                  </a:cubicBezTo>
                  <a:lnTo>
                    <a:pt x="257" y="209"/>
                  </a:lnTo>
                  <a:cubicBezTo>
                    <a:pt x="258" y="208"/>
                    <a:pt x="261" y="207"/>
                    <a:pt x="262" y="207"/>
                  </a:cubicBezTo>
                  <a:lnTo>
                    <a:pt x="265" y="207"/>
                  </a:lnTo>
                  <a:lnTo>
                    <a:pt x="272" y="207"/>
                  </a:lnTo>
                  <a:lnTo>
                    <a:pt x="275" y="207"/>
                  </a:lnTo>
                  <a:cubicBezTo>
                    <a:pt x="277" y="207"/>
                    <a:pt x="279" y="208"/>
                    <a:pt x="280" y="209"/>
                  </a:cubicBezTo>
                  <a:lnTo>
                    <a:pt x="327" y="255"/>
                  </a:lnTo>
                  <a:cubicBezTo>
                    <a:pt x="328" y="257"/>
                    <a:pt x="329" y="260"/>
                    <a:pt x="329" y="261"/>
                  </a:cubicBezTo>
                  <a:lnTo>
                    <a:pt x="329" y="264"/>
                  </a:lnTo>
                  <a:lnTo>
                    <a:pt x="329" y="270"/>
                  </a:lnTo>
                  <a:lnTo>
                    <a:pt x="329" y="274"/>
                  </a:lnTo>
                  <a:cubicBezTo>
                    <a:pt x="329" y="275"/>
                    <a:pt x="328" y="278"/>
                    <a:pt x="327" y="279"/>
                  </a:cubicBezTo>
                  <a:close/>
                  <a:moveTo>
                    <a:pt x="290" y="266"/>
                  </a:moveTo>
                  <a:cubicBezTo>
                    <a:pt x="290" y="264"/>
                    <a:pt x="289" y="262"/>
                    <a:pt x="288" y="260"/>
                  </a:cubicBezTo>
                  <a:lnTo>
                    <a:pt x="274" y="246"/>
                  </a:lnTo>
                  <a:cubicBezTo>
                    <a:pt x="273" y="245"/>
                    <a:pt x="269" y="244"/>
                    <a:pt x="268" y="244"/>
                  </a:cubicBezTo>
                  <a:lnTo>
                    <a:pt x="268" y="244"/>
                  </a:lnTo>
                  <a:cubicBezTo>
                    <a:pt x="266" y="244"/>
                    <a:pt x="264" y="245"/>
                    <a:pt x="263" y="246"/>
                  </a:cubicBezTo>
                  <a:lnTo>
                    <a:pt x="249" y="260"/>
                  </a:lnTo>
                  <a:cubicBezTo>
                    <a:pt x="248" y="261"/>
                    <a:pt x="247" y="264"/>
                    <a:pt x="247" y="266"/>
                  </a:cubicBezTo>
                  <a:lnTo>
                    <a:pt x="247" y="266"/>
                  </a:lnTo>
                  <a:cubicBezTo>
                    <a:pt x="247" y="268"/>
                    <a:pt x="248" y="270"/>
                    <a:pt x="249" y="272"/>
                  </a:cubicBezTo>
                  <a:lnTo>
                    <a:pt x="263" y="285"/>
                  </a:lnTo>
                  <a:cubicBezTo>
                    <a:pt x="264" y="287"/>
                    <a:pt x="267" y="288"/>
                    <a:pt x="268" y="288"/>
                  </a:cubicBezTo>
                  <a:lnTo>
                    <a:pt x="268" y="288"/>
                  </a:lnTo>
                  <a:cubicBezTo>
                    <a:pt x="271" y="288"/>
                    <a:pt x="273" y="287"/>
                    <a:pt x="274" y="285"/>
                  </a:cubicBezTo>
                  <a:lnTo>
                    <a:pt x="288" y="272"/>
                  </a:lnTo>
                  <a:cubicBezTo>
                    <a:pt x="289" y="270"/>
                    <a:pt x="290" y="268"/>
                    <a:pt x="290" y="266"/>
                  </a:cubicBezTo>
                  <a:close/>
                  <a:moveTo>
                    <a:pt x="81" y="127"/>
                  </a:moveTo>
                  <a:lnTo>
                    <a:pt x="193" y="191"/>
                  </a:lnTo>
                  <a:cubicBezTo>
                    <a:pt x="200" y="194"/>
                    <a:pt x="206" y="197"/>
                    <a:pt x="213" y="196"/>
                  </a:cubicBezTo>
                  <a:cubicBezTo>
                    <a:pt x="230" y="194"/>
                    <a:pt x="243" y="179"/>
                    <a:pt x="243" y="162"/>
                  </a:cubicBezTo>
                  <a:lnTo>
                    <a:pt x="243" y="33"/>
                  </a:lnTo>
                  <a:cubicBezTo>
                    <a:pt x="243" y="15"/>
                    <a:pt x="229" y="0"/>
                    <a:pt x="211" y="0"/>
                  </a:cubicBezTo>
                  <a:cubicBezTo>
                    <a:pt x="192" y="0"/>
                    <a:pt x="177" y="15"/>
                    <a:pt x="177" y="33"/>
                  </a:cubicBezTo>
                  <a:lnTo>
                    <a:pt x="177" y="106"/>
                  </a:lnTo>
                  <a:lnTo>
                    <a:pt x="114" y="69"/>
                  </a:lnTo>
                  <a:cubicBezTo>
                    <a:pt x="98" y="60"/>
                    <a:pt x="78" y="66"/>
                    <a:pt x="69" y="81"/>
                  </a:cubicBezTo>
                  <a:cubicBezTo>
                    <a:pt x="60" y="98"/>
                    <a:pt x="65" y="117"/>
                    <a:pt x="81" y="127"/>
                  </a:cubicBezTo>
                  <a:close/>
                  <a:moveTo>
                    <a:pt x="325" y="196"/>
                  </a:moveTo>
                  <a:cubicBezTo>
                    <a:pt x="332" y="196"/>
                    <a:pt x="338" y="194"/>
                    <a:pt x="344" y="191"/>
                  </a:cubicBezTo>
                  <a:lnTo>
                    <a:pt x="457" y="127"/>
                  </a:lnTo>
                  <a:cubicBezTo>
                    <a:pt x="473" y="117"/>
                    <a:pt x="478" y="98"/>
                    <a:pt x="469" y="82"/>
                  </a:cubicBezTo>
                  <a:cubicBezTo>
                    <a:pt x="460" y="66"/>
                    <a:pt x="440" y="61"/>
                    <a:pt x="424" y="70"/>
                  </a:cubicBezTo>
                  <a:lnTo>
                    <a:pt x="360" y="107"/>
                  </a:lnTo>
                  <a:lnTo>
                    <a:pt x="360" y="34"/>
                  </a:lnTo>
                  <a:cubicBezTo>
                    <a:pt x="360" y="16"/>
                    <a:pt x="345" y="1"/>
                    <a:pt x="327" y="1"/>
                  </a:cubicBezTo>
                  <a:cubicBezTo>
                    <a:pt x="309" y="1"/>
                    <a:pt x="294" y="16"/>
                    <a:pt x="294" y="34"/>
                  </a:cubicBezTo>
                  <a:lnTo>
                    <a:pt x="294" y="163"/>
                  </a:lnTo>
                  <a:cubicBezTo>
                    <a:pt x="295" y="181"/>
                    <a:pt x="308" y="194"/>
                    <a:pt x="325" y="196"/>
                  </a:cubicBezTo>
                  <a:close/>
                  <a:moveTo>
                    <a:pt x="212" y="337"/>
                  </a:moveTo>
                  <a:cubicBezTo>
                    <a:pt x="205" y="336"/>
                    <a:pt x="199" y="338"/>
                    <a:pt x="192" y="341"/>
                  </a:cubicBezTo>
                  <a:lnTo>
                    <a:pt x="80" y="405"/>
                  </a:lnTo>
                  <a:cubicBezTo>
                    <a:pt x="64" y="415"/>
                    <a:pt x="58" y="434"/>
                    <a:pt x="68" y="450"/>
                  </a:cubicBezTo>
                  <a:cubicBezTo>
                    <a:pt x="77" y="466"/>
                    <a:pt x="97" y="472"/>
                    <a:pt x="113" y="462"/>
                  </a:cubicBezTo>
                  <a:lnTo>
                    <a:pt x="176" y="426"/>
                  </a:lnTo>
                  <a:lnTo>
                    <a:pt x="176" y="498"/>
                  </a:lnTo>
                  <a:cubicBezTo>
                    <a:pt x="176" y="517"/>
                    <a:pt x="191" y="532"/>
                    <a:pt x="209" y="532"/>
                  </a:cubicBezTo>
                  <a:cubicBezTo>
                    <a:pt x="228" y="532"/>
                    <a:pt x="242" y="517"/>
                    <a:pt x="242" y="498"/>
                  </a:cubicBezTo>
                  <a:lnTo>
                    <a:pt x="242" y="369"/>
                  </a:lnTo>
                  <a:cubicBezTo>
                    <a:pt x="242" y="352"/>
                    <a:pt x="229" y="338"/>
                    <a:pt x="212" y="337"/>
                  </a:cubicBezTo>
                  <a:close/>
                  <a:moveTo>
                    <a:pt x="182" y="276"/>
                  </a:moveTo>
                  <a:cubicBezTo>
                    <a:pt x="183" y="273"/>
                    <a:pt x="183" y="268"/>
                    <a:pt x="183" y="265"/>
                  </a:cubicBezTo>
                  <a:cubicBezTo>
                    <a:pt x="183" y="263"/>
                    <a:pt x="183" y="260"/>
                    <a:pt x="182" y="258"/>
                  </a:cubicBezTo>
                  <a:cubicBezTo>
                    <a:pt x="179" y="249"/>
                    <a:pt x="174" y="243"/>
                    <a:pt x="167" y="238"/>
                  </a:cubicBezTo>
                  <a:lnTo>
                    <a:pt x="54" y="174"/>
                  </a:lnTo>
                  <a:cubicBezTo>
                    <a:pt x="38" y="166"/>
                    <a:pt x="18" y="171"/>
                    <a:pt x="9" y="186"/>
                  </a:cubicBezTo>
                  <a:cubicBezTo>
                    <a:pt x="0" y="202"/>
                    <a:pt x="5" y="222"/>
                    <a:pt x="21" y="231"/>
                  </a:cubicBezTo>
                  <a:lnTo>
                    <a:pt x="83" y="267"/>
                  </a:lnTo>
                  <a:lnTo>
                    <a:pt x="21" y="304"/>
                  </a:lnTo>
                  <a:cubicBezTo>
                    <a:pt x="5" y="313"/>
                    <a:pt x="0" y="333"/>
                    <a:pt x="9" y="349"/>
                  </a:cubicBezTo>
                  <a:cubicBezTo>
                    <a:pt x="18" y="365"/>
                    <a:pt x="38" y="370"/>
                    <a:pt x="54" y="360"/>
                  </a:cubicBezTo>
                  <a:lnTo>
                    <a:pt x="167" y="296"/>
                  </a:lnTo>
                  <a:cubicBezTo>
                    <a:pt x="174" y="291"/>
                    <a:pt x="179" y="283"/>
                    <a:pt x="182" y="276"/>
                  </a:cubicBezTo>
                  <a:close/>
                  <a:moveTo>
                    <a:pt x="1570" y="82"/>
                  </a:moveTo>
                  <a:lnTo>
                    <a:pt x="1567" y="82"/>
                  </a:lnTo>
                  <a:lnTo>
                    <a:pt x="1566" y="82"/>
                  </a:lnTo>
                  <a:lnTo>
                    <a:pt x="1565" y="82"/>
                  </a:lnTo>
                  <a:cubicBezTo>
                    <a:pt x="1557" y="82"/>
                    <a:pt x="1548" y="83"/>
                    <a:pt x="1542" y="85"/>
                  </a:cubicBezTo>
                  <a:cubicBezTo>
                    <a:pt x="1535" y="87"/>
                    <a:pt x="1528" y="92"/>
                    <a:pt x="1523" y="97"/>
                  </a:cubicBezTo>
                  <a:lnTo>
                    <a:pt x="1523" y="97"/>
                  </a:lnTo>
                  <a:lnTo>
                    <a:pt x="1523" y="97"/>
                  </a:lnTo>
                  <a:lnTo>
                    <a:pt x="1523" y="97"/>
                  </a:lnTo>
                  <a:cubicBezTo>
                    <a:pt x="1517" y="102"/>
                    <a:pt x="1514" y="110"/>
                    <a:pt x="1512" y="117"/>
                  </a:cubicBezTo>
                  <a:cubicBezTo>
                    <a:pt x="1510" y="125"/>
                    <a:pt x="1509" y="135"/>
                    <a:pt x="1509" y="144"/>
                  </a:cubicBezTo>
                  <a:lnTo>
                    <a:pt x="1509" y="163"/>
                  </a:lnTo>
                  <a:lnTo>
                    <a:pt x="1487" y="163"/>
                  </a:lnTo>
                  <a:cubicBezTo>
                    <a:pt x="1480" y="163"/>
                    <a:pt x="1474" y="170"/>
                    <a:pt x="1474" y="177"/>
                  </a:cubicBezTo>
                  <a:cubicBezTo>
                    <a:pt x="1474" y="182"/>
                    <a:pt x="1475" y="185"/>
                    <a:pt x="1478" y="188"/>
                  </a:cubicBezTo>
                  <a:cubicBezTo>
                    <a:pt x="1480" y="190"/>
                    <a:pt x="1484" y="192"/>
                    <a:pt x="1487" y="192"/>
                  </a:cubicBezTo>
                  <a:lnTo>
                    <a:pt x="1509" y="192"/>
                  </a:lnTo>
                  <a:lnTo>
                    <a:pt x="1509" y="353"/>
                  </a:lnTo>
                  <a:lnTo>
                    <a:pt x="1509" y="353"/>
                  </a:lnTo>
                  <a:cubicBezTo>
                    <a:pt x="1509" y="357"/>
                    <a:pt x="1510" y="360"/>
                    <a:pt x="1513" y="363"/>
                  </a:cubicBezTo>
                  <a:cubicBezTo>
                    <a:pt x="1515" y="365"/>
                    <a:pt x="1520" y="367"/>
                    <a:pt x="1523" y="367"/>
                  </a:cubicBezTo>
                  <a:cubicBezTo>
                    <a:pt x="1530" y="367"/>
                    <a:pt x="1536" y="360"/>
                    <a:pt x="1537" y="353"/>
                  </a:cubicBezTo>
                  <a:lnTo>
                    <a:pt x="1537" y="191"/>
                  </a:lnTo>
                  <a:lnTo>
                    <a:pt x="1560" y="191"/>
                  </a:lnTo>
                  <a:cubicBezTo>
                    <a:pt x="1565" y="191"/>
                    <a:pt x="1568" y="189"/>
                    <a:pt x="1570" y="187"/>
                  </a:cubicBezTo>
                  <a:cubicBezTo>
                    <a:pt x="1572" y="185"/>
                    <a:pt x="1574" y="181"/>
                    <a:pt x="1574" y="177"/>
                  </a:cubicBezTo>
                  <a:lnTo>
                    <a:pt x="1574" y="177"/>
                  </a:lnTo>
                  <a:cubicBezTo>
                    <a:pt x="1574" y="170"/>
                    <a:pt x="1568" y="164"/>
                    <a:pt x="1560" y="164"/>
                  </a:cubicBezTo>
                  <a:lnTo>
                    <a:pt x="1537" y="164"/>
                  </a:lnTo>
                  <a:lnTo>
                    <a:pt x="1537" y="145"/>
                  </a:lnTo>
                  <a:cubicBezTo>
                    <a:pt x="1537" y="137"/>
                    <a:pt x="1538" y="130"/>
                    <a:pt x="1539" y="125"/>
                  </a:cubicBezTo>
                  <a:cubicBezTo>
                    <a:pt x="1540" y="121"/>
                    <a:pt x="1542" y="117"/>
                    <a:pt x="1543" y="115"/>
                  </a:cubicBezTo>
                  <a:cubicBezTo>
                    <a:pt x="1544" y="113"/>
                    <a:pt x="1546" y="112"/>
                    <a:pt x="1550" y="111"/>
                  </a:cubicBezTo>
                  <a:cubicBezTo>
                    <a:pt x="1553" y="110"/>
                    <a:pt x="1557" y="109"/>
                    <a:pt x="1563" y="109"/>
                  </a:cubicBezTo>
                  <a:lnTo>
                    <a:pt x="1565" y="109"/>
                  </a:lnTo>
                  <a:lnTo>
                    <a:pt x="1566" y="109"/>
                  </a:lnTo>
                  <a:lnTo>
                    <a:pt x="1567" y="109"/>
                  </a:lnTo>
                  <a:lnTo>
                    <a:pt x="1569" y="109"/>
                  </a:lnTo>
                  <a:lnTo>
                    <a:pt x="1570" y="109"/>
                  </a:lnTo>
                  <a:cubicBezTo>
                    <a:pt x="1577" y="109"/>
                    <a:pt x="1584" y="102"/>
                    <a:pt x="1584" y="95"/>
                  </a:cubicBezTo>
                  <a:cubicBezTo>
                    <a:pt x="1584" y="88"/>
                    <a:pt x="1578" y="82"/>
                    <a:pt x="1570" y="82"/>
                  </a:cubicBezTo>
                  <a:close/>
                  <a:moveTo>
                    <a:pt x="2054" y="187"/>
                  </a:moveTo>
                  <a:cubicBezTo>
                    <a:pt x="2057" y="184"/>
                    <a:pt x="2058" y="181"/>
                    <a:pt x="2058" y="177"/>
                  </a:cubicBezTo>
                  <a:cubicBezTo>
                    <a:pt x="2058" y="174"/>
                    <a:pt x="2057" y="170"/>
                    <a:pt x="2054" y="168"/>
                  </a:cubicBezTo>
                  <a:lnTo>
                    <a:pt x="2054" y="168"/>
                  </a:lnTo>
                  <a:lnTo>
                    <a:pt x="2054" y="168"/>
                  </a:lnTo>
                  <a:lnTo>
                    <a:pt x="2054" y="168"/>
                  </a:lnTo>
                  <a:lnTo>
                    <a:pt x="2054" y="168"/>
                  </a:lnTo>
                  <a:cubicBezTo>
                    <a:pt x="2051" y="166"/>
                    <a:pt x="2047" y="163"/>
                    <a:pt x="2044" y="163"/>
                  </a:cubicBezTo>
                  <a:cubicBezTo>
                    <a:pt x="2041" y="163"/>
                    <a:pt x="2037" y="164"/>
                    <a:pt x="2034" y="168"/>
                  </a:cubicBezTo>
                  <a:lnTo>
                    <a:pt x="1926" y="273"/>
                  </a:lnTo>
                  <a:lnTo>
                    <a:pt x="1926" y="96"/>
                  </a:lnTo>
                  <a:cubicBezTo>
                    <a:pt x="1926" y="88"/>
                    <a:pt x="1920" y="82"/>
                    <a:pt x="1912" y="82"/>
                  </a:cubicBezTo>
                  <a:cubicBezTo>
                    <a:pt x="1908" y="82"/>
                    <a:pt x="1905" y="83"/>
                    <a:pt x="1903" y="86"/>
                  </a:cubicBezTo>
                  <a:cubicBezTo>
                    <a:pt x="1901" y="88"/>
                    <a:pt x="1898" y="93"/>
                    <a:pt x="1898" y="96"/>
                  </a:cubicBezTo>
                  <a:lnTo>
                    <a:pt x="1898" y="355"/>
                  </a:lnTo>
                  <a:cubicBezTo>
                    <a:pt x="1898" y="359"/>
                    <a:pt x="1901" y="363"/>
                    <a:pt x="1903" y="365"/>
                  </a:cubicBezTo>
                  <a:cubicBezTo>
                    <a:pt x="1905" y="367"/>
                    <a:pt x="1909" y="369"/>
                    <a:pt x="1912" y="369"/>
                  </a:cubicBezTo>
                  <a:cubicBezTo>
                    <a:pt x="1920" y="369"/>
                    <a:pt x="1926" y="363"/>
                    <a:pt x="1926" y="355"/>
                  </a:cubicBezTo>
                  <a:lnTo>
                    <a:pt x="1926" y="312"/>
                  </a:lnTo>
                  <a:lnTo>
                    <a:pt x="1962" y="277"/>
                  </a:lnTo>
                  <a:lnTo>
                    <a:pt x="2033" y="364"/>
                  </a:lnTo>
                  <a:cubicBezTo>
                    <a:pt x="2034" y="366"/>
                    <a:pt x="2037" y="367"/>
                    <a:pt x="2039" y="368"/>
                  </a:cubicBezTo>
                  <a:cubicBezTo>
                    <a:pt x="2041" y="369"/>
                    <a:pt x="2043" y="369"/>
                    <a:pt x="2044" y="369"/>
                  </a:cubicBezTo>
                  <a:cubicBezTo>
                    <a:pt x="2046" y="369"/>
                    <a:pt x="2050" y="369"/>
                    <a:pt x="2053" y="366"/>
                  </a:cubicBezTo>
                  <a:lnTo>
                    <a:pt x="2053" y="366"/>
                  </a:lnTo>
                  <a:lnTo>
                    <a:pt x="2053" y="366"/>
                  </a:lnTo>
                  <a:cubicBezTo>
                    <a:pt x="2056" y="363"/>
                    <a:pt x="2057" y="359"/>
                    <a:pt x="2057" y="355"/>
                  </a:cubicBezTo>
                  <a:cubicBezTo>
                    <a:pt x="2057" y="352"/>
                    <a:pt x="2056" y="349"/>
                    <a:pt x="2054" y="345"/>
                  </a:cubicBezTo>
                  <a:lnTo>
                    <a:pt x="2054" y="345"/>
                  </a:lnTo>
                  <a:lnTo>
                    <a:pt x="1981" y="257"/>
                  </a:lnTo>
                  <a:lnTo>
                    <a:pt x="2054" y="187"/>
                  </a:lnTo>
                  <a:close/>
                  <a:moveTo>
                    <a:pt x="1859" y="169"/>
                  </a:moveTo>
                  <a:cubicBezTo>
                    <a:pt x="1861" y="171"/>
                    <a:pt x="1863" y="175"/>
                    <a:pt x="1863" y="178"/>
                  </a:cubicBezTo>
                  <a:lnTo>
                    <a:pt x="1863" y="354"/>
                  </a:lnTo>
                  <a:cubicBezTo>
                    <a:pt x="1863" y="358"/>
                    <a:pt x="1861" y="361"/>
                    <a:pt x="1859" y="364"/>
                  </a:cubicBezTo>
                  <a:cubicBezTo>
                    <a:pt x="1857" y="366"/>
                    <a:pt x="1852" y="368"/>
                    <a:pt x="1849" y="368"/>
                  </a:cubicBezTo>
                  <a:cubicBezTo>
                    <a:pt x="1845" y="368"/>
                    <a:pt x="1842" y="366"/>
                    <a:pt x="1840" y="364"/>
                  </a:cubicBezTo>
                  <a:cubicBezTo>
                    <a:pt x="1837" y="361"/>
                    <a:pt x="1835" y="357"/>
                    <a:pt x="1835" y="354"/>
                  </a:cubicBezTo>
                  <a:lnTo>
                    <a:pt x="1835" y="337"/>
                  </a:lnTo>
                  <a:cubicBezTo>
                    <a:pt x="1818" y="356"/>
                    <a:pt x="1794" y="368"/>
                    <a:pt x="1767" y="368"/>
                  </a:cubicBezTo>
                  <a:cubicBezTo>
                    <a:pt x="1740" y="368"/>
                    <a:pt x="1715" y="356"/>
                    <a:pt x="1698" y="338"/>
                  </a:cubicBezTo>
                  <a:cubicBezTo>
                    <a:pt x="1681" y="320"/>
                    <a:pt x="1670" y="294"/>
                    <a:pt x="1670" y="266"/>
                  </a:cubicBezTo>
                  <a:cubicBezTo>
                    <a:pt x="1670" y="238"/>
                    <a:pt x="1681" y="213"/>
                    <a:pt x="1698" y="194"/>
                  </a:cubicBezTo>
                  <a:cubicBezTo>
                    <a:pt x="1715" y="176"/>
                    <a:pt x="1740" y="164"/>
                    <a:pt x="1767" y="164"/>
                  </a:cubicBezTo>
                  <a:cubicBezTo>
                    <a:pt x="1794" y="164"/>
                    <a:pt x="1818" y="176"/>
                    <a:pt x="1835" y="194"/>
                  </a:cubicBezTo>
                  <a:lnTo>
                    <a:pt x="1835" y="177"/>
                  </a:lnTo>
                  <a:cubicBezTo>
                    <a:pt x="1835" y="173"/>
                    <a:pt x="1836" y="170"/>
                    <a:pt x="1840" y="168"/>
                  </a:cubicBezTo>
                  <a:cubicBezTo>
                    <a:pt x="1842" y="166"/>
                    <a:pt x="1846" y="163"/>
                    <a:pt x="1849" y="163"/>
                  </a:cubicBezTo>
                  <a:cubicBezTo>
                    <a:pt x="1852" y="166"/>
                    <a:pt x="1856" y="167"/>
                    <a:pt x="1859" y="169"/>
                  </a:cubicBezTo>
                  <a:close/>
                  <a:moveTo>
                    <a:pt x="1835" y="267"/>
                  </a:moveTo>
                  <a:cubicBezTo>
                    <a:pt x="1835" y="247"/>
                    <a:pt x="1828" y="228"/>
                    <a:pt x="1815" y="215"/>
                  </a:cubicBezTo>
                  <a:cubicBezTo>
                    <a:pt x="1802" y="202"/>
                    <a:pt x="1785" y="193"/>
                    <a:pt x="1767" y="193"/>
                  </a:cubicBezTo>
                  <a:cubicBezTo>
                    <a:pt x="1749" y="193"/>
                    <a:pt x="1731" y="202"/>
                    <a:pt x="1719" y="215"/>
                  </a:cubicBezTo>
                  <a:cubicBezTo>
                    <a:pt x="1706" y="229"/>
                    <a:pt x="1698" y="247"/>
                    <a:pt x="1698" y="267"/>
                  </a:cubicBezTo>
                  <a:cubicBezTo>
                    <a:pt x="1698" y="288"/>
                    <a:pt x="1706" y="307"/>
                    <a:pt x="1719" y="320"/>
                  </a:cubicBezTo>
                  <a:cubicBezTo>
                    <a:pt x="1731" y="333"/>
                    <a:pt x="1749" y="341"/>
                    <a:pt x="1767" y="341"/>
                  </a:cubicBezTo>
                  <a:cubicBezTo>
                    <a:pt x="1786" y="341"/>
                    <a:pt x="1803" y="334"/>
                    <a:pt x="1815" y="320"/>
                  </a:cubicBezTo>
                  <a:cubicBezTo>
                    <a:pt x="1828" y="306"/>
                    <a:pt x="1835" y="288"/>
                    <a:pt x="1835" y="267"/>
                  </a:cubicBezTo>
                  <a:close/>
                  <a:moveTo>
                    <a:pt x="724" y="262"/>
                  </a:moveTo>
                  <a:cubicBezTo>
                    <a:pt x="714" y="257"/>
                    <a:pt x="701" y="252"/>
                    <a:pt x="688" y="249"/>
                  </a:cubicBezTo>
                  <a:cubicBezTo>
                    <a:pt x="676" y="245"/>
                    <a:pt x="664" y="242"/>
                    <a:pt x="656" y="237"/>
                  </a:cubicBezTo>
                  <a:cubicBezTo>
                    <a:pt x="652" y="235"/>
                    <a:pt x="648" y="233"/>
                    <a:pt x="646" y="230"/>
                  </a:cubicBezTo>
                  <a:cubicBezTo>
                    <a:pt x="644" y="227"/>
                    <a:pt x="643" y="224"/>
                    <a:pt x="643" y="220"/>
                  </a:cubicBezTo>
                  <a:cubicBezTo>
                    <a:pt x="643" y="215"/>
                    <a:pt x="644" y="211"/>
                    <a:pt x="647" y="207"/>
                  </a:cubicBezTo>
                  <a:cubicBezTo>
                    <a:pt x="652" y="202"/>
                    <a:pt x="657" y="198"/>
                    <a:pt x="664" y="194"/>
                  </a:cubicBezTo>
                  <a:cubicBezTo>
                    <a:pt x="671" y="191"/>
                    <a:pt x="678" y="190"/>
                    <a:pt x="684" y="190"/>
                  </a:cubicBezTo>
                  <a:cubicBezTo>
                    <a:pt x="700" y="190"/>
                    <a:pt x="709" y="196"/>
                    <a:pt x="717" y="201"/>
                  </a:cubicBezTo>
                  <a:cubicBezTo>
                    <a:pt x="721" y="204"/>
                    <a:pt x="723" y="206"/>
                    <a:pt x="726" y="208"/>
                  </a:cubicBezTo>
                  <a:cubicBezTo>
                    <a:pt x="728" y="209"/>
                    <a:pt x="730" y="211"/>
                    <a:pt x="731" y="212"/>
                  </a:cubicBezTo>
                  <a:cubicBezTo>
                    <a:pt x="732" y="213"/>
                    <a:pt x="734" y="213"/>
                    <a:pt x="736" y="213"/>
                  </a:cubicBezTo>
                  <a:cubicBezTo>
                    <a:pt x="737" y="213"/>
                    <a:pt x="738" y="213"/>
                    <a:pt x="740" y="212"/>
                  </a:cubicBezTo>
                  <a:cubicBezTo>
                    <a:pt x="741" y="212"/>
                    <a:pt x="743" y="211"/>
                    <a:pt x="744" y="209"/>
                  </a:cubicBezTo>
                  <a:cubicBezTo>
                    <a:pt x="745" y="208"/>
                    <a:pt x="746" y="207"/>
                    <a:pt x="746" y="206"/>
                  </a:cubicBezTo>
                  <a:cubicBezTo>
                    <a:pt x="747" y="205"/>
                    <a:pt x="747" y="204"/>
                    <a:pt x="747" y="202"/>
                  </a:cubicBezTo>
                  <a:cubicBezTo>
                    <a:pt x="747" y="200"/>
                    <a:pt x="746" y="198"/>
                    <a:pt x="745" y="196"/>
                  </a:cubicBezTo>
                  <a:cubicBezTo>
                    <a:pt x="743" y="191"/>
                    <a:pt x="739" y="188"/>
                    <a:pt x="735" y="185"/>
                  </a:cubicBezTo>
                  <a:cubicBezTo>
                    <a:pt x="729" y="179"/>
                    <a:pt x="721" y="174"/>
                    <a:pt x="713" y="171"/>
                  </a:cubicBezTo>
                  <a:cubicBezTo>
                    <a:pt x="704" y="167"/>
                    <a:pt x="694" y="164"/>
                    <a:pt x="686" y="164"/>
                  </a:cubicBezTo>
                  <a:cubicBezTo>
                    <a:pt x="665" y="164"/>
                    <a:pt x="648" y="169"/>
                    <a:pt x="635" y="177"/>
                  </a:cubicBezTo>
                  <a:cubicBezTo>
                    <a:pt x="629" y="182"/>
                    <a:pt x="624" y="187"/>
                    <a:pt x="619" y="193"/>
                  </a:cubicBezTo>
                  <a:cubicBezTo>
                    <a:pt x="615" y="200"/>
                    <a:pt x="613" y="208"/>
                    <a:pt x="613" y="219"/>
                  </a:cubicBezTo>
                  <a:lnTo>
                    <a:pt x="613" y="220"/>
                  </a:lnTo>
                  <a:cubicBezTo>
                    <a:pt x="613" y="231"/>
                    <a:pt x="616" y="239"/>
                    <a:pt x="622" y="246"/>
                  </a:cubicBezTo>
                  <a:cubicBezTo>
                    <a:pt x="630" y="257"/>
                    <a:pt x="643" y="262"/>
                    <a:pt x="654" y="266"/>
                  </a:cubicBezTo>
                  <a:cubicBezTo>
                    <a:pt x="666" y="270"/>
                    <a:pt x="677" y="273"/>
                    <a:pt x="685" y="276"/>
                  </a:cubicBezTo>
                  <a:cubicBezTo>
                    <a:pt x="695" y="279"/>
                    <a:pt x="706" y="283"/>
                    <a:pt x="715" y="288"/>
                  </a:cubicBezTo>
                  <a:cubicBezTo>
                    <a:pt x="719" y="290"/>
                    <a:pt x="722" y="293"/>
                    <a:pt x="724" y="296"/>
                  </a:cubicBezTo>
                  <a:cubicBezTo>
                    <a:pt x="726" y="299"/>
                    <a:pt x="728" y="303"/>
                    <a:pt x="728" y="307"/>
                  </a:cubicBezTo>
                  <a:lnTo>
                    <a:pt x="728" y="307"/>
                  </a:lnTo>
                  <a:cubicBezTo>
                    <a:pt x="728" y="312"/>
                    <a:pt x="725" y="318"/>
                    <a:pt x="723" y="321"/>
                  </a:cubicBezTo>
                  <a:cubicBezTo>
                    <a:pt x="719" y="326"/>
                    <a:pt x="711" y="332"/>
                    <a:pt x="704" y="334"/>
                  </a:cubicBezTo>
                  <a:cubicBezTo>
                    <a:pt x="697" y="337"/>
                    <a:pt x="689" y="338"/>
                    <a:pt x="684" y="338"/>
                  </a:cubicBezTo>
                  <a:cubicBezTo>
                    <a:pt x="665" y="338"/>
                    <a:pt x="654" y="334"/>
                    <a:pt x="645" y="329"/>
                  </a:cubicBezTo>
                  <a:cubicBezTo>
                    <a:pt x="641" y="327"/>
                    <a:pt x="638" y="325"/>
                    <a:pt x="634" y="323"/>
                  </a:cubicBezTo>
                  <a:cubicBezTo>
                    <a:pt x="633" y="322"/>
                    <a:pt x="631" y="321"/>
                    <a:pt x="630" y="321"/>
                  </a:cubicBezTo>
                  <a:cubicBezTo>
                    <a:pt x="629" y="320"/>
                    <a:pt x="627" y="320"/>
                    <a:pt x="625" y="320"/>
                  </a:cubicBezTo>
                  <a:cubicBezTo>
                    <a:pt x="624" y="320"/>
                    <a:pt x="623" y="320"/>
                    <a:pt x="622" y="321"/>
                  </a:cubicBezTo>
                  <a:cubicBezTo>
                    <a:pt x="621" y="321"/>
                    <a:pt x="619" y="322"/>
                    <a:pt x="618" y="323"/>
                  </a:cubicBezTo>
                  <a:cubicBezTo>
                    <a:pt x="617" y="324"/>
                    <a:pt x="616" y="325"/>
                    <a:pt x="615" y="327"/>
                  </a:cubicBezTo>
                  <a:cubicBezTo>
                    <a:pt x="614" y="328"/>
                    <a:pt x="614" y="330"/>
                    <a:pt x="614" y="331"/>
                  </a:cubicBezTo>
                  <a:cubicBezTo>
                    <a:pt x="614" y="335"/>
                    <a:pt x="615" y="337"/>
                    <a:pt x="616" y="339"/>
                  </a:cubicBezTo>
                  <a:cubicBezTo>
                    <a:pt x="618" y="342"/>
                    <a:pt x="622" y="345"/>
                    <a:pt x="626" y="348"/>
                  </a:cubicBezTo>
                  <a:cubicBezTo>
                    <a:pt x="630" y="351"/>
                    <a:pt x="635" y="353"/>
                    <a:pt x="641" y="356"/>
                  </a:cubicBezTo>
                  <a:cubicBezTo>
                    <a:pt x="654" y="363"/>
                    <a:pt x="671" y="366"/>
                    <a:pt x="684" y="366"/>
                  </a:cubicBezTo>
                  <a:lnTo>
                    <a:pt x="684" y="366"/>
                  </a:lnTo>
                  <a:cubicBezTo>
                    <a:pt x="703" y="366"/>
                    <a:pt x="720" y="361"/>
                    <a:pt x="735" y="351"/>
                  </a:cubicBezTo>
                  <a:lnTo>
                    <a:pt x="735" y="351"/>
                  </a:lnTo>
                  <a:lnTo>
                    <a:pt x="735" y="351"/>
                  </a:lnTo>
                  <a:cubicBezTo>
                    <a:pt x="749" y="340"/>
                    <a:pt x="758" y="324"/>
                    <a:pt x="758" y="307"/>
                  </a:cubicBezTo>
                  <a:cubicBezTo>
                    <a:pt x="758" y="297"/>
                    <a:pt x="755" y="289"/>
                    <a:pt x="751" y="282"/>
                  </a:cubicBezTo>
                  <a:cubicBezTo>
                    <a:pt x="746" y="274"/>
                    <a:pt x="736" y="267"/>
                    <a:pt x="724" y="262"/>
                  </a:cubicBezTo>
                  <a:close/>
                  <a:moveTo>
                    <a:pt x="1627" y="82"/>
                  </a:moveTo>
                  <a:cubicBezTo>
                    <a:pt x="1622" y="82"/>
                    <a:pt x="1619" y="83"/>
                    <a:pt x="1617" y="86"/>
                  </a:cubicBezTo>
                  <a:cubicBezTo>
                    <a:pt x="1615" y="88"/>
                    <a:pt x="1613" y="93"/>
                    <a:pt x="1613" y="96"/>
                  </a:cubicBezTo>
                  <a:lnTo>
                    <a:pt x="1613" y="355"/>
                  </a:lnTo>
                  <a:cubicBezTo>
                    <a:pt x="1613" y="359"/>
                    <a:pt x="1614" y="363"/>
                    <a:pt x="1617" y="365"/>
                  </a:cubicBezTo>
                  <a:cubicBezTo>
                    <a:pt x="1619" y="367"/>
                    <a:pt x="1623" y="369"/>
                    <a:pt x="1627" y="369"/>
                  </a:cubicBezTo>
                  <a:cubicBezTo>
                    <a:pt x="1634" y="369"/>
                    <a:pt x="1640" y="363"/>
                    <a:pt x="1640" y="355"/>
                  </a:cubicBezTo>
                  <a:lnTo>
                    <a:pt x="1640" y="96"/>
                  </a:lnTo>
                  <a:cubicBezTo>
                    <a:pt x="1642" y="88"/>
                    <a:pt x="1635" y="82"/>
                    <a:pt x="1627" y="82"/>
                  </a:cubicBezTo>
                  <a:close/>
                  <a:moveTo>
                    <a:pt x="2262" y="260"/>
                  </a:moveTo>
                  <a:lnTo>
                    <a:pt x="2262" y="261"/>
                  </a:lnTo>
                  <a:cubicBezTo>
                    <a:pt x="2262" y="265"/>
                    <a:pt x="2260" y="268"/>
                    <a:pt x="2258" y="270"/>
                  </a:cubicBezTo>
                  <a:cubicBezTo>
                    <a:pt x="2256" y="273"/>
                    <a:pt x="2252" y="274"/>
                    <a:pt x="2248" y="274"/>
                  </a:cubicBezTo>
                  <a:lnTo>
                    <a:pt x="2093" y="274"/>
                  </a:lnTo>
                  <a:cubicBezTo>
                    <a:pt x="2098" y="311"/>
                    <a:pt x="2127" y="339"/>
                    <a:pt x="2164" y="340"/>
                  </a:cubicBezTo>
                  <a:lnTo>
                    <a:pt x="2173" y="340"/>
                  </a:lnTo>
                  <a:cubicBezTo>
                    <a:pt x="2185" y="340"/>
                    <a:pt x="2198" y="336"/>
                    <a:pt x="2208" y="329"/>
                  </a:cubicBezTo>
                  <a:cubicBezTo>
                    <a:pt x="2219" y="323"/>
                    <a:pt x="2227" y="313"/>
                    <a:pt x="2233" y="303"/>
                  </a:cubicBezTo>
                  <a:cubicBezTo>
                    <a:pt x="2235" y="300"/>
                    <a:pt x="2237" y="298"/>
                    <a:pt x="2239" y="297"/>
                  </a:cubicBezTo>
                  <a:cubicBezTo>
                    <a:pt x="2241" y="296"/>
                    <a:pt x="2243" y="295"/>
                    <a:pt x="2245" y="295"/>
                  </a:cubicBezTo>
                  <a:cubicBezTo>
                    <a:pt x="2247" y="295"/>
                    <a:pt x="2251" y="296"/>
                    <a:pt x="2253" y="297"/>
                  </a:cubicBezTo>
                  <a:lnTo>
                    <a:pt x="2253" y="297"/>
                  </a:lnTo>
                  <a:lnTo>
                    <a:pt x="2253" y="297"/>
                  </a:lnTo>
                  <a:cubicBezTo>
                    <a:pt x="2257" y="300"/>
                    <a:pt x="2259" y="305"/>
                    <a:pt x="2259" y="309"/>
                  </a:cubicBezTo>
                  <a:cubicBezTo>
                    <a:pt x="2259" y="311"/>
                    <a:pt x="2258" y="314"/>
                    <a:pt x="2257" y="316"/>
                  </a:cubicBezTo>
                  <a:lnTo>
                    <a:pt x="2257" y="316"/>
                  </a:lnTo>
                  <a:lnTo>
                    <a:pt x="2257" y="316"/>
                  </a:lnTo>
                  <a:cubicBezTo>
                    <a:pt x="2248" y="330"/>
                    <a:pt x="2237" y="343"/>
                    <a:pt x="2223" y="352"/>
                  </a:cubicBezTo>
                  <a:cubicBezTo>
                    <a:pt x="2209" y="361"/>
                    <a:pt x="2193" y="367"/>
                    <a:pt x="2175" y="367"/>
                  </a:cubicBezTo>
                  <a:lnTo>
                    <a:pt x="2165" y="367"/>
                  </a:lnTo>
                  <a:cubicBezTo>
                    <a:pt x="2138" y="367"/>
                    <a:pt x="2114" y="355"/>
                    <a:pt x="2095" y="337"/>
                  </a:cubicBezTo>
                  <a:cubicBezTo>
                    <a:pt x="2077" y="319"/>
                    <a:pt x="2066" y="293"/>
                    <a:pt x="2066" y="266"/>
                  </a:cubicBezTo>
                  <a:cubicBezTo>
                    <a:pt x="2066" y="238"/>
                    <a:pt x="2077" y="213"/>
                    <a:pt x="2095" y="194"/>
                  </a:cubicBezTo>
                  <a:cubicBezTo>
                    <a:pt x="2114" y="176"/>
                    <a:pt x="2138" y="164"/>
                    <a:pt x="2165" y="164"/>
                  </a:cubicBezTo>
                  <a:cubicBezTo>
                    <a:pt x="2191" y="164"/>
                    <a:pt x="2214" y="175"/>
                    <a:pt x="2232" y="192"/>
                  </a:cubicBezTo>
                  <a:cubicBezTo>
                    <a:pt x="2248" y="209"/>
                    <a:pt x="2260" y="233"/>
                    <a:pt x="2262" y="260"/>
                  </a:cubicBezTo>
                  <a:close/>
                  <a:moveTo>
                    <a:pt x="2232" y="247"/>
                  </a:moveTo>
                  <a:cubicBezTo>
                    <a:pt x="2225" y="215"/>
                    <a:pt x="2197" y="192"/>
                    <a:pt x="2165" y="192"/>
                  </a:cubicBezTo>
                  <a:cubicBezTo>
                    <a:pt x="2132" y="192"/>
                    <a:pt x="2105" y="215"/>
                    <a:pt x="2096" y="247"/>
                  </a:cubicBezTo>
                  <a:lnTo>
                    <a:pt x="2232" y="247"/>
                  </a:lnTo>
                  <a:close/>
                  <a:moveTo>
                    <a:pt x="872" y="166"/>
                  </a:moveTo>
                  <a:cubicBezTo>
                    <a:pt x="851" y="166"/>
                    <a:pt x="830" y="174"/>
                    <a:pt x="816" y="187"/>
                  </a:cubicBezTo>
                  <a:lnTo>
                    <a:pt x="816" y="178"/>
                  </a:lnTo>
                  <a:cubicBezTo>
                    <a:pt x="816" y="175"/>
                    <a:pt x="815" y="171"/>
                    <a:pt x="812" y="169"/>
                  </a:cubicBezTo>
                  <a:cubicBezTo>
                    <a:pt x="810" y="167"/>
                    <a:pt x="807" y="164"/>
                    <a:pt x="802" y="164"/>
                  </a:cubicBezTo>
                  <a:cubicBezTo>
                    <a:pt x="798" y="164"/>
                    <a:pt x="795" y="166"/>
                    <a:pt x="793" y="169"/>
                  </a:cubicBezTo>
                  <a:cubicBezTo>
                    <a:pt x="791" y="171"/>
                    <a:pt x="789" y="175"/>
                    <a:pt x="789" y="178"/>
                  </a:cubicBezTo>
                  <a:lnTo>
                    <a:pt x="789" y="357"/>
                  </a:lnTo>
                  <a:lnTo>
                    <a:pt x="790" y="358"/>
                  </a:lnTo>
                  <a:lnTo>
                    <a:pt x="790" y="358"/>
                  </a:lnTo>
                  <a:cubicBezTo>
                    <a:pt x="790" y="359"/>
                    <a:pt x="790" y="359"/>
                    <a:pt x="791" y="360"/>
                  </a:cubicBezTo>
                  <a:cubicBezTo>
                    <a:pt x="793" y="364"/>
                    <a:pt x="796" y="366"/>
                    <a:pt x="799" y="367"/>
                  </a:cubicBezTo>
                  <a:lnTo>
                    <a:pt x="800" y="367"/>
                  </a:lnTo>
                  <a:lnTo>
                    <a:pt x="804" y="367"/>
                  </a:lnTo>
                  <a:cubicBezTo>
                    <a:pt x="806" y="367"/>
                    <a:pt x="808" y="367"/>
                    <a:pt x="810" y="366"/>
                  </a:cubicBezTo>
                  <a:cubicBezTo>
                    <a:pt x="811" y="365"/>
                    <a:pt x="813" y="364"/>
                    <a:pt x="814" y="363"/>
                  </a:cubicBezTo>
                  <a:lnTo>
                    <a:pt x="814" y="363"/>
                  </a:lnTo>
                  <a:lnTo>
                    <a:pt x="814" y="363"/>
                  </a:lnTo>
                  <a:lnTo>
                    <a:pt x="814" y="363"/>
                  </a:lnTo>
                  <a:cubicBezTo>
                    <a:pt x="815" y="361"/>
                    <a:pt x="815" y="360"/>
                    <a:pt x="816" y="359"/>
                  </a:cubicBezTo>
                  <a:cubicBezTo>
                    <a:pt x="816" y="358"/>
                    <a:pt x="817" y="357"/>
                    <a:pt x="817" y="356"/>
                  </a:cubicBezTo>
                  <a:lnTo>
                    <a:pt x="817" y="356"/>
                  </a:lnTo>
                  <a:lnTo>
                    <a:pt x="817" y="249"/>
                  </a:lnTo>
                  <a:cubicBezTo>
                    <a:pt x="817" y="234"/>
                    <a:pt x="824" y="220"/>
                    <a:pt x="835" y="209"/>
                  </a:cubicBezTo>
                  <a:cubicBezTo>
                    <a:pt x="844" y="200"/>
                    <a:pt x="858" y="193"/>
                    <a:pt x="874" y="193"/>
                  </a:cubicBezTo>
                  <a:cubicBezTo>
                    <a:pt x="890" y="193"/>
                    <a:pt x="903" y="200"/>
                    <a:pt x="914" y="209"/>
                  </a:cubicBezTo>
                  <a:cubicBezTo>
                    <a:pt x="923" y="219"/>
                    <a:pt x="930" y="233"/>
                    <a:pt x="930" y="249"/>
                  </a:cubicBezTo>
                  <a:lnTo>
                    <a:pt x="930" y="355"/>
                  </a:lnTo>
                  <a:cubicBezTo>
                    <a:pt x="930" y="359"/>
                    <a:pt x="932" y="363"/>
                    <a:pt x="934" y="365"/>
                  </a:cubicBezTo>
                  <a:cubicBezTo>
                    <a:pt x="936" y="367"/>
                    <a:pt x="941" y="369"/>
                    <a:pt x="944" y="369"/>
                  </a:cubicBezTo>
                  <a:cubicBezTo>
                    <a:pt x="947" y="369"/>
                    <a:pt x="951" y="368"/>
                    <a:pt x="953" y="365"/>
                  </a:cubicBezTo>
                  <a:cubicBezTo>
                    <a:pt x="956" y="363"/>
                    <a:pt x="958" y="358"/>
                    <a:pt x="958" y="355"/>
                  </a:cubicBezTo>
                  <a:lnTo>
                    <a:pt x="958" y="249"/>
                  </a:lnTo>
                  <a:cubicBezTo>
                    <a:pt x="956" y="203"/>
                    <a:pt x="918" y="166"/>
                    <a:pt x="872" y="166"/>
                  </a:cubicBezTo>
                  <a:close/>
                  <a:moveTo>
                    <a:pt x="1146" y="196"/>
                  </a:moveTo>
                  <a:cubicBezTo>
                    <a:pt x="1163" y="214"/>
                    <a:pt x="1174" y="239"/>
                    <a:pt x="1174" y="267"/>
                  </a:cubicBezTo>
                  <a:cubicBezTo>
                    <a:pt x="1174" y="295"/>
                    <a:pt x="1163" y="320"/>
                    <a:pt x="1146" y="339"/>
                  </a:cubicBezTo>
                  <a:cubicBezTo>
                    <a:pt x="1129" y="357"/>
                    <a:pt x="1105" y="369"/>
                    <a:pt x="1078" y="369"/>
                  </a:cubicBezTo>
                  <a:cubicBezTo>
                    <a:pt x="1052" y="369"/>
                    <a:pt x="1026" y="357"/>
                    <a:pt x="1009" y="339"/>
                  </a:cubicBezTo>
                  <a:cubicBezTo>
                    <a:pt x="992" y="321"/>
                    <a:pt x="981" y="295"/>
                    <a:pt x="981" y="267"/>
                  </a:cubicBezTo>
                  <a:cubicBezTo>
                    <a:pt x="981" y="239"/>
                    <a:pt x="992" y="215"/>
                    <a:pt x="1009" y="196"/>
                  </a:cubicBezTo>
                  <a:cubicBezTo>
                    <a:pt x="1026" y="177"/>
                    <a:pt x="1051" y="166"/>
                    <a:pt x="1078" y="166"/>
                  </a:cubicBezTo>
                  <a:cubicBezTo>
                    <a:pt x="1104" y="166"/>
                    <a:pt x="1129" y="177"/>
                    <a:pt x="1146" y="196"/>
                  </a:cubicBezTo>
                  <a:close/>
                  <a:moveTo>
                    <a:pt x="1147" y="267"/>
                  </a:moveTo>
                  <a:cubicBezTo>
                    <a:pt x="1147" y="247"/>
                    <a:pt x="1140" y="228"/>
                    <a:pt x="1127" y="215"/>
                  </a:cubicBezTo>
                  <a:cubicBezTo>
                    <a:pt x="1114" y="201"/>
                    <a:pt x="1098" y="193"/>
                    <a:pt x="1079" y="193"/>
                  </a:cubicBezTo>
                  <a:cubicBezTo>
                    <a:pt x="1061" y="193"/>
                    <a:pt x="1043" y="202"/>
                    <a:pt x="1030" y="215"/>
                  </a:cubicBezTo>
                  <a:cubicBezTo>
                    <a:pt x="1018" y="229"/>
                    <a:pt x="1010" y="247"/>
                    <a:pt x="1010" y="267"/>
                  </a:cubicBezTo>
                  <a:cubicBezTo>
                    <a:pt x="1010" y="288"/>
                    <a:pt x="1018" y="306"/>
                    <a:pt x="1030" y="320"/>
                  </a:cubicBezTo>
                  <a:cubicBezTo>
                    <a:pt x="1043" y="334"/>
                    <a:pt x="1061" y="341"/>
                    <a:pt x="1079" y="341"/>
                  </a:cubicBezTo>
                  <a:cubicBezTo>
                    <a:pt x="1098" y="341"/>
                    <a:pt x="1114" y="333"/>
                    <a:pt x="1127" y="320"/>
                  </a:cubicBezTo>
                  <a:cubicBezTo>
                    <a:pt x="1139" y="306"/>
                    <a:pt x="1147" y="288"/>
                    <a:pt x="1147" y="267"/>
                  </a:cubicBezTo>
                  <a:close/>
                  <a:moveTo>
                    <a:pt x="1445" y="167"/>
                  </a:moveTo>
                  <a:lnTo>
                    <a:pt x="1445" y="167"/>
                  </a:lnTo>
                  <a:lnTo>
                    <a:pt x="1445" y="167"/>
                  </a:lnTo>
                  <a:cubicBezTo>
                    <a:pt x="1442" y="166"/>
                    <a:pt x="1441" y="166"/>
                    <a:pt x="1439" y="166"/>
                  </a:cubicBezTo>
                  <a:cubicBezTo>
                    <a:pt x="1436" y="166"/>
                    <a:pt x="1434" y="167"/>
                    <a:pt x="1432" y="168"/>
                  </a:cubicBezTo>
                  <a:cubicBezTo>
                    <a:pt x="1430" y="169"/>
                    <a:pt x="1428" y="171"/>
                    <a:pt x="1426" y="174"/>
                  </a:cubicBezTo>
                  <a:lnTo>
                    <a:pt x="1426" y="174"/>
                  </a:lnTo>
                  <a:lnTo>
                    <a:pt x="1374" y="319"/>
                  </a:lnTo>
                  <a:lnTo>
                    <a:pt x="1333" y="222"/>
                  </a:lnTo>
                  <a:lnTo>
                    <a:pt x="1333" y="222"/>
                  </a:lnTo>
                  <a:cubicBezTo>
                    <a:pt x="1332" y="219"/>
                    <a:pt x="1330" y="218"/>
                    <a:pt x="1328" y="216"/>
                  </a:cubicBezTo>
                  <a:cubicBezTo>
                    <a:pt x="1326" y="215"/>
                    <a:pt x="1323" y="214"/>
                    <a:pt x="1320" y="214"/>
                  </a:cubicBezTo>
                  <a:cubicBezTo>
                    <a:pt x="1317" y="214"/>
                    <a:pt x="1315" y="215"/>
                    <a:pt x="1313" y="216"/>
                  </a:cubicBezTo>
                  <a:cubicBezTo>
                    <a:pt x="1311" y="217"/>
                    <a:pt x="1309" y="219"/>
                    <a:pt x="1308" y="222"/>
                  </a:cubicBezTo>
                  <a:lnTo>
                    <a:pt x="1308" y="222"/>
                  </a:lnTo>
                  <a:lnTo>
                    <a:pt x="1267" y="319"/>
                  </a:lnTo>
                  <a:lnTo>
                    <a:pt x="1213" y="174"/>
                  </a:lnTo>
                  <a:lnTo>
                    <a:pt x="1213" y="174"/>
                  </a:lnTo>
                  <a:cubicBezTo>
                    <a:pt x="1212" y="171"/>
                    <a:pt x="1210" y="169"/>
                    <a:pt x="1208" y="168"/>
                  </a:cubicBezTo>
                  <a:cubicBezTo>
                    <a:pt x="1206" y="167"/>
                    <a:pt x="1204" y="166"/>
                    <a:pt x="1201" y="166"/>
                  </a:cubicBezTo>
                  <a:cubicBezTo>
                    <a:pt x="1199" y="166"/>
                    <a:pt x="1197" y="166"/>
                    <a:pt x="1195" y="167"/>
                  </a:cubicBezTo>
                  <a:lnTo>
                    <a:pt x="1195" y="167"/>
                  </a:lnTo>
                  <a:lnTo>
                    <a:pt x="1195" y="167"/>
                  </a:lnTo>
                  <a:cubicBezTo>
                    <a:pt x="1190" y="169"/>
                    <a:pt x="1188" y="174"/>
                    <a:pt x="1188" y="179"/>
                  </a:cubicBezTo>
                  <a:cubicBezTo>
                    <a:pt x="1188" y="182"/>
                    <a:pt x="1188" y="183"/>
                    <a:pt x="1189" y="185"/>
                  </a:cubicBezTo>
                  <a:lnTo>
                    <a:pt x="1189" y="185"/>
                  </a:lnTo>
                  <a:lnTo>
                    <a:pt x="1254" y="360"/>
                  </a:lnTo>
                  <a:lnTo>
                    <a:pt x="1254" y="360"/>
                  </a:lnTo>
                  <a:cubicBezTo>
                    <a:pt x="1254" y="361"/>
                    <a:pt x="1255" y="363"/>
                    <a:pt x="1256" y="365"/>
                  </a:cubicBezTo>
                  <a:cubicBezTo>
                    <a:pt x="1257" y="366"/>
                    <a:pt x="1258" y="367"/>
                    <a:pt x="1259" y="367"/>
                  </a:cubicBezTo>
                  <a:cubicBezTo>
                    <a:pt x="1259" y="367"/>
                    <a:pt x="1261" y="367"/>
                    <a:pt x="1261" y="368"/>
                  </a:cubicBezTo>
                  <a:cubicBezTo>
                    <a:pt x="1262" y="368"/>
                    <a:pt x="1262" y="369"/>
                    <a:pt x="1263" y="369"/>
                  </a:cubicBezTo>
                  <a:cubicBezTo>
                    <a:pt x="1264" y="369"/>
                    <a:pt x="1266" y="370"/>
                    <a:pt x="1267" y="370"/>
                  </a:cubicBezTo>
                  <a:cubicBezTo>
                    <a:pt x="1269" y="370"/>
                    <a:pt x="1272" y="369"/>
                    <a:pt x="1274" y="368"/>
                  </a:cubicBezTo>
                  <a:cubicBezTo>
                    <a:pt x="1277" y="367"/>
                    <a:pt x="1279" y="365"/>
                    <a:pt x="1280" y="361"/>
                  </a:cubicBezTo>
                  <a:lnTo>
                    <a:pt x="1280" y="361"/>
                  </a:lnTo>
                  <a:lnTo>
                    <a:pt x="1322" y="263"/>
                  </a:lnTo>
                  <a:lnTo>
                    <a:pt x="1363" y="361"/>
                  </a:lnTo>
                  <a:lnTo>
                    <a:pt x="1363" y="361"/>
                  </a:lnTo>
                  <a:cubicBezTo>
                    <a:pt x="1364" y="364"/>
                    <a:pt x="1365" y="366"/>
                    <a:pt x="1368" y="368"/>
                  </a:cubicBezTo>
                  <a:cubicBezTo>
                    <a:pt x="1370" y="369"/>
                    <a:pt x="1372" y="370"/>
                    <a:pt x="1374" y="371"/>
                  </a:cubicBezTo>
                  <a:lnTo>
                    <a:pt x="1376" y="371"/>
                  </a:lnTo>
                  <a:cubicBezTo>
                    <a:pt x="1378" y="371"/>
                    <a:pt x="1379" y="371"/>
                    <a:pt x="1380" y="370"/>
                  </a:cubicBezTo>
                  <a:cubicBezTo>
                    <a:pt x="1381" y="369"/>
                    <a:pt x="1383" y="369"/>
                    <a:pt x="1384" y="368"/>
                  </a:cubicBezTo>
                  <a:cubicBezTo>
                    <a:pt x="1386" y="366"/>
                    <a:pt x="1388" y="364"/>
                    <a:pt x="1389" y="361"/>
                  </a:cubicBezTo>
                  <a:lnTo>
                    <a:pt x="1389" y="361"/>
                  </a:lnTo>
                  <a:lnTo>
                    <a:pt x="1454" y="187"/>
                  </a:lnTo>
                  <a:cubicBezTo>
                    <a:pt x="1455" y="185"/>
                    <a:pt x="1455" y="184"/>
                    <a:pt x="1455" y="182"/>
                  </a:cubicBezTo>
                  <a:cubicBezTo>
                    <a:pt x="1453" y="174"/>
                    <a:pt x="1450" y="169"/>
                    <a:pt x="1445" y="16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171" name="Group 170">
            <a:extLst>
              <a:ext uri="{FF2B5EF4-FFF2-40B4-BE49-F238E27FC236}">
                <a16:creationId xmlns:a16="http://schemas.microsoft.com/office/drawing/2014/main" id="{CF326593-9D6A-F626-751F-6FF27EB4BDA5}"/>
              </a:ext>
            </a:extLst>
          </p:cNvPr>
          <p:cNvGrpSpPr/>
          <p:nvPr/>
        </p:nvGrpSpPr>
        <p:grpSpPr>
          <a:xfrm>
            <a:off x="8005493" y="2610979"/>
            <a:ext cx="2602071" cy="295912"/>
            <a:chOff x="4240213" y="5762625"/>
            <a:chExt cx="1689100" cy="192088"/>
          </a:xfrm>
          <a:solidFill>
            <a:schemeClr val="tx1"/>
          </a:solidFill>
        </p:grpSpPr>
        <p:grpSp>
          <p:nvGrpSpPr>
            <p:cNvPr id="172" name="Group 171">
              <a:extLst>
                <a:ext uri="{FF2B5EF4-FFF2-40B4-BE49-F238E27FC236}">
                  <a16:creationId xmlns:a16="http://schemas.microsoft.com/office/drawing/2014/main" id="{B2498FC2-3FCB-7DB8-ABF3-CF76E91039BA}"/>
                </a:ext>
              </a:extLst>
            </p:cNvPr>
            <p:cNvGrpSpPr/>
            <p:nvPr/>
          </p:nvGrpSpPr>
          <p:grpSpPr>
            <a:xfrm>
              <a:off x="4240213" y="5788025"/>
              <a:ext cx="484187" cy="127000"/>
              <a:chOff x="4240213" y="5788025"/>
              <a:chExt cx="484187" cy="127000"/>
            </a:xfrm>
            <a:grpFill/>
          </p:grpSpPr>
          <p:sp>
            <p:nvSpPr>
              <p:cNvPr id="192" name="Freeform 128">
                <a:extLst>
                  <a:ext uri="{FF2B5EF4-FFF2-40B4-BE49-F238E27FC236}">
                    <a16:creationId xmlns:a16="http://schemas.microsoft.com/office/drawing/2014/main" id="{1EB7E3A9-EE89-59C7-E49B-5B058FACD428}"/>
                  </a:ext>
                </a:extLst>
              </p:cNvPr>
              <p:cNvSpPr>
                <a:spLocks noChangeArrowheads="1"/>
              </p:cNvSpPr>
              <p:nvPr/>
            </p:nvSpPr>
            <p:spPr bwMode="auto">
              <a:xfrm>
                <a:off x="4327525" y="5788025"/>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6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6"/>
                    </a:lnTo>
                    <a:cubicBezTo>
                      <a:pt x="0" y="330"/>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3" name="Freeform 129">
                <a:extLst>
                  <a:ext uri="{FF2B5EF4-FFF2-40B4-BE49-F238E27FC236}">
                    <a16:creationId xmlns:a16="http://schemas.microsoft.com/office/drawing/2014/main" id="{375C8C1E-29C4-BE2A-C61C-8DB5DC8BC094}"/>
                  </a:ext>
                </a:extLst>
              </p:cNvPr>
              <p:cNvSpPr>
                <a:spLocks noChangeArrowheads="1"/>
              </p:cNvSpPr>
              <p:nvPr/>
            </p:nvSpPr>
            <p:spPr bwMode="auto">
              <a:xfrm>
                <a:off x="4354513" y="5819775"/>
                <a:ext cx="93662" cy="93663"/>
              </a:xfrm>
              <a:custGeom>
                <a:avLst/>
                <a:gdLst>
                  <a:gd name="T0" fmla="*/ 119 w 259"/>
                  <a:gd name="T1" fmla="*/ 259 h 260"/>
                  <a:gd name="T2" fmla="*/ 193 w 259"/>
                  <a:gd name="T3" fmla="*/ 226 h 260"/>
                  <a:gd name="T4" fmla="*/ 193 w 259"/>
                  <a:gd name="T5" fmla="*/ 226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7"/>
                      <a:pt x="69" y="129"/>
                    </a:cubicBezTo>
                    <a:cubicBezTo>
                      <a:pt x="69" y="92"/>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4" name="Freeform 130">
                <a:extLst>
                  <a:ext uri="{FF2B5EF4-FFF2-40B4-BE49-F238E27FC236}">
                    <a16:creationId xmlns:a16="http://schemas.microsoft.com/office/drawing/2014/main" id="{B656DD85-390B-435E-56CA-31A742910A3F}"/>
                  </a:ext>
                </a:extLst>
              </p:cNvPr>
              <p:cNvSpPr>
                <a:spLocks noChangeArrowheads="1"/>
              </p:cNvSpPr>
              <p:nvPr/>
            </p:nvSpPr>
            <p:spPr bwMode="auto">
              <a:xfrm>
                <a:off x="4454525" y="5788025"/>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6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6"/>
                    </a:lnTo>
                    <a:cubicBezTo>
                      <a:pt x="0" y="329"/>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5" name="Freeform 131">
                <a:extLst>
                  <a:ext uri="{FF2B5EF4-FFF2-40B4-BE49-F238E27FC236}">
                    <a16:creationId xmlns:a16="http://schemas.microsoft.com/office/drawing/2014/main" id="{8ABED412-DB29-E1C3-6FC6-C6DB6A93935F}"/>
                  </a:ext>
                </a:extLst>
              </p:cNvPr>
              <p:cNvSpPr>
                <a:spLocks noChangeArrowheads="1"/>
              </p:cNvSpPr>
              <p:nvPr/>
            </p:nvSpPr>
            <p:spPr bwMode="auto">
              <a:xfrm>
                <a:off x="4481513" y="5821363"/>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6" name="Freeform 132">
                <a:extLst>
                  <a:ext uri="{FF2B5EF4-FFF2-40B4-BE49-F238E27FC236}">
                    <a16:creationId xmlns:a16="http://schemas.microsoft.com/office/drawing/2014/main" id="{B911D1D9-5AE5-ACD0-62A4-D1E64D3D71AE}"/>
                  </a:ext>
                </a:extLst>
              </p:cNvPr>
              <p:cNvSpPr>
                <a:spLocks noChangeArrowheads="1"/>
              </p:cNvSpPr>
              <p:nvPr/>
            </p:nvSpPr>
            <p:spPr bwMode="auto">
              <a:xfrm>
                <a:off x="4579938" y="5819775"/>
                <a:ext cx="144462" cy="92075"/>
              </a:xfrm>
              <a:custGeom>
                <a:avLst/>
                <a:gdLst>
                  <a:gd name="T0" fmla="*/ 27 w 400"/>
                  <a:gd name="T1" fmla="*/ 255 h 256"/>
                  <a:gd name="T2" fmla="*/ 66 w 400"/>
                  <a:gd name="T3" fmla="*/ 255 h 256"/>
                  <a:gd name="T4" fmla="*/ 66 w 400"/>
                  <a:gd name="T5" fmla="*/ 121 h 256"/>
                  <a:gd name="T6" fmla="*/ 119 w 400"/>
                  <a:gd name="T7" fmla="*/ 65 h 256"/>
                  <a:gd name="T8" fmla="*/ 167 w 400"/>
                  <a:gd name="T9" fmla="*/ 119 h 256"/>
                  <a:gd name="T10" fmla="*/ 167 w 400"/>
                  <a:gd name="T11" fmla="*/ 228 h 256"/>
                  <a:gd name="T12" fmla="*/ 194 w 400"/>
                  <a:gd name="T13" fmla="*/ 254 h 256"/>
                  <a:gd name="T14" fmla="*/ 233 w 400"/>
                  <a:gd name="T15" fmla="*/ 254 h 256"/>
                  <a:gd name="T16" fmla="*/ 233 w 400"/>
                  <a:gd name="T17" fmla="*/ 119 h 256"/>
                  <a:gd name="T18" fmla="*/ 286 w 400"/>
                  <a:gd name="T19" fmla="*/ 64 h 256"/>
                  <a:gd name="T20" fmla="*/ 334 w 400"/>
                  <a:gd name="T21" fmla="*/ 118 h 256"/>
                  <a:gd name="T22" fmla="*/ 334 w 400"/>
                  <a:gd name="T23" fmla="*/ 227 h 256"/>
                  <a:gd name="T24" fmla="*/ 361 w 400"/>
                  <a:gd name="T25" fmla="*/ 253 h 256"/>
                  <a:gd name="T26" fmla="*/ 399 w 400"/>
                  <a:gd name="T27" fmla="*/ 253 h 256"/>
                  <a:gd name="T28" fmla="*/ 399 w 400"/>
                  <a:gd name="T29" fmla="*/ 97 h 256"/>
                  <a:gd name="T30" fmla="*/ 303 w 400"/>
                  <a:gd name="T31" fmla="*/ 1 h 256"/>
                  <a:gd name="T32" fmla="*/ 219 w 400"/>
                  <a:gd name="T33" fmla="*/ 42 h 256"/>
                  <a:gd name="T34" fmla="*/ 138 w 400"/>
                  <a:gd name="T35" fmla="*/ 0 h 256"/>
                  <a:gd name="T36" fmla="*/ 65 w 400"/>
                  <a:gd name="T37" fmla="*/ 35 h 256"/>
                  <a:gd name="T38" fmla="*/ 65 w 400"/>
                  <a:gd name="T39" fmla="*/ 6 h 256"/>
                  <a:gd name="T40" fmla="*/ 1 w 400"/>
                  <a:gd name="T41" fmla="*/ 6 h 256"/>
                  <a:gd name="T42" fmla="*/ 0 w 400"/>
                  <a:gd name="T43" fmla="*/ 224 h 256"/>
                  <a:gd name="T44" fmla="*/ 27 w 400"/>
                  <a:gd name="T45" fmla="*/ 25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6">
                    <a:moveTo>
                      <a:pt x="27" y="255"/>
                    </a:moveTo>
                    <a:lnTo>
                      <a:pt x="66" y="255"/>
                    </a:lnTo>
                    <a:lnTo>
                      <a:pt x="66" y="121"/>
                    </a:lnTo>
                    <a:cubicBezTo>
                      <a:pt x="66" y="83"/>
                      <a:pt x="90" y="65"/>
                      <a:pt x="119" y="65"/>
                    </a:cubicBezTo>
                    <a:cubicBezTo>
                      <a:pt x="149" y="65"/>
                      <a:pt x="167" y="84"/>
                      <a:pt x="167" y="119"/>
                    </a:cubicBezTo>
                    <a:lnTo>
                      <a:pt x="167" y="228"/>
                    </a:lnTo>
                    <a:cubicBezTo>
                      <a:pt x="167" y="243"/>
                      <a:pt x="179" y="254"/>
                      <a:pt x="194" y="254"/>
                    </a:cubicBezTo>
                    <a:lnTo>
                      <a:pt x="233" y="254"/>
                    </a:lnTo>
                    <a:lnTo>
                      <a:pt x="233" y="119"/>
                    </a:lnTo>
                    <a:cubicBezTo>
                      <a:pt x="233" y="82"/>
                      <a:pt x="257" y="64"/>
                      <a:pt x="286" y="64"/>
                    </a:cubicBezTo>
                    <a:cubicBezTo>
                      <a:pt x="316" y="64"/>
                      <a:pt x="334" y="83"/>
                      <a:pt x="334" y="118"/>
                    </a:cubicBezTo>
                    <a:lnTo>
                      <a:pt x="334" y="227"/>
                    </a:lnTo>
                    <a:cubicBezTo>
                      <a:pt x="334" y="241"/>
                      <a:pt x="346" y="253"/>
                      <a:pt x="361" y="253"/>
                    </a:cubicBezTo>
                    <a:lnTo>
                      <a:pt x="399" y="253"/>
                    </a:lnTo>
                    <a:lnTo>
                      <a:pt x="399" y="97"/>
                    </a:lnTo>
                    <a:cubicBezTo>
                      <a:pt x="399" y="40"/>
                      <a:pt x="361" y="1"/>
                      <a:pt x="303" y="1"/>
                    </a:cubicBezTo>
                    <a:cubicBezTo>
                      <a:pt x="271" y="1"/>
                      <a:pt x="239" y="11"/>
                      <a:pt x="219" y="42"/>
                    </a:cubicBezTo>
                    <a:cubicBezTo>
                      <a:pt x="203" y="17"/>
                      <a:pt x="175" y="1"/>
                      <a:pt x="138" y="0"/>
                    </a:cubicBezTo>
                    <a:cubicBezTo>
                      <a:pt x="110" y="0"/>
                      <a:pt x="84" y="9"/>
                      <a:pt x="65" y="35"/>
                    </a:cubicBezTo>
                    <a:lnTo>
                      <a:pt x="65" y="6"/>
                    </a:lnTo>
                    <a:lnTo>
                      <a:pt x="1" y="6"/>
                    </a:lnTo>
                    <a:lnTo>
                      <a:pt x="0" y="224"/>
                    </a:lnTo>
                    <a:cubicBezTo>
                      <a:pt x="0" y="243"/>
                      <a:pt x="13" y="255"/>
                      <a:pt x="27" y="2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7" name="Freeform 133">
                <a:extLst>
                  <a:ext uri="{FF2B5EF4-FFF2-40B4-BE49-F238E27FC236}">
                    <a16:creationId xmlns:a16="http://schemas.microsoft.com/office/drawing/2014/main" id="{EFBEBF91-05B8-E326-7B80-781062F165C3}"/>
                  </a:ext>
                </a:extLst>
              </p:cNvPr>
              <p:cNvSpPr>
                <a:spLocks noChangeArrowheads="1"/>
              </p:cNvSpPr>
              <p:nvPr/>
            </p:nvSpPr>
            <p:spPr bwMode="auto">
              <a:xfrm>
                <a:off x="4240213" y="5819775"/>
                <a:ext cx="85725" cy="93663"/>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5"/>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73" name="Freeform 134">
              <a:extLst>
                <a:ext uri="{FF2B5EF4-FFF2-40B4-BE49-F238E27FC236}">
                  <a16:creationId xmlns:a16="http://schemas.microsoft.com/office/drawing/2014/main" id="{CFEBBDB9-AECA-7F10-7097-5D96BD1181F1}"/>
                </a:ext>
              </a:extLst>
            </p:cNvPr>
            <p:cNvSpPr>
              <a:spLocks noChangeArrowheads="1"/>
            </p:cNvSpPr>
            <p:nvPr/>
          </p:nvSpPr>
          <p:spPr bwMode="auto">
            <a:xfrm>
              <a:off x="4860925" y="576262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74" name="Group 173">
              <a:extLst>
                <a:ext uri="{FF2B5EF4-FFF2-40B4-BE49-F238E27FC236}">
                  <a16:creationId xmlns:a16="http://schemas.microsoft.com/office/drawing/2014/main" id="{A5ED5B1B-9EA2-F1FB-28AD-0A0E09E45355}"/>
                </a:ext>
              </a:extLst>
            </p:cNvPr>
            <p:cNvGrpSpPr/>
            <p:nvPr/>
          </p:nvGrpSpPr>
          <p:grpSpPr>
            <a:xfrm>
              <a:off x="5002213" y="5762625"/>
              <a:ext cx="927100" cy="190500"/>
              <a:chOff x="5002213" y="5762625"/>
              <a:chExt cx="927100" cy="190500"/>
            </a:xfrm>
            <a:grpFill/>
          </p:grpSpPr>
          <p:sp>
            <p:nvSpPr>
              <p:cNvPr id="175" name="Freeform 135">
                <a:extLst>
                  <a:ext uri="{FF2B5EF4-FFF2-40B4-BE49-F238E27FC236}">
                    <a16:creationId xmlns:a16="http://schemas.microsoft.com/office/drawing/2014/main" id="{7BD6125A-D55C-080E-0DB8-BE207D37102B}"/>
                  </a:ext>
                </a:extLst>
              </p:cNvPr>
              <p:cNvSpPr>
                <a:spLocks noChangeArrowheads="1"/>
              </p:cNvSpPr>
              <p:nvPr/>
            </p:nvSpPr>
            <p:spPr bwMode="auto">
              <a:xfrm>
                <a:off x="5067300" y="5822950"/>
                <a:ext cx="63500" cy="68263"/>
              </a:xfrm>
              <a:custGeom>
                <a:avLst/>
                <a:gdLst>
                  <a:gd name="T0" fmla="*/ 177 w 178"/>
                  <a:gd name="T1" fmla="*/ 80 h 191"/>
                  <a:gd name="T2" fmla="*/ 103 w 178"/>
                  <a:gd name="T3" fmla="*/ 80 h 191"/>
                  <a:gd name="T4" fmla="*/ 103 w 178"/>
                  <a:gd name="T5" fmla="*/ 0 h 191"/>
                  <a:gd name="T6" fmla="*/ 74 w 178"/>
                  <a:gd name="T7" fmla="*/ 0 h 191"/>
                  <a:gd name="T8" fmla="*/ 74 w 178"/>
                  <a:gd name="T9" fmla="*/ 80 h 191"/>
                  <a:gd name="T10" fmla="*/ 0 w 178"/>
                  <a:gd name="T11" fmla="*/ 80 h 191"/>
                  <a:gd name="T12" fmla="*/ 0 w 178"/>
                  <a:gd name="T13" fmla="*/ 109 h 191"/>
                  <a:gd name="T14" fmla="*/ 74 w 178"/>
                  <a:gd name="T15" fmla="*/ 109 h 191"/>
                  <a:gd name="T16" fmla="*/ 74 w 178"/>
                  <a:gd name="T17" fmla="*/ 190 h 191"/>
                  <a:gd name="T18" fmla="*/ 103 w 178"/>
                  <a:gd name="T19" fmla="*/ 190 h 191"/>
                  <a:gd name="T20" fmla="*/ 103 w 178"/>
                  <a:gd name="T21" fmla="*/ 109 h 191"/>
                  <a:gd name="T22" fmla="*/ 177 w 178"/>
                  <a:gd name="T23" fmla="*/ 109 h 191"/>
                  <a:gd name="T24" fmla="*/ 177 w 178"/>
                  <a:gd name="T25" fmla="*/ 8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8" h="191">
                    <a:moveTo>
                      <a:pt x="177" y="80"/>
                    </a:moveTo>
                    <a:lnTo>
                      <a:pt x="103" y="80"/>
                    </a:lnTo>
                    <a:lnTo>
                      <a:pt x="103" y="0"/>
                    </a:lnTo>
                    <a:lnTo>
                      <a:pt x="74" y="0"/>
                    </a:lnTo>
                    <a:lnTo>
                      <a:pt x="74" y="80"/>
                    </a:lnTo>
                    <a:lnTo>
                      <a:pt x="0" y="80"/>
                    </a:lnTo>
                    <a:lnTo>
                      <a:pt x="0" y="109"/>
                    </a:lnTo>
                    <a:lnTo>
                      <a:pt x="74" y="109"/>
                    </a:lnTo>
                    <a:lnTo>
                      <a:pt x="74" y="190"/>
                    </a:lnTo>
                    <a:lnTo>
                      <a:pt x="103" y="190"/>
                    </a:lnTo>
                    <a:lnTo>
                      <a:pt x="103" y="109"/>
                    </a:lnTo>
                    <a:lnTo>
                      <a:pt x="177" y="109"/>
                    </a:lnTo>
                    <a:lnTo>
                      <a:pt x="177" y="8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6" name="Freeform 136">
                <a:extLst>
                  <a:ext uri="{FF2B5EF4-FFF2-40B4-BE49-F238E27FC236}">
                    <a16:creationId xmlns:a16="http://schemas.microsoft.com/office/drawing/2014/main" id="{25FBCE50-7731-F2E9-DDCD-85FFA79BBA39}"/>
                  </a:ext>
                </a:extLst>
              </p:cNvPr>
              <p:cNvSpPr>
                <a:spLocks noChangeArrowheads="1"/>
              </p:cNvSpPr>
              <p:nvPr/>
            </p:nvSpPr>
            <p:spPr bwMode="auto">
              <a:xfrm>
                <a:off x="5021263" y="5873750"/>
                <a:ext cx="57150" cy="60325"/>
              </a:xfrm>
              <a:custGeom>
                <a:avLst/>
                <a:gdLst>
                  <a:gd name="T0" fmla="*/ 159 w 160"/>
                  <a:gd name="T1" fmla="*/ 72 h 167"/>
                  <a:gd name="T2" fmla="*/ 93 w 160"/>
                  <a:gd name="T3" fmla="*/ 72 h 167"/>
                  <a:gd name="T4" fmla="*/ 93 w 160"/>
                  <a:gd name="T5" fmla="*/ 0 h 167"/>
                  <a:gd name="T6" fmla="*/ 67 w 160"/>
                  <a:gd name="T7" fmla="*/ 0 h 167"/>
                  <a:gd name="T8" fmla="*/ 67 w 160"/>
                  <a:gd name="T9" fmla="*/ 72 h 167"/>
                  <a:gd name="T10" fmla="*/ 0 w 160"/>
                  <a:gd name="T11" fmla="*/ 72 h 167"/>
                  <a:gd name="T12" fmla="*/ 0 w 160"/>
                  <a:gd name="T13" fmla="*/ 95 h 167"/>
                  <a:gd name="T14" fmla="*/ 67 w 160"/>
                  <a:gd name="T15" fmla="*/ 95 h 167"/>
                  <a:gd name="T16" fmla="*/ 67 w 160"/>
                  <a:gd name="T17" fmla="*/ 166 h 167"/>
                  <a:gd name="T18" fmla="*/ 93 w 160"/>
                  <a:gd name="T19" fmla="*/ 166 h 167"/>
                  <a:gd name="T20" fmla="*/ 93 w 160"/>
                  <a:gd name="T21" fmla="*/ 95 h 167"/>
                  <a:gd name="T22" fmla="*/ 159 w 160"/>
                  <a:gd name="T23" fmla="*/ 95 h 167"/>
                  <a:gd name="T24" fmla="*/ 159 w 160"/>
                  <a:gd name="T25" fmla="*/ 7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7">
                    <a:moveTo>
                      <a:pt x="159" y="72"/>
                    </a:moveTo>
                    <a:lnTo>
                      <a:pt x="93" y="72"/>
                    </a:lnTo>
                    <a:lnTo>
                      <a:pt x="93" y="0"/>
                    </a:lnTo>
                    <a:lnTo>
                      <a:pt x="67" y="0"/>
                    </a:lnTo>
                    <a:lnTo>
                      <a:pt x="67" y="72"/>
                    </a:lnTo>
                    <a:lnTo>
                      <a:pt x="0" y="72"/>
                    </a:lnTo>
                    <a:lnTo>
                      <a:pt x="0" y="95"/>
                    </a:lnTo>
                    <a:lnTo>
                      <a:pt x="67" y="95"/>
                    </a:lnTo>
                    <a:lnTo>
                      <a:pt x="67" y="166"/>
                    </a:lnTo>
                    <a:lnTo>
                      <a:pt x="93" y="166"/>
                    </a:lnTo>
                    <a:lnTo>
                      <a:pt x="93" y="95"/>
                    </a:lnTo>
                    <a:lnTo>
                      <a:pt x="159" y="95"/>
                    </a:lnTo>
                    <a:lnTo>
                      <a:pt x="159" y="7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7" name="Freeform 137">
                <a:extLst>
                  <a:ext uri="{FF2B5EF4-FFF2-40B4-BE49-F238E27FC236}">
                    <a16:creationId xmlns:a16="http://schemas.microsoft.com/office/drawing/2014/main" id="{52A361A9-3CB1-1B5D-DA31-6B682F19379A}"/>
                  </a:ext>
                </a:extLst>
              </p:cNvPr>
              <p:cNvSpPr>
                <a:spLocks noChangeArrowheads="1"/>
              </p:cNvSpPr>
              <p:nvPr/>
            </p:nvSpPr>
            <p:spPr bwMode="auto">
              <a:xfrm>
                <a:off x="5121275" y="5780088"/>
                <a:ext cx="57150" cy="60325"/>
              </a:xfrm>
              <a:custGeom>
                <a:avLst/>
                <a:gdLst>
                  <a:gd name="T0" fmla="*/ 157 w 158"/>
                  <a:gd name="T1" fmla="*/ 73 h 168"/>
                  <a:gd name="T2" fmla="*/ 91 w 158"/>
                  <a:gd name="T3" fmla="*/ 73 h 168"/>
                  <a:gd name="T4" fmla="*/ 91 w 158"/>
                  <a:gd name="T5" fmla="*/ 0 h 168"/>
                  <a:gd name="T6" fmla="*/ 66 w 158"/>
                  <a:gd name="T7" fmla="*/ 0 h 168"/>
                  <a:gd name="T8" fmla="*/ 66 w 158"/>
                  <a:gd name="T9" fmla="*/ 73 h 168"/>
                  <a:gd name="T10" fmla="*/ 0 w 158"/>
                  <a:gd name="T11" fmla="*/ 73 h 168"/>
                  <a:gd name="T12" fmla="*/ 0 w 158"/>
                  <a:gd name="T13" fmla="*/ 95 h 168"/>
                  <a:gd name="T14" fmla="*/ 66 w 158"/>
                  <a:gd name="T15" fmla="*/ 95 h 168"/>
                  <a:gd name="T16" fmla="*/ 66 w 158"/>
                  <a:gd name="T17" fmla="*/ 167 h 168"/>
                  <a:gd name="T18" fmla="*/ 91 w 158"/>
                  <a:gd name="T19" fmla="*/ 167 h 168"/>
                  <a:gd name="T20" fmla="*/ 91 w 158"/>
                  <a:gd name="T21" fmla="*/ 95 h 168"/>
                  <a:gd name="T22" fmla="*/ 157 w 158"/>
                  <a:gd name="T23" fmla="*/ 95 h 168"/>
                  <a:gd name="T24" fmla="*/ 157 w 158"/>
                  <a:gd name="T2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68">
                    <a:moveTo>
                      <a:pt x="157" y="73"/>
                    </a:moveTo>
                    <a:lnTo>
                      <a:pt x="91" y="73"/>
                    </a:lnTo>
                    <a:lnTo>
                      <a:pt x="91" y="0"/>
                    </a:lnTo>
                    <a:lnTo>
                      <a:pt x="66" y="0"/>
                    </a:lnTo>
                    <a:lnTo>
                      <a:pt x="66" y="73"/>
                    </a:lnTo>
                    <a:lnTo>
                      <a:pt x="0" y="73"/>
                    </a:lnTo>
                    <a:lnTo>
                      <a:pt x="0" y="95"/>
                    </a:lnTo>
                    <a:lnTo>
                      <a:pt x="66" y="95"/>
                    </a:lnTo>
                    <a:lnTo>
                      <a:pt x="66" y="167"/>
                    </a:lnTo>
                    <a:lnTo>
                      <a:pt x="91" y="167"/>
                    </a:lnTo>
                    <a:lnTo>
                      <a:pt x="91" y="95"/>
                    </a:lnTo>
                    <a:lnTo>
                      <a:pt x="157" y="95"/>
                    </a:lnTo>
                    <a:lnTo>
                      <a:pt x="157" y="7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8" name="Freeform 138">
                <a:extLst>
                  <a:ext uri="{FF2B5EF4-FFF2-40B4-BE49-F238E27FC236}">
                    <a16:creationId xmlns:a16="http://schemas.microsoft.com/office/drawing/2014/main" id="{4EDDEB4C-A870-4A49-3B47-59C2B05BC599}"/>
                  </a:ext>
                </a:extLst>
              </p:cNvPr>
              <p:cNvSpPr>
                <a:spLocks noChangeArrowheads="1"/>
              </p:cNvSpPr>
              <p:nvPr/>
            </p:nvSpPr>
            <p:spPr bwMode="auto">
              <a:xfrm>
                <a:off x="5080000" y="5910263"/>
                <a:ext cx="41275" cy="42862"/>
              </a:xfrm>
              <a:custGeom>
                <a:avLst/>
                <a:gdLst>
                  <a:gd name="T0" fmla="*/ 112 w 113"/>
                  <a:gd name="T1" fmla="*/ 50 h 121"/>
                  <a:gd name="T2" fmla="*/ 67 w 113"/>
                  <a:gd name="T3" fmla="*/ 50 h 121"/>
                  <a:gd name="T4" fmla="*/ 67 w 113"/>
                  <a:gd name="T5" fmla="*/ 0 h 121"/>
                  <a:gd name="T6" fmla="*/ 45 w 113"/>
                  <a:gd name="T7" fmla="*/ 0 h 121"/>
                  <a:gd name="T8" fmla="*/ 45 w 113"/>
                  <a:gd name="T9" fmla="*/ 50 h 121"/>
                  <a:gd name="T10" fmla="*/ 0 w 113"/>
                  <a:gd name="T11" fmla="*/ 50 h 121"/>
                  <a:gd name="T12" fmla="*/ 0 w 113"/>
                  <a:gd name="T13" fmla="*/ 70 h 121"/>
                  <a:gd name="T14" fmla="*/ 45 w 113"/>
                  <a:gd name="T15" fmla="*/ 70 h 121"/>
                  <a:gd name="T16" fmla="*/ 45 w 113"/>
                  <a:gd name="T17" fmla="*/ 120 h 121"/>
                  <a:gd name="T18" fmla="*/ 67 w 113"/>
                  <a:gd name="T19" fmla="*/ 120 h 121"/>
                  <a:gd name="T20" fmla="*/ 67 w 113"/>
                  <a:gd name="T21" fmla="*/ 70 h 121"/>
                  <a:gd name="T22" fmla="*/ 112 w 113"/>
                  <a:gd name="T23" fmla="*/ 70 h 121"/>
                  <a:gd name="T24" fmla="*/ 112 w 113"/>
                  <a:gd name="T25" fmla="*/ 5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21">
                    <a:moveTo>
                      <a:pt x="112" y="50"/>
                    </a:moveTo>
                    <a:lnTo>
                      <a:pt x="67" y="50"/>
                    </a:lnTo>
                    <a:lnTo>
                      <a:pt x="67" y="0"/>
                    </a:lnTo>
                    <a:lnTo>
                      <a:pt x="45" y="0"/>
                    </a:lnTo>
                    <a:lnTo>
                      <a:pt x="45" y="50"/>
                    </a:lnTo>
                    <a:lnTo>
                      <a:pt x="0" y="50"/>
                    </a:lnTo>
                    <a:lnTo>
                      <a:pt x="0" y="70"/>
                    </a:lnTo>
                    <a:lnTo>
                      <a:pt x="45" y="70"/>
                    </a:lnTo>
                    <a:lnTo>
                      <a:pt x="45" y="120"/>
                    </a:lnTo>
                    <a:lnTo>
                      <a:pt x="67" y="120"/>
                    </a:lnTo>
                    <a:lnTo>
                      <a:pt x="67" y="70"/>
                    </a:lnTo>
                    <a:lnTo>
                      <a:pt x="112" y="70"/>
                    </a:lnTo>
                    <a:lnTo>
                      <a:pt x="112"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9" name="Freeform 139">
                <a:extLst>
                  <a:ext uri="{FF2B5EF4-FFF2-40B4-BE49-F238E27FC236}">
                    <a16:creationId xmlns:a16="http://schemas.microsoft.com/office/drawing/2014/main" id="{43DE7442-618A-59AF-95E0-8BF8720726D7}"/>
                  </a:ext>
                </a:extLst>
              </p:cNvPr>
              <p:cNvSpPr>
                <a:spLocks noChangeArrowheads="1"/>
              </p:cNvSpPr>
              <p:nvPr/>
            </p:nvSpPr>
            <p:spPr bwMode="auto">
              <a:xfrm>
                <a:off x="5021263" y="5780088"/>
                <a:ext cx="57150" cy="60325"/>
              </a:xfrm>
              <a:custGeom>
                <a:avLst/>
                <a:gdLst>
                  <a:gd name="T0" fmla="*/ 159 w 160"/>
                  <a:gd name="T1" fmla="*/ 73 h 168"/>
                  <a:gd name="T2" fmla="*/ 91 w 160"/>
                  <a:gd name="T3" fmla="*/ 73 h 168"/>
                  <a:gd name="T4" fmla="*/ 91 w 160"/>
                  <a:gd name="T5" fmla="*/ 0 h 168"/>
                  <a:gd name="T6" fmla="*/ 68 w 160"/>
                  <a:gd name="T7" fmla="*/ 0 h 168"/>
                  <a:gd name="T8" fmla="*/ 68 w 160"/>
                  <a:gd name="T9" fmla="*/ 73 h 168"/>
                  <a:gd name="T10" fmla="*/ 0 w 160"/>
                  <a:gd name="T11" fmla="*/ 73 h 168"/>
                  <a:gd name="T12" fmla="*/ 0 w 160"/>
                  <a:gd name="T13" fmla="*/ 95 h 168"/>
                  <a:gd name="T14" fmla="*/ 68 w 160"/>
                  <a:gd name="T15" fmla="*/ 95 h 168"/>
                  <a:gd name="T16" fmla="*/ 68 w 160"/>
                  <a:gd name="T17" fmla="*/ 167 h 168"/>
                  <a:gd name="T18" fmla="*/ 91 w 160"/>
                  <a:gd name="T19" fmla="*/ 167 h 168"/>
                  <a:gd name="T20" fmla="*/ 91 w 160"/>
                  <a:gd name="T21" fmla="*/ 95 h 168"/>
                  <a:gd name="T22" fmla="*/ 159 w 160"/>
                  <a:gd name="T23" fmla="*/ 95 h 168"/>
                  <a:gd name="T24" fmla="*/ 159 w 160"/>
                  <a:gd name="T2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8">
                    <a:moveTo>
                      <a:pt x="159" y="73"/>
                    </a:moveTo>
                    <a:lnTo>
                      <a:pt x="91" y="73"/>
                    </a:lnTo>
                    <a:lnTo>
                      <a:pt x="91" y="0"/>
                    </a:lnTo>
                    <a:lnTo>
                      <a:pt x="68" y="0"/>
                    </a:lnTo>
                    <a:lnTo>
                      <a:pt x="68" y="73"/>
                    </a:lnTo>
                    <a:lnTo>
                      <a:pt x="0" y="73"/>
                    </a:lnTo>
                    <a:lnTo>
                      <a:pt x="0" y="95"/>
                    </a:lnTo>
                    <a:lnTo>
                      <a:pt x="68" y="95"/>
                    </a:lnTo>
                    <a:lnTo>
                      <a:pt x="68" y="167"/>
                    </a:lnTo>
                    <a:lnTo>
                      <a:pt x="91" y="167"/>
                    </a:lnTo>
                    <a:lnTo>
                      <a:pt x="91" y="95"/>
                    </a:lnTo>
                    <a:lnTo>
                      <a:pt x="159" y="95"/>
                    </a:lnTo>
                    <a:lnTo>
                      <a:pt x="159" y="7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0" name="Freeform 140">
                <a:extLst>
                  <a:ext uri="{FF2B5EF4-FFF2-40B4-BE49-F238E27FC236}">
                    <a16:creationId xmlns:a16="http://schemas.microsoft.com/office/drawing/2014/main" id="{74DC30A8-84E0-3141-013A-0924C74AC6DD}"/>
                  </a:ext>
                </a:extLst>
              </p:cNvPr>
              <p:cNvSpPr>
                <a:spLocks noChangeArrowheads="1"/>
              </p:cNvSpPr>
              <p:nvPr/>
            </p:nvSpPr>
            <p:spPr bwMode="auto">
              <a:xfrm>
                <a:off x="5156200" y="5835650"/>
                <a:ext cx="41275" cy="44450"/>
              </a:xfrm>
              <a:custGeom>
                <a:avLst/>
                <a:gdLst>
                  <a:gd name="T0" fmla="*/ 112 w 113"/>
                  <a:gd name="T1" fmla="*/ 51 h 122"/>
                  <a:gd name="T2" fmla="*/ 67 w 113"/>
                  <a:gd name="T3" fmla="*/ 51 h 122"/>
                  <a:gd name="T4" fmla="*/ 67 w 113"/>
                  <a:gd name="T5" fmla="*/ 0 h 122"/>
                  <a:gd name="T6" fmla="*/ 45 w 113"/>
                  <a:gd name="T7" fmla="*/ 0 h 122"/>
                  <a:gd name="T8" fmla="*/ 45 w 113"/>
                  <a:gd name="T9" fmla="*/ 51 h 122"/>
                  <a:gd name="T10" fmla="*/ 0 w 113"/>
                  <a:gd name="T11" fmla="*/ 51 h 122"/>
                  <a:gd name="T12" fmla="*/ 0 w 113"/>
                  <a:gd name="T13" fmla="*/ 71 h 122"/>
                  <a:gd name="T14" fmla="*/ 45 w 113"/>
                  <a:gd name="T15" fmla="*/ 71 h 122"/>
                  <a:gd name="T16" fmla="*/ 45 w 113"/>
                  <a:gd name="T17" fmla="*/ 121 h 122"/>
                  <a:gd name="T18" fmla="*/ 67 w 113"/>
                  <a:gd name="T19" fmla="*/ 121 h 122"/>
                  <a:gd name="T20" fmla="*/ 67 w 113"/>
                  <a:gd name="T21" fmla="*/ 71 h 122"/>
                  <a:gd name="T22" fmla="*/ 112 w 113"/>
                  <a:gd name="T23" fmla="*/ 71 h 122"/>
                  <a:gd name="T24" fmla="*/ 112 w 113"/>
                  <a:gd name="T25" fmla="*/ 5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22">
                    <a:moveTo>
                      <a:pt x="112" y="51"/>
                    </a:moveTo>
                    <a:lnTo>
                      <a:pt x="67" y="51"/>
                    </a:lnTo>
                    <a:lnTo>
                      <a:pt x="67" y="0"/>
                    </a:lnTo>
                    <a:lnTo>
                      <a:pt x="45" y="0"/>
                    </a:lnTo>
                    <a:lnTo>
                      <a:pt x="45" y="51"/>
                    </a:lnTo>
                    <a:lnTo>
                      <a:pt x="0" y="51"/>
                    </a:lnTo>
                    <a:lnTo>
                      <a:pt x="0" y="71"/>
                    </a:lnTo>
                    <a:lnTo>
                      <a:pt x="45" y="71"/>
                    </a:lnTo>
                    <a:lnTo>
                      <a:pt x="45" y="121"/>
                    </a:lnTo>
                    <a:lnTo>
                      <a:pt x="67" y="121"/>
                    </a:lnTo>
                    <a:lnTo>
                      <a:pt x="67" y="71"/>
                    </a:lnTo>
                    <a:lnTo>
                      <a:pt x="112" y="71"/>
                    </a:lnTo>
                    <a:lnTo>
                      <a:pt x="112" y="5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1" name="Freeform 141">
                <a:extLst>
                  <a:ext uri="{FF2B5EF4-FFF2-40B4-BE49-F238E27FC236}">
                    <a16:creationId xmlns:a16="http://schemas.microsoft.com/office/drawing/2014/main" id="{0D41261F-2CF4-807D-9733-DFE7941CBC6A}"/>
                  </a:ext>
                </a:extLst>
              </p:cNvPr>
              <p:cNvSpPr>
                <a:spLocks noChangeArrowheads="1"/>
              </p:cNvSpPr>
              <p:nvPr/>
            </p:nvSpPr>
            <p:spPr bwMode="auto">
              <a:xfrm>
                <a:off x="5121275" y="5873750"/>
                <a:ext cx="57150" cy="60325"/>
              </a:xfrm>
              <a:custGeom>
                <a:avLst/>
                <a:gdLst>
                  <a:gd name="T0" fmla="*/ 157 w 158"/>
                  <a:gd name="T1" fmla="*/ 72 h 167"/>
                  <a:gd name="T2" fmla="*/ 91 w 158"/>
                  <a:gd name="T3" fmla="*/ 72 h 167"/>
                  <a:gd name="T4" fmla="*/ 91 w 158"/>
                  <a:gd name="T5" fmla="*/ 0 h 167"/>
                  <a:gd name="T6" fmla="*/ 66 w 158"/>
                  <a:gd name="T7" fmla="*/ 0 h 167"/>
                  <a:gd name="T8" fmla="*/ 66 w 158"/>
                  <a:gd name="T9" fmla="*/ 72 h 167"/>
                  <a:gd name="T10" fmla="*/ 0 w 158"/>
                  <a:gd name="T11" fmla="*/ 72 h 167"/>
                  <a:gd name="T12" fmla="*/ 0 w 158"/>
                  <a:gd name="T13" fmla="*/ 95 h 167"/>
                  <a:gd name="T14" fmla="*/ 66 w 158"/>
                  <a:gd name="T15" fmla="*/ 95 h 167"/>
                  <a:gd name="T16" fmla="*/ 66 w 158"/>
                  <a:gd name="T17" fmla="*/ 166 h 167"/>
                  <a:gd name="T18" fmla="*/ 91 w 158"/>
                  <a:gd name="T19" fmla="*/ 166 h 167"/>
                  <a:gd name="T20" fmla="*/ 91 w 158"/>
                  <a:gd name="T21" fmla="*/ 95 h 167"/>
                  <a:gd name="T22" fmla="*/ 157 w 158"/>
                  <a:gd name="T23" fmla="*/ 95 h 167"/>
                  <a:gd name="T24" fmla="*/ 157 w 158"/>
                  <a:gd name="T25" fmla="*/ 7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67">
                    <a:moveTo>
                      <a:pt x="157" y="72"/>
                    </a:moveTo>
                    <a:lnTo>
                      <a:pt x="91" y="72"/>
                    </a:lnTo>
                    <a:lnTo>
                      <a:pt x="91" y="0"/>
                    </a:lnTo>
                    <a:lnTo>
                      <a:pt x="66" y="0"/>
                    </a:lnTo>
                    <a:lnTo>
                      <a:pt x="66" y="72"/>
                    </a:lnTo>
                    <a:lnTo>
                      <a:pt x="0" y="72"/>
                    </a:lnTo>
                    <a:lnTo>
                      <a:pt x="0" y="95"/>
                    </a:lnTo>
                    <a:lnTo>
                      <a:pt x="66" y="95"/>
                    </a:lnTo>
                    <a:lnTo>
                      <a:pt x="66" y="166"/>
                    </a:lnTo>
                    <a:lnTo>
                      <a:pt x="91" y="166"/>
                    </a:lnTo>
                    <a:lnTo>
                      <a:pt x="91" y="95"/>
                    </a:lnTo>
                    <a:lnTo>
                      <a:pt x="157" y="95"/>
                    </a:lnTo>
                    <a:lnTo>
                      <a:pt x="157" y="7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2" name="Freeform 142">
                <a:extLst>
                  <a:ext uri="{FF2B5EF4-FFF2-40B4-BE49-F238E27FC236}">
                    <a16:creationId xmlns:a16="http://schemas.microsoft.com/office/drawing/2014/main" id="{F7F1101C-441C-C0CE-04CE-6ED798624E06}"/>
                  </a:ext>
                </a:extLst>
              </p:cNvPr>
              <p:cNvSpPr>
                <a:spLocks noChangeArrowheads="1"/>
              </p:cNvSpPr>
              <p:nvPr/>
            </p:nvSpPr>
            <p:spPr bwMode="auto">
              <a:xfrm>
                <a:off x="5080000" y="5762625"/>
                <a:ext cx="38100" cy="41275"/>
              </a:xfrm>
              <a:custGeom>
                <a:avLst/>
                <a:gdLst>
                  <a:gd name="T0" fmla="*/ 105 w 106"/>
                  <a:gd name="T1" fmla="*/ 49 h 114"/>
                  <a:gd name="T2" fmla="*/ 60 w 106"/>
                  <a:gd name="T3" fmla="*/ 49 h 114"/>
                  <a:gd name="T4" fmla="*/ 60 w 106"/>
                  <a:gd name="T5" fmla="*/ 0 h 114"/>
                  <a:gd name="T6" fmla="*/ 44 w 106"/>
                  <a:gd name="T7" fmla="*/ 0 h 114"/>
                  <a:gd name="T8" fmla="*/ 44 w 106"/>
                  <a:gd name="T9" fmla="*/ 49 h 114"/>
                  <a:gd name="T10" fmla="*/ 0 w 106"/>
                  <a:gd name="T11" fmla="*/ 49 h 114"/>
                  <a:gd name="T12" fmla="*/ 0 w 106"/>
                  <a:gd name="T13" fmla="*/ 64 h 114"/>
                  <a:gd name="T14" fmla="*/ 44 w 106"/>
                  <a:gd name="T15" fmla="*/ 64 h 114"/>
                  <a:gd name="T16" fmla="*/ 44 w 106"/>
                  <a:gd name="T17" fmla="*/ 113 h 114"/>
                  <a:gd name="T18" fmla="*/ 60 w 106"/>
                  <a:gd name="T19" fmla="*/ 113 h 114"/>
                  <a:gd name="T20" fmla="*/ 60 w 106"/>
                  <a:gd name="T21" fmla="*/ 64 h 114"/>
                  <a:gd name="T22" fmla="*/ 105 w 106"/>
                  <a:gd name="T23" fmla="*/ 64 h 114"/>
                  <a:gd name="T24" fmla="*/ 105 w 106"/>
                  <a:gd name="T25" fmla="*/ 4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4">
                    <a:moveTo>
                      <a:pt x="105" y="49"/>
                    </a:moveTo>
                    <a:lnTo>
                      <a:pt x="60" y="49"/>
                    </a:lnTo>
                    <a:lnTo>
                      <a:pt x="60" y="0"/>
                    </a:lnTo>
                    <a:lnTo>
                      <a:pt x="44" y="0"/>
                    </a:lnTo>
                    <a:lnTo>
                      <a:pt x="44" y="49"/>
                    </a:lnTo>
                    <a:lnTo>
                      <a:pt x="0" y="49"/>
                    </a:lnTo>
                    <a:lnTo>
                      <a:pt x="0" y="64"/>
                    </a:lnTo>
                    <a:lnTo>
                      <a:pt x="44" y="64"/>
                    </a:lnTo>
                    <a:lnTo>
                      <a:pt x="44" y="113"/>
                    </a:lnTo>
                    <a:lnTo>
                      <a:pt x="60" y="113"/>
                    </a:lnTo>
                    <a:lnTo>
                      <a:pt x="60" y="64"/>
                    </a:lnTo>
                    <a:lnTo>
                      <a:pt x="105" y="64"/>
                    </a:lnTo>
                    <a:lnTo>
                      <a:pt x="105" y="49"/>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3" name="Freeform 143">
                <a:extLst>
                  <a:ext uri="{FF2B5EF4-FFF2-40B4-BE49-F238E27FC236}">
                    <a16:creationId xmlns:a16="http://schemas.microsoft.com/office/drawing/2014/main" id="{102AE7DD-3743-AD32-AFA8-A77E097E2F9D}"/>
                  </a:ext>
                </a:extLst>
              </p:cNvPr>
              <p:cNvSpPr>
                <a:spLocks noChangeArrowheads="1"/>
              </p:cNvSpPr>
              <p:nvPr/>
            </p:nvSpPr>
            <p:spPr bwMode="auto">
              <a:xfrm>
                <a:off x="5002213" y="5837238"/>
                <a:ext cx="38100" cy="41275"/>
              </a:xfrm>
              <a:custGeom>
                <a:avLst/>
                <a:gdLst>
                  <a:gd name="T0" fmla="*/ 105 w 106"/>
                  <a:gd name="T1" fmla="*/ 48 h 113"/>
                  <a:gd name="T2" fmla="*/ 60 w 106"/>
                  <a:gd name="T3" fmla="*/ 48 h 113"/>
                  <a:gd name="T4" fmla="*/ 60 w 106"/>
                  <a:gd name="T5" fmla="*/ 0 h 113"/>
                  <a:gd name="T6" fmla="*/ 45 w 106"/>
                  <a:gd name="T7" fmla="*/ 0 h 113"/>
                  <a:gd name="T8" fmla="*/ 45 w 106"/>
                  <a:gd name="T9" fmla="*/ 48 h 113"/>
                  <a:gd name="T10" fmla="*/ 0 w 106"/>
                  <a:gd name="T11" fmla="*/ 48 h 113"/>
                  <a:gd name="T12" fmla="*/ 0 w 106"/>
                  <a:gd name="T13" fmla="*/ 64 h 113"/>
                  <a:gd name="T14" fmla="*/ 45 w 106"/>
                  <a:gd name="T15" fmla="*/ 64 h 113"/>
                  <a:gd name="T16" fmla="*/ 45 w 106"/>
                  <a:gd name="T17" fmla="*/ 112 h 113"/>
                  <a:gd name="T18" fmla="*/ 60 w 106"/>
                  <a:gd name="T19" fmla="*/ 112 h 113"/>
                  <a:gd name="T20" fmla="*/ 60 w 106"/>
                  <a:gd name="T21" fmla="*/ 63 h 113"/>
                  <a:gd name="T22" fmla="*/ 105 w 106"/>
                  <a:gd name="T23" fmla="*/ 63 h 113"/>
                  <a:gd name="T24" fmla="*/ 105 w 106"/>
                  <a:gd name="T25" fmla="*/ 4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3">
                    <a:moveTo>
                      <a:pt x="105" y="48"/>
                    </a:moveTo>
                    <a:lnTo>
                      <a:pt x="60" y="48"/>
                    </a:lnTo>
                    <a:lnTo>
                      <a:pt x="60" y="0"/>
                    </a:lnTo>
                    <a:lnTo>
                      <a:pt x="45" y="0"/>
                    </a:lnTo>
                    <a:lnTo>
                      <a:pt x="45" y="48"/>
                    </a:lnTo>
                    <a:lnTo>
                      <a:pt x="0" y="48"/>
                    </a:lnTo>
                    <a:lnTo>
                      <a:pt x="0" y="64"/>
                    </a:lnTo>
                    <a:lnTo>
                      <a:pt x="45" y="64"/>
                    </a:lnTo>
                    <a:lnTo>
                      <a:pt x="45" y="112"/>
                    </a:lnTo>
                    <a:lnTo>
                      <a:pt x="60" y="112"/>
                    </a:lnTo>
                    <a:lnTo>
                      <a:pt x="60" y="63"/>
                    </a:lnTo>
                    <a:lnTo>
                      <a:pt x="105" y="63"/>
                    </a:lnTo>
                    <a:lnTo>
                      <a:pt x="105" y="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4" name="Freeform 144">
                <a:extLst>
                  <a:ext uri="{FF2B5EF4-FFF2-40B4-BE49-F238E27FC236}">
                    <a16:creationId xmlns:a16="http://schemas.microsoft.com/office/drawing/2014/main" id="{10E1EC72-B795-667C-0C2E-0DA68371623C}"/>
                  </a:ext>
                </a:extLst>
              </p:cNvPr>
              <p:cNvSpPr>
                <a:spLocks noChangeArrowheads="1"/>
              </p:cNvSpPr>
              <p:nvPr/>
            </p:nvSpPr>
            <p:spPr bwMode="auto">
              <a:xfrm>
                <a:off x="5480050" y="5811838"/>
                <a:ext cx="53975" cy="87312"/>
              </a:xfrm>
              <a:custGeom>
                <a:avLst/>
                <a:gdLst>
                  <a:gd name="T0" fmla="*/ 34 w 152"/>
                  <a:gd name="T1" fmla="*/ 85 h 244"/>
                  <a:gd name="T2" fmla="*/ 74 w 152"/>
                  <a:gd name="T3" fmla="*/ 76 h 244"/>
                  <a:gd name="T4" fmla="*/ 151 w 152"/>
                  <a:gd name="T5" fmla="*/ 160 h 244"/>
                  <a:gd name="T6" fmla="*/ 61 w 152"/>
                  <a:gd name="T7" fmla="*/ 243 h 244"/>
                  <a:gd name="T8" fmla="*/ 1 w 152"/>
                  <a:gd name="T9" fmla="*/ 233 h 244"/>
                  <a:gd name="T10" fmla="*/ 0 w 152"/>
                  <a:gd name="T11" fmla="*/ 0 h 244"/>
                  <a:gd name="T12" fmla="*/ 34 w 152"/>
                  <a:gd name="T13" fmla="*/ 0 h 244"/>
                  <a:gd name="T14" fmla="*/ 34 w 152"/>
                  <a:gd name="T15" fmla="*/ 85 h 244"/>
                  <a:gd name="T16" fmla="*/ 64 w 152"/>
                  <a:gd name="T17" fmla="*/ 211 h 244"/>
                  <a:gd name="T18" fmla="*/ 115 w 152"/>
                  <a:gd name="T19" fmla="*/ 160 h 244"/>
                  <a:gd name="T20" fmla="*/ 68 w 152"/>
                  <a:gd name="T21" fmla="*/ 108 h 244"/>
                  <a:gd name="T22" fmla="*/ 34 w 152"/>
                  <a:gd name="T23" fmla="*/ 117 h 244"/>
                  <a:gd name="T24" fmla="*/ 34 w 152"/>
                  <a:gd name="T25" fmla="*/ 206 h 244"/>
                  <a:gd name="T26" fmla="*/ 64 w 152"/>
                  <a:gd name="T27" fmla="*/ 2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244">
                    <a:moveTo>
                      <a:pt x="34" y="85"/>
                    </a:moveTo>
                    <a:cubicBezTo>
                      <a:pt x="50" y="78"/>
                      <a:pt x="65" y="76"/>
                      <a:pt x="74" y="76"/>
                    </a:cubicBezTo>
                    <a:cubicBezTo>
                      <a:pt x="120" y="76"/>
                      <a:pt x="151" y="108"/>
                      <a:pt x="151" y="160"/>
                    </a:cubicBezTo>
                    <a:cubicBezTo>
                      <a:pt x="151" y="212"/>
                      <a:pt x="118" y="243"/>
                      <a:pt x="61" y="243"/>
                    </a:cubicBezTo>
                    <a:cubicBezTo>
                      <a:pt x="41" y="243"/>
                      <a:pt x="22" y="239"/>
                      <a:pt x="1" y="233"/>
                    </a:cubicBezTo>
                    <a:lnTo>
                      <a:pt x="0" y="0"/>
                    </a:lnTo>
                    <a:lnTo>
                      <a:pt x="34" y="0"/>
                    </a:lnTo>
                    <a:lnTo>
                      <a:pt x="34" y="85"/>
                    </a:lnTo>
                    <a:close/>
                    <a:moveTo>
                      <a:pt x="64" y="211"/>
                    </a:moveTo>
                    <a:cubicBezTo>
                      <a:pt x="97" y="211"/>
                      <a:pt x="115" y="193"/>
                      <a:pt x="115" y="160"/>
                    </a:cubicBezTo>
                    <a:cubicBezTo>
                      <a:pt x="115" y="128"/>
                      <a:pt x="97" y="108"/>
                      <a:pt x="68" y="108"/>
                    </a:cubicBezTo>
                    <a:cubicBezTo>
                      <a:pt x="55" y="108"/>
                      <a:pt x="43" y="113"/>
                      <a:pt x="34" y="117"/>
                    </a:cubicBezTo>
                    <a:lnTo>
                      <a:pt x="34" y="206"/>
                    </a:lnTo>
                    <a:cubicBezTo>
                      <a:pt x="45" y="209"/>
                      <a:pt x="55" y="211"/>
                      <a:pt x="64" y="21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5" name="Freeform 145">
                <a:extLst>
                  <a:ext uri="{FF2B5EF4-FFF2-40B4-BE49-F238E27FC236}">
                    <a16:creationId xmlns:a16="http://schemas.microsoft.com/office/drawing/2014/main" id="{E1AFC729-A6CB-ABED-B2F8-6DAF6C0D2FCC}"/>
                  </a:ext>
                </a:extLst>
              </p:cNvPr>
              <p:cNvSpPr>
                <a:spLocks noChangeArrowheads="1"/>
              </p:cNvSpPr>
              <p:nvPr/>
            </p:nvSpPr>
            <p:spPr bwMode="auto">
              <a:xfrm>
                <a:off x="5581650" y="5800725"/>
                <a:ext cx="12700" cy="109538"/>
              </a:xfrm>
              <a:custGeom>
                <a:avLst/>
                <a:gdLst>
                  <a:gd name="T0" fmla="*/ 17 w 35"/>
                  <a:gd name="T1" fmla="*/ 305 h 306"/>
                  <a:gd name="T2" fmla="*/ 0 w 35"/>
                  <a:gd name="T3" fmla="*/ 305 h 306"/>
                  <a:gd name="T4" fmla="*/ 0 w 35"/>
                  <a:gd name="T5" fmla="*/ 0 h 306"/>
                  <a:gd name="T6" fmla="*/ 34 w 35"/>
                  <a:gd name="T7" fmla="*/ 0 h 306"/>
                  <a:gd name="T8" fmla="*/ 34 w 35"/>
                  <a:gd name="T9" fmla="*/ 305 h 306"/>
                  <a:gd name="T10" fmla="*/ 17 w 35"/>
                  <a:gd name="T11" fmla="*/ 305 h 306"/>
                </a:gdLst>
                <a:ahLst/>
                <a:cxnLst>
                  <a:cxn ang="0">
                    <a:pos x="T0" y="T1"/>
                  </a:cxn>
                  <a:cxn ang="0">
                    <a:pos x="T2" y="T3"/>
                  </a:cxn>
                  <a:cxn ang="0">
                    <a:pos x="T4" y="T5"/>
                  </a:cxn>
                  <a:cxn ang="0">
                    <a:pos x="T6" y="T7"/>
                  </a:cxn>
                  <a:cxn ang="0">
                    <a:pos x="T8" y="T9"/>
                  </a:cxn>
                  <a:cxn ang="0">
                    <a:pos x="T10" y="T11"/>
                  </a:cxn>
                </a:cxnLst>
                <a:rect l="0" t="0" r="r" b="b"/>
                <a:pathLst>
                  <a:path w="35" h="306">
                    <a:moveTo>
                      <a:pt x="17" y="305"/>
                    </a:moveTo>
                    <a:lnTo>
                      <a:pt x="0" y="305"/>
                    </a:lnTo>
                    <a:lnTo>
                      <a:pt x="0" y="0"/>
                    </a:lnTo>
                    <a:lnTo>
                      <a:pt x="34" y="0"/>
                    </a:lnTo>
                    <a:lnTo>
                      <a:pt x="34" y="305"/>
                    </a:lnTo>
                    <a:lnTo>
                      <a:pt x="17" y="30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6" name="Freeform 146">
                <a:extLst>
                  <a:ext uri="{FF2B5EF4-FFF2-40B4-BE49-F238E27FC236}">
                    <a16:creationId xmlns:a16="http://schemas.microsoft.com/office/drawing/2014/main" id="{7D6FFA21-4720-6B6A-2CFC-D36ED596FBF1}"/>
                  </a:ext>
                </a:extLst>
              </p:cNvPr>
              <p:cNvSpPr>
                <a:spLocks noChangeArrowheads="1"/>
              </p:cNvSpPr>
              <p:nvPr/>
            </p:nvSpPr>
            <p:spPr bwMode="auto">
              <a:xfrm>
                <a:off x="5643563" y="5840413"/>
                <a:ext cx="57150" cy="61912"/>
              </a:xfrm>
              <a:custGeom>
                <a:avLst/>
                <a:gdLst>
                  <a:gd name="T0" fmla="*/ 40 w 158"/>
                  <a:gd name="T1" fmla="*/ 65 h 170"/>
                  <a:gd name="T2" fmla="*/ 118 w 158"/>
                  <a:gd name="T3" fmla="*/ 65 h 170"/>
                  <a:gd name="T4" fmla="*/ 86 w 158"/>
                  <a:gd name="T5" fmla="*/ 31 h 170"/>
                  <a:gd name="T6" fmla="*/ 40 w 158"/>
                  <a:gd name="T7" fmla="*/ 65 h 170"/>
                  <a:gd name="T8" fmla="*/ 78 w 158"/>
                  <a:gd name="T9" fmla="*/ 166 h 170"/>
                  <a:gd name="T10" fmla="*/ 1 w 158"/>
                  <a:gd name="T11" fmla="*/ 81 h 170"/>
                  <a:gd name="T12" fmla="*/ 80 w 158"/>
                  <a:gd name="T13" fmla="*/ 0 h 170"/>
                  <a:gd name="T14" fmla="*/ 155 w 158"/>
                  <a:gd name="T15" fmla="*/ 90 h 170"/>
                  <a:gd name="T16" fmla="*/ 38 w 158"/>
                  <a:gd name="T17" fmla="*/ 90 h 170"/>
                  <a:gd name="T18" fmla="*/ 82 w 158"/>
                  <a:gd name="T19" fmla="*/ 135 h 170"/>
                  <a:gd name="T20" fmla="*/ 147 w 158"/>
                  <a:gd name="T21" fmla="*/ 122 h 170"/>
                  <a:gd name="T22" fmla="*/ 147 w 158"/>
                  <a:gd name="T23" fmla="*/ 154 h 170"/>
                  <a:gd name="T24" fmla="*/ 78 w 158"/>
                  <a:gd name="T25" fmla="*/ 16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70">
                    <a:moveTo>
                      <a:pt x="40" y="65"/>
                    </a:moveTo>
                    <a:lnTo>
                      <a:pt x="118" y="65"/>
                    </a:lnTo>
                    <a:cubicBezTo>
                      <a:pt x="117" y="44"/>
                      <a:pt x="106" y="32"/>
                      <a:pt x="86" y="31"/>
                    </a:cubicBezTo>
                    <a:cubicBezTo>
                      <a:pt x="65" y="30"/>
                      <a:pt x="46" y="43"/>
                      <a:pt x="40" y="65"/>
                    </a:cubicBezTo>
                    <a:close/>
                    <a:moveTo>
                      <a:pt x="78" y="166"/>
                    </a:moveTo>
                    <a:cubicBezTo>
                      <a:pt x="26" y="161"/>
                      <a:pt x="0" y="124"/>
                      <a:pt x="1" y="81"/>
                    </a:cubicBezTo>
                    <a:cubicBezTo>
                      <a:pt x="2" y="33"/>
                      <a:pt x="33" y="0"/>
                      <a:pt x="80" y="0"/>
                    </a:cubicBezTo>
                    <a:cubicBezTo>
                      <a:pt x="130" y="0"/>
                      <a:pt x="157" y="37"/>
                      <a:pt x="155" y="90"/>
                    </a:cubicBezTo>
                    <a:lnTo>
                      <a:pt x="38" y="90"/>
                    </a:lnTo>
                    <a:cubicBezTo>
                      <a:pt x="41" y="120"/>
                      <a:pt x="58" y="134"/>
                      <a:pt x="82" y="135"/>
                    </a:cubicBezTo>
                    <a:cubicBezTo>
                      <a:pt x="103" y="136"/>
                      <a:pt x="132" y="132"/>
                      <a:pt x="147" y="122"/>
                    </a:cubicBezTo>
                    <a:lnTo>
                      <a:pt x="147" y="154"/>
                    </a:lnTo>
                    <a:cubicBezTo>
                      <a:pt x="126" y="165"/>
                      <a:pt x="105" y="169"/>
                      <a:pt x="78" y="16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7" name="Freeform 147">
                <a:extLst>
                  <a:ext uri="{FF2B5EF4-FFF2-40B4-BE49-F238E27FC236}">
                    <a16:creationId xmlns:a16="http://schemas.microsoft.com/office/drawing/2014/main" id="{F6A9A5A8-8AF8-FBEB-9CD2-A9AA9A80CA40}"/>
                  </a:ext>
                </a:extLst>
              </p:cNvPr>
              <p:cNvSpPr>
                <a:spLocks noChangeArrowheads="1"/>
              </p:cNvSpPr>
              <p:nvPr/>
            </p:nvSpPr>
            <p:spPr bwMode="auto">
              <a:xfrm>
                <a:off x="5849938" y="5842000"/>
                <a:ext cx="50800" cy="58738"/>
              </a:xfrm>
              <a:custGeom>
                <a:avLst/>
                <a:gdLst>
                  <a:gd name="T0" fmla="*/ 70 w 142"/>
                  <a:gd name="T1" fmla="*/ 135 h 162"/>
                  <a:gd name="T2" fmla="*/ 107 w 142"/>
                  <a:gd name="T3" fmla="*/ 100 h 162"/>
                  <a:gd name="T4" fmla="*/ 107 w 142"/>
                  <a:gd name="T5" fmla="*/ 0 h 162"/>
                  <a:gd name="T6" fmla="*/ 141 w 142"/>
                  <a:gd name="T7" fmla="*/ 0 h 162"/>
                  <a:gd name="T8" fmla="*/ 141 w 142"/>
                  <a:gd name="T9" fmla="*/ 104 h 162"/>
                  <a:gd name="T10" fmla="*/ 70 w 142"/>
                  <a:gd name="T11" fmla="*/ 161 h 162"/>
                  <a:gd name="T12" fmla="*/ 0 w 142"/>
                  <a:gd name="T13" fmla="*/ 104 h 162"/>
                  <a:gd name="T14" fmla="*/ 0 w 142"/>
                  <a:gd name="T15" fmla="*/ 0 h 162"/>
                  <a:gd name="T16" fmla="*/ 34 w 142"/>
                  <a:gd name="T17" fmla="*/ 0 h 162"/>
                  <a:gd name="T18" fmla="*/ 34 w 142"/>
                  <a:gd name="T19" fmla="*/ 100 h 162"/>
                  <a:gd name="T20" fmla="*/ 70 w 142"/>
                  <a:gd name="T21" fmla="*/ 135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 h="162">
                    <a:moveTo>
                      <a:pt x="70" y="135"/>
                    </a:moveTo>
                    <a:cubicBezTo>
                      <a:pt x="92" y="135"/>
                      <a:pt x="107" y="125"/>
                      <a:pt x="107" y="100"/>
                    </a:cubicBezTo>
                    <a:lnTo>
                      <a:pt x="107" y="0"/>
                    </a:lnTo>
                    <a:lnTo>
                      <a:pt x="141" y="0"/>
                    </a:lnTo>
                    <a:lnTo>
                      <a:pt x="141" y="104"/>
                    </a:lnTo>
                    <a:cubicBezTo>
                      <a:pt x="141" y="140"/>
                      <a:pt x="114" y="161"/>
                      <a:pt x="70" y="161"/>
                    </a:cubicBezTo>
                    <a:cubicBezTo>
                      <a:pt x="27" y="161"/>
                      <a:pt x="0" y="140"/>
                      <a:pt x="0" y="104"/>
                    </a:cubicBezTo>
                    <a:lnTo>
                      <a:pt x="0" y="0"/>
                    </a:lnTo>
                    <a:lnTo>
                      <a:pt x="34" y="0"/>
                    </a:lnTo>
                    <a:lnTo>
                      <a:pt x="34" y="100"/>
                    </a:lnTo>
                    <a:cubicBezTo>
                      <a:pt x="34" y="125"/>
                      <a:pt x="49" y="135"/>
                      <a:pt x="70" y="1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8" name="Freeform 148">
                <a:extLst>
                  <a:ext uri="{FF2B5EF4-FFF2-40B4-BE49-F238E27FC236}">
                    <a16:creationId xmlns:a16="http://schemas.microsoft.com/office/drawing/2014/main" id="{BDA7B2B3-ECFD-08F8-F2C4-9908B69DCF67}"/>
                  </a:ext>
                </a:extLst>
              </p:cNvPr>
              <p:cNvSpPr>
                <a:spLocks noChangeArrowheads="1"/>
              </p:cNvSpPr>
              <p:nvPr/>
            </p:nvSpPr>
            <p:spPr bwMode="auto">
              <a:xfrm>
                <a:off x="5365750" y="5838825"/>
                <a:ext cx="53975" cy="60325"/>
              </a:xfrm>
              <a:custGeom>
                <a:avLst/>
                <a:gdLst>
                  <a:gd name="T0" fmla="*/ 90 w 152"/>
                  <a:gd name="T1" fmla="*/ 168 h 169"/>
                  <a:gd name="T2" fmla="*/ 0 w 152"/>
                  <a:gd name="T3" fmla="*/ 85 h 169"/>
                  <a:gd name="T4" fmla="*/ 77 w 152"/>
                  <a:gd name="T5" fmla="*/ 1 h 169"/>
                  <a:gd name="T6" fmla="*/ 117 w 152"/>
                  <a:gd name="T7" fmla="*/ 12 h 169"/>
                  <a:gd name="T8" fmla="*/ 117 w 152"/>
                  <a:gd name="T9" fmla="*/ 0 h 169"/>
                  <a:gd name="T10" fmla="*/ 151 w 152"/>
                  <a:gd name="T11" fmla="*/ 0 h 169"/>
                  <a:gd name="T12" fmla="*/ 150 w 152"/>
                  <a:gd name="T13" fmla="*/ 156 h 169"/>
                  <a:gd name="T14" fmla="*/ 90 w 152"/>
                  <a:gd name="T15" fmla="*/ 168 h 169"/>
                  <a:gd name="T16" fmla="*/ 87 w 152"/>
                  <a:gd name="T17" fmla="*/ 136 h 169"/>
                  <a:gd name="T18" fmla="*/ 117 w 152"/>
                  <a:gd name="T19" fmla="*/ 132 h 169"/>
                  <a:gd name="T20" fmla="*/ 118 w 152"/>
                  <a:gd name="T21" fmla="*/ 44 h 169"/>
                  <a:gd name="T22" fmla="*/ 85 w 152"/>
                  <a:gd name="T23" fmla="*/ 33 h 169"/>
                  <a:gd name="T24" fmla="*/ 38 w 152"/>
                  <a:gd name="T25" fmla="*/ 85 h 169"/>
                  <a:gd name="T26" fmla="*/ 87 w 152"/>
                  <a:gd name="T27" fmla="*/ 13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69">
                    <a:moveTo>
                      <a:pt x="90" y="168"/>
                    </a:moveTo>
                    <a:cubicBezTo>
                      <a:pt x="32" y="168"/>
                      <a:pt x="0" y="137"/>
                      <a:pt x="0" y="85"/>
                    </a:cubicBezTo>
                    <a:cubicBezTo>
                      <a:pt x="0" y="34"/>
                      <a:pt x="31" y="1"/>
                      <a:pt x="77" y="1"/>
                    </a:cubicBezTo>
                    <a:cubicBezTo>
                      <a:pt x="92" y="1"/>
                      <a:pt x="105" y="4"/>
                      <a:pt x="117" y="12"/>
                    </a:cubicBezTo>
                    <a:lnTo>
                      <a:pt x="117" y="0"/>
                    </a:lnTo>
                    <a:lnTo>
                      <a:pt x="151" y="0"/>
                    </a:lnTo>
                    <a:lnTo>
                      <a:pt x="150" y="156"/>
                    </a:lnTo>
                    <a:cubicBezTo>
                      <a:pt x="136" y="163"/>
                      <a:pt x="113" y="168"/>
                      <a:pt x="90" y="168"/>
                    </a:cubicBezTo>
                    <a:close/>
                    <a:moveTo>
                      <a:pt x="87" y="136"/>
                    </a:moveTo>
                    <a:cubicBezTo>
                      <a:pt x="95" y="136"/>
                      <a:pt x="104" y="135"/>
                      <a:pt x="117" y="132"/>
                    </a:cubicBezTo>
                    <a:lnTo>
                      <a:pt x="118" y="44"/>
                    </a:lnTo>
                    <a:cubicBezTo>
                      <a:pt x="107" y="37"/>
                      <a:pt x="97" y="33"/>
                      <a:pt x="85" y="33"/>
                    </a:cubicBezTo>
                    <a:cubicBezTo>
                      <a:pt x="56" y="33"/>
                      <a:pt x="38" y="53"/>
                      <a:pt x="38" y="85"/>
                    </a:cubicBezTo>
                    <a:cubicBezTo>
                      <a:pt x="37" y="118"/>
                      <a:pt x="55" y="137"/>
                      <a:pt x="87" y="13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9" name="Freeform 149">
                <a:extLst>
                  <a:ext uri="{FF2B5EF4-FFF2-40B4-BE49-F238E27FC236}">
                    <a16:creationId xmlns:a16="http://schemas.microsoft.com/office/drawing/2014/main" id="{2CBB101B-3C6F-8F9D-A97D-88FEEC9B240C}"/>
                  </a:ext>
                </a:extLst>
              </p:cNvPr>
              <p:cNvSpPr>
                <a:spLocks noChangeArrowheads="1"/>
              </p:cNvSpPr>
              <p:nvPr/>
            </p:nvSpPr>
            <p:spPr bwMode="auto">
              <a:xfrm>
                <a:off x="5746750" y="5838825"/>
                <a:ext cx="53975" cy="60325"/>
              </a:xfrm>
              <a:custGeom>
                <a:avLst/>
                <a:gdLst>
                  <a:gd name="T0" fmla="*/ 90 w 152"/>
                  <a:gd name="T1" fmla="*/ 168 h 169"/>
                  <a:gd name="T2" fmla="*/ 0 w 152"/>
                  <a:gd name="T3" fmla="*/ 85 h 169"/>
                  <a:gd name="T4" fmla="*/ 77 w 152"/>
                  <a:gd name="T5" fmla="*/ 1 h 169"/>
                  <a:gd name="T6" fmla="*/ 117 w 152"/>
                  <a:gd name="T7" fmla="*/ 12 h 169"/>
                  <a:gd name="T8" fmla="*/ 117 w 152"/>
                  <a:gd name="T9" fmla="*/ 0 h 169"/>
                  <a:gd name="T10" fmla="*/ 151 w 152"/>
                  <a:gd name="T11" fmla="*/ 0 h 169"/>
                  <a:gd name="T12" fmla="*/ 150 w 152"/>
                  <a:gd name="T13" fmla="*/ 156 h 169"/>
                  <a:gd name="T14" fmla="*/ 90 w 152"/>
                  <a:gd name="T15" fmla="*/ 168 h 169"/>
                  <a:gd name="T16" fmla="*/ 87 w 152"/>
                  <a:gd name="T17" fmla="*/ 136 h 169"/>
                  <a:gd name="T18" fmla="*/ 117 w 152"/>
                  <a:gd name="T19" fmla="*/ 132 h 169"/>
                  <a:gd name="T20" fmla="*/ 118 w 152"/>
                  <a:gd name="T21" fmla="*/ 44 h 169"/>
                  <a:gd name="T22" fmla="*/ 85 w 152"/>
                  <a:gd name="T23" fmla="*/ 33 h 169"/>
                  <a:gd name="T24" fmla="*/ 37 w 152"/>
                  <a:gd name="T25" fmla="*/ 85 h 169"/>
                  <a:gd name="T26" fmla="*/ 87 w 152"/>
                  <a:gd name="T27" fmla="*/ 13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69">
                    <a:moveTo>
                      <a:pt x="90" y="168"/>
                    </a:moveTo>
                    <a:cubicBezTo>
                      <a:pt x="32" y="168"/>
                      <a:pt x="0" y="137"/>
                      <a:pt x="0" y="85"/>
                    </a:cubicBezTo>
                    <a:cubicBezTo>
                      <a:pt x="0" y="34"/>
                      <a:pt x="31" y="1"/>
                      <a:pt x="77" y="1"/>
                    </a:cubicBezTo>
                    <a:cubicBezTo>
                      <a:pt x="92" y="1"/>
                      <a:pt x="105" y="4"/>
                      <a:pt x="117" y="12"/>
                    </a:cubicBezTo>
                    <a:lnTo>
                      <a:pt x="117" y="0"/>
                    </a:lnTo>
                    <a:lnTo>
                      <a:pt x="151" y="0"/>
                    </a:lnTo>
                    <a:lnTo>
                      <a:pt x="150" y="156"/>
                    </a:lnTo>
                    <a:cubicBezTo>
                      <a:pt x="136" y="163"/>
                      <a:pt x="112" y="168"/>
                      <a:pt x="90" y="168"/>
                    </a:cubicBezTo>
                    <a:close/>
                    <a:moveTo>
                      <a:pt x="87" y="136"/>
                    </a:moveTo>
                    <a:cubicBezTo>
                      <a:pt x="93" y="136"/>
                      <a:pt x="104" y="135"/>
                      <a:pt x="117" y="132"/>
                    </a:cubicBezTo>
                    <a:lnTo>
                      <a:pt x="118" y="44"/>
                    </a:lnTo>
                    <a:cubicBezTo>
                      <a:pt x="107" y="37"/>
                      <a:pt x="96" y="33"/>
                      <a:pt x="85" y="33"/>
                    </a:cubicBezTo>
                    <a:cubicBezTo>
                      <a:pt x="56" y="33"/>
                      <a:pt x="37" y="53"/>
                      <a:pt x="37" y="85"/>
                    </a:cubicBezTo>
                    <a:cubicBezTo>
                      <a:pt x="36" y="118"/>
                      <a:pt x="55" y="136"/>
                      <a:pt x="87" y="13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0" name="Freeform 150">
                <a:extLst>
                  <a:ext uri="{FF2B5EF4-FFF2-40B4-BE49-F238E27FC236}">
                    <a16:creationId xmlns:a16="http://schemas.microsoft.com/office/drawing/2014/main" id="{F46D2758-C6E5-27BE-935D-B1B026838333}"/>
                  </a:ext>
                </a:extLst>
              </p:cNvPr>
              <p:cNvSpPr>
                <a:spLocks noChangeArrowheads="1"/>
              </p:cNvSpPr>
              <p:nvPr/>
            </p:nvSpPr>
            <p:spPr bwMode="auto">
              <a:xfrm>
                <a:off x="5241925" y="5816600"/>
                <a:ext cx="79375" cy="84138"/>
              </a:xfrm>
              <a:custGeom>
                <a:avLst/>
                <a:gdLst>
                  <a:gd name="T0" fmla="*/ 92 w 219"/>
                  <a:gd name="T1" fmla="*/ 0 h 234"/>
                  <a:gd name="T2" fmla="*/ 126 w 219"/>
                  <a:gd name="T3" fmla="*/ 0 h 234"/>
                  <a:gd name="T4" fmla="*/ 126 w 219"/>
                  <a:gd name="T5" fmla="*/ 96 h 234"/>
                  <a:gd name="T6" fmla="*/ 218 w 219"/>
                  <a:gd name="T7" fmla="*/ 96 h 234"/>
                  <a:gd name="T8" fmla="*/ 218 w 219"/>
                  <a:gd name="T9" fmla="*/ 128 h 234"/>
                  <a:gd name="T10" fmla="*/ 126 w 219"/>
                  <a:gd name="T11" fmla="*/ 128 h 234"/>
                  <a:gd name="T12" fmla="*/ 126 w 219"/>
                  <a:gd name="T13" fmla="*/ 233 h 234"/>
                  <a:gd name="T14" fmla="*/ 92 w 219"/>
                  <a:gd name="T15" fmla="*/ 233 h 234"/>
                  <a:gd name="T16" fmla="*/ 92 w 219"/>
                  <a:gd name="T17" fmla="*/ 128 h 234"/>
                  <a:gd name="T18" fmla="*/ 0 w 219"/>
                  <a:gd name="T19" fmla="*/ 128 h 234"/>
                  <a:gd name="T20" fmla="*/ 0 w 219"/>
                  <a:gd name="T21" fmla="*/ 96 h 234"/>
                  <a:gd name="T22" fmla="*/ 92 w 219"/>
                  <a:gd name="T23" fmla="*/ 96 h 234"/>
                  <a:gd name="T24" fmla="*/ 92 w 219"/>
                  <a:gd name="T25"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4">
                    <a:moveTo>
                      <a:pt x="92" y="0"/>
                    </a:moveTo>
                    <a:lnTo>
                      <a:pt x="126" y="0"/>
                    </a:lnTo>
                    <a:lnTo>
                      <a:pt x="126" y="96"/>
                    </a:lnTo>
                    <a:lnTo>
                      <a:pt x="218" y="96"/>
                    </a:lnTo>
                    <a:lnTo>
                      <a:pt x="218" y="128"/>
                    </a:lnTo>
                    <a:lnTo>
                      <a:pt x="126" y="128"/>
                    </a:lnTo>
                    <a:lnTo>
                      <a:pt x="126" y="233"/>
                    </a:lnTo>
                    <a:lnTo>
                      <a:pt x="92" y="233"/>
                    </a:lnTo>
                    <a:lnTo>
                      <a:pt x="92" y="128"/>
                    </a:lnTo>
                    <a:lnTo>
                      <a:pt x="0" y="128"/>
                    </a:lnTo>
                    <a:lnTo>
                      <a:pt x="0" y="96"/>
                    </a:lnTo>
                    <a:lnTo>
                      <a:pt x="92" y="96"/>
                    </a:lnTo>
                    <a:lnTo>
                      <a:pt x="9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1" name="Freeform 151">
                <a:extLst>
                  <a:ext uri="{FF2B5EF4-FFF2-40B4-BE49-F238E27FC236}">
                    <a16:creationId xmlns:a16="http://schemas.microsoft.com/office/drawing/2014/main" id="{B58FA5B5-FB24-4D43-983D-384D0D7ABB3D}"/>
                  </a:ext>
                </a:extLst>
              </p:cNvPr>
              <p:cNvSpPr>
                <a:spLocks noChangeArrowheads="1"/>
              </p:cNvSpPr>
              <p:nvPr/>
            </p:nvSpPr>
            <p:spPr bwMode="auto">
              <a:xfrm>
                <a:off x="5913438" y="5840413"/>
                <a:ext cx="15875" cy="15875"/>
              </a:xfrm>
              <a:custGeom>
                <a:avLst/>
                <a:gdLst>
                  <a:gd name="T0" fmla="*/ 21 w 42"/>
                  <a:gd name="T1" fmla="*/ 0 h 42"/>
                  <a:gd name="T2" fmla="*/ 41 w 42"/>
                  <a:gd name="T3" fmla="*/ 21 h 42"/>
                  <a:gd name="T4" fmla="*/ 21 w 42"/>
                  <a:gd name="T5" fmla="*/ 41 h 42"/>
                  <a:gd name="T6" fmla="*/ 0 w 42"/>
                  <a:gd name="T7" fmla="*/ 21 h 42"/>
                  <a:gd name="T8" fmla="*/ 21 w 42"/>
                  <a:gd name="T9" fmla="*/ 0 h 42"/>
                  <a:gd name="T10" fmla="*/ 21 w 42"/>
                  <a:gd name="T11" fmla="*/ 4 h 42"/>
                  <a:gd name="T12" fmla="*/ 5 w 42"/>
                  <a:gd name="T13" fmla="*/ 21 h 42"/>
                  <a:gd name="T14" fmla="*/ 21 w 42"/>
                  <a:gd name="T15" fmla="*/ 38 h 42"/>
                  <a:gd name="T16" fmla="*/ 37 w 42"/>
                  <a:gd name="T17" fmla="*/ 21 h 42"/>
                  <a:gd name="T18" fmla="*/ 21 w 42"/>
                  <a:gd name="T19" fmla="*/ 4 h 42"/>
                  <a:gd name="T20" fmla="*/ 17 w 42"/>
                  <a:gd name="T21" fmla="*/ 34 h 42"/>
                  <a:gd name="T22" fmla="*/ 14 w 42"/>
                  <a:gd name="T23" fmla="*/ 34 h 42"/>
                  <a:gd name="T24" fmla="*/ 14 w 42"/>
                  <a:gd name="T25" fmla="*/ 11 h 42"/>
                  <a:gd name="T26" fmla="*/ 21 w 42"/>
                  <a:gd name="T27" fmla="*/ 10 h 42"/>
                  <a:gd name="T28" fmla="*/ 28 w 42"/>
                  <a:gd name="T29" fmla="*/ 12 h 42"/>
                  <a:gd name="T30" fmla="*/ 30 w 42"/>
                  <a:gd name="T31" fmla="*/ 16 h 42"/>
                  <a:gd name="T32" fmla="*/ 26 w 42"/>
                  <a:gd name="T33" fmla="*/ 22 h 42"/>
                  <a:gd name="T34" fmla="*/ 26 w 42"/>
                  <a:gd name="T35" fmla="*/ 22 h 42"/>
                  <a:gd name="T36" fmla="*/ 30 w 42"/>
                  <a:gd name="T37" fmla="*/ 27 h 42"/>
                  <a:gd name="T38" fmla="*/ 31 w 42"/>
                  <a:gd name="T39" fmla="*/ 32 h 42"/>
                  <a:gd name="T40" fmla="*/ 27 w 42"/>
                  <a:gd name="T41" fmla="*/ 32 h 42"/>
                  <a:gd name="T42" fmla="*/ 26 w 42"/>
                  <a:gd name="T43" fmla="*/ 27 h 42"/>
                  <a:gd name="T44" fmla="*/ 21 w 42"/>
                  <a:gd name="T45" fmla="*/ 23 h 42"/>
                  <a:gd name="T46" fmla="*/ 19 w 42"/>
                  <a:gd name="T47" fmla="*/ 23 h 42"/>
                  <a:gd name="T48" fmla="*/ 19 w 42"/>
                  <a:gd name="T49" fmla="*/ 34 h 42"/>
                  <a:gd name="T50" fmla="*/ 17 w 42"/>
                  <a:gd name="T51" fmla="*/ 34 h 42"/>
                  <a:gd name="T52" fmla="*/ 17 w 42"/>
                  <a:gd name="T53" fmla="*/ 21 h 42"/>
                  <a:gd name="T54" fmla="*/ 20 w 42"/>
                  <a:gd name="T55" fmla="*/ 21 h 42"/>
                  <a:gd name="T56" fmla="*/ 25 w 42"/>
                  <a:gd name="T57" fmla="*/ 16 h 42"/>
                  <a:gd name="T58" fmla="*/ 20 w 42"/>
                  <a:gd name="T59" fmla="*/ 12 h 42"/>
                  <a:gd name="T60" fmla="*/ 17 w 42"/>
                  <a:gd name="T61" fmla="*/ 12 h 42"/>
                  <a:gd name="T62" fmla="*/ 17 w 42"/>
                  <a:gd name="T6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42">
                    <a:moveTo>
                      <a:pt x="21" y="0"/>
                    </a:moveTo>
                    <a:cubicBezTo>
                      <a:pt x="31" y="0"/>
                      <a:pt x="41" y="9"/>
                      <a:pt x="41" y="21"/>
                    </a:cubicBezTo>
                    <a:cubicBezTo>
                      <a:pt x="41" y="32"/>
                      <a:pt x="32" y="41"/>
                      <a:pt x="21" y="41"/>
                    </a:cubicBezTo>
                    <a:cubicBezTo>
                      <a:pt x="10" y="41"/>
                      <a:pt x="0" y="32"/>
                      <a:pt x="0" y="21"/>
                    </a:cubicBezTo>
                    <a:cubicBezTo>
                      <a:pt x="0" y="10"/>
                      <a:pt x="10" y="0"/>
                      <a:pt x="21" y="0"/>
                    </a:cubicBezTo>
                    <a:close/>
                    <a:moveTo>
                      <a:pt x="21" y="4"/>
                    </a:moveTo>
                    <a:cubicBezTo>
                      <a:pt x="12" y="4"/>
                      <a:pt x="5" y="11"/>
                      <a:pt x="5" y="21"/>
                    </a:cubicBezTo>
                    <a:cubicBezTo>
                      <a:pt x="5" y="30"/>
                      <a:pt x="13" y="38"/>
                      <a:pt x="21" y="38"/>
                    </a:cubicBezTo>
                    <a:cubicBezTo>
                      <a:pt x="30" y="38"/>
                      <a:pt x="37" y="30"/>
                      <a:pt x="37" y="21"/>
                    </a:cubicBezTo>
                    <a:cubicBezTo>
                      <a:pt x="38" y="11"/>
                      <a:pt x="30" y="4"/>
                      <a:pt x="21" y="4"/>
                    </a:cubicBezTo>
                    <a:close/>
                    <a:moveTo>
                      <a:pt x="17" y="34"/>
                    </a:moveTo>
                    <a:lnTo>
                      <a:pt x="14" y="34"/>
                    </a:lnTo>
                    <a:lnTo>
                      <a:pt x="14" y="11"/>
                    </a:lnTo>
                    <a:cubicBezTo>
                      <a:pt x="16" y="11"/>
                      <a:pt x="17" y="10"/>
                      <a:pt x="21" y="10"/>
                    </a:cubicBezTo>
                    <a:cubicBezTo>
                      <a:pt x="24" y="10"/>
                      <a:pt x="26" y="11"/>
                      <a:pt x="28" y="12"/>
                    </a:cubicBezTo>
                    <a:cubicBezTo>
                      <a:pt x="29" y="13"/>
                      <a:pt x="30" y="14"/>
                      <a:pt x="30" y="16"/>
                    </a:cubicBezTo>
                    <a:cubicBezTo>
                      <a:pt x="30" y="20"/>
                      <a:pt x="28" y="21"/>
                      <a:pt x="26" y="22"/>
                    </a:cubicBezTo>
                    <a:lnTo>
                      <a:pt x="26" y="22"/>
                    </a:lnTo>
                    <a:cubicBezTo>
                      <a:pt x="28" y="22"/>
                      <a:pt x="29" y="24"/>
                      <a:pt x="30" y="27"/>
                    </a:cubicBezTo>
                    <a:cubicBezTo>
                      <a:pt x="31" y="30"/>
                      <a:pt x="31" y="32"/>
                      <a:pt x="31" y="32"/>
                    </a:cubicBezTo>
                    <a:lnTo>
                      <a:pt x="27" y="32"/>
                    </a:lnTo>
                    <a:cubicBezTo>
                      <a:pt x="26" y="31"/>
                      <a:pt x="26" y="29"/>
                      <a:pt x="26" y="27"/>
                    </a:cubicBezTo>
                    <a:cubicBezTo>
                      <a:pt x="25" y="24"/>
                      <a:pt x="24" y="23"/>
                      <a:pt x="21" y="23"/>
                    </a:cubicBezTo>
                    <a:lnTo>
                      <a:pt x="19" y="23"/>
                    </a:lnTo>
                    <a:lnTo>
                      <a:pt x="19" y="34"/>
                    </a:lnTo>
                    <a:lnTo>
                      <a:pt x="17" y="34"/>
                    </a:lnTo>
                    <a:close/>
                    <a:moveTo>
                      <a:pt x="17" y="21"/>
                    </a:moveTo>
                    <a:lnTo>
                      <a:pt x="20" y="21"/>
                    </a:lnTo>
                    <a:cubicBezTo>
                      <a:pt x="23" y="21"/>
                      <a:pt x="25" y="20"/>
                      <a:pt x="25" y="16"/>
                    </a:cubicBezTo>
                    <a:cubicBezTo>
                      <a:pt x="25" y="14"/>
                      <a:pt x="24" y="12"/>
                      <a:pt x="20" y="12"/>
                    </a:cubicBezTo>
                    <a:cubicBezTo>
                      <a:pt x="19" y="12"/>
                      <a:pt x="17" y="12"/>
                      <a:pt x="17" y="12"/>
                    </a:cubicBezTo>
                    <a:lnTo>
                      <a:pt x="17" y="2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98" name="Group 197">
            <a:extLst>
              <a:ext uri="{FF2B5EF4-FFF2-40B4-BE49-F238E27FC236}">
                <a16:creationId xmlns:a16="http://schemas.microsoft.com/office/drawing/2014/main" id="{EF9A4D73-D57C-BC8A-35BA-FF839BAC6653}"/>
              </a:ext>
            </a:extLst>
          </p:cNvPr>
          <p:cNvGrpSpPr/>
          <p:nvPr/>
        </p:nvGrpSpPr>
        <p:grpSpPr>
          <a:xfrm>
            <a:off x="8005463" y="4875768"/>
            <a:ext cx="1909976" cy="298358"/>
            <a:chOff x="4240213" y="6661150"/>
            <a:chExt cx="1239837" cy="193675"/>
          </a:xfrm>
          <a:solidFill>
            <a:schemeClr val="tx1"/>
          </a:solidFill>
        </p:grpSpPr>
        <p:grpSp>
          <p:nvGrpSpPr>
            <p:cNvPr id="199" name="Group 198">
              <a:extLst>
                <a:ext uri="{FF2B5EF4-FFF2-40B4-BE49-F238E27FC236}">
                  <a16:creationId xmlns:a16="http://schemas.microsoft.com/office/drawing/2014/main" id="{F40A80CF-2C1C-73BC-0C28-8395C2C9EF06}"/>
                </a:ext>
              </a:extLst>
            </p:cNvPr>
            <p:cNvGrpSpPr/>
            <p:nvPr/>
          </p:nvGrpSpPr>
          <p:grpSpPr>
            <a:xfrm>
              <a:off x="4240213" y="6688138"/>
              <a:ext cx="484187" cy="127000"/>
              <a:chOff x="4240213" y="6688138"/>
              <a:chExt cx="484187" cy="127000"/>
            </a:xfrm>
            <a:grpFill/>
          </p:grpSpPr>
          <p:sp>
            <p:nvSpPr>
              <p:cNvPr id="212" name="Freeform 152">
                <a:extLst>
                  <a:ext uri="{FF2B5EF4-FFF2-40B4-BE49-F238E27FC236}">
                    <a16:creationId xmlns:a16="http://schemas.microsoft.com/office/drawing/2014/main" id="{E38CC897-1F7E-F105-57D0-2369EDDE4D45}"/>
                  </a:ext>
                </a:extLst>
              </p:cNvPr>
              <p:cNvSpPr>
                <a:spLocks noChangeArrowheads="1"/>
              </p:cNvSpPr>
              <p:nvPr/>
            </p:nvSpPr>
            <p:spPr bwMode="auto">
              <a:xfrm>
                <a:off x="4327525" y="66881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3" name="Freeform 153">
                <a:extLst>
                  <a:ext uri="{FF2B5EF4-FFF2-40B4-BE49-F238E27FC236}">
                    <a16:creationId xmlns:a16="http://schemas.microsoft.com/office/drawing/2014/main" id="{DD874CA0-F6A4-10DC-8880-FD7BB33BB5F8}"/>
                  </a:ext>
                </a:extLst>
              </p:cNvPr>
              <p:cNvSpPr>
                <a:spLocks noChangeArrowheads="1"/>
              </p:cNvSpPr>
              <p:nvPr/>
            </p:nvSpPr>
            <p:spPr bwMode="auto">
              <a:xfrm>
                <a:off x="4354513" y="67198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4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4"/>
                    </a:lnTo>
                    <a:cubicBezTo>
                      <a:pt x="178" y="14"/>
                      <a:pt x="154" y="0"/>
                      <a:pt x="120" y="0"/>
                    </a:cubicBezTo>
                    <a:cubicBezTo>
                      <a:pt x="52" y="0"/>
                      <a:pt x="1" y="56"/>
                      <a:pt x="1" y="129"/>
                    </a:cubicBezTo>
                    <a:cubicBezTo>
                      <a:pt x="0" y="204"/>
                      <a:pt x="51" y="259"/>
                      <a:pt x="119" y="259"/>
                    </a:cubicBezTo>
                    <a:close/>
                    <a:moveTo>
                      <a:pt x="132" y="62"/>
                    </a:moveTo>
                    <a:cubicBezTo>
                      <a:pt x="169" y="62"/>
                      <a:pt x="195" y="92"/>
                      <a:pt x="195" y="130"/>
                    </a:cubicBezTo>
                    <a:cubicBezTo>
                      <a:pt x="195" y="169"/>
                      <a:pt x="169" y="197"/>
                      <a:pt x="132" y="197"/>
                    </a:cubicBezTo>
                    <a:cubicBezTo>
                      <a:pt x="93" y="197"/>
                      <a:pt x="69" y="168"/>
                      <a:pt x="69" y="130"/>
                    </a:cubicBezTo>
                    <a:cubicBezTo>
                      <a:pt x="69" y="93"/>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4" name="Freeform 154">
                <a:extLst>
                  <a:ext uri="{FF2B5EF4-FFF2-40B4-BE49-F238E27FC236}">
                    <a16:creationId xmlns:a16="http://schemas.microsoft.com/office/drawing/2014/main" id="{7584D0D7-26E7-1278-9033-574FF3CE1E46}"/>
                  </a:ext>
                </a:extLst>
              </p:cNvPr>
              <p:cNvSpPr>
                <a:spLocks noChangeArrowheads="1"/>
              </p:cNvSpPr>
              <p:nvPr/>
            </p:nvSpPr>
            <p:spPr bwMode="auto">
              <a:xfrm>
                <a:off x="4454525" y="66881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5" name="Freeform 155">
                <a:extLst>
                  <a:ext uri="{FF2B5EF4-FFF2-40B4-BE49-F238E27FC236}">
                    <a16:creationId xmlns:a16="http://schemas.microsoft.com/office/drawing/2014/main" id="{1862A94A-D82C-31DD-14BE-D7D1E114E14A}"/>
                  </a:ext>
                </a:extLst>
              </p:cNvPr>
              <p:cNvSpPr>
                <a:spLocks noChangeArrowheads="1"/>
              </p:cNvSpPr>
              <p:nvPr/>
            </p:nvSpPr>
            <p:spPr bwMode="auto">
              <a:xfrm>
                <a:off x="4481513" y="67214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6" name="Freeform 156">
                <a:extLst>
                  <a:ext uri="{FF2B5EF4-FFF2-40B4-BE49-F238E27FC236}">
                    <a16:creationId xmlns:a16="http://schemas.microsoft.com/office/drawing/2014/main" id="{62388EA4-5275-791A-3BE5-A585DF31F31D}"/>
                  </a:ext>
                </a:extLst>
              </p:cNvPr>
              <p:cNvSpPr>
                <a:spLocks noChangeArrowheads="1"/>
              </p:cNvSpPr>
              <p:nvPr/>
            </p:nvSpPr>
            <p:spPr bwMode="auto">
              <a:xfrm>
                <a:off x="4579938" y="67198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5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5"/>
                      <a:pt x="119" y="65"/>
                    </a:cubicBezTo>
                    <a:cubicBezTo>
                      <a:pt x="149" y="65"/>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5"/>
                    </a:cubicBezTo>
                    <a:lnTo>
                      <a:pt x="65" y="7"/>
                    </a:lnTo>
                    <a:lnTo>
                      <a:pt x="1" y="7"/>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7" name="Freeform 157">
                <a:extLst>
                  <a:ext uri="{FF2B5EF4-FFF2-40B4-BE49-F238E27FC236}">
                    <a16:creationId xmlns:a16="http://schemas.microsoft.com/office/drawing/2014/main" id="{C1334F72-44C5-A52B-3AB5-EB30F6F19413}"/>
                  </a:ext>
                </a:extLst>
              </p:cNvPr>
              <p:cNvSpPr>
                <a:spLocks noChangeArrowheads="1"/>
              </p:cNvSpPr>
              <p:nvPr/>
            </p:nvSpPr>
            <p:spPr bwMode="auto">
              <a:xfrm>
                <a:off x="4240213" y="6719888"/>
                <a:ext cx="85725" cy="93662"/>
              </a:xfrm>
              <a:custGeom>
                <a:avLst/>
                <a:gdLst>
                  <a:gd name="T0" fmla="*/ 110 w 236"/>
                  <a:gd name="T1" fmla="*/ 204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8 h 262"/>
                  <a:gd name="T32" fmla="*/ 167 w 236"/>
                  <a:gd name="T33" fmla="*/ 181 h 262"/>
                  <a:gd name="T34" fmla="*/ 110 w 236"/>
                  <a:gd name="T35" fmla="*/ 20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4"/>
                    </a:moveTo>
                    <a:cubicBezTo>
                      <a:pt x="73" y="203"/>
                      <a:pt x="40" y="185"/>
                      <a:pt x="24" y="177"/>
                    </a:cubicBezTo>
                    <a:lnTo>
                      <a:pt x="0" y="228"/>
                    </a:lnTo>
                    <a:cubicBezTo>
                      <a:pt x="34" y="249"/>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8"/>
                    </a:lnTo>
                    <a:cubicBezTo>
                      <a:pt x="143" y="162"/>
                      <a:pt x="167" y="164"/>
                      <a:pt x="167" y="181"/>
                    </a:cubicBezTo>
                    <a:cubicBezTo>
                      <a:pt x="165" y="198"/>
                      <a:pt x="147" y="205"/>
                      <a:pt x="110" y="2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00" name="Freeform 158">
              <a:extLst>
                <a:ext uri="{FF2B5EF4-FFF2-40B4-BE49-F238E27FC236}">
                  <a16:creationId xmlns:a16="http://schemas.microsoft.com/office/drawing/2014/main" id="{539081D7-E9C8-1DE3-D222-92661D400BAF}"/>
                </a:ext>
              </a:extLst>
            </p:cNvPr>
            <p:cNvSpPr>
              <a:spLocks noChangeArrowheads="1"/>
            </p:cNvSpPr>
            <p:nvPr/>
          </p:nvSpPr>
          <p:spPr bwMode="auto">
            <a:xfrm>
              <a:off x="4860925" y="6662738"/>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01" name="Group 200">
              <a:extLst>
                <a:ext uri="{FF2B5EF4-FFF2-40B4-BE49-F238E27FC236}">
                  <a16:creationId xmlns:a16="http://schemas.microsoft.com/office/drawing/2014/main" id="{704AD943-E513-852A-5F4E-81F881EE5371}"/>
                </a:ext>
              </a:extLst>
            </p:cNvPr>
            <p:cNvGrpSpPr/>
            <p:nvPr/>
          </p:nvGrpSpPr>
          <p:grpSpPr>
            <a:xfrm>
              <a:off x="5002213" y="6661150"/>
              <a:ext cx="477837" cy="193675"/>
              <a:chOff x="5002213" y="6661150"/>
              <a:chExt cx="477837" cy="193675"/>
            </a:xfrm>
            <a:grpFill/>
          </p:grpSpPr>
          <p:sp>
            <p:nvSpPr>
              <p:cNvPr id="202" name="Freeform 159">
                <a:extLst>
                  <a:ext uri="{FF2B5EF4-FFF2-40B4-BE49-F238E27FC236}">
                    <a16:creationId xmlns:a16="http://schemas.microsoft.com/office/drawing/2014/main" id="{3BF9F902-DD5A-C878-8A89-BDA67ED25FCF}"/>
                  </a:ext>
                </a:extLst>
              </p:cNvPr>
              <p:cNvSpPr>
                <a:spLocks noChangeArrowheads="1"/>
              </p:cNvSpPr>
              <p:nvPr/>
            </p:nvSpPr>
            <p:spPr bwMode="auto">
              <a:xfrm>
                <a:off x="5126038" y="6661150"/>
                <a:ext cx="252412" cy="93663"/>
              </a:xfrm>
              <a:custGeom>
                <a:avLst/>
                <a:gdLst>
                  <a:gd name="T0" fmla="*/ 337 w 702"/>
                  <a:gd name="T1" fmla="*/ 3 h 262"/>
                  <a:gd name="T2" fmla="*/ 477 w 702"/>
                  <a:gd name="T3" fmla="*/ 24 h 262"/>
                  <a:gd name="T4" fmla="*/ 648 w 702"/>
                  <a:gd name="T5" fmla="*/ 147 h 262"/>
                  <a:gd name="T6" fmla="*/ 696 w 702"/>
                  <a:gd name="T7" fmla="*/ 227 h 262"/>
                  <a:gd name="T8" fmla="*/ 699 w 702"/>
                  <a:gd name="T9" fmla="*/ 242 h 262"/>
                  <a:gd name="T10" fmla="*/ 681 w 702"/>
                  <a:gd name="T11" fmla="*/ 260 h 262"/>
                  <a:gd name="T12" fmla="*/ 659 w 702"/>
                  <a:gd name="T13" fmla="*/ 247 h 262"/>
                  <a:gd name="T14" fmla="*/ 537 w 702"/>
                  <a:gd name="T15" fmla="*/ 100 h 262"/>
                  <a:gd name="T16" fmla="*/ 428 w 702"/>
                  <a:gd name="T17" fmla="*/ 53 h 262"/>
                  <a:gd name="T18" fmla="*/ 275 w 702"/>
                  <a:gd name="T19" fmla="*/ 53 h 262"/>
                  <a:gd name="T20" fmla="*/ 90 w 702"/>
                  <a:gd name="T21" fmla="*/ 167 h 262"/>
                  <a:gd name="T22" fmla="*/ 42 w 702"/>
                  <a:gd name="T23" fmla="*/ 247 h 262"/>
                  <a:gd name="T24" fmla="*/ 26 w 702"/>
                  <a:gd name="T25" fmla="*/ 260 h 262"/>
                  <a:gd name="T26" fmla="*/ 7 w 702"/>
                  <a:gd name="T27" fmla="*/ 253 h 262"/>
                  <a:gd name="T28" fmla="*/ 3 w 702"/>
                  <a:gd name="T29" fmla="*/ 231 h 262"/>
                  <a:gd name="T30" fmla="*/ 175 w 702"/>
                  <a:gd name="T31" fmla="*/ 44 h 262"/>
                  <a:gd name="T32" fmla="*/ 337 w 702"/>
                  <a:gd name="T33" fmla="*/ 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2" h="262">
                    <a:moveTo>
                      <a:pt x="337" y="3"/>
                    </a:moveTo>
                    <a:cubicBezTo>
                      <a:pt x="384" y="0"/>
                      <a:pt x="432" y="8"/>
                      <a:pt x="477" y="24"/>
                    </a:cubicBezTo>
                    <a:cubicBezTo>
                      <a:pt x="544" y="48"/>
                      <a:pt x="604" y="91"/>
                      <a:pt x="648" y="147"/>
                    </a:cubicBezTo>
                    <a:cubicBezTo>
                      <a:pt x="667" y="172"/>
                      <a:pt x="683" y="199"/>
                      <a:pt x="696" y="227"/>
                    </a:cubicBezTo>
                    <a:cubicBezTo>
                      <a:pt x="698" y="232"/>
                      <a:pt x="701" y="237"/>
                      <a:pt x="699" y="242"/>
                    </a:cubicBezTo>
                    <a:cubicBezTo>
                      <a:pt x="698" y="251"/>
                      <a:pt x="690" y="258"/>
                      <a:pt x="681" y="260"/>
                    </a:cubicBezTo>
                    <a:cubicBezTo>
                      <a:pt x="672" y="261"/>
                      <a:pt x="662" y="255"/>
                      <a:pt x="659" y="247"/>
                    </a:cubicBezTo>
                    <a:cubicBezTo>
                      <a:pt x="633" y="187"/>
                      <a:pt x="590" y="135"/>
                      <a:pt x="537" y="100"/>
                    </a:cubicBezTo>
                    <a:cubicBezTo>
                      <a:pt x="504" y="78"/>
                      <a:pt x="466" y="62"/>
                      <a:pt x="428" y="53"/>
                    </a:cubicBezTo>
                    <a:cubicBezTo>
                      <a:pt x="377" y="41"/>
                      <a:pt x="325" y="41"/>
                      <a:pt x="275" y="53"/>
                    </a:cubicBezTo>
                    <a:cubicBezTo>
                      <a:pt x="203" y="69"/>
                      <a:pt x="137" y="111"/>
                      <a:pt x="90" y="167"/>
                    </a:cubicBezTo>
                    <a:cubicBezTo>
                      <a:pt x="71" y="192"/>
                      <a:pt x="54" y="219"/>
                      <a:pt x="42" y="247"/>
                    </a:cubicBezTo>
                    <a:cubicBezTo>
                      <a:pt x="40" y="253"/>
                      <a:pt x="34" y="258"/>
                      <a:pt x="26" y="260"/>
                    </a:cubicBezTo>
                    <a:cubicBezTo>
                      <a:pt x="20" y="261"/>
                      <a:pt x="12" y="258"/>
                      <a:pt x="7" y="253"/>
                    </a:cubicBezTo>
                    <a:cubicBezTo>
                      <a:pt x="2" y="248"/>
                      <a:pt x="0" y="238"/>
                      <a:pt x="3" y="231"/>
                    </a:cubicBezTo>
                    <a:cubicBezTo>
                      <a:pt x="36" y="151"/>
                      <a:pt x="99" y="84"/>
                      <a:pt x="175" y="44"/>
                    </a:cubicBezTo>
                    <a:cubicBezTo>
                      <a:pt x="224" y="19"/>
                      <a:pt x="280" y="5"/>
                      <a:pt x="337" y="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3" name="Freeform 160">
                <a:extLst>
                  <a:ext uri="{FF2B5EF4-FFF2-40B4-BE49-F238E27FC236}">
                    <a16:creationId xmlns:a16="http://schemas.microsoft.com/office/drawing/2014/main" id="{4A3DE5E4-10C0-A764-07D8-EFEDF3758BDB}"/>
                  </a:ext>
                </a:extLst>
              </p:cNvPr>
              <p:cNvSpPr>
                <a:spLocks noChangeArrowheads="1"/>
              </p:cNvSpPr>
              <p:nvPr/>
            </p:nvSpPr>
            <p:spPr bwMode="auto">
              <a:xfrm>
                <a:off x="5224463" y="6748463"/>
                <a:ext cx="46037" cy="84137"/>
              </a:xfrm>
              <a:custGeom>
                <a:avLst/>
                <a:gdLst>
                  <a:gd name="T0" fmla="*/ 0 w 130"/>
                  <a:gd name="T1" fmla="*/ 8 h 232"/>
                  <a:gd name="T2" fmla="*/ 7 w 130"/>
                  <a:gd name="T3" fmla="*/ 0 h 232"/>
                  <a:gd name="T4" fmla="*/ 22 w 130"/>
                  <a:gd name="T5" fmla="*/ 0 h 232"/>
                  <a:gd name="T6" fmla="*/ 29 w 130"/>
                  <a:gd name="T7" fmla="*/ 7 h 232"/>
                  <a:gd name="T8" fmla="*/ 29 w 130"/>
                  <a:gd name="T9" fmla="*/ 146 h 232"/>
                  <a:gd name="T10" fmla="*/ 86 w 130"/>
                  <a:gd name="T11" fmla="*/ 84 h 232"/>
                  <a:gd name="T12" fmla="*/ 99 w 130"/>
                  <a:gd name="T13" fmla="*/ 74 h 232"/>
                  <a:gd name="T14" fmla="*/ 123 w 130"/>
                  <a:gd name="T15" fmla="*/ 74 h 232"/>
                  <a:gd name="T16" fmla="*/ 128 w 130"/>
                  <a:gd name="T17" fmla="*/ 79 h 232"/>
                  <a:gd name="T18" fmla="*/ 123 w 130"/>
                  <a:gd name="T19" fmla="*/ 86 h 232"/>
                  <a:gd name="T20" fmla="*/ 62 w 130"/>
                  <a:gd name="T21" fmla="*/ 147 h 232"/>
                  <a:gd name="T22" fmla="*/ 119 w 130"/>
                  <a:gd name="T23" fmla="*/ 214 h 232"/>
                  <a:gd name="T24" fmla="*/ 127 w 130"/>
                  <a:gd name="T25" fmla="*/ 224 h 232"/>
                  <a:gd name="T26" fmla="*/ 123 w 130"/>
                  <a:gd name="T27" fmla="*/ 230 h 232"/>
                  <a:gd name="T28" fmla="*/ 103 w 130"/>
                  <a:gd name="T29" fmla="*/ 230 h 232"/>
                  <a:gd name="T30" fmla="*/ 94 w 130"/>
                  <a:gd name="T31" fmla="*/ 229 h 232"/>
                  <a:gd name="T32" fmla="*/ 86 w 130"/>
                  <a:gd name="T33" fmla="*/ 222 h 232"/>
                  <a:gd name="T34" fmla="*/ 29 w 130"/>
                  <a:gd name="T35" fmla="*/ 151 h 232"/>
                  <a:gd name="T36" fmla="*/ 29 w 130"/>
                  <a:gd name="T37" fmla="*/ 221 h 232"/>
                  <a:gd name="T38" fmla="*/ 27 w 130"/>
                  <a:gd name="T39" fmla="*/ 228 h 232"/>
                  <a:gd name="T40" fmla="*/ 13 w 130"/>
                  <a:gd name="T41" fmla="*/ 230 h 232"/>
                  <a:gd name="T42" fmla="*/ 2 w 130"/>
                  <a:gd name="T43" fmla="*/ 228 h 232"/>
                  <a:gd name="T44" fmla="*/ 0 w 130"/>
                  <a:gd name="T45" fmla="*/ 222 h 232"/>
                  <a:gd name="T46" fmla="*/ 0 w 130"/>
                  <a:gd name="T47" fmla="*/ 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0" h="232">
                    <a:moveTo>
                      <a:pt x="0" y="8"/>
                    </a:moveTo>
                    <a:cubicBezTo>
                      <a:pt x="0" y="3"/>
                      <a:pt x="3" y="0"/>
                      <a:pt x="7" y="0"/>
                    </a:cubicBezTo>
                    <a:cubicBezTo>
                      <a:pt x="12" y="0"/>
                      <a:pt x="17" y="0"/>
                      <a:pt x="22" y="0"/>
                    </a:cubicBezTo>
                    <a:cubicBezTo>
                      <a:pt x="25" y="0"/>
                      <a:pt x="29" y="2"/>
                      <a:pt x="29" y="7"/>
                    </a:cubicBezTo>
                    <a:cubicBezTo>
                      <a:pt x="29" y="53"/>
                      <a:pt x="29" y="99"/>
                      <a:pt x="29" y="146"/>
                    </a:cubicBezTo>
                    <a:cubicBezTo>
                      <a:pt x="49" y="126"/>
                      <a:pt x="67" y="104"/>
                      <a:pt x="86" y="84"/>
                    </a:cubicBezTo>
                    <a:cubicBezTo>
                      <a:pt x="89" y="81"/>
                      <a:pt x="93" y="74"/>
                      <a:pt x="99" y="74"/>
                    </a:cubicBezTo>
                    <a:cubicBezTo>
                      <a:pt x="107" y="74"/>
                      <a:pt x="115" y="74"/>
                      <a:pt x="123" y="74"/>
                    </a:cubicBezTo>
                    <a:cubicBezTo>
                      <a:pt x="126" y="74"/>
                      <a:pt x="129" y="76"/>
                      <a:pt x="128" y="79"/>
                    </a:cubicBezTo>
                    <a:cubicBezTo>
                      <a:pt x="127" y="82"/>
                      <a:pt x="125" y="84"/>
                      <a:pt x="123" y="86"/>
                    </a:cubicBezTo>
                    <a:cubicBezTo>
                      <a:pt x="102" y="106"/>
                      <a:pt x="82" y="127"/>
                      <a:pt x="62" y="147"/>
                    </a:cubicBezTo>
                    <a:cubicBezTo>
                      <a:pt x="81" y="169"/>
                      <a:pt x="100" y="192"/>
                      <a:pt x="119" y="214"/>
                    </a:cubicBezTo>
                    <a:cubicBezTo>
                      <a:pt x="122" y="218"/>
                      <a:pt x="125" y="221"/>
                      <a:pt x="127" y="224"/>
                    </a:cubicBezTo>
                    <a:cubicBezTo>
                      <a:pt x="128" y="227"/>
                      <a:pt x="126" y="230"/>
                      <a:pt x="123" y="230"/>
                    </a:cubicBezTo>
                    <a:cubicBezTo>
                      <a:pt x="116" y="230"/>
                      <a:pt x="110" y="230"/>
                      <a:pt x="103" y="230"/>
                    </a:cubicBezTo>
                    <a:cubicBezTo>
                      <a:pt x="100" y="230"/>
                      <a:pt x="96" y="230"/>
                      <a:pt x="94" y="229"/>
                    </a:cubicBezTo>
                    <a:cubicBezTo>
                      <a:pt x="90" y="227"/>
                      <a:pt x="88" y="224"/>
                      <a:pt x="86" y="222"/>
                    </a:cubicBezTo>
                    <a:cubicBezTo>
                      <a:pt x="67" y="198"/>
                      <a:pt x="49" y="175"/>
                      <a:pt x="29" y="151"/>
                    </a:cubicBezTo>
                    <a:cubicBezTo>
                      <a:pt x="29" y="175"/>
                      <a:pt x="29" y="197"/>
                      <a:pt x="29" y="221"/>
                    </a:cubicBezTo>
                    <a:cubicBezTo>
                      <a:pt x="29" y="224"/>
                      <a:pt x="29" y="227"/>
                      <a:pt x="27" y="228"/>
                    </a:cubicBezTo>
                    <a:cubicBezTo>
                      <a:pt x="24" y="231"/>
                      <a:pt x="18" y="230"/>
                      <a:pt x="13" y="230"/>
                    </a:cubicBezTo>
                    <a:cubicBezTo>
                      <a:pt x="9" y="230"/>
                      <a:pt x="5" y="231"/>
                      <a:pt x="2" y="228"/>
                    </a:cubicBezTo>
                    <a:cubicBezTo>
                      <a:pt x="0" y="227"/>
                      <a:pt x="0" y="224"/>
                      <a:pt x="0" y="222"/>
                    </a:cubicBezTo>
                    <a:cubicBezTo>
                      <a:pt x="0" y="150"/>
                      <a:pt x="0" y="78"/>
                      <a:pt x="0" y="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4" name="Freeform 161">
                <a:extLst>
                  <a:ext uri="{FF2B5EF4-FFF2-40B4-BE49-F238E27FC236}">
                    <a16:creationId xmlns:a16="http://schemas.microsoft.com/office/drawing/2014/main" id="{42D099A2-912B-009F-E675-AE6FB1549677}"/>
                  </a:ext>
                </a:extLst>
              </p:cNvPr>
              <p:cNvSpPr>
                <a:spLocks noChangeArrowheads="1"/>
              </p:cNvSpPr>
              <p:nvPr/>
            </p:nvSpPr>
            <p:spPr bwMode="auto">
              <a:xfrm>
                <a:off x="5172075" y="6773863"/>
                <a:ext cx="34925" cy="57150"/>
              </a:xfrm>
              <a:custGeom>
                <a:avLst/>
                <a:gdLst>
                  <a:gd name="T0" fmla="*/ 60 w 97"/>
                  <a:gd name="T1" fmla="*/ 3 h 160"/>
                  <a:gd name="T2" fmla="*/ 89 w 97"/>
                  <a:gd name="T3" fmla="*/ 3 h 160"/>
                  <a:gd name="T4" fmla="*/ 94 w 97"/>
                  <a:gd name="T5" fmla="*/ 12 h 160"/>
                  <a:gd name="T6" fmla="*/ 90 w 97"/>
                  <a:gd name="T7" fmla="*/ 27 h 160"/>
                  <a:gd name="T8" fmla="*/ 81 w 97"/>
                  <a:gd name="T9" fmla="*/ 31 h 160"/>
                  <a:gd name="T10" fmla="*/ 58 w 97"/>
                  <a:gd name="T11" fmla="*/ 28 h 160"/>
                  <a:gd name="T12" fmla="*/ 43 w 97"/>
                  <a:gd name="T13" fmla="*/ 34 h 160"/>
                  <a:gd name="T14" fmla="*/ 32 w 97"/>
                  <a:gd name="T15" fmla="*/ 57 h 160"/>
                  <a:gd name="T16" fmla="*/ 31 w 97"/>
                  <a:gd name="T17" fmla="*/ 75 h 160"/>
                  <a:gd name="T18" fmla="*/ 31 w 97"/>
                  <a:gd name="T19" fmla="*/ 152 h 160"/>
                  <a:gd name="T20" fmla="*/ 24 w 97"/>
                  <a:gd name="T21" fmla="*/ 159 h 160"/>
                  <a:gd name="T22" fmla="*/ 7 w 97"/>
                  <a:gd name="T23" fmla="*/ 159 h 160"/>
                  <a:gd name="T24" fmla="*/ 0 w 97"/>
                  <a:gd name="T25" fmla="*/ 152 h 160"/>
                  <a:gd name="T26" fmla="*/ 0 w 97"/>
                  <a:gd name="T27" fmla="*/ 11 h 160"/>
                  <a:gd name="T28" fmla="*/ 9 w 97"/>
                  <a:gd name="T29" fmla="*/ 4 h 160"/>
                  <a:gd name="T30" fmla="*/ 24 w 97"/>
                  <a:gd name="T31" fmla="*/ 7 h 160"/>
                  <a:gd name="T32" fmla="*/ 30 w 97"/>
                  <a:gd name="T33" fmla="*/ 26 h 160"/>
                  <a:gd name="T34" fmla="*/ 60 w 97"/>
                  <a:gd name="T35" fmla="*/ 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7" h="160">
                    <a:moveTo>
                      <a:pt x="60" y="3"/>
                    </a:moveTo>
                    <a:cubicBezTo>
                      <a:pt x="70" y="0"/>
                      <a:pt x="80" y="0"/>
                      <a:pt x="89" y="3"/>
                    </a:cubicBezTo>
                    <a:cubicBezTo>
                      <a:pt x="92" y="4"/>
                      <a:pt x="96" y="7"/>
                      <a:pt x="94" y="12"/>
                    </a:cubicBezTo>
                    <a:cubicBezTo>
                      <a:pt x="93" y="17"/>
                      <a:pt x="91" y="21"/>
                      <a:pt x="90" y="27"/>
                    </a:cubicBezTo>
                    <a:cubicBezTo>
                      <a:pt x="89" y="30"/>
                      <a:pt x="85" y="32"/>
                      <a:pt x="81" y="31"/>
                    </a:cubicBezTo>
                    <a:cubicBezTo>
                      <a:pt x="74" y="30"/>
                      <a:pt x="66" y="27"/>
                      <a:pt x="58" y="28"/>
                    </a:cubicBezTo>
                    <a:cubicBezTo>
                      <a:pt x="52" y="28"/>
                      <a:pt x="47" y="31"/>
                      <a:pt x="43" y="34"/>
                    </a:cubicBezTo>
                    <a:cubicBezTo>
                      <a:pt x="36" y="41"/>
                      <a:pt x="33" y="48"/>
                      <a:pt x="32" y="57"/>
                    </a:cubicBezTo>
                    <a:cubicBezTo>
                      <a:pt x="31" y="63"/>
                      <a:pt x="31" y="68"/>
                      <a:pt x="31" y="75"/>
                    </a:cubicBezTo>
                    <a:cubicBezTo>
                      <a:pt x="31" y="100"/>
                      <a:pt x="31" y="126"/>
                      <a:pt x="31" y="152"/>
                    </a:cubicBezTo>
                    <a:cubicBezTo>
                      <a:pt x="31" y="156"/>
                      <a:pt x="27" y="159"/>
                      <a:pt x="24" y="159"/>
                    </a:cubicBezTo>
                    <a:cubicBezTo>
                      <a:pt x="18" y="159"/>
                      <a:pt x="13" y="159"/>
                      <a:pt x="7" y="159"/>
                    </a:cubicBezTo>
                    <a:cubicBezTo>
                      <a:pt x="3" y="159"/>
                      <a:pt x="0" y="156"/>
                      <a:pt x="0" y="152"/>
                    </a:cubicBezTo>
                    <a:cubicBezTo>
                      <a:pt x="0" y="105"/>
                      <a:pt x="0" y="58"/>
                      <a:pt x="0" y="11"/>
                    </a:cubicBezTo>
                    <a:cubicBezTo>
                      <a:pt x="0" y="6"/>
                      <a:pt x="5" y="3"/>
                      <a:pt x="9" y="4"/>
                    </a:cubicBezTo>
                    <a:cubicBezTo>
                      <a:pt x="14" y="4"/>
                      <a:pt x="20" y="3"/>
                      <a:pt x="24" y="7"/>
                    </a:cubicBezTo>
                    <a:cubicBezTo>
                      <a:pt x="26" y="14"/>
                      <a:pt x="27" y="20"/>
                      <a:pt x="30" y="26"/>
                    </a:cubicBezTo>
                    <a:cubicBezTo>
                      <a:pt x="38" y="16"/>
                      <a:pt x="48" y="7"/>
                      <a:pt x="60" y="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5" name="Freeform 162">
                <a:extLst>
                  <a:ext uri="{FF2B5EF4-FFF2-40B4-BE49-F238E27FC236}">
                    <a16:creationId xmlns:a16="http://schemas.microsoft.com/office/drawing/2014/main" id="{4DDE298B-0410-AC1E-0BF9-875AD57BAB32}"/>
                  </a:ext>
                </a:extLst>
              </p:cNvPr>
              <p:cNvSpPr>
                <a:spLocks noChangeArrowheads="1"/>
              </p:cNvSpPr>
              <p:nvPr/>
            </p:nvSpPr>
            <p:spPr bwMode="auto">
              <a:xfrm>
                <a:off x="5002213" y="6773863"/>
                <a:ext cx="84137" cy="55562"/>
              </a:xfrm>
              <a:custGeom>
                <a:avLst/>
                <a:gdLst>
                  <a:gd name="T0" fmla="*/ 0 w 234"/>
                  <a:gd name="T1" fmla="*/ 4 h 156"/>
                  <a:gd name="T2" fmla="*/ 5 w 234"/>
                  <a:gd name="T3" fmla="*/ 1 h 156"/>
                  <a:gd name="T4" fmla="*/ 27 w 234"/>
                  <a:gd name="T5" fmla="*/ 1 h 156"/>
                  <a:gd name="T6" fmla="*/ 33 w 234"/>
                  <a:gd name="T7" fmla="*/ 7 h 156"/>
                  <a:gd name="T8" fmla="*/ 54 w 234"/>
                  <a:gd name="T9" fmla="*/ 92 h 156"/>
                  <a:gd name="T10" fmla="*/ 59 w 234"/>
                  <a:gd name="T11" fmla="*/ 118 h 156"/>
                  <a:gd name="T12" fmla="*/ 62 w 234"/>
                  <a:gd name="T13" fmla="*/ 141 h 156"/>
                  <a:gd name="T14" fmla="*/ 69 w 234"/>
                  <a:gd name="T15" fmla="*/ 107 h 156"/>
                  <a:gd name="T16" fmla="*/ 95 w 234"/>
                  <a:gd name="T17" fmla="*/ 6 h 156"/>
                  <a:gd name="T18" fmla="*/ 104 w 234"/>
                  <a:gd name="T19" fmla="*/ 0 h 156"/>
                  <a:gd name="T20" fmla="*/ 127 w 234"/>
                  <a:gd name="T21" fmla="*/ 0 h 156"/>
                  <a:gd name="T22" fmla="*/ 137 w 234"/>
                  <a:gd name="T23" fmla="*/ 6 h 156"/>
                  <a:gd name="T24" fmla="*/ 157 w 234"/>
                  <a:gd name="T25" fmla="*/ 80 h 156"/>
                  <a:gd name="T26" fmla="*/ 169 w 234"/>
                  <a:gd name="T27" fmla="*/ 128 h 156"/>
                  <a:gd name="T28" fmla="*/ 171 w 234"/>
                  <a:gd name="T29" fmla="*/ 142 h 156"/>
                  <a:gd name="T30" fmla="*/ 186 w 234"/>
                  <a:gd name="T31" fmla="*/ 66 h 156"/>
                  <a:gd name="T32" fmla="*/ 200 w 234"/>
                  <a:gd name="T33" fmla="*/ 6 h 156"/>
                  <a:gd name="T34" fmla="*/ 209 w 234"/>
                  <a:gd name="T35" fmla="*/ 0 h 156"/>
                  <a:gd name="T36" fmla="*/ 228 w 234"/>
                  <a:gd name="T37" fmla="*/ 0 h 156"/>
                  <a:gd name="T38" fmla="*/ 231 w 234"/>
                  <a:gd name="T39" fmla="*/ 7 h 156"/>
                  <a:gd name="T40" fmla="*/ 194 w 234"/>
                  <a:gd name="T41" fmla="*/ 149 h 156"/>
                  <a:gd name="T42" fmla="*/ 186 w 234"/>
                  <a:gd name="T43" fmla="*/ 155 h 156"/>
                  <a:gd name="T44" fmla="*/ 156 w 234"/>
                  <a:gd name="T45" fmla="*/ 155 h 156"/>
                  <a:gd name="T46" fmla="*/ 149 w 234"/>
                  <a:gd name="T47" fmla="*/ 150 h 156"/>
                  <a:gd name="T48" fmla="*/ 123 w 234"/>
                  <a:gd name="T49" fmla="*/ 52 h 156"/>
                  <a:gd name="T50" fmla="*/ 118 w 234"/>
                  <a:gd name="T51" fmla="*/ 18 h 156"/>
                  <a:gd name="T52" fmla="*/ 112 w 234"/>
                  <a:gd name="T53" fmla="*/ 49 h 156"/>
                  <a:gd name="T54" fmla="*/ 86 w 234"/>
                  <a:gd name="T55" fmla="*/ 149 h 156"/>
                  <a:gd name="T56" fmla="*/ 74 w 234"/>
                  <a:gd name="T57" fmla="*/ 155 h 156"/>
                  <a:gd name="T58" fmla="*/ 46 w 234"/>
                  <a:gd name="T59" fmla="*/ 155 h 156"/>
                  <a:gd name="T60" fmla="*/ 40 w 234"/>
                  <a:gd name="T61" fmla="*/ 150 h 156"/>
                  <a:gd name="T62" fmla="*/ 1 w 234"/>
                  <a:gd name="T63" fmla="*/ 10 h 156"/>
                  <a:gd name="T64" fmla="*/ 0 w 234"/>
                  <a:gd name="T65" fmla="*/ 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4" h="156">
                    <a:moveTo>
                      <a:pt x="0" y="4"/>
                    </a:moveTo>
                    <a:cubicBezTo>
                      <a:pt x="1" y="2"/>
                      <a:pt x="3" y="1"/>
                      <a:pt x="5" y="1"/>
                    </a:cubicBezTo>
                    <a:cubicBezTo>
                      <a:pt x="13" y="1"/>
                      <a:pt x="19" y="1"/>
                      <a:pt x="27" y="1"/>
                    </a:cubicBezTo>
                    <a:cubicBezTo>
                      <a:pt x="30" y="1"/>
                      <a:pt x="33" y="4"/>
                      <a:pt x="33" y="7"/>
                    </a:cubicBezTo>
                    <a:cubicBezTo>
                      <a:pt x="40" y="35"/>
                      <a:pt x="47" y="64"/>
                      <a:pt x="54" y="92"/>
                    </a:cubicBezTo>
                    <a:cubicBezTo>
                      <a:pt x="56" y="101"/>
                      <a:pt x="58" y="109"/>
                      <a:pt x="59" y="118"/>
                    </a:cubicBezTo>
                    <a:cubicBezTo>
                      <a:pt x="60" y="125"/>
                      <a:pt x="61" y="134"/>
                      <a:pt x="62" y="141"/>
                    </a:cubicBezTo>
                    <a:cubicBezTo>
                      <a:pt x="64" y="130"/>
                      <a:pt x="65" y="119"/>
                      <a:pt x="69" y="107"/>
                    </a:cubicBezTo>
                    <a:cubicBezTo>
                      <a:pt x="77" y="74"/>
                      <a:pt x="87" y="40"/>
                      <a:pt x="95" y="6"/>
                    </a:cubicBezTo>
                    <a:cubicBezTo>
                      <a:pt x="96" y="2"/>
                      <a:pt x="100" y="0"/>
                      <a:pt x="104" y="0"/>
                    </a:cubicBezTo>
                    <a:cubicBezTo>
                      <a:pt x="111" y="0"/>
                      <a:pt x="120" y="0"/>
                      <a:pt x="127" y="0"/>
                    </a:cubicBezTo>
                    <a:cubicBezTo>
                      <a:pt x="132" y="0"/>
                      <a:pt x="136" y="2"/>
                      <a:pt x="137" y="6"/>
                    </a:cubicBezTo>
                    <a:cubicBezTo>
                      <a:pt x="143" y="31"/>
                      <a:pt x="151" y="56"/>
                      <a:pt x="157" y="80"/>
                    </a:cubicBezTo>
                    <a:cubicBezTo>
                      <a:pt x="162" y="96"/>
                      <a:pt x="167" y="112"/>
                      <a:pt x="169" y="128"/>
                    </a:cubicBezTo>
                    <a:cubicBezTo>
                      <a:pt x="170" y="133"/>
                      <a:pt x="170" y="137"/>
                      <a:pt x="171" y="142"/>
                    </a:cubicBezTo>
                    <a:cubicBezTo>
                      <a:pt x="173" y="117"/>
                      <a:pt x="181" y="92"/>
                      <a:pt x="186" y="66"/>
                    </a:cubicBezTo>
                    <a:cubicBezTo>
                      <a:pt x="191" y="46"/>
                      <a:pt x="195" y="27"/>
                      <a:pt x="200" y="6"/>
                    </a:cubicBezTo>
                    <a:cubicBezTo>
                      <a:pt x="201" y="2"/>
                      <a:pt x="206" y="0"/>
                      <a:pt x="209" y="0"/>
                    </a:cubicBezTo>
                    <a:cubicBezTo>
                      <a:pt x="215" y="0"/>
                      <a:pt x="222" y="0"/>
                      <a:pt x="228" y="0"/>
                    </a:cubicBezTo>
                    <a:cubicBezTo>
                      <a:pt x="231" y="0"/>
                      <a:pt x="233" y="4"/>
                      <a:pt x="231" y="7"/>
                    </a:cubicBezTo>
                    <a:cubicBezTo>
                      <a:pt x="219" y="55"/>
                      <a:pt x="207" y="102"/>
                      <a:pt x="194" y="149"/>
                    </a:cubicBezTo>
                    <a:cubicBezTo>
                      <a:pt x="193" y="153"/>
                      <a:pt x="189" y="155"/>
                      <a:pt x="186" y="155"/>
                    </a:cubicBezTo>
                    <a:cubicBezTo>
                      <a:pt x="177" y="155"/>
                      <a:pt x="167" y="155"/>
                      <a:pt x="156" y="155"/>
                    </a:cubicBezTo>
                    <a:cubicBezTo>
                      <a:pt x="153" y="155"/>
                      <a:pt x="149" y="153"/>
                      <a:pt x="149" y="150"/>
                    </a:cubicBezTo>
                    <a:cubicBezTo>
                      <a:pt x="140" y="118"/>
                      <a:pt x="132" y="85"/>
                      <a:pt x="123" y="52"/>
                    </a:cubicBezTo>
                    <a:cubicBezTo>
                      <a:pt x="120" y="41"/>
                      <a:pt x="119" y="30"/>
                      <a:pt x="118" y="18"/>
                    </a:cubicBezTo>
                    <a:cubicBezTo>
                      <a:pt x="116" y="29"/>
                      <a:pt x="116" y="39"/>
                      <a:pt x="112" y="49"/>
                    </a:cubicBezTo>
                    <a:cubicBezTo>
                      <a:pt x="104" y="82"/>
                      <a:pt x="94" y="116"/>
                      <a:pt x="86" y="149"/>
                    </a:cubicBezTo>
                    <a:cubicBezTo>
                      <a:pt x="85" y="154"/>
                      <a:pt x="78" y="155"/>
                      <a:pt x="74" y="155"/>
                    </a:cubicBezTo>
                    <a:cubicBezTo>
                      <a:pt x="64" y="155"/>
                      <a:pt x="56" y="155"/>
                      <a:pt x="46" y="155"/>
                    </a:cubicBezTo>
                    <a:cubicBezTo>
                      <a:pt x="43" y="155"/>
                      <a:pt x="41" y="153"/>
                      <a:pt x="40" y="150"/>
                    </a:cubicBezTo>
                    <a:cubicBezTo>
                      <a:pt x="27" y="103"/>
                      <a:pt x="14" y="56"/>
                      <a:pt x="1" y="10"/>
                    </a:cubicBezTo>
                    <a:cubicBezTo>
                      <a:pt x="0" y="9"/>
                      <a:pt x="0" y="6"/>
                      <a:pt x="0"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6" name="Freeform 163">
                <a:extLst>
                  <a:ext uri="{FF2B5EF4-FFF2-40B4-BE49-F238E27FC236}">
                    <a16:creationId xmlns:a16="http://schemas.microsoft.com/office/drawing/2014/main" id="{A22005E4-3C57-1F96-8279-B8D408961DB6}"/>
                  </a:ext>
                </a:extLst>
              </p:cNvPr>
              <p:cNvSpPr>
                <a:spLocks noChangeArrowheads="1"/>
              </p:cNvSpPr>
              <p:nvPr/>
            </p:nvSpPr>
            <p:spPr bwMode="auto">
              <a:xfrm>
                <a:off x="5416550" y="6773863"/>
                <a:ext cx="52388" cy="80962"/>
              </a:xfrm>
              <a:custGeom>
                <a:avLst/>
                <a:gdLst>
                  <a:gd name="T0" fmla="*/ 6 w 146"/>
                  <a:gd name="T1" fmla="*/ 0 h 223"/>
                  <a:gd name="T2" fmla="*/ 26 w 146"/>
                  <a:gd name="T3" fmla="*/ 0 h 223"/>
                  <a:gd name="T4" fmla="*/ 36 w 146"/>
                  <a:gd name="T5" fmla="*/ 6 h 223"/>
                  <a:gd name="T6" fmla="*/ 70 w 146"/>
                  <a:gd name="T7" fmla="*/ 97 h 223"/>
                  <a:gd name="T8" fmla="*/ 76 w 146"/>
                  <a:gd name="T9" fmla="*/ 117 h 223"/>
                  <a:gd name="T10" fmla="*/ 93 w 146"/>
                  <a:gd name="T11" fmla="*/ 63 h 223"/>
                  <a:gd name="T12" fmla="*/ 111 w 146"/>
                  <a:gd name="T13" fmla="*/ 5 h 223"/>
                  <a:gd name="T14" fmla="*/ 118 w 146"/>
                  <a:gd name="T15" fmla="*/ 0 h 223"/>
                  <a:gd name="T16" fmla="*/ 134 w 146"/>
                  <a:gd name="T17" fmla="*/ 0 h 223"/>
                  <a:gd name="T18" fmla="*/ 144 w 146"/>
                  <a:gd name="T19" fmla="*/ 2 h 223"/>
                  <a:gd name="T20" fmla="*/ 145 w 146"/>
                  <a:gd name="T21" fmla="*/ 8 h 223"/>
                  <a:gd name="T22" fmla="*/ 89 w 146"/>
                  <a:gd name="T23" fmla="*/ 166 h 223"/>
                  <a:gd name="T24" fmla="*/ 79 w 146"/>
                  <a:gd name="T25" fmla="*/ 192 h 223"/>
                  <a:gd name="T26" fmla="*/ 47 w 146"/>
                  <a:gd name="T27" fmla="*/ 217 h 223"/>
                  <a:gd name="T28" fmla="*/ 33 w 146"/>
                  <a:gd name="T29" fmla="*/ 221 h 223"/>
                  <a:gd name="T30" fmla="*/ 26 w 146"/>
                  <a:gd name="T31" fmla="*/ 213 h 223"/>
                  <a:gd name="T32" fmla="*/ 23 w 146"/>
                  <a:gd name="T33" fmla="*/ 206 h 223"/>
                  <a:gd name="T34" fmla="*/ 28 w 146"/>
                  <a:gd name="T35" fmla="*/ 199 h 223"/>
                  <a:gd name="T36" fmla="*/ 44 w 146"/>
                  <a:gd name="T37" fmla="*/ 192 h 223"/>
                  <a:gd name="T38" fmla="*/ 65 w 146"/>
                  <a:gd name="T39" fmla="*/ 155 h 223"/>
                  <a:gd name="T40" fmla="*/ 57 w 146"/>
                  <a:gd name="T41" fmla="*/ 137 h 223"/>
                  <a:gd name="T42" fmla="*/ 5 w 146"/>
                  <a:gd name="T43" fmla="*/ 14 h 223"/>
                  <a:gd name="T44" fmla="*/ 2 w 146"/>
                  <a:gd name="T45" fmla="*/ 5 h 223"/>
                  <a:gd name="T46" fmla="*/ 6 w 146"/>
                  <a:gd name="T47"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6" h="223">
                    <a:moveTo>
                      <a:pt x="6" y="0"/>
                    </a:moveTo>
                    <a:cubicBezTo>
                      <a:pt x="12" y="0"/>
                      <a:pt x="20" y="0"/>
                      <a:pt x="26" y="0"/>
                    </a:cubicBezTo>
                    <a:cubicBezTo>
                      <a:pt x="31" y="0"/>
                      <a:pt x="34" y="3"/>
                      <a:pt x="36" y="6"/>
                    </a:cubicBezTo>
                    <a:cubicBezTo>
                      <a:pt x="48" y="36"/>
                      <a:pt x="59" y="66"/>
                      <a:pt x="70" y="97"/>
                    </a:cubicBezTo>
                    <a:cubicBezTo>
                      <a:pt x="72" y="104"/>
                      <a:pt x="74" y="110"/>
                      <a:pt x="76" y="117"/>
                    </a:cubicBezTo>
                    <a:cubicBezTo>
                      <a:pt x="80" y="99"/>
                      <a:pt x="86" y="81"/>
                      <a:pt x="93" y="63"/>
                    </a:cubicBezTo>
                    <a:cubicBezTo>
                      <a:pt x="99" y="44"/>
                      <a:pt x="105" y="25"/>
                      <a:pt x="111" y="5"/>
                    </a:cubicBezTo>
                    <a:cubicBezTo>
                      <a:pt x="112" y="2"/>
                      <a:pt x="115" y="0"/>
                      <a:pt x="118" y="0"/>
                    </a:cubicBezTo>
                    <a:cubicBezTo>
                      <a:pt x="124" y="0"/>
                      <a:pt x="129" y="0"/>
                      <a:pt x="134" y="0"/>
                    </a:cubicBezTo>
                    <a:cubicBezTo>
                      <a:pt x="138" y="0"/>
                      <a:pt x="142" y="0"/>
                      <a:pt x="144" y="2"/>
                    </a:cubicBezTo>
                    <a:cubicBezTo>
                      <a:pt x="145" y="3"/>
                      <a:pt x="145" y="5"/>
                      <a:pt x="145" y="8"/>
                    </a:cubicBezTo>
                    <a:cubicBezTo>
                      <a:pt x="127" y="60"/>
                      <a:pt x="109" y="112"/>
                      <a:pt x="89" y="166"/>
                    </a:cubicBezTo>
                    <a:cubicBezTo>
                      <a:pt x="86" y="175"/>
                      <a:pt x="84" y="184"/>
                      <a:pt x="79" y="192"/>
                    </a:cubicBezTo>
                    <a:cubicBezTo>
                      <a:pt x="71" y="203"/>
                      <a:pt x="59" y="212"/>
                      <a:pt x="47" y="217"/>
                    </a:cubicBezTo>
                    <a:cubicBezTo>
                      <a:pt x="42" y="218"/>
                      <a:pt x="37" y="222"/>
                      <a:pt x="33" y="221"/>
                    </a:cubicBezTo>
                    <a:cubicBezTo>
                      <a:pt x="29" y="220"/>
                      <a:pt x="27" y="216"/>
                      <a:pt x="26" y="213"/>
                    </a:cubicBezTo>
                    <a:cubicBezTo>
                      <a:pt x="25" y="211"/>
                      <a:pt x="22" y="209"/>
                      <a:pt x="23" y="206"/>
                    </a:cubicBezTo>
                    <a:cubicBezTo>
                      <a:pt x="23" y="202"/>
                      <a:pt x="25" y="200"/>
                      <a:pt x="28" y="199"/>
                    </a:cubicBezTo>
                    <a:cubicBezTo>
                      <a:pt x="34" y="197"/>
                      <a:pt x="39" y="195"/>
                      <a:pt x="44" y="192"/>
                    </a:cubicBezTo>
                    <a:cubicBezTo>
                      <a:pt x="55" y="182"/>
                      <a:pt x="63" y="169"/>
                      <a:pt x="65" y="155"/>
                    </a:cubicBezTo>
                    <a:cubicBezTo>
                      <a:pt x="63" y="149"/>
                      <a:pt x="59" y="144"/>
                      <a:pt x="57" y="137"/>
                    </a:cubicBezTo>
                    <a:cubicBezTo>
                      <a:pt x="40" y="96"/>
                      <a:pt x="22" y="56"/>
                      <a:pt x="5" y="14"/>
                    </a:cubicBezTo>
                    <a:cubicBezTo>
                      <a:pt x="4" y="12"/>
                      <a:pt x="3" y="9"/>
                      <a:pt x="2" y="5"/>
                    </a:cubicBezTo>
                    <a:cubicBezTo>
                      <a:pt x="0" y="2"/>
                      <a:pt x="3" y="0"/>
                      <a:pt x="6"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7" name="Freeform 164">
                <a:extLst>
                  <a:ext uri="{FF2B5EF4-FFF2-40B4-BE49-F238E27FC236}">
                    <a16:creationId xmlns:a16="http://schemas.microsoft.com/office/drawing/2014/main" id="{9F44121D-F326-1309-EB71-40A774885093}"/>
                  </a:ext>
                </a:extLst>
              </p:cNvPr>
              <p:cNvSpPr>
                <a:spLocks noChangeArrowheads="1"/>
              </p:cNvSpPr>
              <p:nvPr/>
            </p:nvSpPr>
            <p:spPr bwMode="auto">
              <a:xfrm>
                <a:off x="5099050" y="6773863"/>
                <a:ext cx="53975" cy="58737"/>
              </a:xfrm>
              <a:custGeom>
                <a:avLst/>
                <a:gdLst>
                  <a:gd name="T0" fmla="*/ 69 w 152"/>
                  <a:gd name="T1" fmla="*/ 1 h 164"/>
                  <a:gd name="T2" fmla="*/ 120 w 152"/>
                  <a:gd name="T3" fmla="*/ 14 h 164"/>
                  <a:gd name="T4" fmla="*/ 145 w 152"/>
                  <a:gd name="T5" fmla="*/ 52 h 164"/>
                  <a:gd name="T6" fmla="*/ 145 w 152"/>
                  <a:gd name="T7" fmla="*/ 108 h 164"/>
                  <a:gd name="T8" fmla="*/ 116 w 152"/>
                  <a:gd name="T9" fmla="*/ 150 h 164"/>
                  <a:gd name="T10" fmla="*/ 63 w 152"/>
                  <a:gd name="T11" fmla="*/ 160 h 164"/>
                  <a:gd name="T12" fmla="*/ 21 w 152"/>
                  <a:gd name="T13" fmla="*/ 140 h 164"/>
                  <a:gd name="T14" fmla="*/ 1 w 152"/>
                  <a:gd name="T15" fmla="*/ 90 h 164"/>
                  <a:gd name="T16" fmla="*/ 14 w 152"/>
                  <a:gd name="T17" fmla="*/ 31 h 164"/>
                  <a:gd name="T18" fmla="*/ 50 w 152"/>
                  <a:gd name="T19" fmla="*/ 4 h 164"/>
                  <a:gd name="T20" fmla="*/ 69 w 152"/>
                  <a:gd name="T21" fmla="*/ 1 h 164"/>
                  <a:gd name="T22" fmla="*/ 65 w 152"/>
                  <a:gd name="T23" fmla="*/ 23 h 164"/>
                  <a:gd name="T24" fmla="*/ 41 w 152"/>
                  <a:gd name="T25" fmla="*/ 39 h 164"/>
                  <a:gd name="T26" fmla="*/ 33 w 152"/>
                  <a:gd name="T27" fmla="*/ 85 h 164"/>
                  <a:gd name="T28" fmla="*/ 45 w 152"/>
                  <a:gd name="T29" fmla="*/ 126 h 164"/>
                  <a:gd name="T30" fmla="*/ 74 w 152"/>
                  <a:gd name="T31" fmla="*/ 139 h 164"/>
                  <a:gd name="T32" fmla="*/ 101 w 152"/>
                  <a:gd name="T33" fmla="*/ 128 h 164"/>
                  <a:gd name="T34" fmla="*/ 114 w 152"/>
                  <a:gd name="T35" fmla="*/ 92 h 164"/>
                  <a:gd name="T36" fmla="*/ 112 w 152"/>
                  <a:gd name="T37" fmla="*/ 54 h 164"/>
                  <a:gd name="T38" fmla="*/ 95 w 152"/>
                  <a:gd name="T39" fmla="*/ 28 h 164"/>
                  <a:gd name="T40" fmla="*/ 65 w 152"/>
                  <a:gd name="T41" fmla="*/ 2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164">
                    <a:moveTo>
                      <a:pt x="69" y="1"/>
                    </a:moveTo>
                    <a:cubicBezTo>
                      <a:pt x="86" y="0"/>
                      <a:pt x="105" y="3"/>
                      <a:pt x="120" y="14"/>
                    </a:cubicBezTo>
                    <a:cubicBezTo>
                      <a:pt x="132" y="23"/>
                      <a:pt x="141" y="37"/>
                      <a:pt x="145" y="52"/>
                    </a:cubicBezTo>
                    <a:cubicBezTo>
                      <a:pt x="151" y="71"/>
                      <a:pt x="150" y="90"/>
                      <a:pt x="145" y="108"/>
                    </a:cubicBezTo>
                    <a:cubicBezTo>
                      <a:pt x="141" y="125"/>
                      <a:pt x="131" y="140"/>
                      <a:pt x="116" y="150"/>
                    </a:cubicBezTo>
                    <a:cubicBezTo>
                      <a:pt x="100" y="160"/>
                      <a:pt x="81" y="163"/>
                      <a:pt x="63" y="160"/>
                    </a:cubicBezTo>
                    <a:cubicBezTo>
                      <a:pt x="47" y="158"/>
                      <a:pt x="32" y="152"/>
                      <a:pt x="21" y="140"/>
                    </a:cubicBezTo>
                    <a:cubicBezTo>
                      <a:pt x="8" y="127"/>
                      <a:pt x="2" y="108"/>
                      <a:pt x="1" y="90"/>
                    </a:cubicBezTo>
                    <a:cubicBezTo>
                      <a:pt x="0" y="69"/>
                      <a:pt x="2" y="48"/>
                      <a:pt x="14" y="31"/>
                    </a:cubicBezTo>
                    <a:cubicBezTo>
                      <a:pt x="22" y="18"/>
                      <a:pt x="35" y="8"/>
                      <a:pt x="50" y="4"/>
                    </a:cubicBezTo>
                    <a:cubicBezTo>
                      <a:pt x="56" y="2"/>
                      <a:pt x="63" y="1"/>
                      <a:pt x="69" y="1"/>
                    </a:cubicBezTo>
                    <a:close/>
                    <a:moveTo>
                      <a:pt x="65" y="23"/>
                    </a:moveTo>
                    <a:cubicBezTo>
                      <a:pt x="55" y="26"/>
                      <a:pt x="47" y="31"/>
                      <a:pt x="41" y="39"/>
                    </a:cubicBezTo>
                    <a:cubicBezTo>
                      <a:pt x="33" y="53"/>
                      <a:pt x="33" y="69"/>
                      <a:pt x="33" y="85"/>
                    </a:cubicBezTo>
                    <a:cubicBezTo>
                      <a:pt x="34" y="99"/>
                      <a:pt x="36" y="114"/>
                      <a:pt x="45" y="126"/>
                    </a:cubicBezTo>
                    <a:cubicBezTo>
                      <a:pt x="51" y="135"/>
                      <a:pt x="64" y="139"/>
                      <a:pt x="74" y="139"/>
                    </a:cubicBezTo>
                    <a:cubicBezTo>
                      <a:pt x="85" y="139"/>
                      <a:pt x="95" y="136"/>
                      <a:pt x="101" y="128"/>
                    </a:cubicBezTo>
                    <a:cubicBezTo>
                      <a:pt x="110" y="119"/>
                      <a:pt x="113" y="105"/>
                      <a:pt x="114" y="92"/>
                    </a:cubicBezTo>
                    <a:cubicBezTo>
                      <a:pt x="115" y="79"/>
                      <a:pt x="115" y="66"/>
                      <a:pt x="112" y="54"/>
                    </a:cubicBezTo>
                    <a:cubicBezTo>
                      <a:pt x="110" y="44"/>
                      <a:pt x="104" y="34"/>
                      <a:pt x="95" y="28"/>
                    </a:cubicBezTo>
                    <a:cubicBezTo>
                      <a:pt x="86" y="22"/>
                      <a:pt x="75" y="21"/>
                      <a:pt x="65" y="2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8" name="Freeform 165">
                <a:extLst>
                  <a:ext uri="{FF2B5EF4-FFF2-40B4-BE49-F238E27FC236}">
                    <a16:creationId xmlns:a16="http://schemas.microsoft.com/office/drawing/2014/main" id="{B588C16B-B0F2-F227-C48D-EA3BDFE5F99A}"/>
                  </a:ext>
                </a:extLst>
              </p:cNvPr>
              <p:cNvSpPr>
                <a:spLocks noChangeArrowheads="1"/>
              </p:cNvSpPr>
              <p:nvPr/>
            </p:nvSpPr>
            <p:spPr bwMode="auto">
              <a:xfrm>
                <a:off x="5284788" y="6748463"/>
                <a:ext cx="49212" cy="84137"/>
              </a:xfrm>
              <a:custGeom>
                <a:avLst/>
                <a:gdLst>
                  <a:gd name="T0" fmla="*/ 107 w 138"/>
                  <a:gd name="T1" fmla="*/ 7 h 235"/>
                  <a:gd name="T2" fmla="*/ 113 w 138"/>
                  <a:gd name="T3" fmla="*/ 0 h 235"/>
                  <a:gd name="T4" fmla="*/ 128 w 138"/>
                  <a:gd name="T5" fmla="*/ 0 h 235"/>
                  <a:gd name="T6" fmla="*/ 136 w 138"/>
                  <a:gd name="T7" fmla="*/ 8 h 235"/>
                  <a:gd name="T8" fmla="*/ 136 w 138"/>
                  <a:gd name="T9" fmla="*/ 222 h 235"/>
                  <a:gd name="T10" fmla="*/ 129 w 138"/>
                  <a:gd name="T11" fmla="*/ 228 h 235"/>
                  <a:gd name="T12" fmla="*/ 116 w 138"/>
                  <a:gd name="T13" fmla="*/ 228 h 235"/>
                  <a:gd name="T14" fmla="*/ 110 w 138"/>
                  <a:gd name="T15" fmla="*/ 224 h 235"/>
                  <a:gd name="T16" fmla="*/ 107 w 138"/>
                  <a:gd name="T17" fmla="*/ 210 h 235"/>
                  <a:gd name="T18" fmla="*/ 84 w 138"/>
                  <a:gd name="T19" fmla="*/ 228 h 235"/>
                  <a:gd name="T20" fmla="*/ 44 w 138"/>
                  <a:gd name="T21" fmla="*/ 230 h 235"/>
                  <a:gd name="T22" fmla="*/ 11 w 138"/>
                  <a:gd name="T23" fmla="*/ 206 h 235"/>
                  <a:gd name="T24" fmla="*/ 1 w 138"/>
                  <a:gd name="T25" fmla="*/ 145 h 235"/>
                  <a:gd name="T26" fmla="*/ 16 w 138"/>
                  <a:gd name="T27" fmla="*/ 94 h 235"/>
                  <a:gd name="T28" fmla="*/ 53 w 138"/>
                  <a:gd name="T29" fmla="*/ 74 h 235"/>
                  <a:gd name="T30" fmla="*/ 92 w 138"/>
                  <a:gd name="T31" fmla="*/ 83 h 235"/>
                  <a:gd name="T32" fmla="*/ 105 w 138"/>
                  <a:gd name="T33" fmla="*/ 97 h 235"/>
                  <a:gd name="T34" fmla="*/ 107 w 138"/>
                  <a:gd name="T35" fmla="*/ 7 h 235"/>
                  <a:gd name="T36" fmla="*/ 65 w 138"/>
                  <a:gd name="T37" fmla="*/ 93 h 235"/>
                  <a:gd name="T38" fmla="*/ 42 w 138"/>
                  <a:gd name="T39" fmla="*/ 108 h 235"/>
                  <a:gd name="T40" fmla="*/ 34 w 138"/>
                  <a:gd name="T41" fmla="*/ 161 h 235"/>
                  <a:gd name="T42" fmla="*/ 41 w 138"/>
                  <a:gd name="T43" fmla="*/ 195 h 235"/>
                  <a:gd name="T44" fmla="*/ 60 w 138"/>
                  <a:gd name="T45" fmla="*/ 209 h 235"/>
                  <a:gd name="T46" fmla="*/ 94 w 138"/>
                  <a:gd name="T47" fmla="*/ 200 h 235"/>
                  <a:gd name="T48" fmla="*/ 106 w 138"/>
                  <a:gd name="T49" fmla="*/ 166 h 235"/>
                  <a:gd name="T50" fmla="*/ 103 w 138"/>
                  <a:gd name="T51" fmla="*/ 125 h 235"/>
                  <a:gd name="T52" fmla="*/ 91 w 138"/>
                  <a:gd name="T53" fmla="*/ 101 h 235"/>
                  <a:gd name="T54" fmla="*/ 65 w 138"/>
                  <a:gd name="T55" fmla="*/ 9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8" h="235">
                    <a:moveTo>
                      <a:pt x="107" y="7"/>
                    </a:moveTo>
                    <a:cubicBezTo>
                      <a:pt x="107" y="3"/>
                      <a:pt x="110" y="0"/>
                      <a:pt x="113" y="0"/>
                    </a:cubicBezTo>
                    <a:cubicBezTo>
                      <a:pt x="118" y="0"/>
                      <a:pt x="124" y="0"/>
                      <a:pt x="128" y="0"/>
                    </a:cubicBezTo>
                    <a:cubicBezTo>
                      <a:pt x="132" y="0"/>
                      <a:pt x="137" y="3"/>
                      <a:pt x="136" y="8"/>
                    </a:cubicBezTo>
                    <a:cubicBezTo>
                      <a:pt x="136" y="79"/>
                      <a:pt x="136" y="150"/>
                      <a:pt x="136" y="222"/>
                    </a:cubicBezTo>
                    <a:cubicBezTo>
                      <a:pt x="136" y="225"/>
                      <a:pt x="132" y="228"/>
                      <a:pt x="129" y="228"/>
                    </a:cubicBezTo>
                    <a:cubicBezTo>
                      <a:pt x="125" y="228"/>
                      <a:pt x="121" y="228"/>
                      <a:pt x="116" y="228"/>
                    </a:cubicBezTo>
                    <a:cubicBezTo>
                      <a:pt x="113" y="228"/>
                      <a:pt x="111" y="226"/>
                      <a:pt x="110" y="224"/>
                    </a:cubicBezTo>
                    <a:cubicBezTo>
                      <a:pt x="109" y="220"/>
                      <a:pt x="108" y="214"/>
                      <a:pt x="107" y="210"/>
                    </a:cubicBezTo>
                    <a:cubicBezTo>
                      <a:pt x="101" y="218"/>
                      <a:pt x="94" y="225"/>
                      <a:pt x="84" y="228"/>
                    </a:cubicBezTo>
                    <a:cubicBezTo>
                      <a:pt x="71" y="232"/>
                      <a:pt x="56" y="234"/>
                      <a:pt x="44" y="230"/>
                    </a:cubicBezTo>
                    <a:cubicBezTo>
                      <a:pt x="30" y="227"/>
                      <a:pt x="18" y="218"/>
                      <a:pt x="11" y="206"/>
                    </a:cubicBezTo>
                    <a:cubicBezTo>
                      <a:pt x="1" y="188"/>
                      <a:pt x="0" y="165"/>
                      <a:pt x="1" y="145"/>
                    </a:cubicBezTo>
                    <a:cubicBezTo>
                      <a:pt x="1" y="127"/>
                      <a:pt x="4" y="108"/>
                      <a:pt x="16" y="94"/>
                    </a:cubicBezTo>
                    <a:cubicBezTo>
                      <a:pt x="24" y="83"/>
                      <a:pt x="38" y="75"/>
                      <a:pt x="53" y="74"/>
                    </a:cubicBezTo>
                    <a:cubicBezTo>
                      <a:pt x="67" y="72"/>
                      <a:pt x="81" y="74"/>
                      <a:pt x="92" y="83"/>
                    </a:cubicBezTo>
                    <a:cubicBezTo>
                      <a:pt x="97" y="86"/>
                      <a:pt x="101" y="91"/>
                      <a:pt x="105" y="97"/>
                    </a:cubicBezTo>
                    <a:cubicBezTo>
                      <a:pt x="107" y="66"/>
                      <a:pt x="107" y="36"/>
                      <a:pt x="107" y="7"/>
                    </a:cubicBezTo>
                    <a:close/>
                    <a:moveTo>
                      <a:pt x="65" y="93"/>
                    </a:moveTo>
                    <a:cubicBezTo>
                      <a:pt x="55" y="94"/>
                      <a:pt x="47" y="100"/>
                      <a:pt x="42" y="108"/>
                    </a:cubicBezTo>
                    <a:cubicBezTo>
                      <a:pt x="34" y="124"/>
                      <a:pt x="34" y="143"/>
                      <a:pt x="34" y="161"/>
                    </a:cubicBezTo>
                    <a:cubicBezTo>
                      <a:pt x="35" y="173"/>
                      <a:pt x="36" y="184"/>
                      <a:pt x="41" y="195"/>
                    </a:cubicBezTo>
                    <a:cubicBezTo>
                      <a:pt x="45" y="203"/>
                      <a:pt x="52" y="208"/>
                      <a:pt x="60" y="209"/>
                    </a:cubicBezTo>
                    <a:cubicBezTo>
                      <a:pt x="71" y="212"/>
                      <a:pt x="85" y="209"/>
                      <a:pt x="94" y="200"/>
                    </a:cubicBezTo>
                    <a:cubicBezTo>
                      <a:pt x="102" y="191"/>
                      <a:pt x="105" y="178"/>
                      <a:pt x="106" y="166"/>
                    </a:cubicBezTo>
                    <a:cubicBezTo>
                      <a:pt x="107" y="152"/>
                      <a:pt x="107" y="138"/>
                      <a:pt x="103" y="125"/>
                    </a:cubicBezTo>
                    <a:cubicBezTo>
                      <a:pt x="101" y="117"/>
                      <a:pt x="97" y="107"/>
                      <a:pt x="91" y="101"/>
                    </a:cubicBezTo>
                    <a:cubicBezTo>
                      <a:pt x="84" y="94"/>
                      <a:pt x="75" y="92"/>
                      <a:pt x="65" y="9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9" name="Freeform 166">
                <a:extLst>
                  <a:ext uri="{FF2B5EF4-FFF2-40B4-BE49-F238E27FC236}">
                    <a16:creationId xmlns:a16="http://schemas.microsoft.com/office/drawing/2014/main" id="{B75AF256-E540-86C7-3BBE-6DA9ED98BB84}"/>
                  </a:ext>
                </a:extLst>
              </p:cNvPr>
              <p:cNvSpPr>
                <a:spLocks noChangeArrowheads="1"/>
              </p:cNvSpPr>
              <p:nvPr/>
            </p:nvSpPr>
            <p:spPr bwMode="auto">
              <a:xfrm>
                <a:off x="5353050" y="6773863"/>
                <a:ext cx="50800" cy="58737"/>
              </a:xfrm>
              <a:custGeom>
                <a:avLst/>
                <a:gdLst>
                  <a:gd name="T0" fmla="*/ 48 w 140"/>
                  <a:gd name="T1" fmla="*/ 4 h 162"/>
                  <a:gd name="T2" fmla="*/ 91 w 140"/>
                  <a:gd name="T3" fmla="*/ 3 h 162"/>
                  <a:gd name="T4" fmla="*/ 124 w 140"/>
                  <a:gd name="T5" fmla="*/ 24 h 162"/>
                  <a:gd name="T6" fmla="*/ 138 w 140"/>
                  <a:gd name="T7" fmla="*/ 63 h 162"/>
                  <a:gd name="T8" fmla="*/ 139 w 140"/>
                  <a:gd name="T9" fmla="*/ 95 h 162"/>
                  <a:gd name="T10" fmla="*/ 139 w 140"/>
                  <a:gd name="T11" fmla="*/ 152 h 162"/>
                  <a:gd name="T12" fmla="*/ 136 w 140"/>
                  <a:gd name="T13" fmla="*/ 157 h 162"/>
                  <a:gd name="T14" fmla="*/ 125 w 140"/>
                  <a:gd name="T15" fmla="*/ 158 h 162"/>
                  <a:gd name="T16" fmla="*/ 114 w 140"/>
                  <a:gd name="T17" fmla="*/ 154 h 162"/>
                  <a:gd name="T18" fmla="*/ 109 w 140"/>
                  <a:gd name="T19" fmla="*/ 139 h 162"/>
                  <a:gd name="T20" fmla="*/ 91 w 140"/>
                  <a:gd name="T21" fmla="*/ 156 h 162"/>
                  <a:gd name="T22" fmla="*/ 53 w 140"/>
                  <a:gd name="T23" fmla="*/ 159 h 162"/>
                  <a:gd name="T24" fmla="*/ 14 w 140"/>
                  <a:gd name="T25" fmla="*/ 134 h 162"/>
                  <a:gd name="T26" fmla="*/ 0 w 140"/>
                  <a:gd name="T27" fmla="*/ 81 h 162"/>
                  <a:gd name="T28" fmla="*/ 13 w 140"/>
                  <a:gd name="T29" fmla="*/ 30 h 162"/>
                  <a:gd name="T30" fmla="*/ 48 w 140"/>
                  <a:gd name="T31" fmla="*/ 4 h 162"/>
                  <a:gd name="T32" fmla="*/ 61 w 140"/>
                  <a:gd name="T33" fmla="*/ 23 h 162"/>
                  <a:gd name="T34" fmla="*/ 48 w 140"/>
                  <a:gd name="T35" fmla="*/ 29 h 162"/>
                  <a:gd name="T36" fmla="*/ 34 w 140"/>
                  <a:gd name="T37" fmla="*/ 53 h 162"/>
                  <a:gd name="T38" fmla="*/ 33 w 140"/>
                  <a:gd name="T39" fmla="*/ 98 h 162"/>
                  <a:gd name="T40" fmla="*/ 45 w 140"/>
                  <a:gd name="T41" fmla="*/ 129 h 162"/>
                  <a:gd name="T42" fmla="*/ 71 w 140"/>
                  <a:gd name="T43" fmla="*/ 138 h 162"/>
                  <a:gd name="T44" fmla="*/ 97 w 140"/>
                  <a:gd name="T45" fmla="*/ 127 h 162"/>
                  <a:gd name="T46" fmla="*/ 109 w 140"/>
                  <a:gd name="T47" fmla="*/ 93 h 162"/>
                  <a:gd name="T48" fmla="*/ 106 w 140"/>
                  <a:gd name="T49" fmla="*/ 50 h 162"/>
                  <a:gd name="T50" fmla="*/ 91 w 140"/>
                  <a:gd name="T51" fmla="*/ 28 h 162"/>
                  <a:gd name="T52" fmla="*/ 61 w 140"/>
                  <a:gd name="T53" fmla="*/ 2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162">
                    <a:moveTo>
                      <a:pt x="48" y="4"/>
                    </a:moveTo>
                    <a:cubicBezTo>
                      <a:pt x="62" y="0"/>
                      <a:pt x="77" y="0"/>
                      <a:pt x="91" y="3"/>
                    </a:cubicBezTo>
                    <a:cubicBezTo>
                      <a:pt x="104" y="6"/>
                      <a:pt x="116" y="14"/>
                      <a:pt x="124" y="24"/>
                    </a:cubicBezTo>
                    <a:cubicBezTo>
                      <a:pt x="133" y="35"/>
                      <a:pt x="137" y="49"/>
                      <a:pt x="138" y="63"/>
                    </a:cubicBezTo>
                    <a:cubicBezTo>
                      <a:pt x="139" y="74"/>
                      <a:pt x="139" y="84"/>
                      <a:pt x="139" y="95"/>
                    </a:cubicBezTo>
                    <a:cubicBezTo>
                      <a:pt x="139" y="114"/>
                      <a:pt x="139" y="134"/>
                      <a:pt x="139" y="152"/>
                    </a:cubicBezTo>
                    <a:cubicBezTo>
                      <a:pt x="139" y="154"/>
                      <a:pt x="138" y="156"/>
                      <a:pt x="136" y="157"/>
                    </a:cubicBezTo>
                    <a:cubicBezTo>
                      <a:pt x="133" y="159"/>
                      <a:pt x="128" y="158"/>
                      <a:pt x="125" y="158"/>
                    </a:cubicBezTo>
                    <a:cubicBezTo>
                      <a:pt x="121" y="158"/>
                      <a:pt x="116" y="158"/>
                      <a:pt x="114" y="154"/>
                    </a:cubicBezTo>
                    <a:cubicBezTo>
                      <a:pt x="111" y="149"/>
                      <a:pt x="111" y="143"/>
                      <a:pt x="109" y="139"/>
                    </a:cubicBezTo>
                    <a:cubicBezTo>
                      <a:pt x="104" y="145"/>
                      <a:pt x="99" y="152"/>
                      <a:pt x="91" y="156"/>
                    </a:cubicBezTo>
                    <a:cubicBezTo>
                      <a:pt x="79" y="161"/>
                      <a:pt x="65" y="161"/>
                      <a:pt x="53" y="159"/>
                    </a:cubicBezTo>
                    <a:cubicBezTo>
                      <a:pt x="38" y="156"/>
                      <a:pt x="23" y="148"/>
                      <a:pt x="14" y="134"/>
                    </a:cubicBezTo>
                    <a:cubicBezTo>
                      <a:pt x="3" y="119"/>
                      <a:pt x="0" y="99"/>
                      <a:pt x="0" y="81"/>
                    </a:cubicBezTo>
                    <a:cubicBezTo>
                      <a:pt x="0" y="63"/>
                      <a:pt x="3" y="45"/>
                      <a:pt x="13" y="30"/>
                    </a:cubicBezTo>
                    <a:cubicBezTo>
                      <a:pt x="21" y="17"/>
                      <a:pt x="34" y="7"/>
                      <a:pt x="48" y="4"/>
                    </a:cubicBezTo>
                    <a:close/>
                    <a:moveTo>
                      <a:pt x="61" y="23"/>
                    </a:moveTo>
                    <a:cubicBezTo>
                      <a:pt x="57" y="24"/>
                      <a:pt x="51" y="27"/>
                      <a:pt x="48" y="29"/>
                    </a:cubicBezTo>
                    <a:cubicBezTo>
                      <a:pt x="41" y="35"/>
                      <a:pt x="36" y="45"/>
                      <a:pt x="34" y="53"/>
                    </a:cubicBezTo>
                    <a:cubicBezTo>
                      <a:pt x="31" y="68"/>
                      <a:pt x="31" y="83"/>
                      <a:pt x="33" y="98"/>
                    </a:cubicBezTo>
                    <a:cubicBezTo>
                      <a:pt x="34" y="109"/>
                      <a:pt x="38" y="121"/>
                      <a:pt x="45" y="129"/>
                    </a:cubicBezTo>
                    <a:cubicBezTo>
                      <a:pt x="51" y="136"/>
                      <a:pt x="61" y="139"/>
                      <a:pt x="71" y="138"/>
                    </a:cubicBezTo>
                    <a:cubicBezTo>
                      <a:pt x="80" y="138"/>
                      <a:pt x="91" y="135"/>
                      <a:pt x="97" y="127"/>
                    </a:cubicBezTo>
                    <a:cubicBezTo>
                      <a:pt x="105" y="118"/>
                      <a:pt x="108" y="105"/>
                      <a:pt x="109" y="93"/>
                    </a:cubicBezTo>
                    <a:cubicBezTo>
                      <a:pt x="110" y="79"/>
                      <a:pt x="110" y="64"/>
                      <a:pt x="106" y="50"/>
                    </a:cubicBezTo>
                    <a:cubicBezTo>
                      <a:pt x="104" y="42"/>
                      <a:pt x="99" y="33"/>
                      <a:pt x="91" y="28"/>
                    </a:cubicBezTo>
                    <a:cubicBezTo>
                      <a:pt x="82" y="22"/>
                      <a:pt x="72" y="21"/>
                      <a:pt x="61" y="2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0" name="Freeform 167">
                <a:extLst>
                  <a:ext uri="{FF2B5EF4-FFF2-40B4-BE49-F238E27FC236}">
                    <a16:creationId xmlns:a16="http://schemas.microsoft.com/office/drawing/2014/main" id="{C3E9CEA0-653E-BF27-C0C0-DF5B626F25DA}"/>
                  </a:ext>
                </a:extLst>
              </p:cNvPr>
              <p:cNvSpPr>
                <a:spLocks noChangeArrowheads="1"/>
              </p:cNvSpPr>
              <p:nvPr/>
            </p:nvSpPr>
            <p:spPr bwMode="auto">
              <a:xfrm>
                <a:off x="5464175" y="6815138"/>
                <a:ext cx="15875" cy="15875"/>
              </a:xfrm>
              <a:custGeom>
                <a:avLst/>
                <a:gdLst>
                  <a:gd name="T0" fmla="*/ 18 w 46"/>
                  <a:gd name="T1" fmla="*/ 2 h 45"/>
                  <a:gd name="T2" fmla="*/ 32 w 46"/>
                  <a:gd name="T3" fmla="*/ 3 h 45"/>
                  <a:gd name="T4" fmla="*/ 44 w 46"/>
                  <a:gd name="T5" fmla="*/ 22 h 45"/>
                  <a:gd name="T6" fmla="*/ 27 w 46"/>
                  <a:gd name="T7" fmla="*/ 42 h 45"/>
                  <a:gd name="T8" fmla="*/ 2 w 46"/>
                  <a:gd name="T9" fmla="*/ 26 h 45"/>
                  <a:gd name="T10" fmla="*/ 18 w 46"/>
                  <a:gd name="T11" fmla="*/ 2 h 45"/>
                  <a:gd name="T12" fmla="*/ 17 w 46"/>
                  <a:gd name="T13" fmla="*/ 6 h 45"/>
                  <a:gd name="T14" fmla="*/ 7 w 46"/>
                  <a:gd name="T15" fmla="*/ 26 h 45"/>
                  <a:gd name="T16" fmla="*/ 29 w 46"/>
                  <a:gd name="T17" fmla="*/ 39 h 45"/>
                  <a:gd name="T18" fmla="*/ 41 w 46"/>
                  <a:gd name="T19" fmla="*/ 18 h 45"/>
                  <a:gd name="T20" fmla="*/ 17 w 46"/>
                  <a:gd name="T21"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45">
                    <a:moveTo>
                      <a:pt x="18" y="2"/>
                    </a:moveTo>
                    <a:cubicBezTo>
                      <a:pt x="23" y="0"/>
                      <a:pt x="28" y="0"/>
                      <a:pt x="32" y="3"/>
                    </a:cubicBezTo>
                    <a:cubicBezTo>
                      <a:pt x="40" y="6"/>
                      <a:pt x="45" y="14"/>
                      <a:pt x="44" y="22"/>
                    </a:cubicBezTo>
                    <a:cubicBezTo>
                      <a:pt x="45" y="32"/>
                      <a:pt x="37" y="40"/>
                      <a:pt x="27" y="42"/>
                    </a:cubicBezTo>
                    <a:cubicBezTo>
                      <a:pt x="16" y="44"/>
                      <a:pt x="5" y="37"/>
                      <a:pt x="2" y="26"/>
                    </a:cubicBezTo>
                    <a:cubicBezTo>
                      <a:pt x="0" y="17"/>
                      <a:pt x="8" y="4"/>
                      <a:pt x="18" y="2"/>
                    </a:cubicBezTo>
                    <a:close/>
                    <a:moveTo>
                      <a:pt x="17" y="6"/>
                    </a:moveTo>
                    <a:cubicBezTo>
                      <a:pt x="10" y="9"/>
                      <a:pt x="5" y="18"/>
                      <a:pt x="7" y="26"/>
                    </a:cubicBezTo>
                    <a:cubicBezTo>
                      <a:pt x="9" y="36"/>
                      <a:pt x="20" y="42"/>
                      <a:pt x="29" y="39"/>
                    </a:cubicBezTo>
                    <a:cubicBezTo>
                      <a:pt x="38" y="37"/>
                      <a:pt x="43" y="26"/>
                      <a:pt x="41" y="18"/>
                    </a:cubicBezTo>
                    <a:cubicBezTo>
                      <a:pt x="38" y="8"/>
                      <a:pt x="26" y="2"/>
                      <a:pt x="17" y="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1" name="Freeform 168">
                <a:extLst>
                  <a:ext uri="{FF2B5EF4-FFF2-40B4-BE49-F238E27FC236}">
                    <a16:creationId xmlns:a16="http://schemas.microsoft.com/office/drawing/2014/main" id="{687B3336-4220-5449-D9EA-E3636760620B}"/>
                  </a:ext>
                </a:extLst>
              </p:cNvPr>
              <p:cNvSpPr>
                <a:spLocks noChangeArrowheads="1"/>
              </p:cNvSpPr>
              <p:nvPr/>
            </p:nvSpPr>
            <p:spPr bwMode="auto">
              <a:xfrm>
                <a:off x="5468938" y="6818313"/>
                <a:ext cx="7937" cy="9525"/>
              </a:xfrm>
              <a:custGeom>
                <a:avLst/>
                <a:gdLst>
                  <a:gd name="T0" fmla="*/ 0 w 23"/>
                  <a:gd name="T1" fmla="*/ 1 h 25"/>
                  <a:gd name="T2" fmla="*/ 17 w 23"/>
                  <a:gd name="T3" fmla="*/ 3 h 25"/>
                  <a:gd name="T4" fmla="*/ 15 w 23"/>
                  <a:gd name="T5" fmla="*/ 14 h 25"/>
                  <a:gd name="T6" fmla="*/ 21 w 23"/>
                  <a:gd name="T7" fmla="*/ 24 h 25"/>
                  <a:gd name="T8" fmla="*/ 14 w 23"/>
                  <a:gd name="T9" fmla="*/ 24 h 25"/>
                  <a:gd name="T10" fmla="*/ 10 w 23"/>
                  <a:gd name="T11" fmla="*/ 14 h 25"/>
                  <a:gd name="T12" fmla="*/ 7 w 23"/>
                  <a:gd name="T13" fmla="*/ 14 h 25"/>
                  <a:gd name="T14" fmla="*/ 7 w 23"/>
                  <a:gd name="T15" fmla="*/ 24 h 25"/>
                  <a:gd name="T16" fmla="*/ 0 w 23"/>
                  <a:gd name="T17" fmla="*/ 24 h 25"/>
                  <a:gd name="T18" fmla="*/ 0 w 23"/>
                  <a:gd name="T19" fmla="*/ 1 h 25"/>
                  <a:gd name="T20" fmla="*/ 7 w 23"/>
                  <a:gd name="T21" fmla="*/ 4 h 25"/>
                  <a:gd name="T22" fmla="*/ 7 w 23"/>
                  <a:gd name="T23" fmla="*/ 11 h 25"/>
                  <a:gd name="T24" fmla="*/ 13 w 23"/>
                  <a:gd name="T25" fmla="*/ 11 h 25"/>
                  <a:gd name="T26" fmla="*/ 14 w 23"/>
                  <a:gd name="T27" fmla="*/ 6 h 25"/>
                  <a:gd name="T28" fmla="*/ 7 w 23"/>
                  <a:gd name="T29" fmla="*/ 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25">
                    <a:moveTo>
                      <a:pt x="0" y="1"/>
                    </a:moveTo>
                    <a:cubicBezTo>
                      <a:pt x="6" y="1"/>
                      <a:pt x="12" y="0"/>
                      <a:pt x="17" y="3"/>
                    </a:cubicBezTo>
                    <a:cubicBezTo>
                      <a:pt x="22" y="6"/>
                      <a:pt x="19" y="13"/>
                      <a:pt x="15" y="14"/>
                    </a:cubicBezTo>
                    <a:cubicBezTo>
                      <a:pt x="16" y="17"/>
                      <a:pt x="18" y="20"/>
                      <a:pt x="21" y="24"/>
                    </a:cubicBezTo>
                    <a:cubicBezTo>
                      <a:pt x="18" y="24"/>
                      <a:pt x="16" y="24"/>
                      <a:pt x="14" y="24"/>
                    </a:cubicBezTo>
                    <a:cubicBezTo>
                      <a:pt x="13" y="20"/>
                      <a:pt x="11" y="17"/>
                      <a:pt x="10" y="14"/>
                    </a:cubicBezTo>
                    <a:cubicBezTo>
                      <a:pt x="9" y="14"/>
                      <a:pt x="8" y="14"/>
                      <a:pt x="7" y="14"/>
                    </a:cubicBezTo>
                    <a:cubicBezTo>
                      <a:pt x="7" y="17"/>
                      <a:pt x="7" y="20"/>
                      <a:pt x="7" y="24"/>
                    </a:cubicBezTo>
                    <a:cubicBezTo>
                      <a:pt x="4" y="24"/>
                      <a:pt x="2" y="24"/>
                      <a:pt x="0" y="24"/>
                    </a:cubicBezTo>
                    <a:cubicBezTo>
                      <a:pt x="0" y="16"/>
                      <a:pt x="0" y="9"/>
                      <a:pt x="0" y="1"/>
                    </a:cubicBezTo>
                    <a:close/>
                    <a:moveTo>
                      <a:pt x="7" y="4"/>
                    </a:moveTo>
                    <a:cubicBezTo>
                      <a:pt x="7" y="6"/>
                      <a:pt x="7" y="9"/>
                      <a:pt x="7" y="11"/>
                    </a:cubicBezTo>
                    <a:cubicBezTo>
                      <a:pt x="9" y="11"/>
                      <a:pt x="11" y="11"/>
                      <a:pt x="13" y="11"/>
                    </a:cubicBezTo>
                    <a:cubicBezTo>
                      <a:pt x="15" y="10"/>
                      <a:pt x="15" y="8"/>
                      <a:pt x="14" y="6"/>
                    </a:cubicBezTo>
                    <a:cubicBezTo>
                      <a:pt x="12" y="4"/>
                      <a:pt x="9" y="5"/>
                      <a:pt x="7" y="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18" name="Group 217">
            <a:extLst>
              <a:ext uri="{FF2B5EF4-FFF2-40B4-BE49-F238E27FC236}">
                <a16:creationId xmlns:a16="http://schemas.microsoft.com/office/drawing/2014/main" id="{77C60983-2C8E-D0CE-7183-3476D362CDDE}"/>
              </a:ext>
            </a:extLst>
          </p:cNvPr>
          <p:cNvGrpSpPr/>
          <p:nvPr/>
        </p:nvGrpSpPr>
        <p:grpSpPr>
          <a:xfrm>
            <a:off x="8005476" y="3370209"/>
            <a:ext cx="1961332" cy="295912"/>
            <a:chOff x="4240213" y="6211888"/>
            <a:chExt cx="1273175" cy="192087"/>
          </a:xfrm>
          <a:solidFill>
            <a:schemeClr val="tx1"/>
          </a:solidFill>
        </p:grpSpPr>
        <p:grpSp>
          <p:nvGrpSpPr>
            <p:cNvPr id="219" name="Group 218">
              <a:extLst>
                <a:ext uri="{FF2B5EF4-FFF2-40B4-BE49-F238E27FC236}">
                  <a16:creationId xmlns:a16="http://schemas.microsoft.com/office/drawing/2014/main" id="{A9D89C33-B114-1458-59A7-BA89767A4337}"/>
                </a:ext>
              </a:extLst>
            </p:cNvPr>
            <p:cNvGrpSpPr/>
            <p:nvPr/>
          </p:nvGrpSpPr>
          <p:grpSpPr>
            <a:xfrm>
              <a:off x="4240213" y="6237288"/>
              <a:ext cx="484187" cy="127000"/>
              <a:chOff x="4240213" y="6237288"/>
              <a:chExt cx="484187" cy="127000"/>
            </a:xfrm>
            <a:grpFill/>
          </p:grpSpPr>
          <p:sp>
            <p:nvSpPr>
              <p:cNvPr id="226" name="Freeform 200">
                <a:extLst>
                  <a:ext uri="{FF2B5EF4-FFF2-40B4-BE49-F238E27FC236}">
                    <a16:creationId xmlns:a16="http://schemas.microsoft.com/office/drawing/2014/main" id="{15BCFA07-405F-6223-27B1-610D2FEFECA0}"/>
                  </a:ext>
                </a:extLst>
              </p:cNvPr>
              <p:cNvSpPr>
                <a:spLocks noChangeArrowheads="1"/>
              </p:cNvSpPr>
              <p:nvPr/>
            </p:nvSpPr>
            <p:spPr bwMode="auto">
              <a:xfrm>
                <a:off x="4327525" y="623728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7" name="Freeform 201">
                <a:extLst>
                  <a:ext uri="{FF2B5EF4-FFF2-40B4-BE49-F238E27FC236}">
                    <a16:creationId xmlns:a16="http://schemas.microsoft.com/office/drawing/2014/main" id="{7CA88E32-D9C2-C9B9-22D0-39CD8D25FB87}"/>
                  </a:ext>
                </a:extLst>
              </p:cNvPr>
              <p:cNvSpPr>
                <a:spLocks noChangeArrowheads="1"/>
              </p:cNvSpPr>
              <p:nvPr/>
            </p:nvSpPr>
            <p:spPr bwMode="auto">
              <a:xfrm>
                <a:off x="4354513" y="6270625"/>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9"/>
                      <a:pt x="69" y="131"/>
                    </a:cubicBezTo>
                    <a:cubicBezTo>
                      <a:pt x="69" y="94"/>
                      <a:pt x="93" y="63"/>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8" name="Freeform 202">
                <a:extLst>
                  <a:ext uri="{FF2B5EF4-FFF2-40B4-BE49-F238E27FC236}">
                    <a16:creationId xmlns:a16="http://schemas.microsoft.com/office/drawing/2014/main" id="{8706CB7E-7922-5BBA-40DD-BA41275668BF}"/>
                  </a:ext>
                </a:extLst>
              </p:cNvPr>
              <p:cNvSpPr>
                <a:spLocks noChangeArrowheads="1"/>
              </p:cNvSpPr>
              <p:nvPr/>
            </p:nvSpPr>
            <p:spPr bwMode="auto">
              <a:xfrm>
                <a:off x="4454525" y="623887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9" name="Freeform 203">
                <a:extLst>
                  <a:ext uri="{FF2B5EF4-FFF2-40B4-BE49-F238E27FC236}">
                    <a16:creationId xmlns:a16="http://schemas.microsoft.com/office/drawing/2014/main" id="{0F1F1600-2D46-290A-AC8A-C071957ADC0A}"/>
                  </a:ext>
                </a:extLst>
              </p:cNvPr>
              <p:cNvSpPr>
                <a:spLocks noChangeArrowheads="1"/>
              </p:cNvSpPr>
              <p:nvPr/>
            </p:nvSpPr>
            <p:spPr bwMode="auto">
              <a:xfrm>
                <a:off x="4481513" y="627062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2 h 259"/>
                  <a:gd name="T12" fmla="*/ 198 w 268"/>
                  <a:gd name="T13" fmla="*/ 130 h 259"/>
                  <a:gd name="T14" fmla="*/ 133 w 268"/>
                  <a:gd name="T15" fmla="*/ 197 h 259"/>
                  <a:gd name="T16" fmla="*/ 68 w 268"/>
                  <a:gd name="T17" fmla="*/ 130 h 259"/>
                  <a:gd name="T18" fmla="*/ 133 w 268"/>
                  <a:gd name="T19" fmla="*/ 6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3"/>
                      <a:pt x="57" y="258"/>
                      <a:pt x="133" y="258"/>
                    </a:cubicBezTo>
                    <a:close/>
                    <a:moveTo>
                      <a:pt x="133" y="62"/>
                    </a:moveTo>
                    <a:cubicBezTo>
                      <a:pt x="170" y="62"/>
                      <a:pt x="198" y="91"/>
                      <a:pt x="198" y="130"/>
                    </a:cubicBezTo>
                    <a:cubicBezTo>
                      <a:pt x="198" y="170"/>
                      <a:pt x="170" y="197"/>
                      <a:pt x="133" y="197"/>
                    </a:cubicBezTo>
                    <a:cubicBezTo>
                      <a:pt x="95" y="197"/>
                      <a:pt x="68" y="169"/>
                      <a:pt x="68" y="130"/>
                    </a:cubicBezTo>
                    <a:cubicBezTo>
                      <a:pt x="68" y="89"/>
                      <a:pt x="96" y="61"/>
                      <a:pt x="133"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0" name="Freeform 204">
                <a:extLst>
                  <a:ext uri="{FF2B5EF4-FFF2-40B4-BE49-F238E27FC236}">
                    <a16:creationId xmlns:a16="http://schemas.microsoft.com/office/drawing/2014/main" id="{B9E4E162-615F-7A3E-257B-FE5245B4064D}"/>
                  </a:ext>
                </a:extLst>
              </p:cNvPr>
              <p:cNvSpPr>
                <a:spLocks noChangeArrowheads="1"/>
              </p:cNvSpPr>
              <p:nvPr/>
            </p:nvSpPr>
            <p:spPr bwMode="auto">
              <a:xfrm>
                <a:off x="4579938" y="6270625"/>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1" name="Freeform 205">
                <a:extLst>
                  <a:ext uri="{FF2B5EF4-FFF2-40B4-BE49-F238E27FC236}">
                    <a16:creationId xmlns:a16="http://schemas.microsoft.com/office/drawing/2014/main" id="{08D5B182-43DF-8301-053F-255DFE90CE72}"/>
                  </a:ext>
                </a:extLst>
              </p:cNvPr>
              <p:cNvSpPr>
                <a:spLocks noChangeArrowheads="1"/>
              </p:cNvSpPr>
              <p:nvPr/>
            </p:nvSpPr>
            <p:spPr bwMode="auto">
              <a:xfrm>
                <a:off x="4240213" y="627062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8"/>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20" name="Freeform 206">
              <a:extLst>
                <a:ext uri="{FF2B5EF4-FFF2-40B4-BE49-F238E27FC236}">
                  <a16:creationId xmlns:a16="http://schemas.microsoft.com/office/drawing/2014/main" id="{F4BA3148-805E-A697-3C89-4E8553000BF7}"/>
                </a:ext>
              </a:extLst>
            </p:cNvPr>
            <p:cNvSpPr>
              <a:spLocks noChangeArrowheads="1"/>
            </p:cNvSpPr>
            <p:nvPr/>
          </p:nvSpPr>
          <p:spPr bwMode="auto">
            <a:xfrm>
              <a:off x="4860925" y="6211888"/>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21" name="Group 220">
              <a:extLst>
                <a:ext uri="{FF2B5EF4-FFF2-40B4-BE49-F238E27FC236}">
                  <a16:creationId xmlns:a16="http://schemas.microsoft.com/office/drawing/2014/main" id="{C163A6F5-16D4-CD31-13F6-E9EB65B54533}"/>
                </a:ext>
              </a:extLst>
            </p:cNvPr>
            <p:cNvGrpSpPr/>
            <p:nvPr/>
          </p:nvGrpSpPr>
          <p:grpSpPr>
            <a:xfrm>
              <a:off x="5002213" y="6229350"/>
              <a:ext cx="511175" cy="160338"/>
              <a:chOff x="5002213" y="6229350"/>
              <a:chExt cx="511175" cy="160338"/>
            </a:xfrm>
            <a:grpFill/>
          </p:grpSpPr>
          <p:sp>
            <p:nvSpPr>
              <p:cNvPr id="222" name="Freeform 207">
                <a:extLst>
                  <a:ext uri="{FF2B5EF4-FFF2-40B4-BE49-F238E27FC236}">
                    <a16:creationId xmlns:a16="http://schemas.microsoft.com/office/drawing/2014/main" id="{B1C8A723-2A36-F02A-2159-8384FBEC7189}"/>
                  </a:ext>
                </a:extLst>
              </p:cNvPr>
              <p:cNvSpPr>
                <a:spLocks noChangeArrowheads="1"/>
              </p:cNvSpPr>
              <p:nvPr/>
            </p:nvSpPr>
            <p:spPr bwMode="auto">
              <a:xfrm>
                <a:off x="5002213" y="6248400"/>
                <a:ext cx="307975" cy="122238"/>
              </a:xfrm>
              <a:custGeom>
                <a:avLst/>
                <a:gdLst>
                  <a:gd name="T0" fmla="*/ 69 w 857"/>
                  <a:gd name="T1" fmla="*/ 161 h 341"/>
                  <a:gd name="T2" fmla="*/ 254 w 857"/>
                  <a:gd name="T3" fmla="*/ 161 h 341"/>
                  <a:gd name="T4" fmla="*/ 334 w 857"/>
                  <a:gd name="T5" fmla="*/ 298 h 341"/>
                  <a:gd name="T6" fmla="*/ 294 w 857"/>
                  <a:gd name="T7" fmla="*/ 251 h 341"/>
                  <a:gd name="T8" fmla="*/ 162 w 857"/>
                  <a:gd name="T9" fmla="*/ 0 h 341"/>
                  <a:gd name="T10" fmla="*/ 162 w 857"/>
                  <a:gd name="T11" fmla="*/ 323 h 341"/>
                  <a:gd name="T12" fmla="*/ 292 w 857"/>
                  <a:gd name="T13" fmla="*/ 334 h 341"/>
                  <a:gd name="T14" fmla="*/ 334 w 857"/>
                  <a:gd name="T15" fmla="*/ 298 h 341"/>
                  <a:gd name="T16" fmla="*/ 432 w 857"/>
                  <a:gd name="T17" fmla="*/ 0 h 341"/>
                  <a:gd name="T18" fmla="*/ 373 w 857"/>
                  <a:gd name="T19" fmla="*/ 10 h 341"/>
                  <a:gd name="T20" fmla="*/ 383 w 857"/>
                  <a:gd name="T21" fmla="*/ 322 h 341"/>
                  <a:gd name="T22" fmla="*/ 443 w 857"/>
                  <a:gd name="T23" fmla="*/ 311 h 341"/>
                  <a:gd name="T24" fmla="*/ 562 w 857"/>
                  <a:gd name="T25" fmla="*/ 10 h 341"/>
                  <a:gd name="T26" fmla="*/ 504 w 857"/>
                  <a:gd name="T27" fmla="*/ 0 h 341"/>
                  <a:gd name="T28" fmla="*/ 494 w 857"/>
                  <a:gd name="T29" fmla="*/ 42 h 341"/>
                  <a:gd name="T30" fmla="*/ 551 w 857"/>
                  <a:gd name="T31" fmla="*/ 52 h 341"/>
                  <a:gd name="T32" fmla="*/ 562 w 857"/>
                  <a:gd name="T33" fmla="*/ 10 h 341"/>
                  <a:gd name="T34" fmla="*/ 553 w 857"/>
                  <a:gd name="T35" fmla="*/ 83 h 341"/>
                  <a:gd name="T36" fmla="*/ 496 w 857"/>
                  <a:gd name="T37" fmla="*/ 94 h 341"/>
                  <a:gd name="T38" fmla="*/ 506 w 857"/>
                  <a:gd name="T39" fmla="*/ 322 h 341"/>
                  <a:gd name="T40" fmla="*/ 564 w 857"/>
                  <a:gd name="T41" fmla="*/ 311 h 341"/>
                  <a:gd name="T42" fmla="*/ 767 w 857"/>
                  <a:gd name="T43" fmla="*/ 179 h 341"/>
                  <a:gd name="T44" fmla="*/ 837 w 857"/>
                  <a:gd name="T45" fmla="*/ 92 h 341"/>
                  <a:gd name="T46" fmla="*/ 772 w 857"/>
                  <a:gd name="T47" fmla="*/ 84 h 341"/>
                  <a:gd name="T48" fmla="*/ 692 w 857"/>
                  <a:gd name="T49" fmla="*/ 158 h 341"/>
                  <a:gd name="T50" fmla="*/ 684 w 857"/>
                  <a:gd name="T51" fmla="*/ 10 h 341"/>
                  <a:gd name="T52" fmla="*/ 626 w 857"/>
                  <a:gd name="T53" fmla="*/ 0 h 341"/>
                  <a:gd name="T54" fmla="*/ 616 w 857"/>
                  <a:gd name="T55" fmla="*/ 312 h 341"/>
                  <a:gd name="T56" fmla="*/ 673 w 857"/>
                  <a:gd name="T57" fmla="*/ 323 h 341"/>
                  <a:gd name="T58" fmla="*/ 684 w 857"/>
                  <a:gd name="T59" fmla="*/ 260 h 341"/>
                  <a:gd name="T60" fmla="*/ 714 w 857"/>
                  <a:gd name="T61" fmla="*/ 221 h 341"/>
                  <a:gd name="T62" fmla="*/ 787 w 857"/>
                  <a:gd name="T63" fmla="*/ 324 h 341"/>
                  <a:gd name="T64" fmla="*/ 851 w 857"/>
                  <a:gd name="T65" fmla="*/ 314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57" h="341">
                    <a:moveTo>
                      <a:pt x="162" y="255"/>
                    </a:moveTo>
                    <a:cubicBezTo>
                      <a:pt x="110" y="255"/>
                      <a:pt x="69" y="213"/>
                      <a:pt x="69" y="161"/>
                    </a:cubicBezTo>
                    <a:cubicBezTo>
                      <a:pt x="69" y="110"/>
                      <a:pt x="110" y="68"/>
                      <a:pt x="162" y="68"/>
                    </a:cubicBezTo>
                    <a:cubicBezTo>
                      <a:pt x="213" y="68"/>
                      <a:pt x="254" y="110"/>
                      <a:pt x="254" y="161"/>
                    </a:cubicBezTo>
                    <a:cubicBezTo>
                      <a:pt x="254" y="213"/>
                      <a:pt x="213" y="255"/>
                      <a:pt x="162" y="255"/>
                    </a:cubicBezTo>
                    <a:close/>
                    <a:moveTo>
                      <a:pt x="334" y="298"/>
                    </a:moveTo>
                    <a:cubicBezTo>
                      <a:pt x="334" y="298"/>
                      <a:pt x="340" y="291"/>
                      <a:pt x="333" y="286"/>
                    </a:cubicBezTo>
                    <a:lnTo>
                      <a:pt x="294" y="251"/>
                    </a:lnTo>
                    <a:cubicBezTo>
                      <a:pt x="312" y="226"/>
                      <a:pt x="322" y="195"/>
                      <a:pt x="322" y="161"/>
                    </a:cubicBezTo>
                    <a:cubicBezTo>
                      <a:pt x="322" y="73"/>
                      <a:pt x="250" y="0"/>
                      <a:pt x="162" y="0"/>
                    </a:cubicBezTo>
                    <a:cubicBezTo>
                      <a:pt x="73" y="0"/>
                      <a:pt x="0" y="73"/>
                      <a:pt x="0" y="161"/>
                    </a:cubicBezTo>
                    <a:cubicBezTo>
                      <a:pt x="0" y="250"/>
                      <a:pt x="73" y="323"/>
                      <a:pt x="162" y="323"/>
                    </a:cubicBezTo>
                    <a:cubicBezTo>
                      <a:pt x="195" y="323"/>
                      <a:pt x="225" y="313"/>
                      <a:pt x="249" y="296"/>
                    </a:cubicBezTo>
                    <a:lnTo>
                      <a:pt x="292" y="334"/>
                    </a:lnTo>
                    <a:cubicBezTo>
                      <a:pt x="292" y="334"/>
                      <a:pt x="300" y="340"/>
                      <a:pt x="305" y="333"/>
                    </a:cubicBezTo>
                    <a:lnTo>
                      <a:pt x="334" y="298"/>
                    </a:lnTo>
                    <a:close/>
                    <a:moveTo>
                      <a:pt x="443" y="10"/>
                    </a:moveTo>
                    <a:cubicBezTo>
                      <a:pt x="443" y="0"/>
                      <a:pt x="432" y="0"/>
                      <a:pt x="432" y="0"/>
                    </a:cubicBezTo>
                    <a:lnTo>
                      <a:pt x="383" y="0"/>
                    </a:lnTo>
                    <a:cubicBezTo>
                      <a:pt x="373" y="0"/>
                      <a:pt x="373" y="10"/>
                      <a:pt x="373" y="10"/>
                    </a:cubicBezTo>
                    <a:lnTo>
                      <a:pt x="373" y="311"/>
                    </a:lnTo>
                    <a:cubicBezTo>
                      <a:pt x="373" y="322"/>
                      <a:pt x="383" y="322"/>
                      <a:pt x="383" y="322"/>
                    </a:cubicBezTo>
                    <a:lnTo>
                      <a:pt x="431" y="322"/>
                    </a:lnTo>
                    <a:cubicBezTo>
                      <a:pt x="443" y="323"/>
                      <a:pt x="443" y="311"/>
                      <a:pt x="443" y="311"/>
                    </a:cubicBezTo>
                    <a:lnTo>
                      <a:pt x="443" y="10"/>
                    </a:lnTo>
                    <a:close/>
                    <a:moveTo>
                      <a:pt x="562" y="10"/>
                    </a:moveTo>
                    <a:cubicBezTo>
                      <a:pt x="562" y="10"/>
                      <a:pt x="562" y="0"/>
                      <a:pt x="551" y="0"/>
                    </a:cubicBezTo>
                    <a:lnTo>
                      <a:pt x="504" y="0"/>
                    </a:lnTo>
                    <a:cubicBezTo>
                      <a:pt x="504" y="0"/>
                      <a:pt x="494" y="0"/>
                      <a:pt x="494" y="10"/>
                    </a:cubicBezTo>
                    <a:lnTo>
                      <a:pt x="494" y="42"/>
                    </a:lnTo>
                    <a:cubicBezTo>
                      <a:pt x="494" y="42"/>
                      <a:pt x="494" y="52"/>
                      <a:pt x="504" y="52"/>
                    </a:cubicBezTo>
                    <a:lnTo>
                      <a:pt x="551" y="52"/>
                    </a:lnTo>
                    <a:cubicBezTo>
                      <a:pt x="551" y="52"/>
                      <a:pt x="562" y="52"/>
                      <a:pt x="562" y="42"/>
                    </a:cubicBezTo>
                    <a:lnTo>
                      <a:pt x="562" y="10"/>
                    </a:lnTo>
                    <a:close/>
                    <a:moveTo>
                      <a:pt x="564" y="94"/>
                    </a:moveTo>
                    <a:cubicBezTo>
                      <a:pt x="564" y="83"/>
                      <a:pt x="553" y="83"/>
                      <a:pt x="553" y="83"/>
                    </a:cubicBezTo>
                    <a:lnTo>
                      <a:pt x="506" y="83"/>
                    </a:lnTo>
                    <a:cubicBezTo>
                      <a:pt x="496" y="83"/>
                      <a:pt x="496" y="94"/>
                      <a:pt x="496" y="94"/>
                    </a:cubicBezTo>
                    <a:lnTo>
                      <a:pt x="496" y="311"/>
                    </a:lnTo>
                    <a:cubicBezTo>
                      <a:pt x="496" y="322"/>
                      <a:pt x="506" y="322"/>
                      <a:pt x="506" y="322"/>
                    </a:cubicBezTo>
                    <a:lnTo>
                      <a:pt x="553" y="322"/>
                    </a:lnTo>
                    <a:cubicBezTo>
                      <a:pt x="564" y="323"/>
                      <a:pt x="564" y="311"/>
                      <a:pt x="564" y="311"/>
                    </a:cubicBezTo>
                    <a:lnTo>
                      <a:pt x="564" y="94"/>
                    </a:lnTo>
                    <a:close/>
                    <a:moveTo>
                      <a:pt x="767" y="179"/>
                    </a:moveTo>
                    <a:cubicBezTo>
                      <a:pt x="762" y="169"/>
                      <a:pt x="770" y="161"/>
                      <a:pt x="770" y="161"/>
                    </a:cubicBezTo>
                    <a:lnTo>
                      <a:pt x="837" y="92"/>
                    </a:lnTo>
                    <a:cubicBezTo>
                      <a:pt x="845" y="84"/>
                      <a:pt x="834" y="84"/>
                      <a:pt x="834" y="84"/>
                    </a:cubicBezTo>
                    <a:lnTo>
                      <a:pt x="772" y="84"/>
                    </a:lnTo>
                    <a:cubicBezTo>
                      <a:pt x="761" y="84"/>
                      <a:pt x="754" y="92"/>
                      <a:pt x="754" y="92"/>
                    </a:cubicBezTo>
                    <a:lnTo>
                      <a:pt x="692" y="158"/>
                    </a:lnTo>
                    <a:cubicBezTo>
                      <a:pt x="684" y="166"/>
                      <a:pt x="684" y="155"/>
                      <a:pt x="684" y="155"/>
                    </a:cubicBezTo>
                    <a:lnTo>
                      <a:pt x="684" y="10"/>
                    </a:lnTo>
                    <a:cubicBezTo>
                      <a:pt x="684" y="0"/>
                      <a:pt x="673" y="0"/>
                      <a:pt x="673" y="0"/>
                    </a:cubicBezTo>
                    <a:lnTo>
                      <a:pt x="626" y="0"/>
                    </a:lnTo>
                    <a:cubicBezTo>
                      <a:pt x="616" y="0"/>
                      <a:pt x="616" y="10"/>
                      <a:pt x="616" y="10"/>
                    </a:cubicBezTo>
                    <a:lnTo>
                      <a:pt x="616" y="312"/>
                    </a:lnTo>
                    <a:cubicBezTo>
                      <a:pt x="616" y="323"/>
                      <a:pt x="626" y="323"/>
                      <a:pt x="626" y="323"/>
                    </a:cubicBezTo>
                    <a:lnTo>
                      <a:pt x="673" y="323"/>
                    </a:lnTo>
                    <a:cubicBezTo>
                      <a:pt x="684" y="323"/>
                      <a:pt x="684" y="312"/>
                      <a:pt x="684" y="312"/>
                    </a:cubicBezTo>
                    <a:lnTo>
                      <a:pt x="684" y="260"/>
                    </a:lnTo>
                    <a:cubicBezTo>
                      <a:pt x="684" y="249"/>
                      <a:pt x="692" y="242"/>
                      <a:pt x="692" y="242"/>
                    </a:cubicBezTo>
                    <a:lnTo>
                      <a:pt x="714" y="221"/>
                    </a:lnTo>
                    <a:lnTo>
                      <a:pt x="770" y="314"/>
                    </a:lnTo>
                    <a:cubicBezTo>
                      <a:pt x="775" y="324"/>
                      <a:pt x="787" y="324"/>
                      <a:pt x="787" y="324"/>
                    </a:cubicBezTo>
                    <a:lnTo>
                      <a:pt x="846" y="324"/>
                    </a:lnTo>
                    <a:cubicBezTo>
                      <a:pt x="856" y="324"/>
                      <a:pt x="851" y="314"/>
                      <a:pt x="851" y="314"/>
                    </a:cubicBezTo>
                    <a:lnTo>
                      <a:pt x="767" y="1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3" name="Freeform 208">
                <a:extLst>
                  <a:ext uri="{FF2B5EF4-FFF2-40B4-BE49-F238E27FC236}">
                    <a16:creationId xmlns:a16="http://schemas.microsoft.com/office/drawing/2014/main" id="{703480A4-2E7B-4F36-0291-2DE121C5422C}"/>
                  </a:ext>
                </a:extLst>
              </p:cNvPr>
              <p:cNvSpPr>
                <a:spLocks noChangeArrowheads="1"/>
              </p:cNvSpPr>
              <p:nvPr/>
            </p:nvSpPr>
            <p:spPr bwMode="auto">
              <a:xfrm>
                <a:off x="5337175" y="6229350"/>
                <a:ext cx="165100" cy="160338"/>
              </a:xfrm>
              <a:custGeom>
                <a:avLst/>
                <a:gdLst>
                  <a:gd name="T0" fmla="*/ 211 w 459"/>
                  <a:gd name="T1" fmla="*/ 341 h 445"/>
                  <a:gd name="T2" fmla="*/ 82 w 459"/>
                  <a:gd name="T3" fmla="*/ 211 h 445"/>
                  <a:gd name="T4" fmla="*/ 211 w 459"/>
                  <a:gd name="T5" fmla="*/ 82 h 445"/>
                  <a:gd name="T6" fmla="*/ 341 w 459"/>
                  <a:gd name="T7" fmla="*/ 211 h 445"/>
                  <a:gd name="T8" fmla="*/ 211 w 459"/>
                  <a:gd name="T9" fmla="*/ 341 h 445"/>
                  <a:gd name="T10" fmla="*/ 390 w 459"/>
                  <a:gd name="T11" fmla="*/ 324 h 445"/>
                  <a:gd name="T12" fmla="*/ 422 w 459"/>
                  <a:gd name="T13" fmla="*/ 211 h 445"/>
                  <a:gd name="T14" fmla="*/ 211 w 459"/>
                  <a:gd name="T15" fmla="*/ 0 h 445"/>
                  <a:gd name="T16" fmla="*/ 0 w 459"/>
                  <a:gd name="T17" fmla="*/ 211 h 445"/>
                  <a:gd name="T18" fmla="*/ 211 w 459"/>
                  <a:gd name="T19" fmla="*/ 422 h 445"/>
                  <a:gd name="T20" fmla="*/ 332 w 459"/>
                  <a:gd name="T21" fmla="*/ 384 h 445"/>
                  <a:gd name="T22" fmla="*/ 395 w 459"/>
                  <a:gd name="T23" fmla="*/ 436 h 445"/>
                  <a:gd name="T24" fmla="*/ 412 w 459"/>
                  <a:gd name="T25" fmla="*/ 435 h 445"/>
                  <a:gd name="T26" fmla="*/ 450 w 459"/>
                  <a:gd name="T27" fmla="*/ 390 h 445"/>
                  <a:gd name="T28" fmla="*/ 449 w 459"/>
                  <a:gd name="T29" fmla="*/ 373 h 445"/>
                  <a:gd name="T30" fmla="*/ 390 w 459"/>
                  <a:gd name="T31" fmla="*/ 324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9" h="445">
                    <a:moveTo>
                      <a:pt x="211" y="341"/>
                    </a:moveTo>
                    <a:cubicBezTo>
                      <a:pt x="139" y="341"/>
                      <a:pt x="82" y="283"/>
                      <a:pt x="82" y="211"/>
                    </a:cubicBezTo>
                    <a:cubicBezTo>
                      <a:pt x="82" y="140"/>
                      <a:pt x="139" y="82"/>
                      <a:pt x="211" y="82"/>
                    </a:cubicBezTo>
                    <a:cubicBezTo>
                      <a:pt x="283" y="82"/>
                      <a:pt x="341" y="140"/>
                      <a:pt x="341" y="211"/>
                    </a:cubicBezTo>
                    <a:cubicBezTo>
                      <a:pt x="341" y="283"/>
                      <a:pt x="283" y="341"/>
                      <a:pt x="211" y="341"/>
                    </a:cubicBezTo>
                    <a:close/>
                    <a:moveTo>
                      <a:pt x="390" y="324"/>
                    </a:moveTo>
                    <a:cubicBezTo>
                      <a:pt x="410" y="292"/>
                      <a:pt x="422" y="253"/>
                      <a:pt x="422" y="211"/>
                    </a:cubicBezTo>
                    <a:cubicBezTo>
                      <a:pt x="422" y="95"/>
                      <a:pt x="328" y="0"/>
                      <a:pt x="211" y="0"/>
                    </a:cubicBezTo>
                    <a:cubicBezTo>
                      <a:pt x="95" y="0"/>
                      <a:pt x="0" y="95"/>
                      <a:pt x="0" y="211"/>
                    </a:cubicBezTo>
                    <a:cubicBezTo>
                      <a:pt x="0" y="328"/>
                      <a:pt x="95" y="422"/>
                      <a:pt x="211" y="422"/>
                    </a:cubicBezTo>
                    <a:cubicBezTo>
                      <a:pt x="256" y="422"/>
                      <a:pt x="298" y="408"/>
                      <a:pt x="332" y="384"/>
                    </a:cubicBezTo>
                    <a:lnTo>
                      <a:pt x="395" y="436"/>
                    </a:lnTo>
                    <a:cubicBezTo>
                      <a:pt x="395" y="436"/>
                      <a:pt x="405" y="444"/>
                      <a:pt x="412" y="435"/>
                    </a:cubicBezTo>
                    <a:lnTo>
                      <a:pt x="450" y="390"/>
                    </a:lnTo>
                    <a:cubicBezTo>
                      <a:pt x="450" y="390"/>
                      <a:pt x="458" y="380"/>
                      <a:pt x="449" y="373"/>
                    </a:cubicBezTo>
                    <a:lnTo>
                      <a:pt x="390" y="32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4" name="Freeform 209">
                <a:extLst>
                  <a:ext uri="{FF2B5EF4-FFF2-40B4-BE49-F238E27FC236}">
                    <a16:creationId xmlns:a16="http://schemas.microsoft.com/office/drawing/2014/main" id="{4E2A631B-3783-A647-7F2F-B4154BC49E92}"/>
                  </a:ext>
                </a:extLst>
              </p:cNvPr>
              <p:cNvSpPr>
                <a:spLocks noChangeArrowheads="1"/>
              </p:cNvSpPr>
              <p:nvPr/>
            </p:nvSpPr>
            <p:spPr bwMode="auto">
              <a:xfrm>
                <a:off x="5384800" y="6275388"/>
                <a:ext cx="60325" cy="60325"/>
              </a:xfrm>
              <a:custGeom>
                <a:avLst/>
                <a:gdLst>
                  <a:gd name="T0" fmla="*/ 83 w 168"/>
                  <a:gd name="T1" fmla="*/ 0 h 168"/>
                  <a:gd name="T2" fmla="*/ 167 w 168"/>
                  <a:gd name="T3" fmla="*/ 83 h 168"/>
                  <a:gd name="T4" fmla="*/ 83 w 168"/>
                  <a:gd name="T5" fmla="*/ 167 h 168"/>
                  <a:gd name="T6" fmla="*/ 0 w 168"/>
                  <a:gd name="T7" fmla="*/ 83 h 168"/>
                  <a:gd name="T8" fmla="*/ 83 w 168"/>
                  <a:gd name="T9" fmla="*/ 0 h 168"/>
                </a:gdLst>
                <a:ahLst/>
                <a:cxnLst>
                  <a:cxn ang="0">
                    <a:pos x="T0" y="T1"/>
                  </a:cxn>
                  <a:cxn ang="0">
                    <a:pos x="T2" y="T3"/>
                  </a:cxn>
                  <a:cxn ang="0">
                    <a:pos x="T4" y="T5"/>
                  </a:cxn>
                  <a:cxn ang="0">
                    <a:pos x="T6" y="T7"/>
                  </a:cxn>
                  <a:cxn ang="0">
                    <a:pos x="T8" y="T9"/>
                  </a:cxn>
                </a:cxnLst>
                <a:rect l="0" t="0" r="r" b="b"/>
                <a:pathLst>
                  <a:path w="168" h="168">
                    <a:moveTo>
                      <a:pt x="83" y="0"/>
                    </a:moveTo>
                    <a:cubicBezTo>
                      <a:pt x="129" y="0"/>
                      <a:pt x="167" y="37"/>
                      <a:pt x="167" y="83"/>
                    </a:cubicBezTo>
                    <a:cubicBezTo>
                      <a:pt x="167" y="129"/>
                      <a:pt x="129" y="167"/>
                      <a:pt x="83" y="167"/>
                    </a:cubicBezTo>
                    <a:cubicBezTo>
                      <a:pt x="36" y="166"/>
                      <a:pt x="0" y="129"/>
                      <a:pt x="0" y="83"/>
                    </a:cubicBezTo>
                    <a:cubicBezTo>
                      <a:pt x="0" y="37"/>
                      <a:pt x="37" y="0"/>
                      <a:pt x="83"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5" name="Freeform 210">
                <a:extLst>
                  <a:ext uri="{FF2B5EF4-FFF2-40B4-BE49-F238E27FC236}">
                    <a16:creationId xmlns:a16="http://schemas.microsoft.com/office/drawing/2014/main" id="{78294542-078E-F69B-BEAD-904C7836AC44}"/>
                  </a:ext>
                </a:extLst>
              </p:cNvPr>
              <p:cNvSpPr>
                <a:spLocks noChangeArrowheads="1"/>
              </p:cNvSpPr>
              <p:nvPr/>
            </p:nvSpPr>
            <p:spPr bwMode="auto">
              <a:xfrm>
                <a:off x="5497513" y="6245225"/>
                <a:ext cx="15875" cy="15875"/>
              </a:xfrm>
              <a:custGeom>
                <a:avLst/>
                <a:gdLst>
                  <a:gd name="T0" fmla="*/ 15 w 42"/>
                  <a:gd name="T1" fmla="*/ 20 h 42"/>
                  <a:gd name="T2" fmla="*/ 21 w 42"/>
                  <a:gd name="T3" fmla="*/ 20 h 42"/>
                  <a:gd name="T4" fmla="*/ 26 w 42"/>
                  <a:gd name="T5" fmla="*/ 15 h 42"/>
                  <a:gd name="T6" fmla="*/ 21 w 42"/>
                  <a:gd name="T7" fmla="*/ 11 h 42"/>
                  <a:gd name="T8" fmla="*/ 15 w 42"/>
                  <a:gd name="T9" fmla="*/ 11 h 42"/>
                  <a:gd name="T10" fmla="*/ 15 w 42"/>
                  <a:gd name="T11" fmla="*/ 20 h 42"/>
                  <a:gd name="T12" fmla="*/ 15 w 42"/>
                  <a:gd name="T13" fmla="*/ 33 h 42"/>
                  <a:gd name="T14" fmla="*/ 12 w 42"/>
                  <a:gd name="T15" fmla="*/ 33 h 42"/>
                  <a:gd name="T16" fmla="*/ 12 w 42"/>
                  <a:gd name="T17" fmla="*/ 8 h 42"/>
                  <a:gd name="T18" fmla="*/ 21 w 42"/>
                  <a:gd name="T19" fmla="*/ 8 h 42"/>
                  <a:gd name="T20" fmla="*/ 28 w 42"/>
                  <a:gd name="T21" fmla="*/ 14 h 42"/>
                  <a:gd name="T22" fmla="*/ 23 w 42"/>
                  <a:gd name="T23" fmla="*/ 21 h 42"/>
                  <a:gd name="T24" fmla="*/ 29 w 42"/>
                  <a:gd name="T25" fmla="*/ 32 h 42"/>
                  <a:gd name="T26" fmla="*/ 26 w 42"/>
                  <a:gd name="T27" fmla="*/ 32 h 42"/>
                  <a:gd name="T28" fmla="*/ 20 w 42"/>
                  <a:gd name="T29" fmla="*/ 21 h 42"/>
                  <a:gd name="T30" fmla="*/ 15 w 42"/>
                  <a:gd name="T31" fmla="*/ 21 h 42"/>
                  <a:gd name="T32" fmla="*/ 15 w 42"/>
                  <a:gd name="T33" fmla="*/ 33 h 42"/>
                  <a:gd name="T34" fmla="*/ 4 w 42"/>
                  <a:gd name="T35" fmla="*/ 21 h 42"/>
                  <a:gd name="T36" fmla="*/ 21 w 42"/>
                  <a:gd name="T37" fmla="*/ 38 h 42"/>
                  <a:gd name="T38" fmla="*/ 38 w 42"/>
                  <a:gd name="T39" fmla="*/ 21 h 42"/>
                  <a:gd name="T40" fmla="*/ 21 w 42"/>
                  <a:gd name="T41" fmla="*/ 4 h 42"/>
                  <a:gd name="T42" fmla="*/ 4 w 42"/>
                  <a:gd name="T43" fmla="*/ 21 h 42"/>
                  <a:gd name="T44" fmla="*/ 21 w 42"/>
                  <a:gd name="T45" fmla="*/ 0 h 42"/>
                  <a:gd name="T46" fmla="*/ 41 w 42"/>
                  <a:gd name="T47" fmla="*/ 21 h 42"/>
                  <a:gd name="T48" fmla="*/ 21 w 42"/>
                  <a:gd name="T49" fmla="*/ 41 h 42"/>
                  <a:gd name="T50" fmla="*/ 0 w 42"/>
                  <a:gd name="T51" fmla="*/ 21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15" y="20"/>
                    </a:moveTo>
                    <a:lnTo>
                      <a:pt x="21" y="20"/>
                    </a:lnTo>
                    <a:cubicBezTo>
                      <a:pt x="24" y="20"/>
                      <a:pt x="26" y="19"/>
                      <a:pt x="26" y="15"/>
                    </a:cubicBezTo>
                    <a:cubicBezTo>
                      <a:pt x="26" y="12"/>
                      <a:pt x="24" y="11"/>
                      <a:pt x="21" y="11"/>
                    </a:cubicBezTo>
                    <a:lnTo>
                      <a:pt x="15" y="11"/>
                    </a:lnTo>
                    <a:lnTo>
                      <a:pt x="15" y="20"/>
                    </a:lnTo>
                    <a:close/>
                    <a:moveTo>
                      <a:pt x="15" y="33"/>
                    </a:moveTo>
                    <a:lnTo>
                      <a:pt x="12" y="33"/>
                    </a:lnTo>
                    <a:lnTo>
                      <a:pt x="12" y="8"/>
                    </a:lnTo>
                    <a:lnTo>
                      <a:pt x="21" y="8"/>
                    </a:lnTo>
                    <a:cubicBezTo>
                      <a:pt x="25" y="8"/>
                      <a:pt x="28" y="10"/>
                      <a:pt x="28" y="14"/>
                    </a:cubicBezTo>
                    <a:cubicBezTo>
                      <a:pt x="28" y="19"/>
                      <a:pt x="26" y="21"/>
                      <a:pt x="23" y="21"/>
                    </a:cubicBezTo>
                    <a:lnTo>
                      <a:pt x="29" y="32"/>
                    </a:lnTo>
                    <a:lnTo>
                      <a:pt x="26" y="32"/>
                    </a:lnTo>
                    <a:lnTo>
                      <a:pt x="20" y="21"/>
                    </a:lnTo>
                    <a:lnTo>
                      <a:pt x="15" y="21"/>
                    </a:lnTo>
                    <a:lnTo>
                      <a:pt x="15" y="33"/>
                    </a:lnTo>
                    <a:close/>
                    <a:moveTo>
                      <a:pt x="4" y="21"/>
                    </a:moveTo>
                    <a:cubicBezTo>
                      <a:pt x="4" y="30"/>
                      <a:pt x="12" y="38"/>
                      <a:pt x="21" y="38"/>
                    </a:cubicBezTo>
                    <a:cubicBezTo>
                      <a:pt x="31" y="38"/>
                      <a:pt x="38" y="30"/>
                      <a:pt x="38" y="21"/>
                    </a:cubicBezTo>
                    <a:cubicBezTo>
                      <a:pt x="37" y="11"/>
                      <a:pt x="31" y="4"/>
                      <a:pt x="21" y="4"/>
                    </a:cubicBezTo>
                    <a:cubicBezTo>
                      <a:pt x="12" y="4"/>
                      <a:pt x="4" y="11"/>
                      <a:pt x="4" y="21"/>
                    </a:cubicBezTo>
                    <a:close/>
                    <a:moveTo>
                      <a:pt x="21" y="0"/>
                    </a:moveTo>
                    <a:cubicBezTo>
                      <a:pt x="32" y="0"/>
                      <a:pt x="41" y="10"/>
                      <a:pt x="41" y="21"/>
                    </a:cubicBezTo>
                    <a:cubicBezTo>
                      <a:pt x="41" y="32"/>
                      <a:pt x="33" y="41"/>
                      <a:pt x="21" y="41"/>
                    </a:cubicBezTo>
                    <a:cubicBezTo>
                      <a:pt x="10" y="41"/>
                      <a:pt x="0" y="32"/>
                      <a:pt x="0" y="21"/>
                    </a:cubicBezTo>
                    <a:cubicBezTo>
                      <a:pt x="0" y="10"/>
                      <a:pt x="11" y="0"/>
                      <a:pt x="21"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32" name="Group 231">
            <a:extLst>
              <a:ext uri="{FF2B5EF4-FFF2-40B4-BE49-F238E27FC236}">
                <a16:creationId xmlns:a16="http://schemas.microsoft.com/office/drawing/2014/main" id="{8E3CACF1-1804-A415-DD9E-4956677A7B92}"/>
              </a:ext>
            </a:extLst>
          </p:cNvPr>
          <p:cNvGrpSpPr/>
          <p:nvPr/>
        </p:nvGrpSpPr>
        <p:grpSpPr>
          <a:xfrm>
            <a:off x="1288045" y="5623415"/>
            <a:ext cx="2320156" cy="300691"/>
            <a:chOff x="3522663" y="2286000"/>
            <a:chExt cx="3883025" cy="503238"/>
          </a:xfrm>
          <a:solidFill>
            <a:schemeClr val="tx1"/>
          </a:solidFill>
        </p:grpSpPr>
        <p:grpSp>
          <p:nvGrpSpPr>
            <p:cNvPr id="233" name="Group 232">
              <a:extLst>
                <a:ext uri="{FF2B5EF4-FFF2-40B4-BE49-F238E27FC236}">
                  <a16:creationId xmlns:a16="http://schemas.microsoft.com/office/drawing/2014/main" id="{44D6F6CD-FC9B-F03C-796B-C1374A60A5A6}"/>
                </a:ext>
              </a:extLst>
            </p:cNvPr>
            <p:cNvGrpSpPr/>
            <p:nvPr/>
          </p:nvGrpSpPr>
          <p:grpSpPr>
            <a:xfrm>
              <a:off x="3522663" y="2352675"/>
              <a:ext cx="1277937" cy="333375"/>
              <a:chOff x="3522663" y="2352675"/>
              <a:chExt cx="1277937" cy="333375"/>
            </a:xfrm>
            <a:grpFill/>
          </p:grpSpPr>
          <p:sp>
            <p:nvSpPr>
              <p:cNvPr id="248" name="Freeform 1">
                <a:extLst>
                  <a:ext uri="{FF2B5EF4-FFF2-40B4-BE49-F238E27FC236}">
                    <a16:creationId xmlns:a16="http://schemas.microsoft.com/office/drawing/2014/main" id="{89FC7F75-C75E-2514-DADA-16F2B5507A1F}"/>
                  </a:ext>
                </a:extLst>
              </p:cNvPr>
              <p:cNvSpPr>
                <a:spLocks noChangeArrowheads="1"/>
              </p:cNvSpPr>
              <p:nvPr/>
            </p:nvSpPr>
            <p:spPr bwMode="auto">
              <a:xfrm>
                <a:off x="3756025" y="2352675"/>
                <a:ext cx="65088" cy="325438"/>
              </a:xfrm>
              <a:custGeom>
                <a:avLst/>
                <a:gdLst>
                  <a:gd name="T0" fmla="*/ 71 w 179"/>
                  <a:gd name="T1" fmla="*/ 901 h 902"/>
                  <a:gd name="T2" fmla="*/ 175 w 179"/>
                  <a:gd name="T3" fmla="*/ 901 h 902"/>
                  <a:gd name="T4" fmla="*/ 178 w 179"/>
                  <a:gd name="T5" fmla="*/ 0 h 902"/>
                  <a:gd name="T6" fmla="*/ 3 w 179"/>
                  <a:gd name="T7" fmla="*/ 0 h 902"/>
                  <a:gd name="T8" fmla="*/ 0 w 179"/>
                  <a:gd name="T9" fmla="*/ 831 h 902"/>
                  <a:gd name="T10" fmla="*/ 71 w 179"/>
                  <a:gd name="T11" fmla="*/ 901 h 902"/>
                </a:gdLst>
                <a:ahLst/>
                <a:cxnLst>
                  <a:cxn ang="0">
                    <a:pos x="T0" y="T1"/>
                  </a:cxn>
                  <a:cxn ang="0">
                    <a:pos x="T2" y="T3"/>
                  </a:cxn>
                  <a:cxn ang="0">
                    <a:pos x="T4" y="T5"/>
                  </a:cxn>
                  <a:cxn ang="0">
                    <a:pos x="T6" y="T7"/>
                  </a:cxn>
                  <a:cxn ang="0">
                    <a:pos x="T8" y="T9"/>
                  </a:cxn>
                  <a:cxn ang="0">
                    <a:pos x="T10" y="T11"/>
                  </a:cxn>
                </a:cxnLst>
                <a:rect l="0" t="0" r="r" b="b"/>
                <a:pathLst>
                  <a:path w="179" h="902">
                    <a:moveTo>
                      <a:pt x="71" y="901"/>
                    </a:moveTo>
                    <a:lnTo>
                      <a:pt x="175" y="901"/>
                    </a:lnTo>
                    <a:lnTo>
                      <a:pt x="178" y="0"/>
                    </a:lnTo>
                    <a:lnTo>
                      <a:pt x="3" y="0"/>
                    </a:lnTo>
                    <a:lnTo>
                      <a:pt x="0" y="831"/>
                    </a:lnTo>
                    <a:cubicBezTo>
                      <a:pt x="0" y="870"/>
                      <a:pt x="31" y="901"/>
                      <a:pt x="71" y="90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9" name="Freeform 2">
                <a:extLst>
                  <a:ext uri="{FF2B5EF4-FFF2-40B4-BE49-F238E27FC236}">
                    <a16:creationId xmlns:a16="http://schemas.microsoft.com/office/drawing/2014/main" id="{DB341D9F-7B69-69D3-752B-84100A5DD05F}"/>
                  </a:ext>
                </a:extLst>
              </p:cNvPr>
              <p:cNvSpPr>
                <a:spLocks noChangeArrowheads="1"/>
              </p:cNvSpPr>
              <p:nvPr/>
            </p:nvSpPr>
            <p:spPr bwMode="auto">
              <a:xfrm>
                <a:off x="3827463" y="2438400"/>
                <a:ext cx="244475" cy="246063"/>
              </a:xfrm>
              <a:custGeom>
                <a:avLst/>
                <a:gdLst>
                  <a:gd name="T0" fmla="*/ 314 w 681"/>
                  <a:gd name="T1" fmla="*/ 681 h 682"/>
                  <a:gd name="T2" fmla="*/ 508 w 681"/>
                  <a:gd name="T3" fmla="*/ 594 h 682"/>
                  <a:gd name="T4" fmla="*/ 508 w 681"/>
                  <a:gd name="T5" fmla="*/ 594 h 682"/>
                  <a:gd name="T6" fmla="*/ 579 w 681"/>
                  <a:gd name="T7" fmla="*/ 664 h 682"/>
                  <a:gd name="T8" fmla="*/ 678 w 681"/>
                  <a:gd name="T9" fmla="*/ 664 h 682"/>
                  <a:gd name="T10" fmla="*/ 680 w 681"/>
                  <a:gd name="T11" fmla="*/ 19 h 682"/>
                  <a:gd name="T12" fmla="*/ 511 w 681"/>
                  <a:gd name="T13" fmla="*/ 19 h 682"/>
                  <a:gd name="T14" fmla="*/ 511 w 681"/>
                  <a:gd name="T15" fmla="*/ 90 h 682"/>
                  <a:gd name="T16" fmla="*/ 316 w 681"/>
                  <a:gd name="T17" fmla="*/ 0 h 682"/>
                  <a:gd name="T18" fmla="*/ 3 w 681"/>
                  <a:gd name="T19" fmla="*/ 337 h 682"/>
                  <a:gd name="T20" fmla="*/ 314 w 681"/>
                  <a:gd name="T21" fmla="*/ 681 h 682"/>
                  <a:gd name="T22" fmla="*/ 347 w 681"/>
                  <a:gd name="T23" fmla="*/ 163 h 682"/>
                  <a:gd name="T24" fmla="*/ 514 w 681"/>
                  <a:gd name="T25" fmla="*/ 340 h 682"/>
                  <a:gd name="T26" fmla="*/ 347 w 681"/>
                  <a:gd name="T27" fmla="*/ 517 h 682"/>
                  <a:gd name="T28" fmla="*/ 181 w 681"/>
                  <a:gd name="T29" fmla="*/ 340 h 682"/>
                  <a:gd name="T30" fmla="*/ 347 w 681"/>
                  <a:gd name="T31" fmla="*/ 163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81" h="682">
                    <a:moveTo>
                      <a:pt x="314" y="681"/>
                    </a:moveTo>
                    <a:cubicBezTo>
                      <a:pt x="401" y="681"/>
                      <a:pt x="466" y="644"/>
                      <a:pt x="508" y="594"/>
                    </a:cubicBezTo>
                    <a:lnTo>
                      <a:pt x="508" y="594"/>
                    </a:lnTo>
                    <a:cubicBezTo>
                      <a:pt x="508" y="633"/>
                      <a:pt x="539" y="664"/>
                      <a:pt x="579" y="664"/>
                    </a:cubicBezTo>
                    <a:lnTo>
                      <a:pt x="678" y="664"/>
                    </a:lnTo>
                    <a:lnTo>
                      <a:pt x="680" y="19"/>
                    </a:lnTo>
                    <a:lnTo>
                      <a:pt x="511" y="19"/>
                    </a:lnTo>
                    <a:lnTo>
                      <a:pt x="511" y="90"/>
                    </a:lnTo>
                    <a:cubicBezTo>
                      <a:pt x="469" y="36"/>
                      <a:pt x="407" y="0"/>
                      <a:pt x="316" y="0"/>
                    </a:cubicBezTo>
                    <a:cubicBezTo>
                      <a:pt x="139" y="0"/>
                      <a:pt x="3" y="146"/>
                      <a:pt x="3" y="337"/>
                    </a:cubicBezTo>
                    <a:cubicBezTo>
                      <a:pt x="0" y="534"/>
                      <a:pt x="136" y="681"/>
                      <a:pt x="314" y="681"/>
                    </a:cubicBezTo>
                    <a:close/>
                    <a:moveTo>
                      <a:pt x="347" y="163"/>
                    </a:moveTo>
                    <a:cubicBezTo>
                      <a:pt x="446" y="163"/>
                      <a:pt x="514" y="239"/>
                      <a:pt x="514" y="340"/>
                    </a:cubicBezTo>
                    <a:cubicBezTo>
                      <a:pt x="514" y="442"/>
                      <a:pt x="446" y="517"/>
                      <a:pt x="347" y="517"/>
                    </a:cubicBezTo>
                    <a:cubicBezTo>
                      <a:pt x="246" y="517"/>
                      <a:pt x="181" y="439"/>
                      <a:pt x="181" y="340"/>
                    </a:cubicBezTo>
                    <a:cubicBezTo>
                      <a:pt x="181" y="242"/>
                      <a:pt x="246" y="163"/>
                      <a:pt x="347" y="1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0" name="Freeform 3">
                <a:extLst>
                  <a:ext uri="{FF2B5EF4-FFF2-40B4-BE49-F238E27FC236}">
                    <a16:creationId xmlns:a16="http://schemas.microsoft.com/office/drawing/2014/main" id="{CE6FDD0D-2119-E8AA-87EB-0351DAD73E64}"/>
                  </a:ext>
                </a:extLst>
              </p:cNvPr>
              <p:cNvSpPr>
                <a:spLocks noChangeArrowheads="1"/>
              </p:cNvSpPr>
              <p:nvPr/>
            </p:nvSpPr>
            <p:spPr bwMode="auto">
              <a:xfrm>
                <a:off x="4087813" y="2354263"/>
                <a:ext cx="65087" cy="325437"/>
              </a:xfrm>
              <a:custGeom>
                <a:avLst/>
                <a:gdLst>
                  <a:gd name="T0" fmla="*/ 70 w 179"/>
                  <a:gd name="T1" fmla="*/ 902 h 903"/>
                  <a:gd name="T2" fmla="*/ 175 w 179"/>
                  <a:gd name="T3" fmla="*/ 902 h 903"/>
                  <a:gd name="T4" fmla="*/ 178 w 179"/>
                  <a:gd name="T5" fmla="*/ 0 h 903"/>
                  <a:gd name="T6" fmla="*/ 3 w 179"/>
                  <a:gd name="T7" fmla="*/ 0 h 903"/>
                  <a:gd name="T8" fmla="*/ 0 w 179"/>
                  <a:gd name="T9" fmla="*/ 831 h 903"/>
                  <a:gd name="T10" fmla="*/ 70 w 179"/>
                  <a:gd name="T11" fmla="*/ 902 h 903"/>
                </a:gdLst>
                <a:ahLst/>
                <a:cxnLst>
                  <a:cxn ang="0">
                    <a:pos x="T0" y="T1"/>
                  </a:cxn>
                  <a:cxn ang="0">
                    <a:pos x="T2" y="T3"/>
                  </a:cxn>
                  <a:cxn ang="0">
                    <a:pos x="T4" y="T5"/>
                  </a:cxn>
                  <a:cxn ang="0">
                    <a:pos x="T6" y="T7"/>
                  </a:cxn>
                  <a:cxn ang="0">
                    <a:pos x="T8" y="T9"/>
                  </a:cxn>
                  <a:cxn ang="0">
                    <a:pos x="T10" y="T11"/>
                  </a:cxn>
                </a:cxnLst>
                <a:rect l="0" t="0" r="r" b="b"/>
                <a:pathLst>
                  <a:path w="179" h="903">
                    <a:moveTo>
                      <a:pt x="70" y="902"/>
                    </a:moveTo>
                    <a:lnTo>
                      <a:pt x="175" y="902"/>
                    </a:lnTo>
                    <a:lnTo>
                      <a:pt x="178" y="0"/>
                    </a:lnTo>
                    <a:lnTo>
                      <a:pt x="3" y="0"/>
                    </a:lnTo>
                    <a:lnTo>
                      <a:pt x="0" y="831"/>
                    </a:lnTo>
                    <a:cubicBezTo>
                      <a:pt x="0" y="871"/>
                      <a:pt x="34" y="902"/>
                      <a:pt x="70" y="9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1" name="Freeform 4">
                <a:extLst>
                  <a:ext uri="{FF2B5EF4-FFF2-40B4-BE49-F238E27FC236}">
                    <a16:creationId xmlns:a16="http://schemas.microsoft.com/office/drawing/2014/main" id="{0236AEF6-40AC-74A1-9C46-4F266B307F7A}"/>
                  </a:ext>
                </a:extLst>
              </p:cNvPr>
              <p:cNvSpPr>
                <a:spLocks noChangeArrowheads="1"/>
              </p:cNvSpPr>
              <p:nvPr/>
            </p:nvSpPr>
            <p:spPr bwMode="auto">
              <a:xfrm>
                <a:off x="4160838" y="2439988"/>
                <a:ext cx="254000" cy="244475"/>
              </a:xfrm>
              <a:custGeom>
                <a:avLst/>
                <a:gdLst>
                  <a:gd name="T0" fmla="*/ 350 w 704"/>
                  <a:gd name="T1" fmla="*/ 679 h 680"/>
                  <a:gd name="T2" fmla="*/ 703 w 704"/>
                  <a:gd name="T3" fmla="*/ 340 h 680"/>
                  <a:gd name="T4" fmla="*/ 353 w 704"/>
                  <a:gd name="T5" fmla="*/ 0 h 680"/>
                  <a:gd name="T6" fmla="*/ 3 w 704"/>
                  <a:gd name="T7" fmla="*/ 338 h 680"/>
                  <a:gd name="T8" fmla="*/ 350 w 704"/>
                  <a:gd name="T9" fmla="*/ 679 h 680"/>
                  <a:gd name="T10" fmla="*/ 350 w 704"/>
                  <a:gd name="T11" fmla="*/ 161 h 680"/>
                  <a:gd name="T12" fmla="*/ 522 w 704"/>
                  <a:gd name="T13" fmla="*/ 338 h 680"/>
                  <a:gd name="T14" fmla="*/ 350 w 704"/>
                  <a:gd name="T15" fmla="*/ 515 h 680"/>
                  <a:gd name="T16" fmla="*/ 178 w 704"/>
                  <a:gd name="T17" fmla="*/ 338 h 680"/>
                  <a:gd name="T18" fmla="*/ 350 w 704"/>
                  <a:gd name="T19" fmla="*/ 161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4" h="680">
                    <a:moveTo>
                      <a:pt x="350" y="679"/>
                    </a:moveTo>
                    <a:cubicBezTo>
                      <a:pt x="550" y="679"/>
                      <a:pt x="700" y="535"/>
                      <a:pt x="703" y="340"/>
                    </a:cubicBezTo>
                    <a:cubicBezTo>
                      <a:pt x="703" y="147"/>
                      <a:pt x="556" y="0"/>
                      <a:pt x="353" y="0"/>
                    </a:cubicBezTo>
                    <a:cubicBezTo>
                      <a:pt x="152" y="0"/>
                      <a:pt x="3" y="144"/>
                      <a:pt x="3" y="338"/>
                    </a:cubicBezTo>
                    <a:cubicBezTo>
                      <a:pt x="0" y="532"/>
                      <a:pt x="147" y="679"/>
                      <a:pt x="350" y="679"/>
                    </a:cubicBezTo>
                    <a:close/>
                    <a:moveTo>
                      <a:pt x="350" y="161"/>
                    </a:moveTo>
                    <a:cubicBezTo>
                      <a:pt x="449" y="161"/>
                      <a:pt x="522" y="234"/>
                      <a:pt x="522" y="338"/>
                    </a:cubicBezTo>
                    <a:cubicBezTo>
                      <a:pt x="522" y="443"/>
                      <a:pt x="449" y="515"/>
                      <a:pt x="350" y="515"/>
                    </a:cubicBezTo>
                    <a:cubicBezTo>
                      <a:pt x="251" y="515"/>
                      <a:pt x="178" y="442"/>
                      <a:pt x="178" y="338"/>
                    </a:cubicBezTo>
                    <a:cubicBezTo>
                      <a:pt x="178" y="234"/>
                      <a:pt x="251" y="161"/>
                      <a:pt x="350" y="1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2" name="Freeform 5">
                <a:extLst>
                  <a:ext uri="{FF2B5EF4-FFF2-40B4-BE49-F238E27FC236}">
                    <a16:creationId xmlns:a16="http://schemas.microsoft.com/office/drawing/2014/main" id="{99602174-465A-766D-8649-F3FE4E715930}"/>
                  </a:ext>
                </a:extLst>
              </p:cNvPr>
              <p:cNvSpPr>
                <a:spLocks noChangeArrowheads="1"/>
              </p:cNvSpPr>
              <p:nvPr/>
            </p:nvSpPr>
            <p:spPr bwMode="auto">
              <a:xfrm>
                <a:off x="4421188" y="2436813"/>
                <a:ext cx="379412" cy="242887"/>
              </a:xfrm>
              <a:custGeom>
                <a:avLst/>
                <a:gdLst>
                  <a:gd name="T0" fmla="*/ 71 w 1054"/>
                  <a:gd name="T1" fmla="*/ 673 h 674"/>
                  <a:gd name="T2" fmla="*/ 175 w 1054"/>
                  <a:gd name="T3" fmla="*/ 673 h 674"/>
                  <a:gd name="T4" fmla="*/ 175 w 1054"/>
                  <a:gd name="T5" fmla="*/ 317 h 674"/>
                  <a:gd name="T6" fmla="*/ 314 w 1054"/>
                  <a:gd name="T7" fmla="*/ 172 h 674"/>
                  <a:gd name="T8" fmla="*/ 441 w 1054"/>
                  <a:gd name="T9" fmla="*/ 315 h 674"/>
                  <a:gd name="T10" fmla="*/ 441 w 1054"/>
                  <a:gd name="T11" fmla="*/ 599 h 674"/>
                  <a:gd name="T12" fmla="*/ 511 w 1054"/>
                  <a:gd name="T13" fmla="*/ 670 h 674"/>
                  <a:gd name="T14" fmla="*/ 616 w 1054"/>
                  <a:gd name="T15" fmla="*/ 670 h 674"/>
                  <a:gd name="T16" fmla="*/ 616 w 1054"/>
                  <a:gd name="T17" fmla="*/ 315 h 674"/>
                  <a:gd name="T18" fmla="*/ 754 w 1054"/>
                  <a:gd name="T19" fmla="*/ 169 h 674"/>
                  <a:gd name="T20" fmla="*/ 881 w 1054"/>
                  <a:gd name="T21" fmla="*/ 312 h 674"/>
                  <a:gd name="T22" fmla="*/ 881 w 1054"/>
                  <a:gd name="T23" fmla="*/ 597 h 674"/>
                  <a:gd name="T24" fmla="*/ 951 w 1054"/>
                  <a:gd name="T25" fmla="*/ 667 h 674"/>
                  <a:gd name="T26" fmla="*/ 1053 w 1054"/>
                  <a:gd name="T27" fmla="*/ 667 h 674"/>
                  <a:gd name="T28" fmla="*/ 1053 w 1054"/>
                  <a:gd name="T29" fmla="*/ 256 h 674"/>
                  <a:gd name="T30" fmla="*/ 799 w 1054"/>
                  <a:gd name="T31" fmla="*/ 3 h 674"/>
                  <a:gd name="T32" fmla="*/ 579 w 1054"/>
                  <a:gd name="T33" fmla="*/ 113 h 674"/>
                  <a:gd name="T34" fmla="*/ 364 w 1054"/>
                  <a:gd name="T35" fmla="*/ 0 h 674"/>
                  <a:gd name="T36" fmla="*/ 172 w 1054"/>
                  <a:gd name="T37" fmla="*/ 93 h 674"/>
                  <a:gd name="T38" fmla="*/ 172 w 1054"/>
                  <a:gd name="T39" fmla="*/ 17 h 674"/>
                  <a:gd name="T40" fmla="*/ 3 w 1054"/>
                  <a:gd name="T41" fmla="*/ 17 h 674"/>
                  <a:gd name="T42" fmla="*/ 0 w 1054"/>
                  <a:gd name="T43" fmla="*/ 591 h 674"/>
                  <a:gd name="T44" fmla="*/ 71 w 1054"/>
                  <a:gd name="T45" fmla="*/ 673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4" h="674">
                    <a:moveTo>
                      <a:pt x="71" y="673"/>
                    </a:moveTo>
                    <a:lnTo>
                      <a:pt x="175" y="673"/>
                    </a:lnTo>
                    <a:lnTo>
                      <a:pt x="175" y="317"/>
                    </a:lnTo>
                    <a:cubicBezTo>
                      <a:pt x="175" y="220"/>
                      <a:pt x="237" y="172"/>
                      <a:pt x="314" y="172"/>
                    </a:cubicBezTo>
                    <a:cubicBezTo>
                      <a:pt x="393" y="172"/>
                      <a:pt x="441" y="223"/>
                      <a:pt x="441" y="315"/>
                    </a:cubicBezTo>
                    <a:lnTo>
                      <a:pt x="441" y="599"/>
                    </a:lnTo>
                    <a:cubicBezTo>
                      <a:pt x="441" y="639"/>
                      <a:pt x="472" y="670"/>
                      <a:pt x="511" y="670"/>
                    </a:cubicBezTo>
                    <a:lnTo>
                      <a:pt x="616" y="670"/>
                    </a:lnTo>
                    <a:lnTo>
                      <a:pt x="616" y="315"/>
                    </a:lnTo>
                    <a:cubicBezTo>
                      <a:pt x="616" y="217"/>
                      <a:pt x="678" y="169"/>
                      <a:pt x="754" y="169"/>
                    </a:cubicBezTo>
                    <a:cubicBezTo>
                      <a:pt x="833" y="169"/>
                      <a:pt x="881" y="220"/>
                      <a:pt x="881" y="312"/>
                    </a:cubicBezTo>
                    <a:lnTo>
                      <a:pt x="881" y="597"/>
                    </a:lnTo>
                    <a:cubicBezTo>
                      <a:pt x="881" y="636"/>
                      <a:pt x="912" y="667"/>
                      <a:pt x="951" y="667"/>
                    </a:cubicBezTo>
                    <a:lnTo>
                      <a:pt x="1053" y="667"/>
                    </a:lnTo>
                    <a:lnTo>
                      <a:pt x="1053" y="256"/>
                    </a:lnTo>
                    <a:cubicBezTo>
                      <a:pt x="1053" y="107"/>
                      <a:pt x="951" y="3"/>
                      <a:pt x="799" y="3"/>
                    </a:cubicBezTo>
                    <a:cubicBezTo>
                      <a:pt x="714" y="3"/>
                      <a:pt x="630" y="31"/>
                      <a:pt x="579" y="113"/>
                    </a:cubicBezTo>
                    <a:cubicBezTo>
                      <a:pt x="537" y="45"/>
                      <a:pt x="460" y="3"/>
                      <a:pt x="364" y="0"/>
                    </a:cubicBezTo>
                    <a:cubicBezTo>
                      <a:pt x="291" y="0"/>
                      <a:pt x="220" y="25"/>
                      <a:pt x="172" y="93"/>
                    </a:cubicBezTo>
                    <a:lnTo>
                      <a:pt x="172" y="17"/>
                    </a:lnTo>
                    <a:lnTo>
                      <a:pt x="3" y="17"/>
                    </a:lnTo>
                    <a:lnTo>
                      <a:pt x="0" y="591"/>
                    </a:lnTo>
                    <a:cubicBezTo>
                      <a:pt x="0" y="642"/>
                      <a:pt x="31" y="673"/>
                      <a:pt x="71" y="67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3" name="Freeform 6">
                <a:extLst>
                  <a:ext uri="{FF2B5EF4-FFF2-40B4-BE49-F238E27FC236}">
                    <a16:creationId xmlns:a16="http://schemas.microsoft.com/office/drawing/2014/main" id="{31809AE5-93F2-7518-1853-123B2361F95B}"/>
                  </a:ext>
                </a:extLst>
              </p:cNvPr>
              <p:cNvSpPr>
                <a:spLocks noChangeArrowheads="1"/>
              </p:cNvSpPr>
              <p:nvPr/>
            </p:nvSpPr>
            <p:spPr bwMode="auto">
              <a:xfrm>
                <a:off x="3522663" y="2438400"/>
                <a:ext cx="223837" cy="247650"/>
              </a:xfrm>
              <a:custGeom>
                <a:avLst/>
                <a:gdLst>
                  <a:gd name="T0" fmla="*/ 290 w 622"/>
                  <a:gd name="T1" fmla="*/ 534 h 688"/>
                  <a:gd name="T2" fmla="*/ 62 w 622"/>
                  <a:gd name="T3" fmla="*/ 464 h 688"/>
                  <a:gd name="T4" fmla="*/ 0 w 622"/>
                  <a:gd name="T5" fmla="*/ 599 h 688"/>
                  <a:gd name="T6" fmla="*/ 288 w 622"/>
                  <a:gd name="T7" fmla="*/ 681 h 688"/>
                  <a:gd name="T8" fmla="*/ 618 w 622"/>
                  <a:gd name="T9" fmla="*/ 475 h 688"/>
                  <a:gd name="T10" fmla="*/ 375 w 622"/>
                  <a:gd name="T11" fmla="*/ 270 h 688"/>
                  <a:gd name="T12" fmla="*/ 296 w 622"/>
                  <a:gd name="T13" fmla="*/ 259 h 688"/>
                  <a:gd name="T14" fmla="*/ 200 w 622"/>
                  <a:gd name="T15" fmla="*/ 203 h 688"/>
                  <a:gd name="T16" fmla="*/ 299 w 622"/>
                  <a:gd name="T17" fmla="*/ 146 h 688"/>
                  <a:gd name="T18" fmla="*/ 480 w 622"/>
                  <a:gd name="T19" fmla="*/ 186 h 688"/>
                  <a:gd name="T20" fmla="*/ 570 w 622"/>
                  <a:gd name="T21" fmla="*/ 149 h 688"/>
                  <a:gd name="T22" fmla="*/ 601 w 622"/>
                  <a:gd name="T23" fmla="*/ 78 h 688"/>
                  <a:gd name="T24" fmla="*/ 302 w 622"/>
                  <a:gd name="T25" fmla="*/ 2 h 688"/>
                  <a:gd name="T26" fmla="*/ 20 w 622"/>
                  <a:gd name="T27" fmla="*/ 203 h 688"/>
                  <a:gd name="T28" fmla="*/ 254 w 622"/>
                  <a:gd name="T29" fmla="*/ 407 h 688"/>
                  <a:gd name="T30" fmla="*/ 293 w 622"/>
                  <a:gd name="T31" fmla="*/ 413 h 688"/>
                  <a:gd name="T32" fmla="*/ 440 w 622"/>
                  <a:gd name="T33" fmla="*/ 475 h 688"/>
                  <a:gd name="T34" fmla="*/ 290 w 622"/>
                  <a:gd name="T35" fmla="*/ 534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688">
                    <a:moveTo>
                      <a:pt x="290" y="534"/>
                    </a:moveTo>
                    <a:cubicBezTo>
                      <a:pt x="192" y="532"/>
                      <a:pt x="104" y="486"/>
                      <a:pt x="62" y="464"/>
                    </a:cubicBezTo>
                    <a:lnTo>
                      <a:pt x="0" y="599"/>
                    </a:lnTo>
                    <a:cubicBezTo>
                      <a:pt x="90" y="653"/>
                      <a:pt x="197" y="678"/>
                      <a:pt x="288" y="681"/>
                    </a:cubicBezTo>
                    <a:cubicBezTo>
                      <a:pt x="505" y="687"/>
                      <a:pt x="615" y="611"/>
                      <a:pt x="618" y="475"/>
                    </a:cubicBezTo>
                    <a:cubicBezTo>
                      <a:pt x="621" y="354"/>
                      <a:pt x="516" y="286"/>
                      <a:pt x="375" y="270"/>
                    </a:cubicBezTo>
                    <a:lnTo>
                      <a:pt x="296" y="259"/>
                    </a:lnTo>
                    <a:cubicBezTo>
                      <a:pt x="237" y="248"/>
                      <a:pt x="200" y="239"/>
                      <a:pt x="200" y="203"/>
                    </a:cubicBezTo>
                    <a:cubicBezTo>
                      <a:pt x="200" y="166"/>
                      <a:pt x="231" y="143"/>
                      <a:pt x="299" y="146"/>
                    </a:cubicBezTo>
                    <a:cubicBezTo>
                      <a:pt x="364" y="146"/>
                      <a:pt x="429" y="166"/>
                      <a:pt x="480" y="186"/>
                    </a:cubicBezTo>
                    <a:cubicBezTo>
                      <a:pt x="513" y="200"/>
                      <a:pt x="553" y="183"/>
                      <a:pt x="570" y="149"/>
                    </a:cubicBezTo>
                    <a:lnTo>
                      <a:pt x="601" y="78"/>
                    </a:lnTo>
                    <a:cubicBezTo>
                      <a:pt x="516" y="33"/>
                      <a:pt x="417" y="5"/>
                      <a:pt x="302" y="2"/>
                    </a:cubicBezTo>
                    <a:cubicBezTo>
                      <a:pt x="149" y="0"/>
                      <a:pt x="22" y="70"/>
                      <a:pt x="20" y="203"/>
                    </a:cubicBezTo>
                    <a:cubicBezTo>
                      <a:pt x="17" y="306"/>
                      <a:pt x="65" y="379"/>
                      <a:pt x="254" y="407"/>
                    </a:cubicBezTo>
                    <a:lnTo>
                      <a:pt x="293" y="413"/>
                    </a:lnTo>
                    <a:cubicBezTo>
                      <a:pt x="378" y="424"/>
                      <a:pt x="440" y="430"/>
                      <a:pt x="440" y="475"/>
                    </a:cubicBezTo>
                    <a:cubicBezTo>
                      <a:pt x="437" y="520"/>
                      <a:pt x="386" y="537"/>
                      <a:pt x="290" y="53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34" name="Freeform 7">
              <a:extLst>
                <a:ext uri="{FF2B5EF4-FFF2-40B4-BE49-F238E27FC236}">
                  <a16:creationId xmlns:a16="http://schemas.microsoft.com/office/drawing/2014/main" id="{76B7B674-77BD-EC65-290F-DAA3F8F023D2}"/>
                </a:ext>
              </a:extLst>
            </p:cNvPr>
            <p:cNvSpPr>
              <a:spLocks noChangeArrowheads="1"/>
            </p:cNvSpPr>
            <p:nvPr/>
          </p:nvSpPr>
          <p:spPr bwMode="auto">
            <a:xfrm>
              <a:off x="5159375" y="2286000"/>
              <a:ext cx="11113" cy="503238"/>
            </a:xfrm>
            <a:custGeom>
              <a:avLst/>
              <a:gdLst>
                <a:gd name="T0" fmla="*/ 14 w 29"/>
                <a:gd name="T1" fmla="*/ 1398 h 1399"/>
                <a:gd name="T2" fmla="*/ 0 w 29"/>
                <a:gd name="T3" fmla="*/ 1398 h 1399"/>
                <a:gd name="T4" fmla="*/ 0 w 29"/>
                <a:gd name="T5" fmla="*/ 0 h 1399"/>
                <a:gd name="T6" fmla="*/ 28 w 29"/>
                <a:gd name="T7" fmla="*/ 0 h 1399"/>
                <a:gd name="T8" fmla="*/ 28 w 29"/>
                <a:gd name="T9" fmla="*/ 1398 h 1399"/>
                <a:gd name="T10" fmla="*/ 14 w 29"/>
                <a:gd name="T11" fmla="*/ 1398 h 1399"/>
              </a:gdLst>
              <a:ahLst/>
              <a:cxnLst>
                <a:cxn ang="0">
                  <a:pos x="T0" y="T1"/>
                </a:cxn>
                <a:cxn ang="0">
                  <a:pos x="T2" y="T3"/>
                </a:cxn>
                <a:cxn ang="0">
                  <a:pos x="T4" y="T5"/>
                </a:cxn>
                <a:cxn ang="0">
                  <a:pos x="T6" y="T7"/>
                </a:cxn>
                <a:cxn ang="0">
                  <a:pos x="T8" y="T9"/>
                </a:cxn>
                <a:cxn ang="0">
                  <a:pos x="T10" y="T11"/>
                </a:cxn>
              </a:cxnLst>
              <a:rect l="0" t="0" r="r" b="b"/>
              <a:pathLst>
                <a:path w="29" h="1399">
                  <a:moveTo>
                    <a:pt x="14" y="1398"/>
                  </a:moveTo>
                  <a:lnTo>
                    <a:pt x="0" y="1398"/>
                  </a:lnTo>
                  <a:lnTo>
                    <a:pt x="0" y="0"/>
                  </a:lnTo>
                  <a:lnTo>
                    <a:pt x="28" y="0"/>
                  </a:lnTo>
                  <a:lnTo>
                    <a:pt x="28" y="1398"/>
                  </a:lnTo>
                  <a:lnTo>
                    <a:pt x="14" y="139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35" name="Group 234">
              <a:extLst>
                <a:ext uri="{FF2B5EF4-FFF2-40B4-BE49-F238E27FC236}">
                  <a16:creationId xmlns:a16="http://schemas.microsoft.com/office/drawing/2014/main" id="{AA2078E2-C4A9-3F16-E2FD-9787FF47BD13}"/>
                </a:ext>
              </a:extLst>
            </p:cNvPr>
            <p:cNvGrpSpPr/>
            <p:nvPr/>
          </p:nvGrpSpPr>
          <p:grpSpPr>
            <a:xfrm>
              <a:off x="5537200" y="2390775"/>
              <a:ext cx="1868488" cy="290513"/>
              <a:chOff x="5537200" y="2390775"/>
              <a:chExt cx="1868488" cy="290513"/>
            </a:xfrm>
            <a:grpFill/>
          </p:grpSpPr>
          <p:sp>
            <p:nvSpPr>
              <p:cNvPr id="236" name="Freeform 8">
                <a:extLst>
                  <a:ext uri="{FF2B5EF4-FFF2-40B4-BE49-F238E27FC236}">
                    <a16:creationId xmlns:a16="http://schemas.microsoft.com/office/drawing/2014/main" id="{8E351471-B3C1-B966-0795-EBED2F5F5035}"/>
                  </a:ext>
                </a:extLst>
              </p:cNvPr>
              <p:cNvSpPr>
                <a:spLocks noChangeArrowheads="1"/>
              </p:cNvSpPr>
              <p:nvPr/>
            </p:nvSpPr>
            <p:spPr bwMode="auto">
              <a:xfrm>
                <a:off x="7283450" y="2465388"/>
                <a:ext cx="122238" cy="192087"/>
              </a:xfrm>
              <a:custGeom>
                <a:avLst/>
                <a:gdLst>
                  <a:gd name="T0" fmla="*/ 330 w 339"/>
                  <a:gd name="T1" fmla="*/ 371 h 533"/>
                  <a:gd name="T2" fmla="*/ 287 w 339"/>
                  <a:gd name="T3" fmla="*/ 453 h 533"/>
                  <a:gd name="T4" fmla="*/ 0 w 339"/>
                  <a:gd name="T5" fmla="*/ 396 h 533"/>
                  <a:gd name="T6" fmla="*/ 0 w 339"/>
                  <a:gd name="T7" fmla="*/ 388 h 533"/>
                  <a:gd name="T8" fmla="*/ 73 w 339"/>
                  <a:gd name="T9" fmla="*/ 348 h 533"/>
                  <a:gd name="T10" fmla="*/ 84 w 339"/>
                  <a:gd name="T11" fmla="*/ 365 h 533"/>
                  <a:gd name="T12" fmla="*/ 194 w 339"/>
                  <a:gd name="T13" fmla="*/ 413 h 533"/>
                  <a:gd name="T14" fmla="*/ 240 w 339"/>
                  <a:gd name="T15" fmla="*/ 368 h 533"/>
                  <a:gd name="T16" fmla="*/ 206 w 339"/>
                  <a:gd name="T17" fmla="*/ 315 h 533"/>
                  <a:gd name="T18" fmla="*/ 129 w 339"/>
                  <a:gd name="T19" fmla="*/ 286 h 533"/>
                  <a:gd name="T20" fmla="*/ 87 w 339"/>
                  <a:gd name="T21" fmla="*/ 269 h 533"/>
                  <a:gd name="T22" fmla="*/ 17 w 339"/>
                  <a:gd name="T23" fmla="*/ 163 h 533"/>
                  <a:gd name="T24" fmla="*/ 81 w 339"/>
                  <a:gd name="T25" fmla="*/ 48 h 533"/>
                  <a:gd name="T26" fmla="*/ 321 w 339"/>
                  <a:gd name="T27" fmla="*/ 104 h 533"/>
                  <a:gd name="T28" fmla="*/ 330 w 339"/>
                  <a:gd name="T29" fmla="*/ 118 h 533"/>
                  <a:gd name="T30" fmla="*/ 256 w 339"/>
                  <a:gd name="T31" fmla="*/ 158 h 533"/>
                  <a:gd name="T32" fmla="*/ 223 w 339"/>
                  <a:gd name="T33" fmla="*/ 121 h 533"/>
                  <a:gd name="T34" fmla="*/ 138 w 339"/>
                  <a:gd name="T35" fmla="*/ 107 h 533"/>
                  <a:gd name="T36" fmla="*/ 127 w 339"/>
                  <a:gd name="T37" fmla="*/ 186 h 533"/>
                  <a:gd name="T38" fmla="*/ 172 w 339"/>
                  <a:gd name="T39" fmla="*/ 207 h 533"/>
                  <a:gd name="T40" fmla="*/ 223 w 339"/>
                  <a:gd name="T41" fmla="*/ 224 h 533"/>
                  <a:gd name="T42" fmla="*/ 338 w 339"/>
                  <a:gd name="T43" fmla="*/ 334 h 533"/>
                  <a:gd name="T44" fmla="*/ 330 w 339"/>
                  <a:gd name="T45" fmla="*/ 371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9" h="533">
                    <a:moveTo>
                      <a:pt x="330" y="371"/>
                    </a:moveTo>
                    <a:cubicBezTo>
                      <a:pt x="321" y="402"/>
                      <a:pt x="310" y="430"/>
                      <a:pt x="287" y="453"/>
                    </a:cubicBezTo>
                    <a:cubicBezTo>
                      <a:pt x="203" y="532"/>
                      <a:pt x="45" y="501"/>
                      <a:pt x="0" y="396"/>
                    </a:cubicBezTo>
                    <a:cubicBezTo>
                      <a:pt x="0" y="394"/>
                      <a:pt x="0" y="394"/>
                      <a:pt x="0" y="388"/>
                    </a:cubicBezTo>
                    <a:cubicBezTo>
                      <a:pt x="22" y="377"/>
                      <a:pt x="48" y="362"/>
                      <a:pt x="73" y="348"/>
                    </a:cubicBezTo>
                    <a:cubicBezTo>
                      <a:pt x="76" y="354"/>
                      <a:pt x="81" y="360"/>
                      <a:pt x="84" y="365"/>
                    </a:cubicBezTo>
                    <a:cubicBezTo>
                      <a:pt x="110" y="405"/>
                      <a:pt x="152" y="422"/>
                      <a:pt x="194" y="413"/>
                    </a:cubicBezTo>
                    <a:cubicBezTo>
                      <a:pt x="220" y="408"/>
                      <a:pt x="237" y="391"/>
                      <a:pt x="240" y="368"/>
                    </a:cubicBezTo>
                    <a:cubicBezTo>
                      <a:pt x="242" y="343"/>
                      <a:pt x="232" y="327"/>
                      <a:pt x="206" y="315"/>
                    </a:cubicBezTo>
                    <a:cubicBezTo>
                      <a:pt x="181" y="304"/>
                      <a:pt x="155" y="298"/>
                      <a:pt x="129" y="286"/>
                    </a:cubicBezTo>
                    <a:cubicBezTo>
                      <a:pt x="115" y="281"/>
                      <a:pt x="98" y="275"/>
                      <a:pt x="87" y="269"/>
                    </a:cubicBezTo>
                    <a:cubicBezTo>
                      <a:pt x="45" y="247"/>
                      <a:pt x="17" y="213"/>
                      <a:pt x="17" y="163"/>
                    </a:cubicBezTo>
                    <a:cubicBezTo>
                      <a:pt x="17" y="112"/>
                      <a:pt x="36" y="73"/>
                      <a:pt x="81" y="48"/>
                    </a:cubicBezTo>
                    <a:cubicBezTo>
                      <a:pt x="161" y="0"/>
                      <a:pt x="273" y="28"/>
                      <a:pt x="321" y="104"/>
                    </a:cubicBezTo>
                    <a:cubicBezTo>
                      <a:pt x="324" y="107"/>
                      <a:pt x="327" y="112"/>
                      <a:pt x="330" y="118"/>
                    </a:cubicBezTo>
                    <a:cubicBezTo>
                      <a:pt x="304" y="132"/>
                      <a:pt x="282" y="144"/>
                      <a:pt x="256" y="158"/>
                    </a:cubicBezTo>
                    <a:cubicBezTo>
                      <a:pt x="245" y="144"/>
                      <a:pt x="234" y="129"/>
                      <a:pt x="223" y="121"/>
                    </a:cubicBezTo>
                    <a:cubicBezTo>
                      <a:pt x="197" y="98"/>
                      <a:pt x="169" y="96"/>
                      <a:pt x="138" y="107"/>
                    </a:cubicBezTo>
                    <a:cubicBezTo>
                      <a:pt x="104" y="121"/>
                      <a:pt x="96" y="160"/>
                      <a:pt x="127" y="186"/>
                    </a:cubicBezTo>
                    <a:cubicBezTo>
                      <a:pt x="138" y="197"/>
                      <a:pt x="155" y="202"/>
                      <a:pt x="172" y="207"/>
                    </a:cubicBezTo>
                    <a:cubicBezTo>
                      <a:pt x="189" y="213"/>
                      <a:pt x="206" y="219"/>
                      <a:pt x="223" y="224"/>
                    </a:cubicBezTo>
                    <a:cubicBezTo>
                      <a:pt x="279" y="241"/>
                      <a:pt x="324" y="272"/>
                      <a:pt x="338" y="334"/>
                    </a:cubicBezTo>
                    <a:cubicBezTo>
                      <a:pt x="330" y="348"/>
                      <a:pt x="330" y="360"/>
                      <a:pt x="330" y="37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 name="Freeform 9">
                <a:extLst>
                  <a:ext uri="{FF2B5EF4-FFF2-40B4-BE49-F238E27FC236}">
                    <a16:creationId xmlns:a16="http://schemas.microsoft.com/office/drawing/2014/main" id="{AC6F703B-09C5-8044-769E-5D735D997B11}"/>
                  </a:ext>
                </a:extLst>
              </p:cNvPr>
              <p:cNvSpPr>
                <a:spLocks noChangeArrowheads="1"/>
              </p:cNvSpPr>
              <p:nvPr/>
            </p:nvSpPr>
            <p:spPr bwMode="auto">
              <a:xfrm>
                <a:off x="6594475" y="2408238"/>
                <a:ext cx="182563" cy="244475"/>
              </a:xfrm>
              <a:custGeom>
                <a:avLst/>
                <a:gdLst>
                  <a:gd name="T0" fmla="*/ 94 w 509"/>
                  <a:gd name="T1" fmla="*/ 645 h 677"/>
                  <a:gd name="T2" fmla="*/ 0 w 509"/>
                  <a:gd name="T3" fmla="*/ 645 h 677"/>
                  <a:gd name="T4" fmla="*/ 0 w 509"/>
                  <a:gd name="T5" fmla="*/ 0 h 677"/>
                  <a:gd name="T6" fmla="*/ 94 w 509"/>
                  <a:gd name="T7" fmla="*/ 0 h 677"/>
                  <a:gd name="T8" fmla="*/ 94 w 509"/>
                  <a:gd name="T9" fmla="*/ 220 h 677"/>
                  <a:gd name="T10" fmla="*/ 102 w 509"/>
                  <a:gd name="T11" fmla="*/ 254 h 677"/>
                  <a:gd name="T12" fmla="*/ 127 w 509"/>
                  <a:gd name="T13" fmla="*/ 237 h 677"/>
                  <a:gd name="T14" fmla="*/ 407 w 509"/>
                  <a:gd name="T15" fmla="*/ 245 h 677"/>
                  <a:gd name="T16" fmla="*/ 381 w 509"/>
                  <a:gd name="T17" fmla="*/ 617 h 677"/>
                  <a:gd name="T18" fmla="*/ 116 w 509"/>
                  <a:gd name="T19" fmla="*/ 600 h 677"/>
                  <a:gd name="T20" fmla="*/ 102 w 509"/>
                  <a:gd name="T21" fmla="*/ 594 h 677"/>
                  <a:gd name="T22" fmla="*/ 94 w 509"/>
                  <a:gd name="T23" fmla="*/ 611 h 677"/>
                  <a:gd name="T24" fmla="*/ 94 w 509"/>
                  <a:gd name="T25" fmla="*/ 645 h 677"/>
                  <a:gd name="T26" fmla="*/ 381 w 509"/>
                  <a:gd name="T27" fmla="*/ 419 h 677"/>
                  <a:gd name="T28" fmla="*/ 235 w 509"/>
                  <a:gd name="T29" fmla="*/ 271 h 677"/>
                  <a:gd name="T30" fmla="*/ 88 w 509"/>
                  <a:gd name="T31" fmla="*/ 419 h 677"/>
                  <a:gd name="T32" fmla="*/ 235 w 509"/>
                  <a:gd name="T33" fmla="*/ 571 h 677"/>
                  <a:gd name="T34" fmla="*/ 381 w 509"/>
                  <a:gd name="T35" fmla="*/ 419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9" h="677">
                    <a:moveTo>
                      <a:pt x="94" y="645"/>
                    </a:moveTo>
                    <a:cubicBezTo>
                      <a:pt x="62" y="645"/>
                      <a:pt x="31" y="645"/>
                      <a:pt x="0" y="645"/>
                    </a:cubicBezTo>
                    <a:cubicBezTo>
                      <a:pt x="0" y="430"/>
                      <a:pt x="0" y="217"/>
                      <a:pt x="0" y="0"/>
                    </a:cubicBezTo>
                    <a:cubicBezTo>
                      <a:pt x="31" y="0"/>
                      <a:pt x="62" y="0"/>
                      <a:pt x="94" y="0"/>
                    </a:cubicBezTo>
                    <a:cubicBezTo>
                      <a:pt x="94" y="73"/>
                      <a:pt x="94" y="147"/>
                      <a:pt x="94" y="220"/>
                    </a:cubicBezTo>
                    <a:cubicBezTo>
                      <a:pt x="94" y="231"/>
                      <a:pt x="99" y="242"/>
                      <a:pt x="102" y="254"/>
                    </a:cubicBezTo>
                    <a:cubicBezTo>
                      <a:pt x="110" y="248"/>
                      <a:pt x="119" y="242"/>
                      <a:pt x="127" y="237"/>
                    </a:cubicBezTo>
                    <a:cubicBezTo>
                      <a:pt x="204" y="166"/>
                      <a:pt x="328" y="169"/>
                      <a:pt x="407" y="245"/>
                    </a:cubicBezTo>
                    <a:cubicBezTo>
                      <a:pt x="508" y="344"/>
                      <a:pt x="497" y="532"/>
                      <a:pt x="381" y="617"/>
                    </a:cubicBezTo>
                    <a:cubicBezTo>
                      <a:pt x="300" y="676"/>
                      <a:pt x="178" y="667"/>
                      <a:pt x="116" y="600"/>
                    </a:cubicBezTo>
                    <a:cubicBezTo>
                      <a:pt x="113" y="597"/>
                      <a:pt x="105" y="591"/>
                      <a:pt x="102" y="594"/>
                    </a:cubicBezTo>
                    <a:cubicBezTo>
                      <a:pt x="96" y="597"/>
                      <a:pt x="94" y="605"/>
                      <a:pt x="94" y="611"/>
                    </a:cubicBezTo>
                    <a:cubicBezTo>
                      <a:pt x="94" y="619"/>
                      <a:pt x="94" y="631"/>
                      <a:pt x="94" y="645"/>
                    </a:cubicBezTo>
                    <a:close/>
                    <a:moveTo>
                      <a:pt x="381" y="419"/>
                    </a:moveTo>
                    <a:cubicBezTo>
                      <a:pt x="381" y="336"/>
                      <a:pt x="317" y="271"/>
                      <a:pt x="235" y="271"/>
                    </a:cubicBezTo>
                    <a:cubicBezTo>
                      <a:pt x="154" y="271"/>
                      <a:pt x="88" y="338"/>
                      <a:pt x="88" y="419"/>
                    </a:cubicBezTo>
                    <a:cubicBezTo>
                      <a:pt x="88" y="504"/>
                      <a:pt x="153" y="569"/>
                      <a:pt x="235" y="571"/>
                    </a:cubicBezTo>
                    <a:cubicBezTo>
                      <a:pt x="319" y="571"/>
                      <a:pt x="381" y="507"/>
                      <a:pt x="381" y="41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8" name="Freeform 10">
                <a:extLst>
                  <a:ext uri="{FF2B5EF4-FFF2-40B4-BE49-F238E27FC236}">
                    <a16:creationId xmlns:a16="http://schemas.microsoft.com/office/drawing/2014/main" id="{5B06E664-CA64-1C38-3C25-ED43EC747116}"/>
                  </a:ext>
                </a:extLst>
              </p:cNvPr>
              <p:cNvSpPr>
                <a:spLocks noChangeArrowheads="1"/>
              </p:cNvSpPr>
              <p:nvPr/>
            </p:nvSpPr>
            <p:spPr bwMode="auto">
              <a:xfrm>
                <a:off x="5883275" y="2408238"/>
                <a:ext cx="179388" cy="239712"/>
              </a:xfrm>
              <a:custGeom>
                <a:avLst/>
                <a:gdLst>
                  <a:gd name="T0" fmla="*/ 403 w 498"/>
                  <a:gd name="T1" fmla="*/ 0 h 668"/>
                  <a:gd name="T2" fmla="*/ 497 w 498"/>
                  <a:gd name="T3" fmla="*/ 0 h 668"/>
                  <a:gd name="T4" fmla="*/ 497 w 498"/>
                  <a:gd name="T5" fmla="*/ 642 h 668"/>
                  <a:gd name="T6" fmla="*/ 403 w 498"/>
                  <a:gd name="T7" fmla="*/ 642 h 668"/>
                  <a:gd name="T8" fmla="*/ 403 w 498"/>
                  <a:gd name="T9" fmla="*/ 602 h 668"/>
                  <a:gd name="T10" fmla="*/ 395 w 498"/>
                  <a:gd name="T11" fmla="*/ 588 h 668"/>
                  <a:gd name="T12" fmla="*/ 381 w 498"/>
                  <a:gd name="T13" fmla="*/ 594 h 668"/>
                  <a:gd name="T14" fmla="*/ 178 w 498"/>
                  <a:gd name="T15" fmla="*/ 645 h 668"/>
                  <a:gd name="T16" fmla="*/ 28 w 498"/>
                  <a:gd name="T17" fmla="*/ 484 h 668"/>
                  <a:gd name="T18" fmla="*/ 130 w 498"/>
                  <a:gd name="T19" fmla="*/ 214 h 668"/>
                  <a:gd name="T20" fmla="*/ 381 w 498"/>
                  <a:gd name="T21" fmla="*/ 240 h 668"/>
                  <a:gd name="T22" fmla="*/ 398 w 498"/>
                  <a:gd name="T23" fmla="*/ 245 h 668"/>
                  <a:gd name="T24" fmla="*/ 403 w 498"/>
                  <a:gd name="T25" fmla="*/ 226 h 668"/>
                  <a:gd name="T26" fmla="*/ 403 w 498"/>
                  <a:gd name="T27" fmla="*/ 17 h 668"/>
                  <a:gd name="T28" fmla="*/ 403 w 498"/>
                  <a:gd name="T29" fmla="*/ 0 h 668"/>
                  <a:gd name="T30" fmla="*/ 409 w 498"/>
                  <a:gd name="T31" fmla="*/ 422 h 668"/>
                  <a:gd name="T32" fmla="*/ 265 w 498"/>
                  <a:gd name="T33" fmla="*/ 271 h 668"/>
                  <a:gd name="T34" fmla="*/ 118 w 498"/>
                  <a:gd name="T35" fmla="*/ 419 h 668"/>
                  <a:gd name="T36" fmla="*/ 265 w 498"/>
                  <a:gd name="T37" fmla="*/ 571 h 668"/>
                  <a:gd name="T38" fmla="*/ 409 w 498"/>
                  <a:gd name="T39" fmla="*/ 422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8" h="668">
                    <a:moveTo>
                      <a:pt x="403" y="0"/>
                    </a:moveTo>
                    <a:cubicBezTo>
                      <a:pt x="434" y="0"/>
                      <a:pt x="466" y="0"/>
                      <a:pt x="497" y="0"/>
                    </a:cubicBezTo>
                    <a:cubicBezTo>
                      <a:pt x="497" y="214"/>
                      <a:pt x="497" y="428"/>
                      <a:pt x="497" y="642"/>
                    </a:cubicBezTo>
                    <a:cubicBezTo>
                      <a:pt x="466" y="642"/>
                      <a:pt x="437" y="642"/>
                      <a:pt x="403" y="642"/>
                    </a:cubicBezTo>
                    <a:cubicBezTo>
                      <a:pt x="403" y="631"/>
                      <a:pt x="403" y="617"/>
                      <a:pt x="403" y="602"/>
                    </a:cubicBezTo>
                    <a:cubicBezTo>
                      <a:pt x="403" y="597"/>
                      <a:pt x="401" y="588"/>
                      <a:pt x="395" y="588"/>
                    </a:cubicBezTo>
                    <a:cubicBezTo>
                      <a:pt x="392" y="586"/>
                      <a:pt x="384" y="591"/>
                      <a:pt x="381" y="594"/>
                    </a:cubicBezTo>
                    <a:cubicBezTo>
                      <a:pt x="324" y="653"/>
                      <a:pt x="254" y="667"/>
                      <a:pt x="178" y="645"/>
                    </a:cubicBezTo>
                    <a:cubicBezTo>
                      <a:pt x="96" y="622"/>
                      <a:pt x="48" y="563"/>
                      <a:pt x="28" y="484"/>
                    </a:cubicBezTo>
                    <a:cubicBezTo>
                      <a:pt x="0" y="377"/>
                      <a:pt x="42" y="268"/>
                      <a:pt x="130" y="214"/>
                    </a:cubicBezTo>
                    <a:cubicBezTo>
                      <a:pt x="212" y="163"/>
                      <a:pt x="313" y="175"/>
                      <a:pt x="381" y="240"/>
                    </a:cubicBezTo>
                    <a:cubicBezTo>
                      <a:pt x="384" y="242"/>
                      <a:pt x="392" y="245"/>
                      <a:pt x="398" y="245"/>
                    </a:cubicBezTo>
                    <a:cubicBezTo>
                      <a:pt x="401" y="240"/>
                      <a:pt x="403" y="231"/>
                      <a:pt x="403" y="226"/>
                    </a:cubicBezTo>
                    <a:cubicBezTo>
                      <a:pt x="403" y="155"/>
                      <a:pt x="403" y="85"/>
                      <a:pt x="403" y="17"/>
                    </a:cubicBezTo>
                    <a:cubicBezTo>
                      <a:pt x="403" y="14"/>
                      <a:pt x="403" y="8"/>
                      <a:pt x="403" y="0"/>
                    </a:cubicBezTo>
                    <a:close/>
                    <a:moveTo>
                      <a:pt x="409" y="422"/>
                    </a:moveTo>
                    <a:cubicBezTo>
                      <a:pt x="409" y="338"/>
                      <a:pt x="347" y="273"/>
                      <a:pt x="265" y="271"/>
                    </a:cubicBezTo>
                    <a:cubicBezTo>
                      <a:pt x="183" y="271"/>
                      <a:pt x="118" y="335"/>
                      <a:pt x="118" y="419"/>
                    </a:cubicBezTo>
                    <a:cubicBezTo>
                      <a:pt x="118" y="504"/>
                      <a:pt x="183" y="571"/>
                      <a:pt x="265" y="571"/>
                    </a:cubicBezTo>
                    <a:cubicBezTo>
                      <a:pt x="344" y="571"/>
                      <a:pt x="409" y="507"/>
                      <a:pt x="409" y="4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9" name="Freeform 11">
                <a:extLst>
                  <a:ext uri="{FF2B5EF4-FFF2-40B4-BE49-F238E27FC236}">
                    <a16:creationId xmlns:a16="http://schemas.microsoft.com/office/drawing/2014/main" id="{4EC50531-E156-6F1C-2C35-82BC8337D4BD}"/>
                  </a:ext>
                </a:extLst>
              </p:cNvPr>
              <p:cNvSpPr>
                <a:spLocks noChangeArrowheads="1"/>
              </p:cNvSpPr>
              <p:nvPr/>
            </p:nvSpPr>
            <p:spPr bwMode="auto">
              <a:xfrm>
                <a:off x="5537200" y="2390775"/>
                <a:ext cx="271463" cy="290513"/>
              </a:xfrm>
              <a:custGeom>
                <a:avLst/>
                <a:gdLst>
                  <a:gd name="T0" fmla="*/ 45 w 754"/>
                  <a:gd name="T1" fmla="*/ 223 h 807"/>
                  <a:gd name="T2" fmla="*/ 158 w 754"/>
                  <a:gd name="T3" fmla="*/ 285 h 807"/>
                  <a:gd name="T4" fmla="*/ 361 w 754"/>
                  <a:gd name="T5" fmla="*/ 400 h 807"/>
                  <a:gd name="T6" fmla="*/ 392 w 754"/>
                  <a:gd name="T7" fmla="*/ 400 h 807"/>
                  <a:gd name="T8" fmla="*/ 722 w 754"/>
                  <a:gd name="T9" fmla="*/ 214 h 807"/>
                  <a:gd name="T10" fmla="*/ 753 w 754"/>
                  <a:gd name="T11" fmla="*/ 234 h 807"/>
                  <a:gd name="T12" fmla="*/ 753 w 754"/>
                  <a:gd name="T13" fmla="*/ 341 h 807"/>
                  <a:gd name="T14" fmla="*/ 742 w 754"/>
                  <a:gd name="T15" fmla="*/ 364 h 807"/>
                  <a:gd name="T16" fmla="*/ 392 w 754"/>
                  <a:gd name="T17" fmla="*/ 560 h 807"/>
                  <a:gd name="T18" fmla="*/ 364 w 754"/>
                  <a:gd name="T19" fmla="*/ 557 h 807"/>
                  <a:gd name="T20" fmla="*/ 59 w 754"/>
                  <a:gd name="T21" fmla="*/ 389 h 807"/>
                  <a:gd name="T22" fmla="*/ 34 w 754"/>
                  <a:gd name="T23" fmla="*/ 375 h 807"/>
                  <a:gd name="T24" fmla="*/ 34 w 754"/>
                  <a:gd name="T25" fmla="*/ 456 h 807"/>
                  <a:gd name="T26" fmla="*/ 45 w 754"/>
                  <a:gd name="T27" fmla="*/ 467 h 807"/>
                  <a:gd name="T28" fmla="*/ 367 w 754"/>
                  <a:gd name="T29" fmla="*/ 648 h 807"/>
                  <a:gd name="T30" fmla="*/ 392 w 754"/>
                  <a:gd name="T31" fmla="*/ 645 h 807"/>
                  <a:gd name="T32" fmla="*/ 725 w 754"/>
                  <a:gd name="T33" fmla="*/ 459 h 807"/>
                  <a:gd name="T34" fmla="*/ 753 w 754"/>
                  <a:gd name="T35" fmla="*/ 476 h 807"/>
                  <a:gd name="T36" fmla="*/ 753 w 754"/>
                  <a:gd name="T37" fmla="*/ 586 h 807"/>
                  <a:gd name="T38" fmla="*/ 742 w 754"/>
                  <a:gd name="T39" fmla="*/ 605 h 807"/>
                  <a:gd name="T40" fmla="*/ 389 w 754"/>
                  <a:gd name="T41" fmla="*/ 803 h 807"/>
                  <a:gd name="T42" fmla="*/ 367 w 754"/>
                  <a:gd name="T43" fmla="*/ 803 h 807"/>
                  <a:gd name="T44" fmla="*/ 14 w 754"/>
                  <a:gd name="T45" fmla="*/ 605 h 807"/>
                  <a:gd name="T46" fmla="*/ 5 w 754"/>
                  <a:gd name="T47" fmla="*/ 577 h 807"/>
                  <a:gd name="T48" fmla="*/ 28 w 754"/>
                  <a:gd name="T49" fmla="*/ 577 h 807"/>
                  <a:gd name="T50" fmla="*/ 361 w 754"/>
                  <a:gd name="T51" fmla="*/ 763 h 807"/>
                  <a:gd name="T52" fmla="*/ 395 w 754"/>
                  <a:gd name="T53" fmla="*/ 763 h 807"/>
                  <a:gd name="T54" fmla="*/ 708 w 754"/>
                  <a:gd name="T55" fmla="*/ 586 h 807"/>
                  <a:gd name="T56" fmla="*/ 722 w 754"/>
                  <a:gd name="T57" fmla="*/ 563 h 807"/>
                  <a:gd name="T58" fmla="*/ 722 w 754"/>
                  <a:gd name="T59" fmla="*/ 490 h 807"/>
                  <a:gd name="T60" fmla="*/ 700 w 754"/>
                  <a:gd name="T61" fmla="*/ 501 h 807"/>
                  <a:gd name="T62" fmla="*/ 392 w 754"/>
                  <a:gd name="T63" fmla="*/ 673 h 807"/>
                  <a:gd name="T64" fmla="*/ 361 w 754"/>
                  <a:gd name="T65" fmla="*/ 673 h 807"/>
                  <a:gd name="T66" fmla="*/ 17 w 754"/>
                  <a:gd name="T67" fmla="*/ 478 h 807"/>
                  <a:gd name="T68" fmla="*/ 3 w 754"/>
                  <a:gd name="T69" fmla="*/ 453 h 807"/>
                  <a:gd name="T70" fmla="*/ 3 w 754"/>
                  <a:gd name="T71" fmla="*/ 344 h 807"/>
                  <a:gd name="T72" fmla="*/ 31 w 754"/>
                  <a:gd name="T73" fmla="*/ 330 h 807"/>
                  <a:gd name="T74" fmla="*/ 364 w 754"/>
                  <a:gd name="T75" fmla="*/ 515 h 807"/>
                  <a:gd name="T76" fmla="*/ 398 w 754"/>
                  <a:gd name="T77" fmla="*/ 515 h 807"/>
                  <a:gd name="T78" fmla="*/ 708 w 754"/>
                  <a:gd name="T79" fmla="*/ 341 h 807"/>
                  <a:gd name="T80" fmla="*/ 725 w 754"/>
                  <a:gd name="T81" fmla="*/ 313 h 807"/>
                  <a:gd name="T82" fmla="*/ 725 w 754"/>
                  <a:gd name="T83" fmla="*/ 243 h 807"/>
                  <a:gd name="T84" fmla="*/ 705 w 754"/>
                  <a:gd name="T85" fmla="*/ 254 h 807"/>
                  <a:gd name="T86" fmla="*/ 398 w 754"/>
                  <a:gd name="T87" fmla="*/ 428 h 807"/>
                  <a:gd name="T88" fmla="*/ 367 w 754"/>
                  <a:gd name="T89" fmla="*/ 428 h 807"/>
                  <a:gd name="T90" fmla="*/ 20 w 754"/>
                  <a:gd name="T91" fmla="*/ 234 h 807"/>
                  <a:gd name="T92" fmla="*/ 5 w 754"/>
                  <a:gd name="T93" fmla="*/ 217 h 807"/>
                  <a:gd name="T94" fmla="*/ 20 w 754"/>
                  <a:gd name="T95" fmla="*/ 200 h 807"/>
                  <a:gd name="T96" fmla="*/ 361 w 754"/>
                  <a:gd name="T97" fmla="*/ 8 h 807"/>
                  <a:gd name="T98" fmla="*/ 403 w 754"/>
                  <a:gd name="T99" fmla="*/ 8 h 807"/>
                  <a:gd name="T100" fmla="*/ 652 w 754"/>
                  <a:gd name="T101" fmla="*/ 149 h 807"/>
                  <a:gd name="T102" fmla="*/ 666 w 754"/>
                  <a:gd name="T103" fmla="*/ 169 h 807"/>
                  <a:gd name="T104" fmla="*/ 635 w 754"/>
                  <a:gd name="T105" fmla="*/ 175 h 807"/>
                  <a:gd name="T106" fmla="*/ 398 w 754"/>
                  <a:gd name="T107" fmla="*/ 42 h 807"/>
                  <a:gd name="T108" fmla="*/ 364 w 754"/>
                  <a:gd name="T109" fmla="*/ 42 h 807"/>
                  <a:gd name="T110" fmla="*/ 68 w 754"/>
                  <a:gd name="T111" fmla="*/ 209 h 807"/>
                  <a:gd name="T112" fmla="*/ 45 w 754"/>
                  <a:gd name="T113" fmla="*/ 223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4" h="807">
                    <a:moveTo>
                      <a:pt x="45" y="223"/>
                    </a:moveTo>
                    <a:cubicBezTo>
                      <a:pt x="84" y="245"/>
                      <a:pt x="121" y="265"/>
                      <a:pt x="158" y="285"/>
                    </a:cubicBezTo>
                    <a:cubicBezTo>
                      <a:pt x="226" y="324"/>
                      <a:pt x="293" y="361"/>
                      <a:pt x="361" y="400"/>
                    </a:cubicBezTo>
                    <a:cubicBezTo>
                      <a:pt x="372" y="406"/>
                      <a:pt x="381" y="406"/>
                      <a:pt x="392" y="400"/>
                    </a:cubicBezTo>
                    <a:cubicBezTo>
                      <a:pt x="502" y="338"/>
                      <a:pt x="612" y="276"/>
                      <a:pt x="722" y="214"/>
                    </a:cubicBezTo>
                    <a:cubicBezTo>
                      <a:pt x="748" y="200"/>
                      <a:pt x="753" y="203"/>
                      <a:pt x="753" y="234"/>
                    </a:cubicBezTo>
                    <a:cubicBezTo>
                      <a:pt x="753" y="271"/>
                      <a:pt x="753" y="305"/>
                      <a:pt x="753" y="341"/>
                    </a:cubicBezTo>
                    <a:cubicBezTo>
                      <a:pt x="753" y="353"/>
                      <a:pt x="750" y="358"/>
                      <a:pt x="742" y="364"/>
                    </a:cubicBezTo>
                    <a:cubicBezTo>
                      <a:pt x="623" y="428"/>
                      <a:pt x="508" y="495"/>
                      <a:pt x="392" y="560"/>
                    </a:cubicBezTo>
                    <a:cubicBezTo>
                      <a:pt x="381" y="566"/>
                      <a:pt x="372" y="563"/>
                      <a:pt x="364" y="557"/>
                    </a:cubicBezTo>
                    <a:cubicBezTo>
                      <a:pt x="262" y="501"/>
                      <a:pt x="161" y="445"/>
                      <a:pt x="59" y="389"/>
                    </a:cubicBezTo>
                    <a:cubicBezTo>
                      <a:pt x="51" y="386"/>
                      <a:pt x="45" y="381"/>
                      <a:pt x="34" y="375"/>
                    </a:cubicBezTo>
                    <a:cubicBezTo>
                      <a:pt x="34" y="403"/>
                      <a:pt x="34" y="430"/>
                      <a:pt x="34" y="456"/>
                    </a:cubicBezTo>
                    <a:cubicBezTo>
                      <a:pt x="34" y="461"/>
                      <a:pt x="39" y="464"/>
                      <a:pt x="45" y="467"/>
                    </a:cubicBezTo>
                    <a:cubicBezTo>
                      <a:pt x="152" y="526"/>
                      <a:pt x="259" y="588"/>
                      <a:pt x="367" y="648"/>
                    </a:cubicBezTo>
                    <a:cubicBezTo>
                      <a:pt x="378" y="653"/>
                      <a:pt x="384" y="650"/>
                      <a:pt x="392" y="645"/>
                    </a:cubicBezTo>
                    <a:cubicBezTo>
                      <a:pt x="502" y="583"/>
                      <a:pt x="612" y="521"/>
                      <a:pt x="725" y="459"/>
                    </a:cubicBezTo>
                    <a:cubicBezTo>
                      <a:pt x="750" y="445"/>
                      <a:pt x="753" y="447"/>
                      <a:pt x="753" y="476"/>
                    </a:cubicBezTo>
                    <a:cubicBezTo>
                      <a:pt x="753" y="512"/>
                      <a:pt x="753" y="549"/>
                      <a:pt x="753" y="586"/>
                    </a:cubicBezTo>
                    <a:cubicBezTo>
                      <a:pt x="753" y="591"/>
                      <a:pt x="748" y="603"/>
                      <a:pt x="742" y="605"/>
                    </a:cubicBezTo>
                    <a:cubicBezTo>
                      <a:pt x="623" y="673"/>
                      <a:pt x="508" y="738"/>
                      <a:pt x="389" y="803"/>
                    </a:cubicBezTo>
                    <a:cubicBezTo>
                      <a:pt x="384" y="806"/>
                      <a:pt x="372" y="806"/>
                      <a:pt x="367" y="803"/>
                    </a:cubicBezTo>
                    <a:cubicBezTo>
                      <a:pt x="248" y="738"/>
                      <a:pt x="132" y="670"/>
                      <a:pt x="14" y="605"/>
                    </a:cubicBezTo>
                    <a:cubicBezTo>
                      <a:pt x="0" y="597"/>
                      <a:pt x="0" y="588"/>
                      <a:pt x="5" y="577"/>
                    </a:cubicBezTo>
                    <a:cubicBezTo>
                      <a:pt x="11" y="566"/>
                      <a:pt x="20" y="574"/>
                      <a:pt x="28" y="577"/>
                    </a:cubicBezTo>
                    <a:cubicBezTo>
                      <a:pt x="138" y="639"/>
                      <a:pt x="248" y="701"/>
                      <a:pt x="361" y="763"/>
                    </a:cubicBezTo>
                    <a:cubicBezTo>
                      <a:pt x="372" y="769"/>
                      <a:pt x="384" y="772"/>
                      <a:pt x="395" y="763"/>
                    </a:cubicBezTo>
                    <a:cubicBezTo>
                      <a:pt x="499" y="704"/>
                      <a:pt x="604" y="645"/>
                      <a:pt x="708" y="586"/>
                    </a:cubicBezTo>
                    <a:cubicBezTo>
                      <a:pt x="717" y="580"/>
                      <a:pt x="722" y="574"/>
                      <a:pt x="722" y="563"/>
                    </a:cubicBezTo>
                    <a:cubicBezTo>
                      <a:pt x="722" y="540"/>
                      <a:pt x="722" y="515"/>
                      <a:pt x="722" y="490"/>
                    </a:cubicBezTo>
                    <a:cubicBezTo>
                      <a:pt x="714" y="495"/>
                      <a:pt x="705" y="498"/>
                      <a:pt x="700" y="501"/>
                    </a:cubicBezTo>
                    <a:cubicBezTo>
                      <a:pt x="598" y="557"/>
                      <a:pt x="494" y="617"/>
                      <a:pt x="392" y="673"/>
                    </a:cubicBezTo>
                    <a:cubicBezTo>
                      <a:pt x="381" y="679"/>
                      <a:pt x="372" y="679"/>
                      <a:pt x="361" y="673"/>
                    </a:cubicBezTo>
                    <a:cubicBezTo>
                      <a:pt x="245" y="608"/>
                      <a:pt x="132" y="543"/>
                      <a:pt x="17" y="478"/>
                    </a:cubicBezTo>
                    <a:cubicBezTo>
                      <a:pt x="5" y="473"/>
                      <a:pt x="0" y="467"/>
                      <a:pt x="3" y="453"/>
                    </a:cubicBezTo>
                    <a:cubicBezTo>
                      <a:pt x="3" y="416"/>
                      <a:pt x="3" y="381"/>
                      <a:pt x="3" y="344"/>
                    </a:cubicBezTo>
                    <a:cubicBezTo>
                      <a:pt x="3" y="319"/>
                      <a:pt x="8" y="316"/>
                      <a:pt x="31" y="330"/>
                    </a:cubicBezTo>
                    <a:cubicBezTo>
                      <a:pt x="141" y="392"/>
                      <a:pt x="254" y="453"/>
                      <a:pt x="364" y="515"/>
                    </a:cubicBezTo>
                    <a:cubicBezTo>
                      <a:pt x="375" y="521"/>
                      <a:pt x="384" y="524"/>
                      <a:pt x="398" y="515"/>
                    </a:cubicBezTo>
                    <a:cubicBezTo>
                      <a:pt x="502" y="456"/>
                      <a:pt x="607" y="398"/>
                      <a:pt x="708" y="341"/>
                    </a:cubicBezTo>
                    <a:cubicBezTo>
                      <a:pt x="719" y="336"/>
                      <a:pt x="725" y="327"/>
                      <a:pt x="725" y="313"/>
                    </a:cubicBezTo>
                    <a:cubicBezTo>
                      <a:pt x="725" y="290"/>
                      <a:pt x="725" y="268"/>
                      <a:pt x="725" y="243"/>
                    </a:cubicBezTo>
                    <a:cubicBezTo>
                      <a:pt x="717" y="248"/>
                      <a:pt x="711" y="251"/>
                      <a:pt x="705" y="254"/>
                    </a:cubicBezTo>
                    <a:cubicBezTo>
                      <a:pt x="604" y="310"/>
                      <a:pt x="499" y="369"/>
                      <a:pt x="398" y="428"/>
                    </a:cubicBezTo>
                    <a:cubicBezTo>
                      <a:pt x="386" y="433"/>
                      <a:pt x="378" y="433"/>
                      <a:pt x="367" y="428"/>
                    </a:cubicBezTo>
                    <a:cubicBezTo>
                      <a:pt x="251" y="364"/>
                      <a:pt x="135" y="299"/>
                      <a:pt x="20" y="234"/>
                    </a:cubicBezTo>
                    <a:cubicBezTo>
                      <a:pt x="14" y="231"/>
                      <a:pt x="5" y="223"/>
                      <a:pt x="5" y="217"/>
                    </a:cubicBezTo>
                    <a:cubicBezTo>
                      <a:pt x="5" y="211"/>
                      <a:pt x="14" y="203"/>
                      <a:pt x="20" y="200"/>
                    </a:cubicBezTo>
                    <a:cubicBezTo>
                      <a:pt x="132" y="135"/>
                      <a:pt x="248" y="73"/>
                      <a:pt x="361" y="8"/>
                    </a:cubicBezTo>
                    <a:cubicBezTo>
                      <a:pt x="375" y="0"/>
                      <a:pt x="386" y="0"/>
                      <a:pt x="403" y="8"/>
                    </a:cubicBezTo>
                    <a:cubicBezTo>
                      <a:pt x="485" y="56"/>
                      <a:pt x="567" y="101"/>
                      <a:pt x="652" y="149"/>
                    </a:cubicBezTo>
                    <a:cubicBezTo>
                      <a:pt x="660" y="155"/>
                      <a:pt x="672" y="158"/>
                      <a:pt x="666" y="169"/>
                    </a:cubicBezTo>
                    <a:cubicBezTo>
                      <a:pt x="661" y="180"/>
                      <a:pt x="649" y="180"/>
                      <a:pt x="635" y="175"/>
                    </a:cubicBezTo>
                    <a:cubicBezTo>
                      <a:pt x="556" y="130"/>
                      <a:pt x="477" y="87"/>
                      <a:pt x="398" y="42"/>
                    </a:cubicBezTo>
                    <a:cubicBezTo>
                      <a:pt x="386" y="37"/>
                      <a:pt x="378" y="37"/>
                      <a:pt x="364" y="42"/>
                    </a:cubicBezTo>
                    <a:cubicBezTo>
                      <a:pt x="265" y="99"/>
                      <a:pt x="166" y="152"/>
                      <a:pt x="68" y="209"/>
                    </a:cubicBezTo>
                    <a:cubicBezTo>
                      <a:pt x="59" y="214"/>
                      <a:pt x="53" y="217"/>
                      <a:pt x="45" y="2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0" name="Freeform 12">
                <a:extLst>
                  <a:ext uri="{FF2B5EF4-FFF2-40B4-BE49-F238E27FC236}">
                    <a16:creationId xmlns:a16="http://schemas.microsoft.com/office/drawing/2014/main" id="{61AEE617-C89A-0C9D-B823-717CF520F637}"/>
                  </a:ext>
                </a:extLst>
              </p:cNvPr>
              <p:cNvSpPr>
                <a:spLocks noChangeArrowheads="1"/>
              </p:cNvSpPr>
              <p:nvPr/>
            </p:nvSpPr>
            <p:spPr bwMode="auto">
              <a:xfrm>
                <a:off x="6388100" y="2466975"/>
                <a:ext cx="177800" cy="195263"/>
              </a:xfrm>
              <a:custGeom>
                <a:avLst/>
                <a:gdLst>
                  <a:gd name="T0" fmla="*/ 397 w 492"/>
                  <a:gd name="T1" fmla="*/ 34 h 542"/>
                  <a:gd name="T2" fmla="*/ 491 w 492"/>
                  <a:gd name="T3" fmla="*/ 34 h 542"/>
                  <a:gd name="T4" fmla="*/ 491 w 492"/>
                  <a:gd name="T5" fmla="*/ 479 h 542"/>
                  <a:gd name="T6" fmla="*/ 397 w 492"/>
                  <a:gd name="T7" fmla="*/ 479 h 542"/>
                  <a:gd name="T8" fmla="*/ 397 w 492"/>
                  <a:gd name="T9" fmla="*/ 439 h 542"/>
                  <a:gd name="T10" fmla="*/ 389 w 492"/>
                  <a:gd name="T11" fmla="*/ 425 h 542"/>
                  <a:gd name="T12" fmla="*/ 375 w 492"/>
                  <a:gd name="T13" fmla="*/ 431 h 542"/>
                  <a:gd name="T14" fmla="*/ 22 w 492"/>
                  <a:gd name="T15" fmla="*/ 324 h 542"/>
                  <a:gd name="T16" fmla="*/ 90 w 492"/>
                  <a:gd name="T17" fmla="*/ 79 h 542"/>
                  <a:gd name="T18" fmla="*/ 372 w 492"/>
                  <a:gd name="T19" fmla="*/ 79 h 542"/>
                  <a:gd name="T20" fmla="*/ 389 w 492"/>
                  <a:gd name="T21" fmla="*/ 85 h 542"/>
                  <a:gd name="T22" fmla="*/ 397 w 492"/>
                  <a:gd name="T23" fmla="*/ 68 h 542"/>
                  <a:gd name="T24" fmla="*/ 397 w 492"/>
                  <a:gd name="T25" fmla="*/ 34 h 542"/>
                  <a:gd name="T26" fmla="*/ 256 w 492"/>
                  <a:gd name="T27" fmla="*/ 405 h 542"/>
                  <a:gd name="T28" fmla="*/ 403 w 492"/>
                  <a:gd name="T29" fmla="*/ 256 h 542"/>
                  <a:gd name="T30" fmla="*/ 256 w 492"/>
                  <a:gd name="T31" fmla="*/ 105 h 542"/>
                  <a:gd name="T32" fmla="*/ 110 w 492"/>
                  <a:gd name="T33" fmla="*/ 256 h 542"/>
                  <a:gd name="T34" fmla="*/ 256 w 492"/>
                  <a:gd name="T35" fmla="*/ 405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2" h="542">
                    <a:moveTo>
                      <a:pt x="397" y="34"/>
                    </a:moveTo>
                    <a:cubicBezTo>
                      <a:pt x="428" y="34"/>
                      <a:pt x="460" y="34"/>
                      <a:pt x="491" y="34"/>
                    </a:cubicBezTo>
                    <a:cubicBezTo>
                      <a:pt x="491" y="184"/>
                      <a:pt x="491" y="329"/>
                      <a:pt x="491" y="479"/>
                    </a:cubicBezTo>
                    <a:cubicBezTo>
                      <a:pt x="460" y="479"/>
                      <a:pt x="431" y="479"/>
                      <a:pt x="397" y="479"/>
                    </a:cubicBezTo>
                    <a:cubicBezTo>
                      <a:pt x="397" y="465"/>
                      <a:pt x="397" y="453"/>
                      <a:pt x="397" y="439"/>
                    </a:cubicBezTo>
                    <a:cubicBezTo>
                      <a:pt x="397" y="434"/>
                      <a:pt x="395" y="428"/>
                      <a:pt x="389" y="425"/>
                    </a:cubicBezTo>
                    <a:cubicBezTo>
                      <a:pt x="386" y="422"/>
                      <a:pt x="378" y="425"/>
                      <a:pt x="375" y="431"/>
                    </a:cubicBezTo>
                    <a:cubicBezTo>
                      <a:pt x="287" y="541"/>
                      <a:pt x="73" y="513"/>
                      <a:pt x="22" y="324"/>
                    </a:cubicBezTo>
                    <a:cubicBezTo>
                      <a:pt x="0" y="231"/>
                      <a:pt x="19" y="147"/>
                      <a:pt x="90" y="79"/>
                    </a:cubicBezTo>
                    <a:cubicBezTo>
                      <a:pt x="172" y="0"/>
                      <a:pt x="307" y="6"/>
                      <a:pt x="372" y="79"/>
                    </a:cubicBezTo>
                    <a:cubicBezTo>
                      <a:pt x="375" y="82"/>
                      <a:pt x="383" y="88"/>
                      <a:pt x="389" y="85"/>
                    </a:cubicBezTo>
                    <a:cubicBezTo>
                      <a:pt x="392" y="82"/>
                      <a:pt x="395" y="74"/>
                      <a:pt x="397" y="68"/>
                    </a:cubicBezTo>
                    <a:cubicBezTo>
                      <a:pt x="397" y="57"/>
                      <a:pt x="397" y="45"/>
                      <a:pt x="397" y="34"/>
                    </a:cubicBezTo>
                    <a:close/>
                    <a:moveTo>
                      <a:pt x="256" y="405"/>
                    </a:moveTo>
                    <a:cubicBezTo>
                      <a:pt x="338" y="405"/>
                      <a:pt x="403" y="338"/>
                      <a:pt x="403" y="256"/>
                    </a:cubicBezTo>
                    <a:cubicBezTo>
                      <a:pt x="403" y="172"/>
                      <a:pt x="338" y="107"/>
                      <a:pt x="256" y="105"/>
                    </a:cubicBezTo>
                    <a:cubicBezTo>
                      <a:pt x="175" y="105"/>
                      <a:pt x="110" y="172"/>
                      <a:pt x="110" y="256"/>
                    </a:cubicBezTo>
                    <a:cubicBezTo>
                      <a:pt x="110" y="341"/>
                      <a:pt x="175" y="405"/>
                      <a:pt x="256" y="405"/>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1" name="Freeform 13">
                <a:extLst>
                  <a:ext uri="{FF2B5EF4-FFF2-40B4-BE49-F238E27FC236}">
                    <a16:creationId xmlns:a16="http://schemas.microsoft.com/office/drawing/2014/main" id="{385551E4-E292-5690-DDC3-395C96D0344F}"/>
                  </a:ext>
                </a:extLst>
              </p:cNvPr>
              <p:cNvSpPr>
                <a:spLocks noChangeArrowheads="1"/>
              </p:cNvSpPr>
              <p:nvPr/>
            </p:nvSpPr>
            <p:spPr bwMode="auto">
              <a:xfrm>
                <a:off x="6078538" y="2468563"/>
                <a:ext cx="179387" cy="195262"/>
              </a:xfrm>
              <a:custGeom>
                <a:avLst/>
                <a:gdLst>
                  <a:gd name="T0" fmla="*/ 403 w 498"/>
                  <a:gd name="T1" fmla="*/ 28 h 542"/>
                  <a:gd name="T2" fmla="*/ 497 w 498"/>
                  <a:gd name="T3" fmla="*/ 28 h 542"/>
                  <a:gd name="T4" fmla="*/ 497 w 498"/>
                  <a:gd name="T5" fmla="*/ 473 h 542"/>
                  <a:gd name="T6" fmla="*/ 403 w 498"/>
                  <a:gd name="T7" fmla="*/ 473 h 542"/>
                  <a:gd name="T8" fmla="*/ 403 w 498"/>
                  <a:gd name="T9" fmla="*/ 433 h 542"/>
                  <a:gd name="T10" fmla="*/ 395 w 498"/>
                  <a:gd name="T11" fmla="*/ 419 h 542"/>
                  <a:gd name="T12" fmla="*/ 381 w 498"/>
                  <a:gd name="T13" fmla="*/ 425 h 542"/>
                  <a:gd name="T14" fmla="*/ 28 w 498"/>
                  <a:gd name="T15" fmla="*/ 315 h 542"/>
                  <a:gd name="T16" fmla="*/ 130 w 498"/>
                  <a:gd name="T17" fmla="*/ 48 h 542"/>
                  <a:gd name="T18" fmla="*/ 381 w 498"/>
                  <a:gd name="T19" fmla="*/ 76 h 542"/>
                  <a:gd name="T20" fmla="*/ 395 w 498"/>
                  <a:gd name="T21" fmla="*/ 82 h 542"/>
                  <a:gd name="T22" fmla="*/ 403 w 498"/>
                  <a:gd name="T23" fmla="*/ 68 h 542"/>
                  <a:gd name="T24" fmla="*/ 403 w 498"/>
                  <a:gd name="T25" fmla="*/ 28 h 542"/>
                  <a:gd name="T26" fmla="*/ 262 w 498"/>
                  <a:gd name="T27" fmla="*/ 402 h 542"/>
                  <a:gd name="T28" fmla="*/ 409 w 498"/>
                  <a:gd name="T29" fmla="*/ 253 h 542"/>
                  <a:gd name="T30" fmla="*/ 262 w 498"/>
                  <a:gd name="T31" fmla="*/ 102 h 542"/>
                  <a:gd name="T32" fmla="*/ 116 w 498"/>
                  <a:gd name="T33" fmla="*/ 253 h 542"/>
                  <a:gd name="T34" fmla="*/ 262 w 498"/>
                  <a:gd name="T35" fmla="*/ 402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8" h="542">
                    <a:moveTo>
                      <a:pt x="403" y="28"/>
                    </a:moveTo>
                    <a:cubicBezTo>
                      <a:pt x="434" y="28"/>
                      <a:pt x="465" y="28"/>
                      <a:pt x="497" y="28"/>
                    </a:cubicBezTo>
                    <a:cubicBezTo>
                      <a:pt x="497" y="178"/>
                      <a:pt x="497" y="323"/>
                      <a:pt x="497" y="473"/>
                    </a:cubicBezTo>
                    <a:cubicBezTo>
                      <a:pt x="465" y="473"/>
                      <a:pt x="437" y="473"/>
                      <a:pt x="403" y="473"/>
                    </a:cubicBezTo>
                    <a:cubicBezTo>
                      <a:pt x="403" y="459"/>
                      <a:pt x="403" y="448"/>
                      <a:pt x="403" y="433"/>
                    </a:cubicBezTo>
                    <a:cubicBezTo>
                      <a:pt x="403" y="428"/>
                      <a:pt x="401" y="422"/>
                      <a:pt x="395" y="419"/>
                    </a:cubicBezTo>
                    <a:cubicBezTo>
                      <a:pt x="392" y="417"/>
                      <a:pt x="384" y="422"/>
                      <a:pt x="381" y="425"/>
                    </a:cubicBezTo>
                    <a:cubicBezTo>
                      <a:pt x="251" y="541"/>
                      <a:pt x="70" y="484"/>
                      <a:pt x="28" y="315"/>
                    </a:cubicBezTo>
                    <a:cubicBezTo>
                      <a:pt x="0" y="211"/>
                      <a:pt x="42" y="99"/>
                      <a:pt x="130" y="48"/>
                    </a:cubicBezTo>
                    <a:cubicBezTo>
                      <a:pt x="209" y="0"/>
                      <a:pt x="324" y="11"/>
                      <a:pt x="381" y="76"/>
                    </a:cubicBezTo>
                    <a:cubicBezTo>
                      <a:pt x="384" y="79"/>
                      <a:pt x="392" y="82"/>
                      <a:pt x="395" y="82"/>
                    </a:cubicBezTo>
                    <a:cubicBezTo>
                      <a:pt x="398" y="79"/>
                      <a:pt x="403" y="73"/>
                      <a:pt x="403" y="68"/>
                    </a:cubicBezTo>
                    <a:cubicBezTo>
                      <a:pt x="406" y="54"/>
                      <a:pt x="403" y="42"/>
                      <a:pt x="403" y="28"/>
                    </a:cubicBezTo>
                    <a:close/>
                    <a:moveTo>
                      <a:pt x="262" y="402"/>
                    </a:moveTo>
                    <a:cubicBezTo>
                      <a:pt x="344" y="402"/>
                      <a:pt x="409" y="335"/>
                      <a:pt x="409" y="253"/>
                    </a:cubicBezTo>
                    <a:cubicBezTo>
                      <a:pt x="409" y="169"/>
                      <a:pt x="344" y="104"/>
                      <a:pt x="262" y="102"/>
                    </a:cubicBezTo>
                    <a:cubicBezTo>
                      <a:pt x="180" y="102"/>
                      <a:pt x="116" y="167"/>
                      <a:pt x="116" y="253"/>
                    </a:cubicBezTo>
                    <a:cubicBezTo>
                      <a:pt x="118" y="338"/>
                      <a:pt x="180" y="402"/>
                      <a:pt x="262" y="40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2" name="Freeform 14">
                <a:extLst>
                  <a:ext uri="{FF2B5EF4-FFF2-40B4-BE49-F238E27FC236}">
                    <a16:creationId xmlns:a16="http://schemas.microsoft.com/office/drawing/2014/main" id="{48A036FC-164C-A6E9-3938-E684EF5D5F2D}"/>
                  </a:ext>
                </a:extLst>
              </p:cNvPr>
              <p:cNvSpPr>
                <a:spLocks noChangeArrowheads="1"/>
              </p:cNvSpPr>
              <p:nvPr/>
            </p:nvSpPr>
            <p:spPr bwMode="auto">
              <a:xfrm>
                <a:off x="7134225" y="2408238"/>
                <a:ext cx="147638" cy="231775"/>
              </a:xfrm>
              <a:custGeom>
                <a:avLst/>
                <a:gdLst>
                  <a:gd name="T0" fmla="*/ 93 w 410"/>
                  <a:gd name="T1" fmla="*/ 645 h 646"/>
                  <a:gd name="T2" fmla="*/ 0 w 410"/>
                  <a:gd name="T3" fmla="*/ 645 h 646"/>
                  <a:gd name="T4" fmla="*/ 0 w 410"/>
                  <a:gd name="T5" fmla="*/ 0 h 646"/>
                  <a:gd name="T6" fmla="*/ 93 w 410"/>
                  <a:gd name="T7" fmla="*/ 0 h 646"/>
                  <a:gd name="T8" fmla="*/ 93 w 410"/>
                  <a:gd name="T9" fmla="*/ 20 h 646"/>
                  <a:gd name="T10" fmla="*/ 93 w 410"/>
                  <a:gd name="T11" fmla="*/ 333 h 646"/>
                  <a:gd name="T12" fmla="*/ 93 w 410"/>
                  <a:gd name="T13" fmla="*/ 347 h 646"/>
                  <a:gd name="T14" fmla="*/ 101 w 410"/>
                  <a:gd name="T15" fmla="*/ 363 h 646"/>
                  <a:gd name="T16" fmla="*/ 118 w 410"/>
                  <a:gd name="T17" fmla="*/ 358 h 646"/>
                  <a:gd name="T18" fmla="*/ 194 w 410"/>
                  <a:gd name="T19" fmla="*/ 282 h 646"/>
                  <a:gd name="T20" fmla="*/ 268 w 410"/>
                  <a:gd name="T21" fmla="*/ 206 h 646"/>
                  <a:gd name="T22" fmla="*/ 282 w 410"/>
                  <a:gd name="T23" fmla="*/ 197 h 646"/>
                  <a:gd name="T24" fmla="*/ 386 w 410"/>
                  <a:gd name="T25" fmla="*/ 197 h 646"/>
                  <a:gd name="T26" fmla="*/ 392 w 410"/>
                  <a:gd name="T27" fmla="*/ 206 h 646"/>
                  <a:gd name="T28" fmla="*/ 375 w 410"/>
                  <a:gd name="T29" fmla="*/ 214 h 646"/>
                  <a:gd name="T30" fmla="*/ 217 w 410"/>
                  <a:gd name="T31" fmla="*/ 371 h 646"/>
                  <a:gd name="T32" fmla="*/ 214 w 410"/>
                  <a:gd name="T33" fmla="*/ 408 h 646"/>
                  <a:gd name="T34" fmla="*/ 398 w 410"/>
                  <a:gd name="T35" fmla="*/ 631 h 646"/>
                  <a:gd name="T36" fmla="*/ 409 w 410"/>
                  <a:gd name="T37" fmla="*/ 645 h 646"/>
                  <a:gd name="T38" fmla="*/ 299 w 410"/>
                  <a:gd name="T39" fmla="*/ 645 h 646"/>
                  <a:gd name="T40" fmla="*/ 285 w 410"/>
                  <a:gd name="T41" fmla="*/ 633 h 646"/>
                  <a:gd name="T42" fmla="*/ 144 w 410"/>
                  <a:gd name="T43" fmla="*/ 459 h 646"/>
                  <a:gd name="T44" fmla="*/ 121 w 410"/>
                  <a:gd name="T45" fmla="*/ 445 h 646"/>
                  <a:gd name="T46" fmla="*/ 96 w 410"/>
                  <a:gd name="T47" fmla="*/ 478 h 646"/>
                  <a:gd name="T48" fmla="*/ 96 w 410"/>
                  <a:gd name="T49" fmla="*/ 619 h 646"/>
                  <a:gd name="T50" fmla="*/ 93 w 410"/>
                  <a:gd name="T51" fmla="*/ 645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0" h="646">
                    <a:moveTo>
                      <a:pt x="93" y="645"/>
                    </a:moveTo>
                    <a:cubicBezTo>
                      <a:pt x="59" y="645"/>
                      <a:pt x="31" y="645"/>
                      <a:pt x="0" y="645"/>
                    </a:cubicBezTo>
                    <a:cubicBezTo>
                      <a:pt x="0" y="430"/>
                      <a:pt x="0" y="217"/>
                      <a:pt x="0" y="0"/>
                    </a:cubicBezTo>
                    <a:cubicBezTo>
                      <a:pt x="31" y="0"/>
                      <a:pt x="62" y="0"/>
                      <a:pt x="93" y="0"/>
                    </a:cubicBezTo>
                    <a:cubicBezTo>
                      <a:pt x="93" y="8"/>
                      <a:pt x="93" y="14"/>
                      <a:pt x="93" y="20"/>
                    </a:cubicBezTo>
                    <a:cubicBezTo>
                      <a:pt x="93" y="124"/>
                      <a:pt x="93" y="228"/>
                      <a:pt x="93" y="333"/>
                    </a:cubicBezTo>
                    <a:cubicBezTo>
                      <a:pt x="93" y="338"/>
                      <a:pt x="93" y="341"/>
                      <a:pt x="93" y="347"/>
                    </a:cubicBezTo>
                    <a:cubicBezTo>
                      <a:pt x="96" y="352"/>
                      <a:pt x="96" y="360"/>
                      <a:pt x="101" y="363"/>
                    </a:cubicBezTo>
                    <a:cubicBezTo>
                      <a:pt x="104" y="366"/>
                      <a:pt x="113" y="360"/>
                      <a:pt x="118" y="358"/>
                    </a:cubicBezTo>
                    <a:cubicBezTo>
                      <a:pt x="144" y="333"/>
                      <a:pt x="169" y="307"/>
                      <a:pt x="194" y="282"/>
                    </a:cubicBezTo>
                    <a:cubicBezTo>
                      <a:pt x="220" y="257"/>
                      <a:pt x="245" y="231"/>
                      <a:pt x="268" y="206"/>
                    </a:cubicBezTo>
                    <a:cubicBezTo>
                      <a:pt x="271" y="203"/>
                      <a:pt x="276" y="197"/>
                      <a:pt x="282" y="197"/>
                    </a:cubicBezTo>
                    <a:cubicBezTo>
                      <a:pt x="316" y="197"/>
                      <a:pt x="350" y="197"/>
                      <a:pt x="386" y="197"/>
                    </a:cubicBezTo>
                    <a:cubicBezTo>
                      <a:pt x="389" y="200"/>
                      <a:pt x="389" y="203"/>
                      <a:pt x="392" y="206"/>
                    </a:cubicBezTo>
                    <a:cubicBezTo>
                      <a:pt x="386" y="209"/>
                      <a:pt x="378" y="211"/>
                      <a:pt x="375" y="214"/>
                    </a:cubicBezTo>
                    <a:cubicBezTo>
                      <a:pt x="321" y="268"/>
                      <a:pt x="271" y="321"/>
                      <a:pt x="217" y="371"/>
                    </a:cubicBezTo>
                    <a:cubicBezTo>
                      <a:pt x="203" y="385"/>
                      <a:pt x="203" y="394"/>
                      <a:pt x="214" y="408"/>
                    </a:cubicBezTo>
                    <a:cubicBezTo>
                      <a:pt x="276" y="481"/>
                      <a:pt x="338" y="555"/>
                      <a:pt x="398" y="631"/>
                    </a:cubicBezTo>
                    <a:cubicBezTo>
                      <a:pt x="400" y="633"/>
                      <a:pt x="403" y="639"/>
                      <a:pt x="409" y="645"/>
                    </a:cubicBezTo>
                    <a:cubicBezTo>
                      <a:pt x="369" y="645"/>
                      <a:pt x="335" y="645"/>
                      <a:pt x="299" y="645"/>
                    </a:cubicBezTo>
                    <a:cubicBezTo>
                      <a:pt x="293" y="645"/>
                      <a:pt x="287" y="639"/>
                      <a:pt x="285" y="633"/>
                    </a:cubicBezTo>
                    <a:cubicBezTo>
                      <a:pt x="237" y="574"/>
                      <a:pt x="192" y="518"/>
                      <a:pt x="144" y="459"/>
                    </a:cubicBezTo>
                    <a:cubicBezTo>
                      <a:pt x="138" y="453"/>
                      <a:pt x="124" y="442"/>
                      <a:pt x="121" y="445"/>
                    </a:cubicBezTo>
                    <a:cubicBezTo>
                      <a:pt x="110" y="453"/>
                      <a:pt x="96" y="459"/>
                      <a:pt x="96" y="478"/>
                    </a:cubicBezTo>
                    <a:cubicBezTo>
                      <a:pt x="96" y="526"/>
                      <a:pt x="96" y="571"/>
                      <a:pt x="96" y="619"/>
                    </a:cubicBezTo>
                    <a:cubicBezTo>
                      <a:pt x="93" y="628"/>
                      <a:pt x="93" y="633"/>
                      <a:pt x="93" y="64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3" name="Freeform 15">
                <a:extLst>
                  <a:ext uri="{FF2B5EF4-FFF2-40B4-BE49-F238E27FC236}">
                    <a16:creationId xmlns:a16="http://schemas.microsoft.com/office/drawing/2014/main" id="{746A7D40-AFAA-8199-810F-00DAD1EF525E}"/>
                  </a:ext>
                </a:extLst>
              </p:cNvPr>
              <p:cNvSpPr>
                <a:spLocks noChangeArrowheads="1"/>
              </p:cNvSpPr>
              <p:nvPr/>
            </p:nvSpPr>
            <p:spPr bwMode="auto">
              <a:xfrm>
                <a:off x="6954838" y="2471738"/>
                <a:ext cx="157162" cy="180975"/>
              </a:xfrm>
              <a:custGeom>
                <a:avLst/>
                <a:gdLst>
                  <a:gd name="T0" fmla="*/ 432 w 438"/>
                  <a:gd name="T1" fmla="*/ 408 h 504"/>
                  <a:gd name="T2" fmla="*/ 102 w 438"/>
                  <a:gd name="T3" fmla="*/ 427 h 504"/>
                  <a:gd name="T4" fmla="*/ 28 w 438"/>
                  <a:gd name="T5" fmla="*/ 169 h 504"/>
                  <a:gd name="T6" fmla="*/ 226 w 438"/>
                  <a:gd name="T7" fmla="*/ 8 h 504"/>
                  <a:gd name="T8" fmla="*/ 423 w 438"/>
                  <a:gd name="T9" fmla="*/ 64 h 504"/>
                  <a:gd name="T10" fmla="*/ 437 w 438"/>
                  <a:gd name="T11" fmla="*/ 76 h 504"/>
                  <a:gd name="T12" fmla="*/ 387 w 438"/>
                  <a:gd name="T13" fmla="*/ 124 h 504"/>
                  <a:gd name="T14" fmla="*/ 367 w 438"/>
                  <a:gd name="T15" fmla="*/ 124 h 504"/>
                  <a:gd name="T16" fmla="*/ 220 w 438"/>
                  <a:gd name="T17" fmla="*/ 98 h 504"/>
                  <a:gd name="T18" fmla="*/ 119 w 438"/>
                  <a:gd name="T19" fmla="*/ 286 h 504"/>
                  <a:gd name="T20" fmla="*/ 305 w 438"/>
                  <a:gd name="T21" fmla="*/ 385 h 504"/>
                  <a:gd name="T22" fmla="*/ 381 w 438"/>
                  <a:gd name="T23" fmla="*/ 354 h 504"/>
                  <a:gd name="T24" fmla="*/ 432 w 438"/>
                  <a:gd name="T25" fmla="*/ 408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8" h="504">
                    <a:moveTo>
                      <a:pt x="432" y="408"/>
                    </a:moveTo>
                    <a:cubicBezTo>
                      <a:pt x="322" y="503"/>
                      <a:pt x="186" y="495"/>
                      <a:pt x="102" y="427"/>
                    </a:cubicBezTo>
                    <a:cubicBezTo>
                      <a:pt x="28" y="371"/>
                      <a:pt x="0" y="264"/>
                      <a:pt x="28" y="169"/>
                    </a:cubicBezTo>
                    <a:cubicBezTo>
                      <a:pt x="54" y="79"/>
                      <a:pt x="130" y="19"/>
                      <a:pt x="226" y="8"/>
                    </a:cubicBezTo>
                    <a:cubicBezTo>
                      <a:pt x="299" y="0"/>
                      <a:pt x="367" y="19"/>
                      <a:pt x="423" y="64"/>
                    </a:cubicBezTo>
                    <a:cubicBezTo>
                      <a:pt x="429" y="67"/>
                      <a:pt x="432" y="73"/>
                      <a:pt x="437" y="76"/>
                    </a:cubicBezTo>
                    <a:cubicBezTo>
                      <a:pt x="420" y="93"/>
                      <a:pt x="404" y="107"/>
                      <a:pt x="387" y="124"/>
                    </a:cubicBezTo>
                    <a:cubicBezTo>
                      <a:pt x="378" y="132"/>
                      <a:pt x="372" y="127"/>
                      <a:pt x="367" y="124"/>
                    </a:cubicBezTo>
                    <a:cubicBezTo>
                      <a:pt x="322" y="95"/>
                      <a:pt x="274" y="84"/>
                      <a:pt x="220" y="98"/>
                    </a:cubicBezTo>
                    <a:cubicBezTo>
                      <a:pt x="138" y="121"/>
                      <a:pt x="96" y="202"/>
                      <a:pt x="119" y="286"/>
                    </a:cubicBezTo>
                    <a:cubicBezTo>
                      <a:pt x="141" y="365"/>
                      <a:pt x="223" y="410"/>
                      <a:pt x="305" y="385"/>
                    </a:cubicBezTo>
                    <a:cubicBezTo>
                      <a:pt x="330" y="377"/>
                      <a:pt x="353" y="365"/>
                      <a:pt x="381" y="354"/>
                    </a:cubicBezTo>
                    <a:cubicBezTo>
                      <a:pt x="398" y="371"/>
                      <a:pt x="415" y="391"/>
                      <a:pt x="432" y="40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4" name="Freeform 16">
                <a:extLst>
                  <a:ext uri="{FF2B5EF4-FFF2-40B4-BE49-F238E27FC236}">
                    <a16:creationId xmlns:a16="http://schemas.microsoft.com/office/drawing/2014/main" id="{32518634-DA71-2556-5DD5-C1D62754E70E}"/>
                  </a:ext>
                </a:extLst>
              </p:cNvPr>
              <p:cNvSpPr>
                <a:spLocks noChangeArrowheads="1"/>
              </p:cNvSpPr>
              <p:nvPr/>
            </p:nvSpPr>
            <p:spPr bwMode="auto">
              <a:xfrm>
                <a:off x="6278563" y="2427288"/>
                <a:ext cx="106362" cy="219075"/>
              </a:xfrm>
              <a:custGeom>
                <a:avLst/>
                <a:gdLst>
                  <a:gd name="T0" fmla="*/ 82 w 294"/>
                  <a:gd name="T1" fmla="*/ 0 h 607"/>
                  <a:gd name="T2" fmla="*/ 175 w 294"/>
                  <a:gd name="T3" fmla="*/ 0 h 607"/>
                  <a:gd name="T4" fmla="*/ 175 w 294"/>
                  <a:gd name="T5" fmla="*/ 93 h 607"/>
                  <a:gd name="T6" fmla="*/ 223 w 294"/>
                  <a:gd name="T7" fmla="*/ 141 h 607"/>
                  <a:gd name="T8" fmla="*/ 279 w 294"/>
                  <a:gd name="T9" fmla="*/ 141 h 607"/>
                  <a:gd name="T10" fmla="*/ 279 w 294"/>
                  <a:gd name="T11" fmla="*/ 217 h 607"/>
                  <a:gd name="T12" fmla="*/ 197 w 294"/>
                  <a:gd name="T13" fmla="*/ 217 h 607"/>
                  <a:gd name="T14" fmla="*/ 172 w 294"/>
                  <a:gd name="T15" fmla="*/ 243 h 607"/>
                  <a:gd name="T16" fmla="*/ 172 w 294"/>
                  <a:gd name="T17" fmla="*/ 436 h 607"/>
                  <a:gd name="T18" fmla="*/ 172 w 294"/>
                  <a:gd name="T19" fmla="*/ 445 h 607"/>
                  <a:gd name="T20" fmla="*/ 251 w 294"/>
                  <a:gd name="T21" fmla="*/ 518 h 607"/>
                  <a:gd name="T22" fmla="*/ 293 w 294"/>
                  <a:gd name="T23" fmla="*/ 515 h 607"/>
                  <a:gd name="T24" fmla="*/ 293 w 294"/>
                  <a:gd name="T25" fmla="*/ 555 h 607"/>
                  <a:gd name="T26" fmla="*/ 293 w 294"/>
                  <a:gd name="T27" fmla="*/ 594 h 607"/>
                  <a:gd name="T28" fmla="*/ 158 w 294"/>
                  <a:gd name="T29" fmla="*/ 592 h 607"/>
                  <a:gd name="T30" fmla="*/ 87 w 294"/>
                  <a:gd name="T31" fmla="*/ 518 h 607"/>
                  <a:gd name="T32" fmla="*/ 76 w 294"/>
                  <a:gd name="T33" fmla="*/ 448 h 607"/>
                  <a:gd name="T34" fmla="*/ 76 w 294"/>
                  <a:gd name="T35" fmla="*/ 243 h 607"/>
                  <a:gd name="T36" fmla="*/ 53 w 294"/>
                  <a:gd name="T37" fmla="*/ 217 h 607"/>
                  <a:gd name="T38" fmla="*/ 0 w 294"/>
                  <a:gd name="T39" fmla="*/ 217 h 607"/>
                  <a:gd name="T40" fmla="*/ 0 w 294"/>
                  <a:gd name="T41" fmla="*/ 141 h 607"/>
                  <a:gd name="T42" fmla="*/ 56 w 294"/>
                  <a:gd name="T43" fmla="*/ 141 h 607"/>
                  <a:gd name="T44" fmla="*/ 79 w 294"/>
                  <a:gd name="T45" fmla="*/ 119 h 607"/>
                  <a:gd name="T46" fmla="*/ 82 w 294"/>
                  <a:gd name="T47" fmla="*/ 0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4" h="607">
                    <a:moveTo>
                      <a:pt x="82" y="0"/>
                    </a:moveTo>
                    <a:cubicBezTo>
                      <a:pt x="113" y="0"/>
                      <a:pt x="144" y="0"/>
                      <a:pt x="175" y="0"/>
                    </a:cubicBezTo>
                    <a:cubicBezTo>
                      <a:pt x="175" y="31"/>
                      <a:pt x="175" y="62"/>
                      <a:pt x="175" y="93"/>
                    </a:cubicBezTo>
                    <a:cubicBezTo>
                      <a:pt x="175" y="144"/>
                      <a:pt x="166" y="141"/>
                      <a:pt x="223" y="141"/>
                    </a:cubicBezTo>
                    <a:cubicBezTo>
                      <a:pt x="242" y="141"/>
                      <a:pt x="259" y="141"/>
                      <a:pt x="279" y="141"/>
                    </a:cubicBezTo>
                    <a:cubicBezTo>
                      <a:pt x="279" y="167"/>
                      <a:pt x="279" y="189"/>
                      <a:pt x="279" y="217"/>
                    </a:cubicBezTo>
                    <a:cubicBezTo>
                      <a:pt x="251" y="217"/>
                      <a:pt x="226" y="217"/>
                      <a:pt x="197" y="217"/>
                    </a:cubicBezTo>
                    <a:cubicBezTo>
                      <a:pt x="175" y="217"/>
                      <a:pt x="172" y="220"/>
                      <a:pt x="172" y="243"/>
                    </a:cubicBezTo>
                    <a:cubicBezTo>
                      <a:pt x="172" y="307"/>
                      <a:pt x="172" y="372"/>
                      <a:pt x="172" y="436"/>
                    </a:cubicBezTo>
                    <a:cubicBezTo>
                      <a:pt x="172" y="439"/>
                      <a:pt x="172" y="442"/>
                      <a:pt x="172" y="445"/>
                    </a:cubicBezTo>
                    <a:cubicBezTo>
                      <a:pt x="175" y="499"/>
                      <a:pt x="197" y="518"/>
                      <a:pt x="251" y="518"/>
                    </a:cubicBezTo>
                    <a:cubicBezTo>
                      <a:pt x="265" y="518"/>
                      <a:pt x="276" y="518"/>
                      <a:pt x="293" y="515"/>
                    </a:cubicBezTo>
                    <a:cubicBezTo>
                      <a:pt x="293" y="530"/>
                      <a:pt x="293" y="544"/>
                      <a:pt x="293" y="555"/>
                    </a:cubicBezTo>
                    <a:cubicBezTo>
                      <a:pt x="293" y="569"/>
                      <a:pt x="293" y="580"/>
                      <a:pt x="293" y="594"/>
                    </a:cubicBezTo>
                    <a:cubicBezTo>
                      <a:pt x="248" y="600"/>
                      <a:pt x="203" y="606"/>
                      <a:pt x="158" y="592"/>
                    </a:cubicBezTo>
                    <a:cubicBezTo>
                      <a:pt x="121" y="580"/>
                      <a:pt x="99" y="555"/>
                      <a:pt x="87" y="518"/>
                    </a:cubicBezTo>
                    <a:cubicBezTo>
                      <a:pt x="82" y="496"/>
                      <a:pt x="76" y="473"/>
                      <a:pt x="76" y="448"/>
                    </a:cubicBezTo>
                    <a:cubicBezTo>
                      <a:pt x="76" y="380"/>
                      <a:pt x="76" y="310"/>
                      <a:pt x="76" y="243"/>
                    </a:cubicBezTo>
                    <a:cubicBezTo>
                      <a:pt x="76" y="220"/>
                      <a:pt x="73" y="217"/>
                      <a:pt x="53" y="217"/>
                    </a:cubicBezTo>
                    <a:cubicBezTo>
                      <a:pt x="36" y="217"/>
                      <a:pt x="20" y="217"/>
                      <a:pt x="0" y="217"/>
                    </a:cubicBezTo>
                    <a:cubicBezTo>
                      <a:pt x="0" y="192"/>
                      <a:pt x="0" y="170"/>
                      <a:pt x="0" y="141"/>
                    </a:cubicBezTo>
                    <a:cubicBezTo>
                      <a:pt x="20" y="141"/>
                      <a:pt x="36" y="141"/>
                      <a:pt x="56" y="141"/>
                    </a:cubicBezTo>
                    <a:cubicBezTo>
                      <a:pt x="70" y="141"/>
                      <a:pt x="79" y="136"/>
                      <a:pt x="79" y="119"/>
                    </a:cubicBezTo>
                    <a:cubicBezTo>
                      <a:pt x="79" y="82"/>
                      <a:pt x="82" y="43"/>
                      <a:pt x="8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5" name="Freeform 17">
                <a:extLst>
                  <a:ext uri="{FF2B5EF4-FFF2-40B4-BE49-F238E27FC236}">
                    <a16:creationId xmlns:a16="http://schemas.microsoft.com/office/drawing/2014/main" id="{8C263CAC-F76D-E708-7A99-A57B2050BB6F}"/>
                  </a:ext>
                </a:extLst>
              </p:cNvPr>
              <p:cNvSpPr>
                <a:spLocks noChangeArrowheads="1"/>
              </p:cNvSpPr>
              <p:nvPr/>
            </p:nvSpPr>
            <p:spPr bwMode="auto">
              <a:xfrm>
                <a:off x="6788150" y="2473325"/>
                <a:ext cx="90488" cy="165100"/>
              </a:xfrm>
              <a:custGeom>
                <a:avLst/>
                <a:gdLst>
                  <a:gd name="T0" fmla="*/ 249 w 252"/>
                  <a:gd name="T1" fmla="*/ 102 h 460"/>
                  <a:gd name="T2" fmla="*/ 212 w 252"/>
                  <a:gd name="T3" fmla="*/ 102 h 460"/>
                  <a:gd name="T4" fmla="*/ 96 w 252"/>
                  <a:gd name="T5" fmla="*/ 222 h 460"/>
                  <a:gd name="T6" fmla="*/ 93 w 252"/>
                  <a:gd name="T7" fmla="*/ 307 h 460"/>
                  <a:gd name="T8" fmla="*/ 93 w 252"/>
                  <a:gd name="T9" fmla="*/ 456 h 460"/>
                  <a:gd name="T10" fmla="*/ 91 w 252"/>
                  <a:gd name="T11" fmla="*/ 459 h 460"/>
                  <a:gd name="T12" fmla="*/ 0 w 252"/>
                  <a:gd name="T13" fmla="*/ 459 h 460"/>
                  <a:gd name="T14" fmla="*/ 0 w 252"/>
                  <a:gd name="T15" fmla="*/ 14 h 460"/>
                  <a:gd name="T16" fmla="*/ 93 w 252"/>
                  <a:gd name="T17" fmla="*/ 14 h 460"/>
                  <a:gd name="T18" fmla="*/ 93 w 252"/>
                  <a:gd name="T19" fmla="*/ 57 h 460"/>
                  <a:gd name="T20" fmla="*/ 102 w 252"/>
                  <a:gd name="T21" fmla="*/ 76 h 460"/>
                  <a:gd name="T22" fmla="*/ 119 w 252"/>
                  <a:gd name="T23" fmla="*/ 65 h 460"/>
                  <a:gd name="T24" fmla="*/ 251 w 252"/>
                  <a:gd name="T25" fmla="*/ 3 h 460"/>
                  <a:gd name="T26" fmla="*/ 249 w 252"/>
                  <a:gd name="T27" fmla="*/ 102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2" h="460">
                    <a:moveTo>
                      <a:pt x="249" y="102"/>
                    </a:moveTo>
                    <a:cubicBezTo>
                      <a:pt x="234" y="102"/>
                      <a:pt x="223" y="102"/>
                      <a:pt x="212" y="102"/>
                    </a:cubicBezTo>
                    <a:cubicBezTo>
                      <a:pt x="150" y="110"/>
                      <a:pt x="105" y="155"/>
                      <a:pt x="96" y="222"/>
                    </a:cubicBezTo>
                    <a:cubicBezTo>
                      <a:pt x="93" y="250"/>
                      <a:pt x="93" y="278"/>
                      <a:pt x="93" y="307"/>
                    </a:cubicBezTo>
                    <a:cubicBezTo>
                      <a:pt x="93" y="357"/>
                      <a:pt x="93" y="405"/>
                      <a:pt x="93" y="456"/>
                    </a:cubicBezTo>
                    <a:cubicBezTo>
                      <a:pt x="93" y="456"/>
                      <a:pt x="93" y="459"/>
                      <a:pt x="91" y="459"/>
                    </a:cubicBezTo>
                    <a:cubicBezTo>
                      <a:pt x="59" y="459"/>
                      <a:pt x="31" y="459"/>
                      <a:pt x="0" y="459"/>
                    </a:cubicBezTo>
                    <a:cubicBezTo>
                      <a:pt x="0" y="309"/>
                      <a:pt x="0" y="164"/>
                      <a:pt x="0" y="14"/>
                    </a:cubicBezTo>
                    <a:cubicBezTo>
                      <a:pt x="31" y="14"/>
                      <a:pt x="62" y="14"/>
                      <a:pt x="93" y="14"/>
                    </a:cubicBezTo>
                    <a:cubicBezTo>
                      <a:pt x="93" y="28"/>
                      <a:pt x="93" y="43"/>
                      <a:pt x="93" y="57"/>
                    </a:cubicBezTo>
                    <a:cubicBezTo>
                      <a:pt x="93" y="62"/>
                      <a:pt x="99" y="71"/>
                      <a:pt x="102" y="76"/>
                    </a:cubicBezTo>
                    <a:cubicBezTo>
                      <a:pt x="107" y="74"/>
                      <a:pt x="113" y="71"/>
                      <a:pt x="119" y="65"/>
                    </a:cubicBezTo>
                    <a:cubicBezTo>
                      <a:pt x="153" y="20"/>
                      <a:pt x="195" y="0"/>
                      <a:pt x="251" y="3"/>
                    </a:cubicBezTo>
                    <a:cubicBezTo>
                      <a:pt x="249" y="37"/>
                      <a:pt x="249" y="68"/>
                      <a:pt x="249" y="1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6" name="Freeform 18">
                <a:extLst>
                  <a:ext uri="{FF2B5EF4-FFF2-40B4-BE49-F238E27FC236}">
                    <a16:creationId xmlns:a16="http://schemas.microsoft.com/office/drawing/2014/main" id="{4AE61173-F857-EC32-3033-2A0388F10B29}"/>
                  </a:ext>
                </a:extLst>
              </p:cNvPr>
              <p:cNvSpPr>
                <a:spLocks noChangeArrowheads="1"/>
              </p:cNvSpPr>
              <p:nvPr/>
            </p:nvSpPr>
            <p:spPr bwMode="auto">
              <a:xfrm>
                <a:off x="6904038" y="2479675"/>
                <a:ext cx="33337" cy="160338"/>
              </a:xfrm>
              <a:custGeom>
                <a:avLst/>
                <a:gdLst>
                  <a:gd name="T0" fmla="*/ 0 w 94"/>
                  <a:gd name="T1" fmla="*/ 0 h 446"/>
                  <a:gd name="T2" fmla="*/ 93 w 94"/>
                  <a:gd name="T3" fmla="*/ 0 h 446"/>
                  <a:gd name="T4" fmla="*/ 93 w 94"/>
                  <a:gd name="T5" fmla="*/ 445 h 446"/>
                  <a:gd name="T6" fmla="*/ 0 w 94"/>
                  <a:gd name="T7" fmla="*/ 445 h 446"/>
                  <a:gd name="T8" fmla="*/ 0 w 94"/>
                  <a:gd name="T9" fmla="*/ 0 h 446"/>
                </a:gdLst>
                <a:ahLst/>
                <a:cxnLst>
                  <a:cxn ang="0">
                    <a:pos x="T0" y="T1"/>
                  </a:cxn>
                  <a:cxn ang="0">
                    <a:pos x="T2" y="T3"/>
                  </a:cxn>
                  <a:cxn ang="0">
                    <a:pos x="T4" y="T5"/>
                  </a:cxn>
                  <a:cxn ang="0">
                    <a:pos x="T6" y="T7"/>
                  </a:cxn>
                  <a:cxn ang="0">
                    <a:pos x="T8" y="T9"/>
                  </a:cxn>
                </a:cxnLst>
                <a:rect l="0" t="0" r="r" b="b"/>
                <a:pathLst>
                  <a:path w="94" h="446">
                    <a:moveTo>
                      <a:pt x="0" y="0"/>
                    </a:moveTo>
                    <a:cubicBezTo>
                      <a:pt x="31" y="0"/>
                      <a:pt x="62" y="0"/>
                      <a:pt x="93" y="0"/>
                    </a:cubicBezTo>
                    <a:cubicBezTo>
                      <a:pt x="93" y="150"/>
                      <a:pt x="93" y="295"/>
                      <a:pt x="93" y="445"/>
                    </a:cubicBezTo>
                    <a:cubicBezTo>
                      <a:pt x="62" y="445"/>
                      <a:pt x="31" y="445"/>
                      <a:pt x="0" y="445"/>
                    </a:cubicBezTo>
                    <a:cubicBezTo>
                      <a:pt x="0" y="295"/>
                      <a:pt x="0" y="147"/>
                      <a:pt x="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7" name="Freeform 19">
                <a:extLst>
                  <a:ext uri="{FF2B5EF4-FFF2-40B4-BE49-F238E27FC236}">
                    <a16:creationId xmlns:a16="http://schemas.microsoft.com/office/drawing/2014/main" id="{60786EA0-9D98-2FEE-14F6-0ACADA652DA2}"/>
                  </a:ext>
                </a:extLst>
              </p:cNvPr>
              <p:cNvSpPr>
                <a:spLocks noChangeArrowheads="1"/>
              </p:cNvSpPr>
              <p:nvPr/>
            </p:nvSpPr>
            <p:spPr bwMode="auto">
              <a:xfrm>
                <a:off x="6899275" y="2406650"/>
                <a:ext cx="42863" cy="42863"/>
              </a:xfrm>
              <a:custGeom>
                <a:avLst/>
                <a:gdLst>
                  <a:gd name="T0" fmla="*/ 116 w 117"/>
                  <a:gd name="T1" fmla="*/ 59 h 120"/>
                  <a:gd name="T2" fmla="*/ 56 w 117"/>
                  <a:gd name="T3" fmla="*/ 119 h 120"/>
                  <a:gd name="T4" fmla="*/ 0 w 117"/>
                  <a:gd name="T5" fmla="*/ 59 h 120"/>
                  <a:gd name="T6" fmla="*/ 56 w 117"/>
                  <a:gd name="T7" fmla="*/ 0 h 120"/>
                  <a:gd name="T8" fmla="*/ 116 w 117"/>
                  <a:gd name="T9" fmla="*/ 59 h 120"/>
                </a:gdLst>
                <a:ahLst/>
                <a:cxnLst>
                  <a:cxn ang="0">
                    <a:pos x="T0" y="T1"/>
                  </a:cxn>
                  <a:cxn ang="0">
                    <a:pos x="T2" y="T3"/>
                  </a:cxn>
                  <a:cxn ang="0">
                    <a:pos x="T4" y="T5"/>
                  </a:cxn>
                  <a:cxn ang="0">
                    <a:pos x="T6" y="T7"/>
                  </a:cxn>
                  <a:cxn ang="0">
                    <a:pos x="T8" y="T9"/>
                  </a:cxn>
                </a:cxnLst>
                <a:rect l="0" t="0" r="r" b="b"/>
                <a:pathLst>
                  <a:path w="117" h="120">
                    <a:moveTo>
                      <a:pt x="116" y="59"/>
                    </a:moveTo>
                    <a:cubicBezTo>
                      <a:pt x="116" y="93"/>
                      <a:pt x="90" y="119"/>
                      <a:pt x="56" y="119"/>
                    </a:cubicBezTo>
                    <a:cubicBezTo>
                      <a:pt x="25" y="119"/>
                      <a:pt x="0" y="93"/>
                      <a:pt x="0" y="59"/>
                    </a:cubicBezTo>
                    <a:cubicBezTo>
                      <a:pt x="0" y="28"/>
                      <a:pt x="25" y="0"/>
                      <a:pt x="56" y="0"/>
                    </a:cubicBezTo>
                    <a:cubicBezTo>
                      <a:pt x="90" y="3"/>
                      <a:pt x="116" y="28"/>
                      <a:pt x="116" y="5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54" name="Group 253">
            <a:extLst>
              <a:ext uri="{FF2B5EF4-FFF2-40B4-BE49-F238E27FC236}">
                <a16:creationId xmlns:a16="http://schemas.microsoft.com/office/drawing/2014/main" id="{59887DC1-A790-ADEE-085B-3E325C7EB6CB}"/>
              </a:ext>
            </a:extLst>
          </p:cNvPr>
          <p:cNvGrpSpPr/>
          <p:nvPr/>
        </p:nvGrpSpPr>
        <p:grpSpPr>
          <a:xfrm>
            <a:off x="8010189" y="4111928"/>
            <a:ext cx="2031417" cy="293838"/>
            <a:chOff x="6075362" y="5676900"/>
            <a:chExt cx="2535238" cy="366713"/>
          </a:xfrm>
          <a:solidFill>
            <a:schemeClr val="tx1"/>
          </a:solidFill>
        </p:grpSpPr>
        <p:grpSp>
          <p:nvGrpSpPr>
            <p:cNvPr id="255" name="Group 254">
              <a:extLst>
                <a:ext uri="{FF2B5EF4-FFF2-40B4-BE49-F238E27FC236}">
                  <a16:creationId xmlns:a16="http://schemas.microsoft.com/office/drawing/2014/main" id="{02B66E27-CE18-9E4F-1EB5-6CB011898D03}"/>
                </a:ext>
              </a:extLst>
            </p:cNvPr>
            <p:cNvGrpSpPr/>
            <p:nvPr/>
          </p:nvGrpSpPr>
          <p:grpSpPr>
            <a:xfrm>
              <a:off x="6075362" y="5726113"/>
              <a:ext cx="927100" cy="242887"/>
              <a:chOff x="6075362" y="5726113"/>
              <a:chExt cx="927100" cy="242887"/>
            </a:xfrm>
            <a:grpFill/>
          </p:grpSpPr>
          <p:sp>
            <p:nvSpPr>
              <p:cNvPr id="258" name="Freeform 15">
                <a:extLst>
                  <a:ext uri="{FF2B5EF4-FFF2-40B4-BE49-F238E27FC236}">
                    <a16:creationId xmlns:a16="http://schemas.microsoft.com/office/drawing/2014/main" id="{C7B87A67-B9A3-6B93-492A-323285FE53FB}"/>
                  </a:ext>
                </a:extLst>
              </p:cNvPr>
              <p:cNvSpPr>
                <a:spLocks noChangeArrowheads="1"/>
              </p:cNvSpPr>
              <p:nvPr/>
            </p:nvSpPr>
            <p:spPr bwMode="auto">
              <a:xfrm>
                <a:off x="6243637" y="5726113"/>
                <a:ext cx="46038"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3"/>
                      <a:pt x="22" y="655"/>
                      <a:pt x="51" y="6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9" name="Freeform 16">
                <a:extLst>
                  <a:ext uri="{FF2B5EF4-FFF2-40B4-BE49-F238E27FC236}">
                    <a16:creationId xmlns:a16="http://schemas.microsoft.com/office/drawing/2014/main" id="{1A86B410-211C-FD51-95C5-39AD68E1ACE4}"/>
                  </a:ext>
                </a:extLst>
              </p:cNvPr>
              <p:cNvSpPr>
                <a:spLocks noChangeArrowheads="1"/>
              </p:cNvSpPr>
              <p:nvPr/>
            </p:nvSpPr>
            <p:spPr bwMode="auto">
              <a:xfrm>
                <a:off x="6297612" y="5788025"/>
                <a:ext cx="177800" cy="179388"/>
              </a:xfrm>
              <a:custGeom>
                <a:avLst/>
                <a:gdLst>
                  <a:gd name="T0" fmla="*/ 228 w 495"/>
                  <a:gd name="T1" fmla="*/ 496 h 497"/>
                  <a:gd name="T2" fmla="*/ 369 w 495"/>
                  <a:gd name="T3" fmla="*/ 432 h 497"/>
                  <a:gd name="T4" fmla="*/ 369 w 495"/>
                  <a:gd name="T5" fmla="*/ 432 h 497"/>
                  <a:gd name="T6" fmla="*/ 420 w 495"/>
                  <a:gd name="T7" fmla="*/ 483 h 497"/>
                  <a:gd name="T8" fmla="*/ 492 w 495"/>
                  <a:gd name="T9" fmla="*/ 483 h 497"/>
                  <a:gd name="T10" fmla="*/ 494 w 495"/>
                  <a:gd name="T11" fmla="*/ 14 h 497"/>
                  <a:gd name="T12" fmla="*/ 371 w 495"/>
                  <a:gd name="T13" fmla="*/ 14 h 497"/>
                  <a:gd name="T14" fmla="*/ 371 w 495"/>
                  <a:gd name="T15" fmla="*/ 65 h 497"/>
                  <a:gd name="T16" fmla="*/ 230 w 495"/>
                  <a:gd name="T17" fmla="*/ 0 h 497"/>
                  <a:gd name="T18" fmla="*/ 2 w 495"/>
                  <a:gd name="T19" fmla="*/ 246 h 497"/>
                  <a:gd name="T20" fmla="*/ 228 w 495"/>
                  <a:gd name="T21" fmla="*/ 496 h 497"/>
                  <a:gd name="T22" fmla="*/ 250 w 495"/>
                  <a:gd name="T23" fmla="*/ 119 h 497"/>
                  <a:gd name="T24" fmla="*/ 371 w 495"/>
                  <a:gd name="T25" fmla="*/ 248 h 497"/>
                  <a:gd name="T26" fmla="*/ 250 w 495"/>
                  <a:gd name="T27" fmla="*/ 377 h 497"/>
                  <a:gd name="T28" fmla="*/ 129 w 495"/>
                  <a:gd name="T29" fmla="*/ 248 h 497"/>
                  <a:gd name="T30" fmla="*/ 250 w 495"/>
                  <a:gd name="T31" fmla="*/ 119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5" h="497">
                    <a:moveTo>
                      <a:pt x="228" y="496"/>
                    </a:moveTo>
                    <a:cubicBezTo>
                      <a:pt x="291" y="496"/>
                      <a:pt x="338" y="469"/>
                      <a:pt x="369" y="432"/>
                    </a:cubicBezTo>
                    <a:lnTo>
                      <a:pt x="369" y="432"/>
                    </a:lnTo>
                    <a:cubicBezTo>
                      <a:pt x="369" y="461"/>
                      <a:pt x="391" y="483"/>
                      <a:pt x="420" y="483"/>
                    </a:cubicBezTo>
                    <a:lnTo>
                      <a:pt x="492" y="483"/>
                    </a:lnTo>
                    <a:lnTo>
                      <a:pt x="494" y="14"/>
                    </a:lnTo>
                    <a:lnTo>
                      <a:pt x="371" y="14"/>
                    </a:lnTo>
                    <a:lnTo>
                      <a:pt x="371" y="65"/>
                    </a:lnTo>
                    <a:cubicBezTo>
                      <a:pt x="340" y="26"/>
                      <a:pt x="295" y="0"/>
                      <a:pt x="230" y="0"/>
                    </a:cubicBezTo>
                    <a:cubicBezTo>
                      <a:pt x="101" y="0"/>
                      <a:pt x="2" y="106"/>
                      <a:pt x="2" y="246"/>
                    </a:cubicBezTo>
                    <a:cubicBezTo>
                      <a:pt x="0" y="389"/>
                      <a:pt x="96" y="496"/>
                      <a:pt x="228" y="496"/>
                    </a:cubicBezTo>
                    <a:close/>
                    <a:moveTo>
                      <a:pt x="250" y="119"/>
                    </a:moveTo>
                    <a:cubicBezTo>
                      <a:pt x="322" y="119"/>
                      <a:pt x="371" y="174"/>
                      <a:pt x="371" y="248"/>
                    </a:cubicBezTo>
                    <a:cubicBezTo>
                      <a:pt x="371" y="321"/>
                      <a:pt x="322" y="377"/>
                      <a:pt x="250" y="377"/>
                    </a:cubicBezTo>
                    <a:cubicBezTo>
                      <a:pt x="176" y="377"/>
                      <a:pt x="129" y="319"/>
                      <a:pt x="129" y="248"/>
                    </a:cubicBezTo>
                    <a:cubicBezTo>
                      <a:pt x="129" y="176"/>
                      <a:pt x="176" y="119"/>
                      <a:pt x="250" y="11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0" name="Freeform 17">
                <a:extLst>
                  <a:ext uri="{FF2B5EF4-FFF2-40B4-BE49-F238E27FC236}">
                    <a16:creationId xmlns:a16="http://schemas.microsoft.com/office/drawing/2014/main" id="{5DB83C32-AD2D-528E-0FA4-4B2D25D744D4}"/>
                  </a:ext>
                </a:extLst>
              </p:cNvPr>
              <p:cNvSpPr>
                <a:spLocks noChangeArrowheads="1"/>
              </p:cNvSpPr>
              <p:nvPr/>
            </p:nvSpPr>
            <p:spPr bwMode="auto">
              <a:xfrm>
                <a:off x="6486525" y="5726113"/>
                <a:ext cx="46037"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1"/>
                      <a:pt x="22" y="655"/>
                      <a:pt x="51" y="6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1" name="Freeform 18">
                <a:extLst>
                  <a:ext uri="{FF2B5EF4-FFF2-40B4-BE49-F238E27FC236}">
                    <a16:creationId xmlns:a16="http://schemas.microsoft.com/office/drawing/2014/main" id="{4998049A-05B7-3E38-E5F9-082C5E6B7DB5}"/>
                  </a:ext>
                </a:extLst>
              </p:cNvPr>
              <p:cNvSpPr>
                <a:spLocks noChangeArrowheads="1"/>
              </p:cNvSpPr>
              <p:nvPr/>
            </p:nvSpPr>
            <p:spPr bwMode="auto">
              <a:xfrm>
                <a:off x="6538912" y="5789613"/>
                <a:ext cx="184150" cy="177800"/>
              </a:xfrm>
              <a:custGeom>
                <a:avLst/>
                <a:gdLst>
                  <a:gd name="T0" fmla="*/ 254 w 511"/>
                  <a:gd name="T1" fmla="*/ 494 h 495"/>
                  <a:gd name="T2" fmla="*/ 510 w 511"/>
                  <a:gd name="T3" fmla="*/ 248 h 495"/>
                  <a:gd name="T4" fmla="*/ 256 w 511"/>
                  <a:gd name="T5" fmla="*/ 0 h 495"/>
                  <a:gd name="T6" fmla="*/ 2 w 511"/>
                  <a:gd name="T7" fmla="*/ 246 h 495"/>
                  <a:gd name="T8" fmla="*/ 254 w 511"/>
                  <a:gd name="T9" fmla="*/ 494 h 495"/>
                  <a:gd name="T10" fmla="*/ 256 w 511"/>
                  <a:gd name="T11" fmla="*/ 117 h 495"/>
                  <a:gd name="T12" fmla="*/ 381 w 511"/>
                  <a:gd name="T13" fmla="*/ 246 h 495"/>
                  <a:gd name="T14" fmla="*/ 256 w 511"/>
                  <a:gd name="T15" fmla="*/ 375 h 495"/>
                  <a:gd name="T16" fmla="*/ 131 w 511"/>
                  <a:gd name="T17" fmla="*/ 246 h 495"/>
                  <a:gd name="T18" fmla="*/ 256 w 511"/>
                  <a:gd name="T19" fmla="*/ 117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1" h="495">
                    <a:moveTo>
                      <a:pt x="254" y="494"/>
                    </a:moveTo>
                    <a:cubicBezTo>
                      <a:pt x="399" y="494"/>
                      <a:pt x="508" y="389"/>
                      <a:pt x="510" y="248"/>
                    </a:cubicBezTo>
                    <a:cubicBezTo>
                      <a:pt x="510" y="106"/>
                      <a:pt x="403" y="0"/>
                      <a:pt x="256" y="0"/>
                    </a:cubicBezTo>
                    <a:cubicBezTo>
                      <a:pt x="111" y="0"/>
                      <a:pt x="2" y="104"/>
                      <a:pt x="2" y="246"/>
                    </a:cubicBezTo>
                    <a:cubicBezTo>
                      <a:pt x="0" y="387"/>
                      <a:pt x="109" y="494"/>
                      <a:pt x="254" y="494"/>
                    </a:cubicBezTo>
                    <a:close/>
                    <a:moveTo>
                      <a:pt x="256" y="117"/>
                    </a:moveTo>
                    <a:cubicBezTo>
                      <a:pt x="328" y="117"/>
                      <a:pt x="381" y="170"/>
                      <a:pt x="381" y="246"/>
                    </a:cubicBezTo>
                    <a:cubicBezTo>
                      <a:pt x="381" y="322"/>
                      <a:pt x="328" y="375"/>
                      <a:pt x="256" y="375"/>
                    </a:cubicBezTo>
                    <a:cubicBezTo>
                      <a:pt x="184" y="375"/>
                      <a:pt x="131" y="322"/>
                      <a:pt x="131" y="246"/>
                    </a:cubicBezTo>
                    <a:cubicBezTo>
                      <a:pt x="131" y="170"/>
                      <a:pt x="184" y="117"/>
                      <a:pt x="256" y="11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2" name="Freeform 19">
                <a:extLst>
                  <a:ext uri="{FF2B5EF4-FFF2-40B4-BE49-F238E27FC236}">
                    <a16:creationId xmlns:a16="http://schemas.microsoft.com/office/drawing/2014/main" id="{ADA9D7C4-0E63-F71F-CB4E-AAF7886AA4A9}"/>
                  </a:ext>
                </a:extLst>
              </p:cNvPr>
              <p:cNvSpPr>
                <a:spLocks noChangeArrowheads="1"/>
              </p:cNvSpPr>
              <p:nvPr/>
            </p:nvSpPr>
            <p:spPr bwMode="auto">
              <a:xfrm>
                <a:off x="6727825" y="5786438"/>
                <a:ext cx="274637" cy="176212"/>
              </a:xfrm>
              <a:custGeom>
                <a:avLst/>
                <a:gdLst>
                  <a:gd name="T0" fmla="*/ 52 w 765"/>
                  <a:gd name="T1" fmla="*/ 489 h 490"/>
                  <a:gd name="T2" fmla="*/ 127 w 765"/>
                  <a:gd name="T3" fmla="*/ 489 h 490"/>
                  <a:gd name="T4" fmla="*/ 127 w 765"/>
                  <a:gd name="T5" fmla="*/ 231 h 490"/>
                  <a:gd name="T6" fmla="*/ 228 w 765"/>
                  <a:gd name="T7" fmla="*/ 125 h 490"/>
                  <a:gd name="T8" fmla="*/ 320 w 765"/>
                  <a:gd name="T9" fmla="*/ 229 h 490"/>
                  <a:gd name="T10" fmla="*/ 320 w 765"/>
                  <a:gd name="T11" fmla="*/ 436 h 490"/>
                  <a:gd name="T12" fmla="*/ 371 w 765"/>
                  <a:gd name="T13" fmla="*/ 487 h 490"/>
                  <a:gd name="T14" fmla="*/ 447 w 765"/>
                  <a:gd name="T15" fmla="*/ 487 h 490"/>
                  <a:gd name="T16" fmla="*/ 447 w 765"/>
                  <a:gd name="T17" fmla="*/ 229 h 490"/>
                  <a:gd name="T18" fmla="*/ 547 w 765"/>
                  <a:gd name="T19" fmla="*/ 123 h 490"/>
                  <a:gd name="T20" fmla="*/ 639 w 765"/>
                  <a:gd name="T21" fmla="*/ 227 h 490"/>
                  <a:gd name="T22" fmla="*/ 639 w 765"/>
                  <a:gd name="T23" fmla="*/ 434 h 490"/>
                  <a:gd name="T24" fmla="*/ 691 w 765"/>
                  <a:gd name="T25" fmla="*/ 485 h 490"/>
                  <a:gd name="T26" fmla="*/ 764 w 765"/>
                  <a:gd name="T27" fmla="*/ 485 h 490"/>
                  <a:gd name="T28" fmla="*/ 764 w 765"/>
                  <a:gd name="T29" fmla="*/ 186 h 490"/>
                  <a:gd name="T30" fmla="*/ 580 w 765"/>
                  <a:gd name="T31" fmla="*/ 2 h 490"/>
                  <a:gd name="T32" fmla="*/ 420 w 765"/>
                  <a:gd name="T33" fmla="*/ 82 h 490"/>
                  <a:gd name="T34" fmla="*/ 265 w 765"/>
                  <a:gd name="T35" fmla="*/ 0 h 490"/>
                  <a:gd name="T36" fmla="*/ 125 w 765"/>
                  <a:gd name="T37" fmla="*/ 67 h 490"/>
                  <a:gd name="T38" fmla="*/ 125 w 765"/>
                  <a:gd name="T39" fmla="*/ 12 h 490"/>
                  <a:gd name="T40" fmla="*/ 2 w 765"/>
                  <a:gd name="T41" fmla="*/ 12 h 490"/>
                  <a:gd name="T42" fmla="*/ 0 w 765"/>
                  <a:gd name="T43" fmla="*/ 430 h 490"/>
                  <a:gd name="T44" fmla="*/ 52 w 765"/>
                  <a:gd name="T45" fmla="*/ 489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5" h="490">
                    <a:moveTo>
                      <a:pt x="52" y="489"/>
                    </a:moveTo>
                    <a:lnTo>
                      <a:pt x="127" y="489"/>
                    </a:lnTo>
                    <a:lnTo>
                      <a:pt x="127" y="231"/>
                    </a:lnTo>
                    <a:cubicBezTo>
                      <a:pt x="127" y="160"/>
                      <a:pt x="172" y="125"/>
                      <a:pt x="228" y="125"/>
                    </a:cubicBezTo>
                    <a:cubicBezTo>
                      <a:pt x="285" y="125"/>
                      <a:pt x="320" y="162"/>
                      <a:pt x="320" y="229"/>
                    </a:cubicBezTo>
                    <a:lnTo>
                      <a:pt x="320" y="436"/>
                    </a:lnTo>
                    <a:cubicBezTo>
                      <a:pt x="320" y="465"/>
                      <a:pt x="342" y="487"/>
                      <a:pt x="371" y="487"/>
                    </a:cubicBezTo>
                    <a:lnTo>
                      <a:pt x="447" y="487"/>
                    </a:lnTo>
                    <a:lnTo>
                      <a:pt x="447" y="229"/>
                    </a:lnTo>
                    <a:cubicBezTo>
                      <a:pt x="447" y="158"/>
                      <a:pt x="492" y="123"/>
                      <a:pt x="547" y="123"/>
                    </a:cubicBezTo>
                    <a:cubicBezTo>
                      <a:pt x="605" y="123"/>
                      <a:pt x="639" y="160"/>
                      <a:pt x="639" y="227"/>
                    </a:cubicBezTo>
                    <a:lnTo>
                      <a:pt x="639" y="434"/>
                    </a:lnTo>
                    <a:cubicBezTo>
                      <a:pt x="639" y="463"/>
                      <a:pt x="662" y="485"/>
                      <a:pt x="691" y="485"/>
                    </a:cubicBezTo>
                    <a:lnTo>
                      <a:pt x="764" y="485"/>
                    </a:lnTo>
                    <a:lnTo>
                      <a:pt x="764" y="186"/>
                    </a:lnTo>
                    <a:cubicBezTo>
                      <a:pt x="764" y="78"/>
                      <a:pt x="691" y="2"/>
                      <a:pt x="580" y="2"/>
                    </a:cubicBezTo>
                    <a:cubicBezTo>
                      <a:pt x="519" y="2"/>
                      <a:pt x="457" y="22"/>
                      <a:pt x="420" y="82"/>
                    </a:cubicBezTo>
                    <a:cubicBezTo>
                      <a:pt x="390" y="33"/>
                      <a:pt x="334" y="2"/>
                      <a:pt x="265" y="0"/>
                    </a:cubicBezTo>
                    <a:cubicBezTo>
                      <a:pt x="211" y="0"/>
                      <a:pt x="160" y="18"/>
                      <a:pt x="125" y="67"/>
                    </a:cubicBezTo>
                    <a:lnTo>
                      <a:pt x="125" y="12"/>
                    </a:lnTo>
                    <a:lnTo>
                      <a:pt x="2" y="12"/>
                    </a:lnTo>
                    <a:lnTo>
                      <a:pt x="0" y="430"/>
                    </a:lnTo>
                    <a:cubicBezTo>
                      <a:pt x="0" y="465"/>
                      <a:pt x="23" y="489"/>
                      <a:pt x="52" y="4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3" name="Freeform 20">
                <a:extLst>
                  <a:ext uri="{FF2B5EF4-FFF2-40B4-BE49-F238E27FC236}">
                    <a16:creationId xmlns:a16="http://schemas.microsoft.com/office/drawing/2014/main" id="{96C37F60-586E-10E2-D7A3-2EAFA5FCCC77}"/>
                  </a:ext>
                </a:extLst>
              </p:cNvPr>
              <p:cNvSpPr>
                <a:spLocks noChangeArrowheads="1"/>
              </p:cNvSpPr>
              <p:nvPr/>
            </p:nvSpPr>
            <p:spPr bwMode="auto">
              <a:xfrm>
                <a:off x="6075362" y="5788025"/>
                <a:ext cx="161925" cy="180975"/>
              </a:xfrm>
              <a:custGeom>
                <a:avLst/>
                <a:gdLst>
                  <a:gd name="T0" fmla="*/ 211 w 451"/>
                  <a:gd name="T1" fmla="*/ 389 h 501"/>
                  <a:gd name="T2" fmla="*/ 45 w 451"/>
                  <a:gd name="T3" fmla="*/ 338 h 501"/>
                  <a:gd name="T4" fmla="*/ 0 w 451"/>
                  <a:gd name="T5" fmla="*/ 436 h 501"/>
                  <a:gd name="T6" fmla="*/ 209 w 451"/>
                  <a:gd name="T7" fmla="*/ 496 h 501"/>
                  <a:gd name="T8" fmla="*/ 448 w 451"/>
                  <a:gd name="T9" fmla="*/ 346 h 501"/>
                  <a:gd name="T10" fmla="*/ 272 w 451"/>
                  <a:gd name="T11" fmla="*/ 196 h 501"/>
                  <a:gd name="T12" fmla="*/ 215 w 451"/>
                  <a:gd name="T13" fmla="*/ 188 h 501"/>
                  <a:gd name="T14" fmla="*/ 145 w 451"/>
                  <a:gd name="T15" fmla="*/ 147 h 501"/>
                  <a:gd name="T16" fmla="*/ 217 w 451"/>
                  <a:gd name="T17" fmla="*/ 106 h 501"/>
                  <a:gd name="T18" fmla="*/ 348 w 451"/>
                  <a:gd name="T19" fmla="*/ 135 h 501"/>
                  <a:gd name="T20" fmla="*/ 413 w 451"/>
                  <a:gd name="T21" fmla="*/ 108 h 501"/>
                  <a:gd name="T22" fmla="*/ 436 w 451"/>
                  <a:gd name="T23" fmla="*/ 57 h 501"/>
                  <a:gd name="T24" fmla="*/ 219 w 451"/>
                  <a:gd name="T25" fmla="*/ 2 h 501"/>
                  <a:gd name="T26" fmla="*/ 14 w 451"/>
                  <a:gd name="T27" fmla="*/ 147 h 501"/>
                  <a:gd name="T28" fmla="*/ 184 w 451"/>
                  <a:gd name="T29" fmla="*/ 297 h 501"/>
                  <a:gd name="T30" fmla="*/ 213 w 451"/>
                  <a:gd name="T31" fmla="*/ 301 h 501"/>
                  <a:gd name="T32" fmla="*/ 319 w 451"/>
                  <a:gd name="T33" fmla="*/ 346 h 501"/>
                  <a:gd name="T34" fmla="*/ 211 w 451"/>
                  <a:gd name="T35" fmla="*/ 38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1" h="501">
                    <a:moveTo>
                      <a:pt x="211" y="389"/>
                    </a:moveTo>
                    <a:cubicBezTo>
                      <a:pt x="139" y="387"/>
                      <a:pt x="76" y="354"/>
                      <a:pt x="45" y="338"/>
                    </a:cubicBezTo>
                    <a:lnTo>
                      <a:pt x="0" y="436"/>
                    </a:lnTo>
                    <a:cubicBezTo>
                      <a:pt x="65" y="475"/>
                      <a:pt x="143" y="493"/>
                      <a:pt x="209" y="496"/>
                    </a:cubicBezTo>
                    <a:cubicBezTo>
                      <a:pt x="366" y="500"/>
                      <a:pt x="446" y="444"/>
                      <a:pt x="448" y="346"/>
                    </a:cubicBezTo>
                    <a:cubicBezTo>
                      <a:pt x="450" y="258"/>
                      <a:pt x="375" y="209"/>
                      <a:pt x="272" y="196"/>
                    </a:cubicBezTo>
                    <a:lnTo>
                      <a:pt x="215" y="188"/>
                    </a:lnTo>
                    <a:cubicBezTo>
                      <a:pt x="172" y="180"/>
                      <a:pt x="145" y="173"/>
                      <a:pt x="145" y="147"/>
                    </a:cubicBezTo>
                    <a:cubicBezTo>
                      <a:pt x="145" y="120"/>
                      <a:pt x="168" y="104"/>
                      <a:pt x="217" y="106"/>
                    </a:cubicBezTo>
                    <a:cubicBezTo>
                      <a:pt x="264" y="106"/>
                      <a:pt x="311" y="121"/>
                      <a:pt x="348" y="135"/>
                    </a:cubicBezTo>
                    <a:cubicBezTo>
                      <a:pt x="373" y="145"/>
                      <a:pt x="401" y="133"/>
                      <a:pt x="413" y="108"/>
                    </a:cubicBezTo>
                    <a:lnTo>
                      <a:pt x="436" y="57"/>
                    </a:lnTo>
                    <a:cubicBezTo>
                      <a:pt x="375" y="24"/>
                      <a:pt x="303" y="4"/>
                      <a:pt x="219" y="2"/>
                    </a:cubicBezTo>
                    <a:cubicBezTo>
                      <a:pt x="108" y="0"/>
                      <a:pt x="16" y="51"/>
                      <a:pt x="14" y="147"/>
                    </a:cubicBezTo>
                    <a:cubicBezTo>
                      <a:pt x="12" y="223"/>
                      <a:pt x="47" y="276"/>
                      <a:pt x="184" y="297"/>
                    </a:cubicBezTo>
                    <a:lnTo>
                      <a:pt x="213" y="301"/>
                    </a:lnTo>
                    <a:cubicBezTo>
                      <a:pt x="274" y="309"/>
                      <a:pt x="319" y="313"/>
                      <a:pt x="319" y="346"/>
                    </a:cubicBezTo>
                    <a:cubicBezTo>
                      <a:pt x="317" y="379"/>
                      <a:pt x="280" y="391"/>
                      <a:pt x="211" y="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56" name="Freeform 21">
              <a:extLst>
                <a:ext uri="{FF2B5EF4-FFF2-40B4-BE49-F238E27FC236}">
                  <a16:creationId xmlns:a16="http://schemas.microsoft.com/office/drawing/2014/main" id="{58F67D06-678B-CBD5-E49D-C2F1400C287D}"/>
                </a:ext>
              </a:extLst>
            </p:cNvPr>
            <p:cNvSpPr>
              <a:spLocks noChangeArrowheads="1"/>
            </p:cNvSpPr>
            <p:nvPr/>
          </p:nvSpPr>
          <p:spPr bwMode="auto">
            <a:xfrm>
              <a:off x="7262812" y="5676900"/>
              <a:ext cx="7938" cy="366713"/>
            </a:xfrm>
            <a:custGeom>
              <a:avLst/>
              <a:gdLst>
                <a:gd name="T0" fmla="*/ 11 w 22"/>
                <a:gd name="T1" fmla="*/ 1016 h 1017"/>
                <a:gd name="T2" fmla="*/ 0 w 22"/>
                <a:gd name="T3" fmla="*/ 1016 h 1017"/>
                <a:gd name="T4" fmla="*/ 0 w 22"/>
                <a:gd name="T5" fmla="*/ 0 h 1017"/>
                <a:gd name="T6" fmla="*/ 21 w 22"/>
                <a:gd name="T7" fmla="*/ 0 h 1017"/>
                <a:gd name="T8" fmla="*/ 21 w 22"/>
                <a:gd name="T9" fmla="*/ 1016 h 1017"/>
                <a:gd name="T10" fmla="*/ 11 w 22"/>
                <a:gd name="T11" fmla="*/ 1016 h 1017"/>
              </a:gdLst>
              <a:ahLst/>
              <a:cxnLst>
                <a:cxn ang="0">
                  <a:pos x="T0" y="T1"/>
                </a:cxn>
                <a:cxn ang="0">
                  <a:pos x="T2" y="T3"/>
                </a:cxn>
                <a:cxn ang="0">
                  <a:pos x="T4" y="T5"/>
                </a:cxn>
                <a:cxn ang="0">
                  <a:pos x="T6" y="T7"/>
                </a:cxn>
                <a:cxn ang="0">
                  <a:pos x="T8" y="T9"/>
                </a:cxn>
                <a:cxn ang="0">
                  <a:pos x="T10" y="T11"/>
                </a:cxn>
              </a:cxnLst>
              <a:rect l="0" t="0" r="r" b="b"/>
              <a:pathLst>
                <a:path w="22" h="1017">
                  <a:moveTo>
                    <a:pt x="11" y="1016"/>
                  </a:moveTo>
                  <a:lnTo>
                    <a:pt x="0" y="1016"/>
                  </a:lnTo>
                  <a:lnTo>
                    <a:pt x="0" y="0"/>
                  </a:lnTo>
                  <a:lnTo>
                    <a:pt x="21" y="0"/>
                  </a:lnTo>
                  <a:lnTo>
                    <a:pt x="21" y="1016"/>
                  </a:lnTo>
                  <a:lnTo>
                    <a:pt x="11" y="101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7" name="Freeform 22">
              <a:extLst>
                <a:ext uri="{FF2B5EF4-FFF2-40B4-BE49-F238E27FC236}">
                  <a16:creationId xmlns:a16="http://schemas.microsoft.com/office/drawing/2014/main" id="{38D7BA3A-4B5A-E775-FA7D-D1DC74156788}"/>
                </a:ext>
              </a:extLst>
            </p:cNvPr>
            <p:cNvSpPr>
              <a:spLocks noChangeArrowheads="1"/>
            </p:cNvSpPr>
            <p:nvPr/>
          </p:nvSpPr>
          <p:spPr bwMode="auto">
            <a:xfrm>
              <a:off x="7535862" y="5676900"/>
              <a:ext cx="1074738" cy="366713"/>
            </a:xfrm>
            <a:custGeom>
              <a:avLst/>
              <a:gdLst>
                <a:gd name="T0" fmla="*/ 1015 w 2986"/>
                <a:gd name="T1" fmla="*/ 0 h 1017"/>
                <a:gd name="T2" fmla="*/ 0 w 2986"/>
                <a:gd name="T3" fmla="*/ 1016 h 1017"/>
                <a:gd name="T4" fmla="*/ 911 w 2986"/>
                <a:gd name="T5" fmla="*/ 909 h 1017"/>
                <a:gd name="T6" fmla="*/ 106 w 2986"/>
                <a:gd name="T7" fmla="*/ 104 h 1017"/>
                <a:gd name="T8" fmla="*/ 911 w 2986"/>
                <a:gd name="T9" fmla="*/ 909 h 1017"/>
                <a:gd name="T10" fmla="*/ 196 w 2986"/>
                <a:gd name="T11" fmla="*/ 569 h 1017"/>
                <a:gd name="T12" fmla="*/ 614 w 2986"/>
                <a:gd name="T13" fmla="*/ 569 h 1017"/>
                <a:gd name="T14" fmla="*/ 507 w 2986"/>
                <a:gd name="T15" fmla="*/ 262 h 1017"/>
                <a:gd name="T16" fmla="*/ 403 w 2986"/>
                <a:gd name="T17" fmla="*/ 692 h 1017"/>
                <a:gd name="T18" fmla="*/ 296 w 2986"/>
                <a:gd name="T19" fmla="*/ 262 h 1017"/>
                <a:gd name="T20" fmla="*/ 751 w 2986"/>
                <a:gd name="T21" fmla="*/ 323 h 1017"/>
                <a:gd name="T22" fmla="*/ 751 w 2986"/>
                <a:gd name="T23" fmla="*/ 194 h 1017"/>
                <a:gd name="T24" fmla="*/ 751 w 2986"/>
                <a:gd name="T25" fmla="*/ 323 h 1017"/>
                <a:gd name="T26" fmla="*/ 700 w 2986"/>
                <a:gd name="T27" fmla="*/ 786 h 1017"/>
                <a:gd name="T28" fmla="*/ 806 w 2986"/>
                <a:gd name="T29" fmla="*/ 372 h 1017"/>
                <a:gd name="T30" fmla="*/ 1328 w 2986"/>
                <a:gd name="T31" fmla="*/ 616 h 1017"/>
                <a:gd name="T32" fmla="*/ 1328 w 2986"/>
                <a:gd name="T33" fmla="*/ 262 h 1017"/>
                <a:gd name="T34" fmla="*/ 1130 w 2986"/>
                <a:gd name="T35" fmla="*/ 788 h 1017"/>
                <a:gd name="T36" fmla="*/ 1236 w 2986"/>
                <a:gd name="T37" fmla="*/ 620 h 1017"/>
                <a:gd name="T38" fmla="*/ 1330 w 2986"/>
                <a:gd name="T39" fmla="*/ 616 h 1017"/>
                <a:gd name="T40" fmla="*/ 1316 w 2986"/>
                <a:gd name="T41" fmla="*/ 532 h 1017"/>
                <a:gd name="T42" fmla="*/ 1232 w 2986"/>
                <a:gd name="T43" fmla="*/ 346 h 1017"/>
                <a:gd name="T44" fmla="*/ 1410 w 2986"/>
                <a:gd name="T45" fmla="*/ 438 h 1017"/>
                <a:gd name="T46" fmla="*/ 1552 w 2986"/>
                <a:gd name="T47" fmla="*/ 579 h 1017"/>
                <a:gd name="T48" fmla="*/ 1877 w 2986"/>
                <a:gd name="T49" fmla="*/ 727 h 1017"/>
                <a:gd name="T50" fmla="*/ 1984 w 2986"/>
                <a:gd name="T51" fmla="*/ 786 h 1017"/>
                <a:gd name="T52" fmla="*/ 1877 w 2986"/>
                <a:gd name="T53" fmla="*/ 372 h 1017"/>
                <a:gd name="T54" fmla="*/ 1742 w 2986"/>
                <a:gd name="T55" fmla="*/ 368 h 1017"/>
                <a:gd name="T56" fmla="*/ 1877 w 2986"/>
                <a:gd name="T57" fmla="*/ 579 h 1017"/>
                <a:gd name="T58" fmla="*/ 1660 w 2986"/>
                <a:gd name="T59" fmla="*/ 579 h 1017"/>
                <a:gd name="T60" fmla="*/ 1877 w 2986"/>
                <a:gd name="T61" fmla="*/ 579 h 1017"/>
                <a:gd name="T62" fmla="*/ 2197 w 2986"/>
                <a:gd name="T63" fmla="*/ 641 h 1017"/>
                <a:gd name="T64" fmla="*/ 2289 w 2986"/>
                <a:gd name="T65" fmla="*/ 463 h 1017"/>
                <a:gd name="T66" fmla="*/ 2197 w 2986"/>
                <a:gd name="T67" fmla="*/ 372 h 1017"/>
                <a:gd name="T68" fmla="*/ 2090 w 2986"/>
                <a:gd name="T69" fmla="*/ 258 h 1017"/>
                <a:gd name="T70" fmla="*/ 2041 w 2986"/>
                <a:gd name="T71" fmla="*/ 372 h 1017"/>
                <a:gd name="T72" fmla="*/ 2090 w 2986"/>
                <a:gd name="T73" fmla="*/ 463 h 1017"/>
                <a:gd name="T74" fmla="*/ 2234 w 2986"/>
                <a:gd name="T75" fmla="*/ 784 h 1017"/>
                <a:gd name="T76" fmla="*/ 2289 w 2986"/>
                <a:gd name="T77" fmla="*/ 694 h 1017"/>
                <a:gd name="T78" fmla="*/ 2248 w 2986"/>
                <a:gd name="T79" fmla="*/ 696 h 1017"/>
                <a:gd name="T80" fmla="*/ 2453 w 2986"/>
                <a:gd name="T81" fmla="*/ 237 h 1017"/>
                <a:gd name="T82" fmla="*/ 2346 w 2986"/>
                <a:gd name="T83" fmla="*/ 788 h 1017"/>
                <a:gd name="T84" fmla="*/ 2453 w 2986"/>
                <a:gd name="T85" fmla="*/ 567 h 1017"/>
                <a:gd name="T86" fmla="*/ 2647 w 2986"/>
                <a:gd name="T87" fmla="*/ 557 h 1017"/>
                <a:gd name="T88" fmla="*/ 2754 w 2986"/>
                <a:gd name="T89" fmla="*/ 784 h 1017"/>
                <a:gd name="T90" fmla="*/ 2580 w 2986"/>
                <a:gd name="T91" fmla="*/ 368 h 1017"/>
                <a:gd name="T92" fmla="*/ 2744 w 2986"/>
                <a:gd name="T93" fmla="*/ 235 h 1017"/>
                <a:gd name="T94" fmla="*/ 2779 w 2986"/>
                <a:gd name="T95" fmla="*/ 252 h 1017"/>
                <a:gd name="T96" fmla="*/ 2799 w 2986"/>
                <a:gd name="T97" fmla="*/ 358 h 1017"/>
                <a:gd name="T98" fmla="*/ 2832 w 2986"/>
                <a:gd name="T99" fmla="*/ 252 h 1017"/>
                <a:gd name="T100" fmla="*/ 2744 w 2986"/>
                <a:gd name="T101" fmla="*/ 235 h 1017"/>
                <a:gd name="T102" fmla="*/ 2920 w 2986"/>
                <a:gd name="T103" fmla="*/ 333 h 1017"/>
                <a:gd name="T104" fmla="*/ 2854 w 2986"/>
                <a:gd name="T105" fmla="*/ 235 h 1017"/>
                <a:gd name="T106" fmla="*/ 2873 w 2986"/>
                <a:gd name="T107" fmla="*/ 358 h 1017"/>
                <a:gd name="T108" fmla="*/ 2914 w 2986"/>
                <a:gd name="T109" fmla="*/ 358 h 1017"/>
                <a:gd name="T110" fmla="*/ 2967 w 2986"/>
                <a:gd name="T111" fmla="*/ 264 h 1017"/>
                <a:gd name="T112" fmla="*/ 2985 w 2986"/>
                <a:gd name="T113" fmla="*/ 358 h 1017"/>
                <a:gd name="T114" fmla="*/ 2963 w 2986"/>
                <a:gd name="T115" fmla="*/ 235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86" h="1017">
                  <a:moveTo>
                    <a:pt x="0" y="0"/>
                  </a:moveTo>
                  <a:lnTo>
                    <a:pt x="1015" y="0"/>
                  </a:lnTo>
                  <a:lnTo>
                    <a:pt x="1015" y="1016"/>
                  </a:lnTo>
                  <a:lnTo>
                    <a:pt x="0" y="1016"/>
                  </a:lnTo>
                  <a:lnTo>
                    <a:pt x="0" y="0"/>
                  </a:lnTo>
                  <a:close/>
                  <a:moveTo>
                    <a:pt x="911" y="909"/>
                  </a:moveTo>
                  <a:lnTo>
                    <a:pt x="911" y="104"/>
                  </a:lnTo>
                  <a:lnTo>
                    <a:pt x="106" y="104"/>
                  </a:lnTo>
                  <a:lnTo>
                    <a:pt x="106" y="909"/>
                  </a:lnTo>
                  <a:lnTo>
                    <a:pt x="911" y="909"/>
                  </a:lnTo>
                  <a:close/>
                  <a:moveTo>
                    <a:pt x="196" y="262"/>
                  </a:moveTo>
                  <a:lnTo>
                    <a:pt x="196" y="569"/>
                  </a:lnTo>
                  <a:cubicBezTo>
                    <a:pt x="196" y="710"/>
                    <a:pt x="274" y="792"/>
                    <a:pt x="403" y="792"/>
                  </a:cubicBezTo>
                  <a:cubicBezTo>
                    <a:pt x="538" y="792"/>
                    <a:pt x="614" y="708"/>
                    <a:pt x="614" y="569"/>
                  </a:cubicBezTo>
                  <a:lnTo>
                    <a:pt x="614" y="262"/>
                  </a:lnTo>
                  <a:lnTo>
                    <a:pt x="507" y="262"/>
                  </a:lnTo>
                  <a:lnTo>
                    <a:pt x="507" y="569"/>
                  </a:lnTo>
                  <a:cubicBezTo>
                    <a:pt x="507" y="649"/>
                    <a:pt x="472" y="692"/>
                    <a:pt x="403" y="692"/>
                  </a:cubicBezTo>
                  <a:cubicBezTo>
                    <a:pt x="329" y="692"/>
                    <a:pt x="296" y="645"/>
                    <a:pt x="296" y="569"/>
                  </a:cubicBezTo>
                  <a:lnTo>
                    <a:pt x="296" y="262"/>
                  </a:lnTo>
                  <a:lnTo>
                    <a:pt x="196" y="262"/>
                  </a:lnTo>
                  <a:close/>
                  <a:moveTo>
                    <a:pt x="751" y="323"/>
                  </a:moveTo>
                  <a:cubicBezTo>
                    <a:pt x="788" y="323"/>
                    <a:pt x="816" y="297"/>
                    <a:pt x="816" y="260"/>
                  </a:cubicBezTo>
                  <a:cubicBezTo>
                    <a:pt x="816" y="221"/>
                    <a:pt x="790" y="194"/>
                    <a:pt x="751" y="194"/>
                  </a:cubicBezTo>
                  <a:cubicBezTo>
                    <a:pt x="714" y="194"/>
                    <a:pt x="685" y="221"/>
                    <a:pt x="685" y="260"/>
                  </a:cubicBezTo>
                  <a:cubicBezTo>
                    <a:pt x="687" y="297"/>
                    <a:pt x="716" y="323"/>
                    <a:pt x="751" y="323"/>
                  </a:cubicBezTo>
                  <a:close/>
                  <a:moveTo>
                    <a:pt x="700" y="372"/>
                  </a:moveTo>
                  <a:lnTo>
                    <a:pt x="700" y="786"/>
                  </a:lnTo>
                  <a:lnTo>
                    <a:pt x="806" y="786"/>
                  </a:lnTo>
                  <a:lnTo>
                    <a:pt x="806" y="372"/>
                  </a:lnTo>
                  <a:lnTo>
                    <a:pt x="700" y="372"/>
                  </a:lnTo>
                  <a:close/>
                  <a:moveTo>
                    <a:pt x="1328" y="616"/>
                  </a:moveTo>
                  <a:cubicBezTo>
                    <a:pt x="1443" y="616"/>
                    <a:pt x="1517" y="549"/>
                    <a:pt x="1517" y="438"/>
                  </a:cubicBezTo>
                  <a:cubicBezTo>
                    <a:pt x="1517" y="331"/>
                    <a:pt x="1443" y="262"/>
                    <a:pt x="1328" y="262"/>
                  </a:cubicBezTo>
                  <a:lnTo>
                    <a:pt x="1130" y="262"/>
                  </a:lnTo>
                  <a:lnTo>
                    <a:pt x="1130" y="788"/>
                  </a:lnTo>
                  <a:lnTo>
                    <a:pt x="1236" y="788"/>
                  </a:lnTo>
                  <a:lnTo>
                    <a:pt x="1236" y="620"/>
                  </a:lnTo>
                  <a:lnTo>
                    <a:pt x="1330" y="620"/>
                  </a:lnTo>
                  <a:lnTo>
                    <a:pt x="1330" y="616"/>
                  </a:lnTo>
                  <a:lnTo>
                    <a:pt x="1328" y="616"/>
                  </a:lnTo>
                  <a:close/>
                  <a:moveTo>
                    <a:pt x="1316" y="532"/>
                  </a:moveTo>
                  <a:lnTo>
                    <a:pt x="1232" y="532"/>
                  </a:lnTo>
                  <a:lnTo>
                    <a:pt x="1232" y="346"/>
                  </a:lnTo>
                  <a:lnTo>
                    <a:pt x="1316" y="346"/>
                  </a:lnTo>
                  <a:cubicBezTo>
                    <a:pt x="1378" y="346"/>
                    <a:pt x="1410" y="381"/>
                    <a:pt x="1410" y="438"/>
                  </a:cubicBezTo>
                  <a:cubicBezTo>
                    <a:pt x="1410" y="499"/>
                    <a:pt x="1378" y="532"/>
                    <a:pt x="1316" y="532"/>
                  </a:cubicBezTo>
                  <a:close/>
                  <a:moveTo>
                    <a:pt x="1552" y="579"/>
                  </a:moveTo>
                  <a:cubicBezTo>
                    <a:pt x="1552" y="702"/>
                    <a:pt x="1632" y="790"/>
                    <a:pt x="1742" y="790"/>
                  </a:cubicBezTo>
                  <a:cubicBezTo>
                    <a:pt x="1810" y="790"/>
                    <a:pt x="1853" y="766"/>
                    <a:pt x="1877" y="727"/>
                  </a:cubicBezTo>
                  <a:lnTo>
                    <a:pt x="1877" y="786"/>
                  </a:lnTo>
                  <a:lnTo>
                    <a:pt x="1984" y="786"/>
                  </a:lnTo>
                  <a:lnTo>
                    <a:pt x="1984" y="372"/>
                  </a:lnTo>
                  <a:lnTo>
                    <a:pt x="1877" y="372"/>
                  </a:lnTo>
                  <a:lnTo>
                    <a:pt x="1877" y="438"/>
                  </a:lnTo>
                  <a:cubicBezTo>
                    <a:pt x="1851" y="395"/>
                    <a:pt x="1808" y="368"/>
                    <a:pt x="1742" y="368"/>
                  </a:cubicBezTo>
                  <a:cubicBezTo>
                    <a:pt x="1630" y="368"/>
                    <a:pt x="1552" y="458"/>
                    <a:pt x="1552" y="579"/>
                  </a:cubicBezTo>
                  <a:close/>
                  <a:moveTo>
                    <a:pt x="1877" y="579"/>
                  </a:moveTo>
                  <a:cubicBezTo>
                    <a:pt x="1877" y="651"/>
                    <a:pt x="1832" y="698"/>
                    <a:pt x="1767" y="698"/>
                  </a:cubicBezTo>
                  <a:cubicBezTo>
                    <a:pt x="1695" y="698"/>
                    <a:pt x="1660" y="647"/>
                    <a:pt x="1660" y="579"/>
                  </a:cubicBezTo>
                  <a:cubicBezTo>
                    <a:pt x="1660" y="506"/>
                    <a:pt x="1702" y="458"/>
                    <a:pt x="1767" y="458"/>
                  </a:cubicBezTo>
                  <a:cubicBezTo>
                    <a:pt x="1833" y="458"/>
                    <a:pt x="1877" y="510"/>
                    <a:pt x="1877" y="579"/>
                  </a:cubicBezTo>
                  <a:close/>
                  <a:moveTo>
                    <a:pt x="2248" y="696"/>
                  </a:moveTo>
                  <a:cubicBezTo>
                    <a:pt x="2207" y="696"/>
                    <a:pt x="2197" y="678"/>
                    <a:pt x="2197" y="641"/>
                  </a:cubicBezTo>
                  <a:lnTo>
                    <a:pt x="2197" y="463"/>
                  </a:lnTo>
                  <a:lnTo>
                    <a:pt x="2289" y="463"/>
                  </a:lnTo>
                  <a:lnTo>
                    <a:pt x="2289" y="372"/>
                  </a:lnTo>
                  <a:lnTo>
                    <a:pt x="2197" y="372"/>
                  </a:lnTo>
                  <a:lnTo>
                    <a:pt x="2197" y="258"/>
                  </a:lnTo>
                  <a:lnTo>
                    <a:pt x="2090" y="258"/>
                  </a:lnTo>
                  <a:lnTo>
                    <a:pt x="2090" y="372"/>
                  </a:lnTo>
                  <a:lnTo>
                    <a:pt x="2041" y="372"/>
                  </a:lnTo>
                  <a:lnTo>
                    <a:pt x="2041" y="463"/>
                  </a:lnTo>
                  <a:lnTo>
                    <a:pt x="2090" y="463"/>
                  </a:lnTo>
                  <a:lnTo>
                    <a:pt x="2090" y="641"/>
                  </a:lnTo>
                  <a:cubicBezTo>
                    <a:pt x="2090" y="739"/>
                    <a:pt x="2133" y="784"/>
                    <a:pt x="2234" y="784"/>
                  </a:cubicBezTo>
                  <a:lnTo>
                    <a:pt x="2289" y="784"/>
                  </a:lnTo>
                  <a:lnTo>
                    <a:pt x="2289" y="694"/>
                  </a:lnTo>
                  <a:lnTo>
                    <a:pt x="2248" y="694"/>
                  </a:lnTo>
                  <a:lnTo>
                    <a:pt x="2248" y="696"/>
                  </a:lnTo>
                  <a:close/>
                  <a:moveTo>
                    <a:pt x="2453" y="432"/>
                  </a:moveTo>
                  <a:lnTo>
                    <a:pt x="2453" y="237"/>
                  </a:lnTo>
                  <a:lnTo>
                    <a:pt x="2346" y="237"/>
                  </a:lnTo>
                  <a:lnTo>
                    <a:pt x="2346" y="788"/>
                  </a:lnTo>
                  <a:lnTo>
                    <a:pt x="2453" y="788"/>
                  </a:lnTo>
                  <a:lnTo>
                    <a:pt x="2453" y="567"/>
                  </a:lnTo>
                  <a:cubicBezTo>
                    <a:pt x="2453" y="495"/>
                    <a:pt x="2490" y="452"/>
                    <a:pt x="2553" y="452"/>
                  </a:cubicBezTo>
                  <a:cubicBezTo>
                    <a:pt x="2615" y="452"/>
                    <a:pt x="2647" y="493"/>
                    <a:pt x="2647" y="557"/>
                  </a:cubicBezTo>
                  <a:lnTo>
                    <a:pt x="2647" y="784"/>
                  </a:lnTo>
                  <a:lnTo>
                    <a:pt x="2754" y="784"/>
                  </a:lnTo>
                  <a:lnTo>
                    <a:pt x="2754" y="546"/>
                  </a:lnTo>
                  <a:cubicBezTo>
                    <a:pt x="2754" y="440"/>
                    <a:pt x="2676" y="368"/>
                    <a:pt x="2580" y="368"/>
                  </a:cubicBezTo>
                  <a:cubicBezTo>
                    <a:pt x="2516" y="368"/>
                    <a:pt x="2477" y="391"/>
                    <a:pt x="2453" y="432"/>
                  </a:cubicBezTo>
                  <a:close/>
                  <a:moveTo>
                    <a:pt x="2744" y="235"/>
                  </a:moveTo>
                  <a:lnTo>
                    <a:pt x="2744" y="252"/>
                  </a:lnTo>
                  <a:lnTo>
                    <a:pt x="2779" y="252"/>
                  </a:lnTo>
                  <a:lnTo>
                    <a:pt x="2779" y="358"/>
                  </a:lnTo>
                  <a:lnTo>
                    <a:pt x="2799" y="358"/>
                  </a:lnTo>
                  <a:lnTo>
                    <a:pt x="2799" y="252"/>
                  </a:lnTo>
                  <a:lnTo>
                    <a:pt x="2832" y="252"/>
                  </a:lnTo>
                  <a:lnTo>
                    <a:pt x="2832" y="235"/>
                  </a:lnTo>
                  <a:lnTo>
                    <a:pt x="2744" y="235"/>
                  </a:lnTo>
                  <a:close/>
                  <a:moveTo>
                    <a:pt x="2963" y="235"/>
                  </a:moveTo>
                  <a:lnTo>
                    <a:pt x="2920" y="333"/>
                  </a:lnTo>
                  <a:lnTo>
                    <a:pt x="2879" y="235"/>
                  </a:lnTo>
                  <a:lnTo>
                    <a:pt x="2854" y="235"/>
                  </a:lnTo>
                  <a:lnTo>
                    <a:pt x="2854" y="358"/>
                  </a:lnTo>
                  <a:lnTo>
                    <a:pt x="2873" y="358"/>
                  </a:lnTo>
                  <a:lnTo>
                    <a:pt x="2873" y="264"/>
                  </a:lnTo>
                  <a:lnTo>
                    <a:pt x="2914" y="358"/>
                  </a:lnTo>
                  <a:lnTo>
                    <a:pt x="2928" y="358"/>
                  </a:lnTo>
                  <a:lnTo>
                    <a:pt x="2967" y="264"/>
                  </a:lnTo>
                  <a:lnTo>
                    <a:pt x="2967" y="358"/>
                  </a:lnTo>
                  <a:lnTo>
                    <a:pt x="2985" y="358"/>
                  </a:lnTo>
                  <a:lnTo>
                    <a:pt x="2985" y="235"/>
                  </a:lnTo>
                  <a:lnTo>
                    <a:pt x="2963" y="23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pic>
        <p:nvPicPr>
          <p:cNvPr id="264" name="Graphic 263">
            <a:extLst>
              <a:ext uri="{FF2B5EF4-FFF2-40B4-BE49-F238E27FC236}">
                <a16:creationId xmlns:a16="http://schemas.microsoft.com/office/drawing/2014/main" id="{45453000-6140-57D4-A543-51A5C90620F6}"/>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48831" y="4103254"/>
            <a:ext cx="2532888" cy="311352"/>
          </a:xfrm>
          <a:prstGeom prst="rect">
            <a:avLst/>
          </a:prstGeom>
        </p:spPr>
      </p:pic>
      <p:pic>
        <p:nvPicPr>
          <p:cNvPr id="265" name="Graphic 264">
            <a:extLst>
              <a:ext uri="{FF2B5EF4-FFF2-40B4-BE49-F238E27FC236}">
                <a16:creationId xmlns:a16="http://schemas.microsoft.com/office/drawing/2014/main" id="{50350383-06DA-D136-6948-F0E84FAEFA05}"/>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484125" y="1799851"/>
            <a:ext cx="2604048" cy="347206"/>
          </a:xfrm>
          <a:prstGeom prst="rect">
            <a:avLst/>
          </a:prstGeom>
        </p:spPr>
      </p:pic>
      <p:pic>
        <p:nvPicPr>
          <p:cNvPr id="7" name="Graphic 6">
            <a:extLst>
              <a:ext uri="{FF2B5EF4-FFF2-40B4-BE49-F238E27FC236}">
                <a16:creationId xmlns:a16="http://schemas.microsoft.com/office/drawing/2014/main" id="{5FECBDD0-0C85-E6F5-EBED-6C11702F08DB}"/>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515862" y="4729331"/>
            <a:ext cx="1995365" cy="505376"/>
          </a:xfrm>
          <a:prstGeom prst="rect">
            <a:avLst/>
          </a:prstGeom>
        </p:spPr>
      </p:pic>
    </p:spTree>
    <p:extLst>
      <p:ext uri="{BB962C8B-B14F-4D97-AF65-F5344CB8AC3E}">
        <p14:creationId xmlns:p14="http://schemas.microsoft.com/office/powerpoint/2010/main" val="239358342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CD3B0-D6FB-DB0F-7642-A15E66F71EEF}"/>
              </a:ext>
            </a:extLst>
          </p:cNvPr>
          <p:cNvSpPr>
            <a:spLocks noGrp="1"/>
          </p:cNvSpPr>
          <p:nvPr>
            <p:ph type="title"/>
          </p:nvPr>
        </p:nvSpPr>
        <p:spPr/>
        <p:txBody>
          <a:bodyPr/>
          <a:lstStyle/>
          <a:p>
            <a:r>
              <a:rPr lang="en-US"/>
              <a:t>Partner logo lockups </a:t>
            </a:r>
          </a:p>
        </p:txBody>
      </p:sp>
      <p:sp>
        <p:nvSpPr>
          <p:cNvPr id="4" name="Footer Placeholder 3">
            <a:extLst>
              <a:ext uri="{FF2B5EF4-FFF2-40B4-BE49-F238E27FC236}">
                <a16:creationId xmlns:a16="http://schemas.microsoft.com/office/drawing/2014/main" id="{BEF90BA9-475D-3BBD-A7A7-B6569E0BD636}"/>
              </a:ext>
            </a:extLst>
          </p:cNvPr>
          <p:cNvSpPr>
            <a:spLocks noGrp="1"/>
          </p:cNvSpPr>
          <p:nvPr>
            <p:ph type="ftr" sz="quarter" idx="10"/>
          </p:nvPr>
        </p:nvSpPr>
        <p:spPr/>
        <p:txBody>
          <a:bodyPr/>
          <a:lstStyle/>
          <a:p>
            <a:r>
              <a:rPr lang="en-US"/>
              <a:t>Slalom. All Rights Reserved. Proprietary and Confidential.</a:t>
            </a:r>
          </a:p>
        </p:txBody>
      </p:sp>
      <p:sp>
        <p:nvSpPr>
          <p:cNvPr id="5" name="Date Placeholder 4">
            <a:extLst>
              <a:ext uri="{FF2B5EF4-FFF2-40B4-BE49-F238E27FC236}">
                <a16:creationId xmlns:a16="http://schemas.microsoft.com/office/drawing/2014/main" id="{325E53C7-3304-9A89-86D7-2DD178886DD4}"/>
              </a:ext>
            </a:extLst>
          </p:cNvPr>
          <p:cNvSpPr>
            <a:spLocks noGrp="1"/>
          </p:cNvSpPr>
          <p:nvPr>
            <p:ph type="dt" sz="half" idx="11"/>
          </p:nvPr>
        </p:nvSpPr>
        <p:spPr/>
        <p:txBody>
          <a:bodyPr/>
          <a:lstStyle/>
          <a:p>
            <a:fld id="{2B0A0137-9D94-4AFD-B8FC-9A42C4C0E4E0}" type="datetimeyyyy">
              <a:rPr lang="en-US" smtClean="0"/>
              <a:t>2025</a:t>
            </a:fld>
            <a:endParaRPr lang="en-US"/>
          </a:p>
        </p:txBody>
      </p:sp>
      <p:sp>
        <p:nvSpPr>
          <p:cNvPr id="6" name="Slide Number Placeholder 5">
            <a:extLst>
              <a:ext uri="{FF2B5EF4-FFF2-40B4-BE49-F238E27FC236}">
                <a16:creationId xmlns:a16="http://schemas.microsoft.com/office/drawing/2014/main" id="{1D996EE2-76AF-BD3A-D502-0DAEDF31A0CE}"/>
              </a:ext>
            </a:extLst>
          </p:cNvPr>
          <p:cNvSpPr>
            <a:spLocks noGrp="1"/>
          </p:cNvSpPr>
          <p:nvPr>
            <p:ph type="sldNum" sz="quarter" idx="12"/>
          </p:nvPr>
        </p:nvSpPr>
        <p:spPr/>
        <p:txBody>
          <a:bodyPr/>
          <a:lstStyle/>
          <a:p>
            <a:fld id="{B2643E34-DC33-45ED-8E33-EC0D5991E9A4}" type="slidenum">
              <a:rPr lang="en-US" smtClean="0"/>
              <a:pPr/>
              <a:t>173</a:t>
            </a:fld>
            <a:endParaRPr lang="en-US"/>
          </a:p>
        </p:txBody>
      </p:sp>
      <p:grpSp>
        <p:nvGrpSpPr>
          <p:cNvPr id="7" name="Group 6">
            <a:extLst>
              <a:ext uri="{FF2B5EF4-FFF2-40B4-BE49-F238E27FC236}">
                <a16:creationId xmlns:a16="http://schemas.microsoft.com/office/drawing/2014/main" id="{68CC5B98-4200-1F73-1795-A4F93DF98A03}"/>
              </a:ext>
            </a:extLst>
          </p:cNvPr>
          <p:cNvGrpSpPr/>
          <p:nvPr/>
        </p:nvGrpSpPr>
        <p:grpSpPr>
          <a:xfrm>
            <a:off x="4622809" y="2617084"/>
            <a:ext cx="2367223" cy="293836"/>
            <a:chOff x="4622809" y="2152351"/>
            <a:chExt cx="2367223" cy="293836"/>
          </a:xfrm>
          <a:solidFill>
            <a:schemeClr val="tx1"/>
          </a:solidFill>
        </p:grpSpPr>
        <p:grpSp>
          <p:nvGrpSpPr>
            <p:cNvPr id="8" name="Group 7">
              <a:extLst>
                <a:ext uri="{FF2B5EF4-FFF2-40B4-BE49-F238E27FC236}">
                  <a16:creationId xmlns:a16="http://schemas.microsoft.com/office/drawing/2014/main" id="{86999C90-DEDC-8755-BD0F-6344E2823B43}"/>
                </a:ext>
              </a:extLst>
            </p:cNvPr>
            <p:cNvGrpSpPr/>
            <p:nvPr/>
          </p:nvGrpSpPr>
          <p:grpSpPr>
            <a:xfrm>
              <a:off x="4622809" y="2191783"/>
              <a:ext cx="742861" cy="194619"/>
              <a:chOff x="6075362" y="6540500"/>
              <a:chExt cx="927100" cy="242888"/>
            </a:xfrm>
            <a:grpFill/>
          </p:grpSpPr>
          <p:sp>
            <p:nvSpPr>
              <p:cNvPr id="18" name="Freeform 1">
                <a:extLst>
                  <a:ext uri="{FF2B5EF4-FFF2-40B4-BE49-F238E27FC236}">
                    <a16:creationId xmlns:a16="http://schemas.microsoft.com/office/drawing/2014/main" id="{4C663506-32D6-EA62-C4E6-E61447E0541F}"/>
                  </a:ext>
                </a:extLst>
              </p:cNvPr>
              <p:cNvSpPr>
                <a:spLocks noChangeArrowheads="1"/>
              </p:cNvSpPr>
              <p:nvPr/>
            </p:nvSpPr>
            <p:spPr bwMode="auto">
              <a:xfrm>
                <a:off x="6243637" y="6540500"/>
                <a:ext cx="46038" cy="236538"/>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3"/>
                      <a:pt x="22" y="655"/>
                      <a:pt x="51" y="6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2">
                <a:extLst>
                  <a:ext uri="{FF2B5EF4-FFF2-40B4-BE49-F238E27FC236}">
                    <a16:creationId xmlns:a16="http://schemas.microsoft.com/office/drawing/2014/main" id="{C6FA13EB-4503-5939-8308-6A28106701C0}"/>
                  </a:ext>
                </a:extLst>
              </p:cNvPr>
              <p:cNvSpPr>
                <a:spLocks noChangeArrowheads="1"/>
              </p:cNvSpPr>
              <p:nvPr/>
            </p:nvSpPr>
            <p:spPr bwMode="auto">
              <a:xfrm>
                <a:off x="6297612" y="6602413"/>
                <a:ext cx="177800" cy="179387"/>
              </a:xfrm>
              <a:custGeom>
                <a:avLst/>
                <a:gdLst>
                  <a:gd name="T0" fmla="*/ 228 w 495"/>
                  <a:gd name="T1" fmla="*/ 496 h 497"/>
                  <a:gd name="T2" fmla="*/ 369 w 495"/>
                  <a:gd name="T3" fmla="*/ 432 h 497"/>
                  <a:gd name="T4" fmla="*/ 369 w 495"/>
                  <a:gd name="T5" fmla="*/ 432 h 497"/>
                  <a:gd name="T6" fmla="*/ 420 w 495"/>
                  <a:gd name="T7" fmla="*/ 483 h 497"/>
                  <a:gd name="T8" fmla="*/ 492 w 495"/>
                  <a:gd name="T9" fmla="*/ 483 h 497"/>
                  <a:gd name="T10" fmla="*/ 494 w 495"/>
                  <a:gd name="T11" fmla="*/ 14 h 497"/>
                  <a:gd name="T12" fmla="*/ 371 w 495"/>
                  <a:gd name="T13" fmla="*/ 14 h 497"/>
                  <a:gd name="T14" fmla="*/ 371 w 495"/>
                  <a:gd name="T15" fmla="*/ 66 h 497"/>
                  <a:gd name="T16" fmla="*/ 230 w 495"/>
                  <a:gd name="T17" fmla="*/ 0 h 497"/>
                  <a:gd name="T18" fmla="*/ 2 w 495"/>
                  <a:gd name="T19" fmla="*/ 246 h 497"/>
                  <a:gd name="T20" fmla="*/ 228 w 495"/>
                  <a:gd name="T21" fmla="*/ 496 h 497"/>
                  <a:gd name="T22" fmla="*/ 250 w 495"/>
                  <a:gd name="T23" fmla="*/ 119 h 497"/>
                  <a:gd name="T24" fmla="*/ 371 w 495"/>
                  <a:gd name="T25" fmla="*/ 248 h 497"/>
                  <a:gd name="T26" fmla="*/ 250 w 495"/>
                  <a:gd name="T27" fmla="*/ 377 h 497"/>
                  <a:gd name="T28" fmla="*/ 129 w 495"/>
                  <a:gd name="T29" fmla="*/ 248 h 497"/>
                  <a:gd name="T30" fmla="*/ 250 w 495"/>
                  <a:gd name="T31" fmla="*/ 119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5" h="497">
                    <a:moveTo>
                      <a:pt x="228" y="496"/>
                    </a:moveTo>
                    <a:cubicBezTo>
                      <a:pt x="291" y="496"/>
                      <a:pt x="338" y="469"/>
                      <a:pt x="369" y="432"/>
                    </a:cubicBezTo>
                    <a:lnTo>
                      <a:pt x="369" y="432"/>
                    </a:lnTo>
                    <a:cubicBezTo>
                      <a:pt x="369" y="461"/>
                      <a:pt x="391" y="483"/>
                      <a:pt x="420" y="483"/>
                    </a:cubicBezTo>
                    <a:lnTo>
                      <a:pt x="492" y="483"/>
                    </a:lnTo>
                    <a:lnTo>
                      <a:pt x="494" y="14"/>
                    </a:lnTo>
                    <a:lnTo>
                      <a:pt x="371" y="14"/>
                    </a:lnTo>
                    <a:lnTo>
                      <a:pt x="371" y="66"/>
                    </a:lnTo>
                    <a:cubicBezTo>
                      <a:pt x="340" y="27"/>
                      <a:pt x="295" y="0"/>
                      <a:pt x="230" y="0"/>
                    </a:cubicBezTo>
                    <a:cubicBezTo>
                      <a:pt x="101" y="0"/>
                      <a:pt x="2" y="107"/>
                      <a:pt x="2" y="246"/>
                    </a:cubicBezTo>
                    <a:cubicBezTo>
                      <a:pt x="0" y="389"/>
                      <a:pt x="96" y="496"/>
                      <a:pt x="228" y="496"/>
                    </a:cubicBezTo>
                    <a:close/>
                    <a:moveTo>
                      <a:pt x="250" y="119"/>
                    </a:moveTo>
                    <a:cubicBezTo>
                      <a:pt x="322" y="119"/>
                      <a:pt x="371" y="174"/>
                      <a:pt x="371" y="248"/>
                    </a:cubicBezTo>
                    <a:cubicBezTo>
                      <a:pt x="371" y="322"/>
                      <a:pt x="322" y="377"/>
                      <a:pt x="250" y="377"/>
                    </a:cubicBezTo>
                    <a:cubicBezTo>
                      <a:pt x="176" y="377"/>
                      <a:pt x="129" y="320"/>
                      <a:pt x="129" y="248"/>
                    </a:cubicBezTo>
                    <a:cubicBezTo>
                      <a:pt x="129" y="176"/>
                      <a:pt x="176" y="119"/>
                      <a:pt x="250" y="11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3">
                <a:extLst>
                  <a:ext uri="{FF2B5EF4-FFF2-40B4-BE49-F238E27FC236}">
                    <a16:creationId xmlns:a16="http://schemas.microsoft.com/office/drawing/2014/main" id="{D86B0D7A-74C0-30D4-09DC-E68E471E714D}"/>
                  </a:ext>
                </a:extLst>
              </p:cNvPr>
              <p:cNvSpPr>
                <a:spLocks noChangeArrowheads="1"/>
              </p:cNvSpPr>
              <p:nvPr/>
            </p:nvSpPr>
            <p:spPr bwMode="auto">
              <a:xfrm>
                <a:off x="6486525" y="6542088"/>
                <a:ext cx="46037"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1"/>
                      <a:pt x="22" y="655"/>
                      <a:pt x="51" y="6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4">
                <a:extLst>
                  <a:ext uri="{FF2B5EF4-FFF2-40B4-BE49-F238E27FC236}">
                    <a16:creationId xmlns:a16="http://schemas.microsoft.com/office/drawing/2014/main" id="{9CA612F0-396D-B699-87BF-EB20E8C99E7D}"/>
                  </a:ext>
                </a:extLst>
              </p:cNvPr>
              <p:cNvSpPr>
                <a:spLocks noChangeArrowheads="1"/>
              </p:cNvSpPr>
              <p:nvPr/>
            </p:nvSpPr>
            <p:spPr bwMode="auto">
              <a:xfrm>
                <a:off x="6538912" y="6604000"/>
                <a:ext cx="184150" cy="177800"/>
              </a:xfrm>
              <a:custGeom>
                <a:avLst/>
                <a:gdLst>
                  <a:gd name="T0" fmla="*/ 254 w 511"/>
                  <a:gd name="T1" fmla="*/ 494 h 495"/>
                  <a:gd name="T2" fmla="*/ 510 w 511"/>
                  <a:gd name="T3" fmla="*/ 248 h 495"/>
                  <a:gd name="T4" fmla="*/ 256 w 511"/>
                  <a:gd name="T5" fmla="*/ 0 h 495"/>
                  <a:gd name="T6" fmla="*/ 2 w 511"/>
                  <a:gd name="T7" fmla="*/ 246 h 495"/>
                  <a:gd name="T8" fmla="*/ 254 w 511"/>
                  <a:gd name="T9" fmla="*/ 494 h 495"/>
                  <a:gd name="T10" fmla="*/ 256 w 511"/>
                  <a:gd name="T11" fmla="*/ 117 h 495"/>
                  <a:gd name="T12" fmla="*/ 381 w 511"/>
                  <a:gd name="T13" fmla="*/ 246 h 495"/>
                  <a:gd name="T14" fmla="*/ 256 w 511"/>
                  <a:gd name="T15" fmla="*/ 375 h 495"/>
                  <a:gd name="T16" fmla="*/ 131 w 511"/>
                  <a:gd name="T17" fmla="*/ 246 h 495"/>
                  <a:gd name="T18" fmla="*/ 256 w 511"/>
                  <a:gd name="T19" fmla="*/ 117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1" h="495">
                    <a:moveTo>
                      <a:pt x="254" y="494"/>
                    </a:moveTo>
                    <a:cubicBezTo>
                      <a:pt x="399" y="494"/>
                      <a:pt x="508" y="389"/>
                      <a:pt x="510" y="248"/>
                    </a:cubicBezTo>
                    <a:cubicBezTo>
                      <a:pt x="510" y="107"/>
                      <a:pt x="403" y="0"/>
                      <a:pt x="256" y="0"/>
                    </a:cubicBezTo>
                    <a:cubicBezTo>
                      <a:pt x="111" y="0"/>
                      <a:pt x="2" y="105"/>
                      <a:pt x="2" y="246"/>
                    </a:cubicBezTo>
                    <a:cubicBezTo>
                      <a:pt x="0" y="387"/>
                      <a:pt x="109" y="494"/>
                      <a:pt x="254" y="494"/>
                    </a:cubicBezTo>
                    <a:close/>
                    <a:moveTo>
                      <a:pt x="256" y="117"/>
                    </a:moveTo>
                    <a:cubicBezTo>
                      <a:pt x="328" y="117"/>
                      <a:pt x="381" y="170"/>
                      <a:pt x="381" y="246"/>
                    </a:cubicBezTo>
                    <a:cubicBezTo>
                      <a:pt x="381" y="322"/>
                      <a:pt x="328" y="375"/>
                      <a:pt x="256" y="375"/>
                    </a:cubicBezTo>
                    <a:cubicBezTo>
                      <a:pt x="184" y="375"/>
                      <a:pt x="131" y="322"/>
                      <a:pt x="131" y="246"/>
                    </a:cubicBezTo>
                    <a:cubicBezTo>
                      <a:pt x="131" y="170"/>
                      <a:pt x="184" y="117"/>
                      <a:pt x="256" y="11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5">
                <a:extLst>
                  <a:ext uri="{FF2B5EF4-FFF2-40B4-BE49-F238E27FC236}">
                    <a16:creationId xmlns:a16="http://schemas.microsoft.com/office/drawing/2014/main" id="{A4F4CEBB-C6E8-5997-7244-973EAD08B16C}"/>
                  </a:ext>
                </a:extLst>
              </p:cNvPr>
              <p:cNvSpPr>
                <a:spLocks noChangeArrowheads="1"/>
              </p:cNvSpPr>
              <p:nvPr/>
            </p:nvSpPr>
            <p:spPr bwMode="auto">
              <a:xfrm>
                <a:off x="6727825" y="6602413"/>
                <a:ext cx="274637" cy="176212"/>
              </a:xfrm>
              <a:custGeom>
                <a:avLst/>
                <a:gdLst>
                  <a:gd name="T0" fmla="*/ 52 w 765"/>
                  <a:gd name="T1" fmla="*/ 490 h 491"/>
                  <a:gd name="T2" fmla="*/ 127 w 765"/>
                  <a:gd name="T3" fmla="*/ 490 h 491"/>
                  <a:gd name="T4" fmla="*/ 127 w 765"/>
                  <a:gd name="T5" fmla="*/ 231 h 491"/>
                  <a:gd name="T6" fmla="*/ 228 w 765"/>
                  <a:gd name="T7" fmla="*/ 125 h 491"/>
                  <a:gd name="T8" fmla="*/ 320 w 765"/>
                  <a:gd name="T9" fmla="*/ 229 h 491"/>
                  <a:gd name="T10" fmla="*/ 320 w 765"/>
                  <a:gd name="T11" fmla="*/ 436 h 491"/>
                  <a:gd name="T12" fmla="*/ 371 w 765"/>
                  <a:gd name="T13" fmla="*/ 487 h 491"/>
                  <a:gd name="T14" fmla="*/ 447 w 765"/>
                  <a:gd name="T15" fmla="*/ 487 h 491"/>
                  <a:gd name="T16" fmla="*/ 447 w 765"/>
                  <a:gd name="T17" fmla="*/ 229 h 491"/>
                  <a:gd name="T18" fmla="*/ 547 w 765"/>
                  <a:gd name="T19" fmla="*/ 123 h 491"/>
                  <a:gd name="T20" fmla="*/ 639 w 765"/>
                  <a:gd name="T21" fmla="*/ 227 h 491"/>
                  <a:gd name="T22" fmla="*/ 639 w 765"/>
                  <a:gd name="T23" fmla="*/ 434 h 491"/>
                  <a:gd name="T24" fmla="*/ 691 w 765"/>
                  <a:gd name="T25" fmla="*/ 485 h 491"/>
                  <a:gd name="T26" fmla="*/ 764 w 765"/>
                  <a:gd name="T27" fmla="*/ 485 h 491"/>
                  <a:gd name="T28" fmla="*/ 764 w 765"/>
                  <a:gd name="T29" fmla="*/ 186 h 491"/>
                  <a:gd name="T30" fmla="*/ 580 w 765"/>
                  <a:gd name="T31" fmla="*/ 2 h 491"/>
                  <a:gd name="T32" fmla="*/ 420 w 765"/>
                  <a:gd name="T33" fmla="*/ 82 h 491"/>
                  <a:gd name="T34" fmla="*/ 265 w 765"/>
                  <a:gd name="T35" fmla="*/ 0 h 491"/>
                  <a:gd name="T36" fmla="*/ 125 w 765"/>
                  <a:gd name="T37" fmla="*/ 68 h 491"/>
                  <a:gd name="T38" fmla="*/ 125 w 765"/>
                  <a:gd name="T39" fmla="*/ 12 h 491"/>
                  <a:gd name="T40" fmla="*/ 2 w 765"/>
                  <a:gd name="T41" fmla="*/ 12 h 491"/>
                  <a:gd name="T42" fmla="*/ 0 w 765"/>
                  <a:gd name="T43" fmla="*/ 430 h 491"/>
                  <a:gd name="T44" fmla="*/ 52 w 765"/>
                  <a:gd name="T45" fmla="*/ 490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5" h="491">
                    <a:moveTo>
                      <a:pt x="52" y="490"/>
                    </a:moveTo>
                    <a:lnTo>
                      <a:pt x="127" y="490"/>
                    </a:lnTo>
                    <a:lnTo>
                      <a:pt x="127" y="231"/>
                    </a:lnTo>
                    <a:cubicBezTo>
                      <a:pt x="127" y="160"/>
                      <a:pt x="172" y="125"/>
                      <a:pt x="228" y="125"/>
                    </a:cubicBezTo>
                    <a:cubicBezTo>
                      <a:pt x="285" y="125"/>
                      <a:pt x="320" y="162"/>
                      <a:pt x="320" y="229"/>
                    </a:cubicBezTo>
                    <a:lnTo>
                      <a:pt x="320" y="436"/>
                    </a:lnTo>
                    <a:cubicBezTo>
                      <a:pt x="320" y="465"/>
                      <a:pt x="342" y="487"/>
                      <a:pt x="371" y="487"/>
                    </a:cubicBezTo>
                    <a:lnTo>
                      <a:pt x="447" y="487"/>
                    </a:lnTo>
                    <a:lnTo>
                      <a:pt x="447" y="229"/>
                    </a:lnTo>
                    <a:cubicBezTo>
                      <a:pt x="447" y="158"/>
                      <a:pt x="492" y="123"/>
                      <a:pt x="547" y="123"/>
                    </a:cubicBezTo>
                    <a:cubicBezTo>
                      <a:pt x="605" y="123"/>
                      <a:pt x="639" y="160"/>
                      <a:pt x="639" y="227"/>
                    </a:cubicBezTo>
                    <a:lnTo>
                      <a:pt x="639" y="434"/>
                    </a:lnTo>
                    <a:cubicBezTo>
                      <a:pt x="639" y="463"/>
                      <a:pt x="662" y="485"/>
                      <a:pt x="691" y="485"/>
                    </a:cubicBezTo>
                    <a:lnTo>
                      <a:pt x="764" y="485"/>
                    </a:lnTo>
                    <a:lnTo>
                      <a:pt x="764" y="186"/>
                    </a:lnTo>
                    <a:cubicBezTo>
                      <a:pt x="764" y="78"/>
                      <a:pt x="691" y="2"/>
                      <a:pt x="580" y="2"/>
                    </a:cubicBezTo>
                    <a:cubicBezTo>
                      <a:pt x="519" y="2"/>
                      <a:pt x="457" y="23"/>
                      <a:pt x="420" y="82"/>
                    </a:cubicBezTo>
                    <a:cubicBezTo>
                      <a:pt x="390" y="33"/>
                      <a:pt x="334" y="2"/>
                      <a:pt x="265" y="0"/>
                    </a:cubicBezTo>
                    <a:cubicBezTo>
                      <a:pt x="211" y="0"/>
                      <a:pt x="160" y="18"/>
                      <a:pt x="125" y="68"/>
                    </a:cubicBezTo>
                    <a:lnTo>
                      <a:pt x="125" y="12"/>
                    </a:lnTo>
                    <a:lnTo>
                      <a:pt x="2" y="12"/>
                    </a:lnTo>
                    <a:lnTo>
                      <a:pt x="0" y="430"/>
                    </a:lnTo>
                    <a:cubicBezTo>
                      <a:pt x="0" y="465"/>
                      <a:pt x="23" y="490"/>
                      <a:pt x="52" y="49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6">
                <a:extLst>
                  <a:ext uri="{FF2B5EF4-FFF2-40B4-BE49-F238E27FC236}">
                    <a16:creationId xmlns:a16="http://schemas.microsoft.com/office/drawing/2014/main" id="{5062B5C1-088A-DA77-4645-2458D3FCCF9F}"/>
                  </a:ext>
                </a:extLst>
              </p:cNvPr>
              <p:cNvSpPr>
                <a:spLocks noChangeArrowheads="1"/>
              </p:cNvSpPr>
              <p:nvPr/>
            </p:nvSpPr>
            <p:spPr bwMode="auto">
              <a:xfrm>
                <a:off x="6075362" y="6602413"/>
                <a:ext cx="161925" cy="180975"/>
              </a:xfrm>
              <a:custGeom>
                <a:avLst/>
                <a:gdLst>
                  <a:gd name="T0" fmla="*/ 211 w 451"/>
                  <a:gd name="T1" fmla="*/ 389 h 501"/>
                  <a:gd name="T2" fmla="*/ 45 w 451"/>
                  <a:gd name="T3" fmla="*/ 338 h 501"/>
                  <a:gd name="T4" fmla="*/ 0 w 451"/>
                  <a:gd name="T5" fmla="*/ 436 h 501"/>
                  <a:gd name="T6" fmla="*/ 209 w 451"/>
                  <a:gd name="T7" fmla="*/ 496 h 501"/>
                  <a:gd name="T8" fmla="*/ 448 w 451"/>
                  <a:gd name="T9" fmla="*/ 346 h 501"/>
                  <a:gd name="T10" fmla="*/ 272 w 451"/>
                  <a:gd name="T11" fmla="*/ 197 h 501"/>
                  <a:gd name="T12" fmla="*/ 215 w 451"/>
                  <a:gd name="T13" fmla="*/ 189 h 501"/>
                  <a:gd name="T14" fmla="*/ 145 w 451"/>
                  <a:gd name="T15" fmla="*/ 148 h 501"/>
                  <a:gd name="T16" fmla="*/ 217 w 451"/>
                  <a:gd name="T17" fmla="*/ 107 h 501"/>
                  <a:gd name="T18" fmla="*/ 348 w 451"/>
                  <a:gd name="T19" fmla="*/ 135 h 501"/>
                  <a:gd name="T20" fmla="*/ 413 w 451"/>
                  <a:gd name="T21" fmla="*/ 109 h 501"/>
                  <a:gd name="T22" fmla="*/ 436 w 451"/>
                  <a:gd name="T23" fmla="*/ 57 h 501"/>
                  <a:gd name="T24" fmla="*/ 219 w 451"/>
                  <a:gd name="T25" fmla="*/ 2 h 501"/>
                  <a:gd name="T26" fmla="*/ 14 w 451"/>
                  <a:gd name="T27" fmla="*/ 148 h 501"/>
                  <a:gd name="T28" fmla="*/ 184 w 451"/>
                  <a:gd name="T29" fmla="*/ 297 h 501"/>
                  <a:gd name="T30" fmla="*/ 213 w 451"/>
                  <a:gd name="T31" fmla="*/ 301 h 501"/>
                  <a:gd name="T32" fmla="*/ 319 w 451"/>
                  <a:gd name="T33" fmla="*/ 346 h 501"/>
                  <a:gd name="T34" fmla="*/ 211 w 451"/>
                  <a:gd name="T35" fmla="*/ 38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1" h="501">
                    <a:moveTo>
                      <a:pt x="211" y="389"/>
                    </a:moveTo>
                    <a:cubicBezTo>
                      <a:pt x="139" y="387"/>
                      <a:pt x="76" y="354"/>
                      <a:pt x="45" y="338"/>
                    </a:cubicBezTo>
                    <a:lnTo>
                      <a:pt x="0" y="436"/>
                    </a:lnTo>
                    <a:cubicBezTo>
                      <a:pt x="65" y="475"/>
                      <a:pt x="143" y="494"/>
                      <a:pt x="209" y="496"/>
                    </a:cubicBezTo>
                    <a:cubicBezTo>
                      <a:pt x="366" y="500"/>
                      <a:pt x="446" y="445"/>
                      <a:pt x="448" y="346"/>
                    </a:cubicBezTo>
                    <a:cubicBezTo>
                      <a:pt x="450" y="258"/>
                      <a:pt x="375" y="209"/>
                      <a:pt x="272" y="197"/>
                    </a:cubicBezTo>
                    <a:lnTo>
                      <a:pt x="215" y="189"/>
                    </a:lnTo>
                    <a:cubicBezTo>
                      <a:pt x="172" y="180"/>
                      <a:pt x="145" y="175"/>
                      <a:pt x="145" y="148"/>
                    </a:cubicBezTo>
                    <a:cubicBezTo>
                      <a:pt x="145" y="122"/>
                      <a:pt x="168" y="105"/>
                      <a:pt x="217" y="107"/>
                    </a:cubicBezTo>
                    <a:cubicBezTo>
                      <a:pt x="264" y="107"/>
                      <a:pt x="311" y="121"/>
                      <a:pt x="348" y="135"/>
                    </a:cubicBezTo>
                    <a:cubicBezTo>
                      <a:pt x="373" y="146"/>
                      <a:pt x="401" y="133"/>
                      <a:pt x="413" y="109"/>
                    </a:cubicBezTo>
                    <a:lnTo>
                      <a:pt x="436" y="57"/>
                    </a:lnTo>
                    <a:cubicBezTo>
                      <a:pt x="375" y="25"/>
                      <a:pt x="303" y="4"/>
                      <a:pt x="219" y="2"/>
                    </a:cubicBezTo>
                    <a:cubicBezTo>
                      <a:pt x="108" y="0"/>
                      <a:pt x="16" y="51"/>
                      <a:pt x="14" y="148"/>
                    </a:cubicBezTo>
                    <a:cubicBezTo>
                      <a:pt x="12" y="223"/>
                      <a:pt x="47" y="277"/>
                      <a:pt x="184" y="297"/>
                    </a:cubicBezTo>
                    <a:lnTo>
                      <a:pt x="213" y="301"/>
                    </a:lnTo>
                    <a:cubicBezTo>
                      <a:pt x="274" y="309"/>
                      <a:pt x="319" y="313"/>
                      <a:pt x="319" y="346"/>
                    </a:cubicBezTo>
                    <a:cubicBezTo>
                      <a:pt x="317" y="379"/>
                      <a:pt x="280" y="391"/>
                      <a:pt x="211" y="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9" name="Freeform 7">
              <a:extLst>
                <a:ext uri="{FF2B5EF4-FFF2-40B4-BE49-F238E27FC236}">
                  <a16:creationId xmlns:a16="http://schemas.microsoft.com/office/drawing/2014/main" id="{96901E7E-40D4-8E21-9427-5204622FE901}"/>
                </a:ext>
              </a:extLst>
            </p:cNvPr>
            <p:cNvSpPr>
              <a:spLocks noChangeArrowheads="1"/>
            </p:cNvSpPr>
            <p:nvPr/>
          </p:nvSpPr>
          <p:spPr bwMode="auto">
            <a:xfrm>
              <a:off x="5574273" y="2152351"/>
              <a:ext cx="6361" cy="293836"/>
            </a:xfrm>
            <a:custGeom>
              <a:avLst/>
              <a:gdLst>
                <a:gd name="T0" fmla="*/ 11 w 22"/>
                <a:gd name="T1" fmla="*/ 1016 h 1017"/>
                <a:gd name="T2" fmla="*/ 0 w 22"/>
                <a:gd name="T3" fmla="*/ 1016 h 1017"/>
                <a:gd name="T4" fmla="*/ 0 w 22"/>
                <a:gd name="T5" fmla="*/ 0 h 1017"/>
                <a:gd name="T6" fmla="*/ 21 w 22"/>
                <a:gd name="T7" fmla="*/ 0 h 1017"/>
                <a:gd name="T8" fmla="*/ 21 w 22"/>
                <a:gd name="T9" fmla="*/ 1016 h 1017"/>
                <a:gd name="T10" fmla="*/ 11 w 22"/>
                <a:gd name="T11" fmla="*/ 1016 h 1017"/>
              </a:gdLst>
              <a:ahLst/>
              <a:cxnLst>
                <a:cxn ang="0">
                  <a:pos x="T0" y="T1"/>
                </a:cxn>
                <a:cxn ang="0">
                  <a:pos x="T2" y="T3"/>
                </a:cxn>
                <a:cxn ang="0">
                  <a:pos x="T4" y="T5"/>
                </a:cxn>
                <a:cxn ang="0">
                  <a:pos x="T6" y="T7"/>
                </a:cxn>
                <a:cxn ang="0">
                  <a:pos x="T8" y="T9"/>
                </a:cxn>
                <a:cxn ang="0">
                  <a:pos x="T10" y="T11"/>
                </a:cxn>
              </a:cxnLst>
              <a:rect l="0" t="0" r="r" b="b"/>
              <a:pathLst>
                <a:path w="22" h="1017">
                  <a:moveTo>
                    <a:pt x="11" y="1016"/>
                  </a:moveTo>
                  <a:lnTo>
                    <a:pt x="0" y="1016"/>
                  </a:lnTo>
                  <a:lnTo>
                    <a:pt x="0" y="0"/>
                  </a:lnTo>
                  <a:lnTo>
                    <a:pt x="21" y="0"/>
                  </a:lnTo>
                  <a:lnTo>
                    <a:pt x="21" y="1016"/>
                  </a:lnTo>
                  <a:lnTo>
                    <a:pt x="11" y="101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0" name="Group 9">
              <a:extLst>
                <a:ext uri="{FF2B5EF4-FFF2-40B4-BE49-F238E27FC236}">
                  <a16:creationId xmlns:a16="http://schemas.microsoft.com/office/drawing/2014/main" id="{2F592B78-5C91-ADEB-54CA-9A2EE138F26A}"/>
                </a:ext>
              </a:extLst>
            </p:cNvPr>
            <p:cNvGrpSpPr/>
            <p:nvPr/>
          </p:nvGrpSpPr>
          <p:grpSpPr>
            <a:xfrm>
              <a:off x="5793060" y="2152351"/>
              <a:ext cx="1196972" cy="293836"/>
              <a:chOff x="5793060" y="2152351"/>
              <a:chExt cx="1196972" cy="293836"/>
            </a:xfrm>
            <a:grpFill/>
          </p:grpSpPr>
          <p:sp>
            <p:nvSpPr>
              <p:cNvPr id="11" name="Freeform 8">
                <a:extLst>
                  <a:ext uri="{FF2B5EF4-FFF2-40B4-BE49-F238E27FC236}">
                    <a16:creationId xmlns:a16="http://schemas.microsoft.com/office/drawing/2014/main" id="{296CCC37-20E0-77A5-A42C-792B1FE1181E}"/>
                  </a:ext>
                </a:extLst>
              </p:cNvPr>
              <p:cNvSpPr>
                <a:spLocks noChangeArrowheads="1"/>
              </p:cNvSpPr>
              <p:nvPr/>
            </p:nvSpPr>
            <p:spPr bwMode="auto">
              <a:xfrm>
                <a:off x="5924079" y="2302449"/>
                <a:ext cx="91585" cy="69961"/>
              </a:xfrm>
              <a:custGeom>
                <a:avLst/>
                <a:gdLst>
                  <a:gd name="T0" fmla="*/ 0 w 318"/>
                  <a:gd name="T1" fmla="*/ 70 h 243"/>
                  <a:gd name="T2" fmla="*/ 305 w 318"/>
                  <a:gd name="T3" fmla="*/ 242 h 243"/>
                  <a:gd name="T4" fmla="*/ 317 w 318"/>
                  <a:gd name="T5" fmla="*/ 111 h 243"/>
                  <a:gd name="T6" fmla="*/ 233 w 318"/>
                  <a:gd name="T7" fmla="*/ 21 h 243"/>
                  <a:gd name="T8" fmla="*/ 106 w 318"/>
                  <a:gd name="T9" fmla="*/ 0 h 243"/>
                  <a:gd name="T10" fmla="*/ 0 w 318"/>
                  <a:gd name="T11" fmla="*/ 70 h 243"/>
                </a:gdLst>
                <a:ahLst/>
                <a:cxnLst>
                  <a:cxn ang="0">
                    <a:pos x="T0" y="T1"/>
                  </a:cxn>
                  <a:cxn ang="0">
                    <a:pos x="T2" y="T3"/>
                  </a:cxn>
                  <a:cxn ang="0">
                    <a:pos x="T4" y="T5"/>
                  </a:cxn>
                  <a:cxn ang="0">
                    <a:pos x="T6" y="T7"/>
                  </a:cxn>
                  <a:cxn ang="0">
                    <a:pos x="T8" y="T9"/>
                  </a:cxn>
                  <a:cxn ang="0">
                    <a:pos x="T10" y="T11"/>
                  </a:cxn>
                </a:cxnLst>
                <a:rect l="0" t="0" r="r" b="b"/>
                <a:pathLst>
                  <a:path w="318" h="243">
                    <a:moveTo>
                      <a:pt x="0" y="70"/>
                    </a:moveTo>
                    <a:lnTo>
                      <a:pt x="305" y="242"/>
                    </a:lnTo>
                    <a:lnTo>
                      <a:pt x="317" y="111"/>
                    </a:lnTo>
                    <a:lnTo>
                      <a:pt x="233" y="21"/>
                    </a:lnTo>
                    <a:lnTo>
                      <a:pt x="106" y="0"/>
                    </a:lnTo>
                    <a:lnTo>
                      <a:pt x="0" y="70"/>
                    </a:lnTo>
                  </a:path>
                </a:pathLst>
              </a:custGeom>
              <a:grpFill/>
              <a:ln>
                <a:noFill/>
              </a:ln>
              <a:effectLst/>
            </p:spPr>
            <p:txBody>
              <a:bodyPr wrap="none" anchor="ctr"/>
              <a:lstStyle/>
              <a:p>
                <a:endParaRPr lang="en-US"/>
              </a:p>
            </p:txBody>
          </p:sp>
          <p:sp>
            <p:nvSpPr>
              <p:cNvPr id="12" name="Freeform 9">
                <a:extLst>
                  <a:ext uri="{FF2B5EF4-FFF2-40B4-BE49-F238E27FC236}">
                    <a16:creationId xmlns:a16="http://schemas.microsoft.com/office/drawing/2014/main" id="{506BD0E3-5E93-D9ED-732E-07A11E8D836A}"/>
                  </a:ext>
                </a:extLst>
              </p:cNvPr>
              <p:cNvSpPr>
                <a:spLocks noChangeArrowheads="1"/>
              </p:cNvSpPr>
              <p:nvPr/>
            </p:nvSpPr>
            <p:spPr bwMode="auto">
              <a:xfrm>
                <a:off x="5939343" y="2152351"/>
                <a:ext cx="146282" cy="220059"/>
              </a:xfrm>
              <a:custGeom>
                <a:avLst/>
                <a:gdLst>
                  <a:gd name="T0" fmla="*/ 0 w 509"/>
                  <a:gd name="T1" fmla="*/ 0 h 763"/>
                  <a:gd name="T2" fmla="*/ 254 w 509"/>
                  <a:gd name="T3" fmla="*/ 762 h 763"/>
                  <a:gd name="T4" fmla="*/ 508 w 509"/>
                  <a:gd name="T5" fmla="*/ 506 h 763"/>
                  <a:gd name="T6" fmla="*/ 0 w 509"/>
                  <a:gd name="T7" fmla="*/ 0 h 763"/>
                </a:gdLst>
                <a:ahLst/>
                <a:cxnLst>
                  <a:cxn ang="0">
                    <a:pos x="T0" y="T1"/>
                  </a:cxn>
                  <a:cxn ang="0">
                    <a:pos x="T2" y="T3"/>
                  </a:cxn>
                  <a:cxn ang="0">
                    <a:pos x="T4" y="T5"/>
                  </a:cxn>
                  <a:cxn ang="0">
                    <a:pos x="T6" y="T7"/>
                  </a:cxn>
                </a:cxnLst>
                <a:rect l="0" t="0" r="r" b="b"/>
                <a:pathLst>
                  <a:path w="509" h="763">
                    <a:moveTo>
                      <a:pt x="0" y="0"/>
                    </a:moveTo>
                    <a:lnTo>
                      <a:pt x="254" y="762"/>
                    </a:lnTo>
                    <a:lnTo>
                      <a:pt x="508" y="506"/>
                    </a:lnTo>
                    <a:lnTo>
                      <a:pt x="0" y="0"/>
                    </a:lnTo>
                  </a:path>
                </a:pathLst>
              </a:custGeom>
              <a:grpFill/>
              <a:ln>
                <a:noFill/>
              </a:ln>
              <a:effectLst/>
            </p:spPr>
            <p:txBody>
              <a:bodyPr wrap="none" anchor="ctr"/>
              <a:lstStyle/>
              <a:p>
                <a:endParaRPr lang="en-US"/>
              </a:p>
            </p:txBody>
          </p:sp>
          <p:sp>
            <p:nvSpPr>
              <p:cNvPr id="13" name="Freeform 10">
                <a:extLst>
                  <a:ext uri="{FF2B5EF4-FFF2-40B4-BE49-F238E27FC236}">
                    <a16:creationId xmlns:a16="http://schemas.microsoft.com/office/drawing/2014/main" id="{D8CA630B-5258-AFC0-BD70-AC0B684371AB}"/>
                  </a:ext>
                </a:extLst>
              </p:cNvPr>
              <p:cNvSpPr>
                <a:spLocks noChangeArrowheads="1"/>
              </p:cNvSpPr>
              <p:nvPr/>
            </p:nvSpPr>
            <p:spPr bwMode="auto">
              <a:xfrm>
                <a:off x="5924079" y="2268104"/>
                <a:ext cx="113209" cy="54697"/>
              </a:xfrm>
              <a:custGeom>
                <a:avLst/>
                <a:gdLst>
                  <a:gd name="T0" fmla="*/ 10 w 392"/>
                  <a:gd name="T1" fmla="*/ 0 h 190"/>
                  <a:gd name="T2" fmla="*/ 0 w 392"/>
                  <a:gd name="T3" fmla="*/ 189 h 190"/>
                  <a:gd name="T4" fmla="*/ 391 w 392"/>
                  <a:gd name="T5" fmla="*/ 105 h 190"/>
                  <a:gd name="T6" fmla="*/ 10 w 392"/>
                  <a:gd name="T7" fmla="*/ 0 h 190"/>
                </a:gdLst>
                <a:ahLst/>
                <a:cxnLst>
                  <a:cxn ang="0">
                    <a:pos x="T0" y="T1"/>
                  </a:cxn>
                  <a:cxn ang="0">
                    <a:pos x="T2" y="T3"/>
                  </a:cxn>
                  <a:cxn ang="0">
                    <a:pos x="T4" y="T5"/>
                  </a:cxn>
                  <a:cxn ang="0">
                    <a:pos x="T6" y="T7"/>
                  </a:cxn>
                </a:cxnLst>
                <a:rect l="0" t="0" r="r" b="b"/>
                <a:pathLst>
                  <a:path w="392" h="190">
                    <a:moveTo>
                      <a:pt x="10" y="0"/>
                    </a:moveTo>
                    <a:lnTo>
                      <a:pt x="0" y="189"/>
                    </a:lnTo>
                    <a:lnTo>
                      <a:pt x="391" y="105"/>
                    </a:lnTo>
                    <a:lnTo>
                      <a:pt x="10" y="0"/>
                    </a:lnTo>
                  </a:path>
                </a:pathLst>
              </a:custGeom>
              <a:solidFill>
                <a:schemeClr val="bg2">
                  <a:lumMod val="25000"/>
                </a:schemeClr>
              </a:solidFill>
              <a:ln>
                <a:noFill/>
              </a:ln>
              <a:effectLst/>
            </p:spPr>
            <p:txBody>
              <a:bodyPr wrap="none" anchor="ctr"/>
              <a:lstStyle/>
              <a:p>
                <a:endParaRPr lang="en-US"/>
              </a:p>
            </p:txBody>
          </p:sp>
          <p:sp>
            <p:nvSpPr>
              <p:cNvPr id="14" name="Freeform 11">
                <a:extLst>
                  <a:ext uri="{FF2B5EF4-FFF2-40B4-BE49-F238E27FC236}">
                    <a16:creationId xmlns:a16="http://schemas.microsoft.com/office/drawing/2014/main" id="{61662B77-4939-7DC9-D557-23690F6868E7}"/>
                  </a:ext>
                </a:extLst>
              </p:cNvPr>
              <p:cNvSpPr>
                <a:spLocks noChangeArrowheads="1"/>
              </p:cNvSpPr>
              <p:nvPr/>
            </p:nvSpPr>
            <p:spPr bwMode="auto">
              <a:xfrm>
                <a:off x="5793060" y="2298633"/>
                <a:ext cx="92858" cy="78865"/>
              </a:xfrm>
              <a:custGeom>
                <a:avLst/>
                <a:gdLst>
                  <a:gd name="T0" fmla="*/ 272 w 322"/>
                  <a:gd name="T1" fmla="*/ 272 h 273"/>
                  <a:gd name="T2" fmla="*/ 321 w 322"/>
                  <a:gd name="T3" fmla="*/ 205 h 273"/>
                  <a:gd name="T4" fmla="*/ 313 w 322"/>
                  <a:gd name="T5" fmla="*/ 123 h 273"/>
                  <a:gd name="T6" fmla="*/ 188 w 322"/>
                  <a:gd name="T7" fmla="*/ 43 h 273"/>
                  <a:gd name="T8" fmla="*/ 0 w 322"/>
                  <a:gd name="T9" fmla="*/ 0 h 273"/>
                  <a:gd name="T10" fmla="*/ 272 w 322"/>
                  <a:gd name="T11" fmla="*/ 272 h 273"/>
                </a:gdLst>
                <a:ahLst/>
                <a:cxnLst>
                  <a:cxn ang="0">
                    <a:pos x="T0" y="T1"/>
                  </a:cxn>
                  <a:cxn ang="0">
                    <a:pos x="T2" y="T3"/>
                  </a:cxn>
                  <a:cxn ang="0">
                    <a:pos x="T4" y="T5"/>
                  </a:cxn>
                  <a:cxn ang="0">
                    <a:pos x="T6" y="T7"/>
                  </a:cxn>
                  <a:cxn ang="0">
                    <a:pos x="T8" y="T9"/>
                  </a:cxn>
                  <a:cxn ang="0">
                    <a:pos x="T10" y="T11"/>
                  </a:cxn>
                </a:cxnLst>
                <a:rect l="0" t="0" r="r" b="b"/>
                <a:pathLst>
                  <a:path w="322" h="273">
                    <a:moveTo>
                      <a:pt x="272" y="272"/>
                    </a:moveTo>
                    <a:lnTo>
                      <a:pt x="321" y="205"/>
                    </a:lnTo>
                    <a:lnTo>
                      <a:pt x="313" y="123"/>
                    </a:lnTo>
                    <a:lnTo>
                      <a:pt x="188" y="43"/>
                    </a:lnTo>
                    <a:lnTo>
                      <a:pt x="0" y="0"/>
                    </a:lnTo>
                    <a:lnTo>
                      <a:pt x="272" y="272"/>
                    </a:lnTo>
                  </a:path>
                </a:pathLst>
              </a:custGeom>
              <a:solidFill>
                <a:schemeClr val="bg2">
                  <a:lumMod val="25000"/>
                </a:schemeClr>
              </a:solidFill>
              <a:ln>
                <a:noFill/>
              </a:ln>
              <a:effectLst/>
            </p:spPr>
            <p:txBody>
              <a:bodyPr wrap="none" anchor="ctr"/>
              <a:lstStyle/>
              <a:p>
                <a:endParaRPr lang="en-US"/>
              </a:p>
            </p:txBody>
          </p:sp>
          <p:sp>
            <p:nvSpPr>
              <p:cNvPr id="15" name="Freeform 12">
                <a:extLst>
                  <a:ext uri="{FF2B5EF4-FFF2-40B4-BE49-F238E27FC236}">
                    <a16:creationId xmlns:a16="http://schemas.microsoft.com/office/drawing/2014/main" id="{D3660A35-EBFC-0516-E73B-074A634D66D1}"/>
                  </a:ext>
                </a:extLst>
              </p:cNvPr>
              <p:cNvSpPr>
                <a:spLocks noChangeArrowheads="1"/>
              </p:cNvSpPr>
              <p:nvPr/>
            </p:nvSpPr>
            <p:spPr bwMode="auto">
              <a:xfrm>
                <a:off x="5793060" y="2159983"/>
                <a:ext cx="138651" cy="174266"/>
              </a:xfrm>
              <a:custGeom>
                <a:avLst/>
                <a:gdLst>
                  <a:gd name="T0" fmla="*/ 0 w 481"/>
                  <a:gd name="T1" fmla="*/ 480 h 604"/>
                  <a:gd name="T2" fmla="*/ 313 w 481"/>
                  <a:gd name="T3" fmla="*/ 603 h 604"/>
                  <a:gd name="T4" fmla="*/ 480 w 481"/>
                  <a:gd name="T5" fmla="*/ 0 h 604"/>
                  <a:gd name="T6" fmla="*/ 0 w 481"/>
                  <a:gd name="T7" fmla="*/ 480 h 604"/>
                </a:gdLst>
                <a:ahLst/>
                <a:cxnLst>
                  <a:cxn ang="0">
                    <a:pos x="T0" y="T1"/>
                  </a:cxn>
                  <a:cxn ang="0">
                    <a:pos x="T2" y="T3"/>
                  </a:cxn>
                  <a:cxn ang="0">
                    <a:pos x="T4" y="T5"/>
                  </a:cxn>
                  <a:cxn ang="0">
                    <a:pos x="T6" y="T7"/>
                  </a:cxn>
                </a:cxnLst>
                <a:rect l="0" t="0" r="r" b="b"/>
                <a:pathLst>
                  <a:path w="481" h="604">
                    <a:moveTo>
                      <a:pt x="0" y="480"/>
                    </a:moveTo>
                    <a:lnTo>
                      <a:pt x="313" y="603"/>
                    </a:lnTo>
                    <a:lnTo>
                      <a:pt x="480" y="0"/>
                    </a:lnTo>
                    <a:lnTo>
                      <a:pt x="0" y="480"/>
                    </a:lnTo>
                  </a:path>
                </a:pathLst>
              </a:custGeom>
              <a:grpFill/>
              <a:ln>
                <a:noFill/>
              </a:ln>
              <a:effectLst/>
            </p:spPr>
            <p:txBody>
              <a:bodyPr wrap="none" anchor="ctr"/>
              <a:lstStyle/>
              <a:p>
                <a:endParaRPr lang="en-US"/>
              </a:p>
            </p:txBody>
          </p:sp>
          <p:sp>
            <p:nvSpPr>
              <p:cNvPr id="16" name="Freeform 13">
                <a:extLst>
                  <a:ext uri="{FF2B5EF4-FFF2-40B4-BE49-F238E27FC236}">
                    <a16:creationId xmlns:a16="http://schemas.microsoft.com/office/drawing/2014/main" id="{EBB83762-D2F3-FE93-CAD5-824F812E2189}"/>
                  </a:ext>
                </a:extLst>
              </p:cNvPr>
              <p:cNvSpPr>
                <a:spLocks noChangeArrowheads="1"/>
              </p:cNvSpPr>
              <p:nvPr/>
            </p:nvSpPr>
            <p:spPr bwMode="auto">
              <a:xfrm>
                <a:off x="5870654" y="2334249"/>
                <a:ext cx="132290" cy="111938"/>
              </a:xfrm>
              <a:custGeom>
                <a:avLst/>
                <a:gdLst>
                  <a:gd name="T0" fmla="*/ 0 w 459"/>
                  <a:gd name="T1" fmla="*/ 149 h 388"/>
                  <a:gd name="T2" fmla="*/ 235 w 459"/>
                  <a:gd name="T3" fmla="*/ 387 h 388"/>
                  <a:gd name="T4" fmla="*/ 458 w 459"/>
                  <a:gd name="T5" fmla="*/ 163 h 388"/>
                  <a:gd name="T6" fmla="*/ 41 w 459"/>
                  <a:gd name="T7" fmla="*/ 0 h 388"/>
                  <a:gd name="T8" fmla="*/ 0 w 459"/>
                  <a:gd name="T9" fmla="*/ 149 h 388"/>
                </a:gdLst>
                <a:ahLst/>
                <a:cxnLst>
                  <a:cxn ang="0">
                    <a:pos x="T0" y="T1"/>
                  </a:cxn>
                  <a:cxn ang="0">
                    <a:pos x="T2" y="T3"/>
                  </a:cxn>
                  <a:cxn ang="0">
                    <a:pos x="T4" y="T5"/>
                  </a:cxn>
                  <a:cxn ang="0">
                    <a:pos x="T6" y="T7"/>
                  </a:cxn>
                  <a:cxn ang="0">
                    <a:pos x="T8" y="T9"/>
                  </a:cxn>
                </a:cxnLst>
                <a:rect l="0" t="0" r="r" b="b"/>
                <a:pathLst>
                  <a:path w="459" h="388">
                    <a:moveTo>
                      <a:pt x="0" y="149"/>
                    </a:moveTo>
                    <a:lnTo>
                      <a:pt x="235" y="387"/>
                    </a:lnTo>
                    <a:lnTo>
                      <a:pt x="458" y="163"/>
                    </a:lnTo>
                    <a:lnTo>
                      <a:pt x="41" y="0"/>
                    </a:lnTo>
                    <a:lnTo>
                      <a:pt x="0" y="149"/>
                    </a:lnTo>
                  </a:path>
                </a:pathLst>
              </a:custGeom>
              <a:grpFill/>
              <a:ln>
                <a:noFill/>
              </a:ln>
              <a:effectLst/>
            </p:spPr>
            <p:txBody>
              <a:bodyPr wrap="none" anchor="ctr"/>
              <a:lstStyle/>
              <a:p>
                <a:endParaRPr lang="en-US"/>
              </a:p>
            </p:txBody>
          </p:sp>
          <p:sp>
            <p:nvSpPr>
              <p:cNvPr id="17" name="Freeform 14">
                <a:extLst>
                  <a:ext uri="{FF2B5EF4-FFF2-40B4-BE49-F238E27FC236}">
                    <a16:creationId xmlns:a16="http://schemas.microsoft.com/office/drawing/2014/main" id="{59027B96-C1D4-962C-F7D7-C80BBCA248D8}"/>
                  </a:ext>
                </a:extLst>
              </p:cNvPr>
              <p:cNvSpPr>
                <a:spLocks noChangeArrowheads="1"/>
              </p:cNvSpPr>
              <p:nvPr/>
            </p:nvSpPr>
            <p:spPr bwMode="auto">
              <a:xfrm>
                <a:off x="6169578" y="2219768"/>
                <a:ext cx="820454" cy="124658"/>
              </a:xfrm>
              <a:custGeom>
                <a:avLst/>
                <a:gdLst>
                  <a:gd name="T0" fmla="*/ 2562 w 2844"/>
                  <a:gd name="T1" fmla="*/ 334 h 431"/>
                  <a:gd name="T2" fmla="*/ 2542 w 2844"/>
                  <a:gd name="T3" fmla="*/ 148 h 431"/>
                  <a:gd name="T4" fmla="*/ 2638 w 2844"/>
                  <a:gd name="T5" fmla="*/ 168 h 431"/>
                  <a:gd name="T6" fmla="*/ 2515 w 2844"/>
                  <a:gd name="T7" fmla="*/ 336 h 431"/>
                  <a:gd name="T8" fmla="*/ 2761 w 2844"/>
                  <a:gd name="T9" fmla="*/ 422 h 431"/>
                  <a:gd name="T10" fmla="*/ 2542 w 2844"/>
                  <a:gd name="T11" fmla="*/ 148 h 431"/>
                  <a:gd name="T12" fmla="*/ 47 w 2844"/>
                  <a:gd name="T13" fmla="*/ 422 h 431"/>
                  <a:gd name="T14" fmla="*/ 2126 w 2844"/>
                  <a:gd name="T15" fmla="*/ 39 h 431"/>
                  <a:gd name="T16" fmla="*/ 170 w 2844"/>
                  <a:gd name="T17" fmla="*/ 172 h 431"/>
                  <a:gd name="T18" fmla="*/ 170 w 2844"/>
                  <a:gd name="T19" fmla="*/ 420 h 431"/>
                  <a:gd name="T20" fmla="*/ 319 w 2844"/>
                  <a:gd name="T21" fmla="*/ 420 h 431"/>
                  <a:gd name="T22" fmla="*/ 260 w 2844"/>
                  <a:gd name="T23" fmla="*/ 123 h 431"/>
                  <a:gd name="T24" fmla="*/ 639 w 2844"/>
                  <a:gd name="T25" fmla="*/ 275 h 431"/>
                  <a:gd name="T26" fmla="*/ 633 w 2844"/>
                  <a:gd name="T27" fmla="*/ 168 h 431"/>
                  <a:gd name="T28" fmla="*/ 840 w 2844"/>
                  <a:gd name="T29" fmla="*/ 381 h 431"/>
                  <a:gd name="T30" fmla="*/ 633 w 2844"/>
                  <a:gd name="T31" fmla="*/ 168 h 431"/>
                  <a:gd name="T32" fmla="*/ 985 w 2844"/>
                  <a:gd name="T33" fmla="*/ 422 h 431"/>
                  <a:gd name="T34" fmla="*/ 1096 w 2844"/>
                  <a:gd name="T35" fmla="*/ 127 h 431"/>
                  <a:gd name="T36" fmla="*/ 1358 w 2844"/>
                  <a:gd name="T37" fmla="*/ 176 h 431"/>
                  <a:gd name="T38" fmla="*/ 1139 w 2844"/>
                  <a:gd name="T39" fmla="*/ 129 h 431"/>
                  <a:gd name="T40" fmla="*/ 1258 w 2844"/>
                  <a:gd name="T41" fmla="*/ 168 h 431"/>
                  <a:gd name="T42" fmla="*/ 1372 w 2844"/>
                  <a:gd name="T43" fmla="*/ 254 h 431"/>
                  <a:gd name="T44" fmla="*/ 1511 w 2844"/>
                  <a:gd name="T45" fmla="*/ 420 h 431"/>
                  <a:gd name="T46" fmla="*/ 1358 w 2844"/>
                  <a:gd name="T47" fmla="*/ 176 h 431"/>
                  <a:gd name="T48" fmla="*/ 1933 w 2844"/>
                  <a:gd name="T49" fmla="*/ 58 h 431"/>
                  <a:gd name="T50" fmla="*/ 1935 w 2844"/>
                  <a:gd name="T51" fmla="*/ 174 h 431"/>
                  <a:gd name="T52" fmla="*/ 2069 w 2844"/>
                  <a:gd name="T53" fmla="*/ 414 h 431"/>
                  <a:gd name="T54" fmla="*/ 1983 w 2844"/>
                  <a:gd name="T55" fmla="*/ 338 h 431"/>
                  <a:gd name="T56" fmla="*/ 2456 w 2844"/>
                  <a:gd name="T57" fmla="*/ 342 h 431"/>
                  <a:gd name="T58" fmla="*/ 2372 w 2844"/>
                  <a:gd name="T59" fmla="*/ 168 h 431"/>
                  <a:gd name="T60" fmla="*/ 2482 w 2844"/>
                  <a:gd name="T61" fmla="*/ 176 h 431"/>
                  <a:gd name="T62" fmla="*/ 2228 w 2844"/>
                  <a:gd name="T63" fmla="*/ 279 h 431"/>
                  <a:gd name="T64" fmla="*/ 2486 w 2844"/>
                  <a:gd name="T65" fmla="*/ 373 h 431"/>
                  <a:gd name="T66" fmla="*/ 1722 w 2844"/>
                  <a:gd name="T67" fmla="*/ 387 h 431"/>
                  <a:gd name="T68" fmla="*/ 1811 w 2844"/>
                  <a:gd name="T69" fmla="*/ 281 h 431"/>
                  <a:gd name="T70" fmla="*/ 1649 w 2844"/>
                  <a:gd name="T71" fmla="*/ 189 h 431"/>
                  <a:gd name="T72" fmla="*/ 1608 w 2844"/>
                  <a:gd name="T73" fmla="*/ 334 h 431"/>
                  <a:gd name="T74" fmla="*/ 1808 w 2844"/>
                  <a:gd name="T75" fmla="*/ 422 h 431"/>
                  <a:gd name="T76" fmla="*/ 1735 w 2844"/>
                  <a:gd name="T77" fmla="*/ 123 h 431"/>
                  <a:gd name="T78" fmla="*/ 580 w 2844"/>
                  <a:gd name="T79" fmla="*/ 52 h 431"/>
                  <a:gd name="T80" fmla="*/ 477 w 2844"/>
                  <a:gd name="T81" fmla="*/ 23 h 431"/>
                  <a:gd name="T82" fmla="*/ 401 w 2844"/>
                  <a:gd name="T83" fmla="*/ 170 h 431"/>
                  <a:gd name="T84" fmla="*/ 500 w 2844"/>
                  <a:gd name="T85" fmla="*/ 170 h 431"/>
                  <a:gd name="T86" fmla="*/ 498 w 2844"/>
                  <a:gd name="T87" fmla="*/ 103 h 431"/>
                  <a:gd name="T88" fmla="*/ 2126 w 2844"/>
                  <a:gd name="T89" fmla="*/ 422 h 431"/>
                  <a:gd name="T90" fmla="*/ 2777 w 2844"/>
                  <a:gd name="T91" fmla="*/ 138 h 431"/>
                  <a:gd name="T92" fmla="*/ 2794 w 2844"/>
                  <a:gd name="T93" fmla="*/ 138 h 431"/>
                  <a:gd name="T94" fmla="*/ 2810 w 2844"/>
                  <a:gd name="T95" fmla="*/ 164 h 431"/>
                  <a:gd name="T96" fmla="*/ 2837 w 2844"/>
                  <a:gd name="T97" fmla="*/ 140 h 431"/>
                  <a:gd name="T98" fmla="*/ 2837 w 2844"/>
                  <a:gd name="T99" fmla="*/ 129 h 431"/>
                  <a:gd name="T100" fmla="*/ 2810 w 2844"/>
                  <a:gd name="T101" fmla="*/ 164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44" h="431">
                    <a:moveTo>
                      <a:pt x="2716" y="281"/>
                    </a:moveTo>
                    <a:lnTo>
                      <a:pt x="2716" y="314"/>
                    </a:lnTo>
                    <a:cubicBezTo>
                      <a:pt x="2716" y="357"/>
                      <a:pt x="2677" y="387"/>
                      <a:pt x="2628" y="387"/>
                    </a:cubicBezTo>
                    <a:cubicBezTo>
                      <a:pt x="2583" y="387"/>
                      <a:pt x="2562" y="359"/>
                      <a:pt x="2562" y="334"/>
                    </a:cubicBezTo>
                    <a:lnTo>
                      <a:pt x="2562" y="332"/>
                    </a:lnTo>
                    <a:cubicBezTo>
                      <a:pt x="2562" y="310"/>
                      <a:pt x="2575" y="281"/>
                      <a:pt x="2638" y="281"/>
                    </a:cubicBezTo>
                    <a:lnTo>
                      <a:pt x="2716" y="281"/>
                    </a:lnTo>
                    <a:close/>
                    <a:moveTo>
                      <a:pt x="2542" y="148"/>
                    </a:moveTo>
                    <a:lnTo>
                      <a:pt x="2540" y="150"/>
                    </a:lnTo>
                    <a:lnTo>
                      <a:pt x="2554" y="191"/>
                    </a:lnTo>
                    <a:lnTo>
                      <a:pt x="2556" y="189"/>
                    </a:lnTo>
                    <a:cubicBezTo>
                      <a:pt x="2579" y="178"/>
                      <a:pt x="2603" y="168"/>
                      <a:pt x="2638" y="168"/>
                    </a:cubicBezTo>
                    <a:cubicBezTo>
                      <a:pt x="2687" y="168"/>
                      <a:pt x="2716" y="191"/>
                      <a:pt x="2716" y="244"/>
                    </a:cubicBezTo>
                    <a:lnTo>
                      <a:pt x="2634" y="244"/>
                    </a:lnTo>
                    <a:cubicBezTo>
                      <a:pt x="2558" y="244"/>
                      <a:pt x="2515" y="277"/>
                      <a:pt x="2515" y="334"/>
                    </a:cubicBezTo>
                    <a:lnTo>
                      <a:pt x="2515" y="336"/>
                    </a:lnTo>
                    <a:cubicBezTo>
                      <a:pt x="2515" y="396"/>
                      <a:pt x="2568" y="428"/>
                      <a:pt x="2620" y="428"/>
                    </a:cubicBezTo>
                    <a:cubicBezTo>
                      <a:pt x="2667" y="428"/>
                      <a:pt x="2697" y="406"/>
                      <a:pt x="2716" y="385"/>
                    </a:cubicBezTo>
                    <a:lnTo>
                      <a:pt x="2716" y="422"/>
                    </a:lnTo>
                    <a:lnTo>
                      <a:pt x="2761" y="422"/>
                    </a:lnTo>
                    <a:lnTo>
                      <a:pt x="2761" y="246"/>
                    </a:lnTo>
                    <a:cubicBezTo>
                      <a:pt x="2761" y="209"/>
                      <a:pt x="2751" y="178"/>
                      <a:pt x="2732" y="158"/>
                    </a:cubicBezTo>
                    <a:cubicBezTo>
                      <a:pt x="2712" y="135"/>
                      <a:pt x="2681" y="123"/>
                      <a:pt x="2642" y="123"/>
                    </a:cubicBezTo>
                    <a:cubicBezTo>
                      <a:pt x="2597" y="123"/>
                      <a:pt x="2566" y="135"/>
                      <a:pt x="2542" y="148"/>
                    </a:cubicBezTo>
                    <a:close/>
                    <a:moveTo>
                      <a:pt x="47" y="8"/>
                    </a:moveTo>
                    <a:lnTo>
                      <a:pt x="0" y="37"/>
                    </a:lnTo>
                    <a:lnTo>
                      <a:pt x="0" y="422"/>
                    </a:lnTo>
                    <a:lnTo>
                      <a:pt x="47" y="422"/>
                    </a:lnTo>
                    <a:lnTo>
                      <a:pt x="47" y="8"/>
                    </a:lnTo>
                    <a:close/>
                    <a:moveTo>
                      <a:pt x="2175" y="27"/>
                    </a:moveTo>
                    <a:lnTo>
                      <a:pt x="2126" y="27"/>
                    </a:lnTo>
                    <a:lnTo>
                      <a:pt x="2126" y="39"/>
                    </a:lnTo>
                    <a:lnTo>
                      <a:pt x="2126" y="78"/>
                    </a:lnTo>
                    <a:lnTo>
                      <a:pt x="2175" y="78"/>
                    </a:lnTo>
                    <a:lnTo>
                      <a:pt x="2175" y="27"/>
                    </a:lnTo>
                    <a:close/>
                    <a:moveTo>
                      <a:pt x="170" y="172"/>
                    </a:moveTo>
                    <a:lnTo>
                      <a:pt x="170" y="129"/>
                    </a:lnTo>
                    <a:lnTo>
                      <a:pt x="123" y="129"/>
                    </a:lnTo>
                    <a:lnTo>
                      <a:pt x="123" y="420"/>
                    </a:lnTo>
                    <a:lnTo>
                      <a:pt x="170" y="420"/>
                    </a:lnTo>
                    <a:lnTo>
                      <a:pt x="170" y="254"/>
                    </a:lnTo>
                    <a:cubicBezTo>
                      <a:pt x="170" y="203"/>
                      <a:pt x="203" y="168"/>
                      <a:pt x="248" y="168"/>
                    </a:cubicBezTo>
                    <a:cubicBezTo>
                      <a:pt x="293" y="168"/>
                      <a:pt x="319" y="199"/>
                      <a:pt x="319" y="252"/>
                    </a:cubicBezTo>
                    <a:lnTo>
                      <a:pt x="319" y="420"/>
                    </a:lnTo>
                    <a:lnTo>
                      <a:pt x="367" y="420"/>
                    </a:lnTo>
                    <a:lnTo>
                      <a:pt x="367" y="242"/>
                    </a:lnTo>
                    <a:cubicBezTo>
                      <a:pt x="367" y="207"/>
                      <a:pt x="356" y="178"/>
                      <a:pt x="338" y="158"/>
                    </a:cubicBezTo>
                    <a:cubicBezTo>
                      <a:pt x="319" y="135"/>
                      <a:pt x="293" y="123"/>
                      <a:pt x="260" y="123"/>
                    </a:cubicBezTo>
                    <a:cubicBezTo>
                      <a:pt x="221" y="123"/>
                      <a:pt x="192" y="140"/>
                      <a:pt x="170" y="172"/>
                    </a:cubicBezTo>
                    <a:close/>
                    <a:moveTo>
                      <a:pt x="737" y="383"/>
                    </a:moveTo>
                    <a:cubicBezTo>
                      <a:pt x="682" y="383"/>
                      <a:pt x="639" y="336"/>
                      <a:pt x="639" y="277"/>
                    </a:cubicBezTo>
                    <a:lnTo>
                      <a:pt x="639" y="275"/>
                    </a:lnTo>
                    <a:cubicBezTo>
                      <a:pt x="639" y="213"/>
                      <a:pt x="680" y="168"/>
                      <a:pt x="735" y="168"/>
                    </a:cubicBezTo>
                    <a:cubicBezTo>
                      <a:pt x="791" y="168"/>
                      <a:pt x="834" y="215"/>
                      <a:pt x="834" y="275"/>
                    </a:cubicBezTo>
                    <a:cubicBezTo>
                      <a:pt x="834" y="336"/>
                      <a:pt x="793" y="383"/>
                      <a:pt x="737" y="383"/>
                    </a:cubicBezTo>
                    <a:close/>
                    <a:moveTo>
                      <a:pt x="633" y="168"/>
                    </a:moveTo>
                    <a:cubicBezTo>
                      <a:pt x="606" y="197"/>
                      <a:pt x="592" y="234"/>
                      <a:pt x="592" y="275"/>
                    </a:cubicBezTo>
                    <a:lnTo>
                      <a:pt x="592" y="277"/>
                    </a:lnTo>
                    <a:cubicBezTo>
                      <a:pt x="592" y="361"/>
                      <a:pt x="655" y="426"/>
                      <a:pt x="735" y="426"/>
                    </a:cubicBezTo>
                    <a:cubicBezTo>
                      <a:pt x="776" y="426"/>
                      <a:pt x="811" y="410"/>
                      <a:pt x="840" y="381"/>
                    </a:cubicBezTo>
                    <a:cubicBezTo>
                      <a:pt x="866" y="353"/>
                      <a:pt x="881" y="316"/>
                      <a:pt x="881" y="275"/>
                    </a:cubicBezTo>
                    <a:lnTo>
                      <a:pt x="881" y="273"/>
                    </a:lnTo>
                    <a:cubicBezTo>
                      <a:pt x="883" y="191"/>
                      <a:pt x="819" y="123"/>
                      <a:pt x="737" y="123"/>
                    </a:cubicBezTo>
                    <a:cubicBezTo>
                      <a:pt x="696" y="123"/>
                      <a:pt x="661" y="140"/>
                      <a:pt x="633" y="168"/>
                    </a:cubicBezTo>
                    <a:close/>
                    <a:moveTo>
                      <a:pt x="985" y="131"/>
                    </a:moveTo>
                    <a:lnTo>
                      <a:pt x="938" y="131"/>
                    </a:lnTo>
                    <a:lnTo>
                      <a:pt x="938" y="422"/>
                    </a:lnTo>
                    <a:lnTo>
                      <a:pt x="985" y="422"/>
                    </a:lnTo>
                    <a:lnTo>
                      <a:pt x="985" y="305"/>
                    </a:lnTo>
                    <a:cubicBezTo>
                      <a:pt x="985" y="228"/>
                      <a:pt x="1026" y="176"/>
                      <a:pt x="1090" y="176"/>
                    </a:cubicBezTo>
                    <a:lnTo>
                      <a:pt x="1096" y="176"/>
                    </a:lnTo>
                    <a:lnTo>
                      <a:pt x="1096" y="127"/>
                    </a:lnTo>
                    <a:lnTo>
                      <a:pt x="1094" y="127"/>
                    </a:lnTo>
                    <a:cubicBezTo>
                      <a:pt x="1049" y="123"/>
                      <a:pt x="1008" y="150"/>
                      <a:pt x="985" y="195"/>
                    </a:cubicBezTo>
                    <a:lnTo>
                      <a:pt x="985" y="131"/>
                    </a:lnTo>
                    <a:close/>
                    <a:moveTo>
                      <a:pt x="1358" y="176"/>
                    </a:moveTo>
                    <a:cubicBezTo>
                      <a:pt x="1339" y="142"/>
                      <a:pt x="1309" y="123"/>
                      <a:pt x="1270" y="123"/>
                    </a:cubicBezTo>
                    <a:cubicBezTo>
                      <a:pt x="1227" y="123"/>
                      <a:pt x="1202" y="146"/>
                      <a:pt x="1186" y="170"/>
                    </a:cubicBezTo>
                    <a:lnTo>
                      <a:pt x="1186" y="129"/>
                    </a:lnTo>
                    <a:lnTo>
                      <a:pt x="1139" y="129"/>
                    </a:lnTo>
                    <a:lnTo>
                      <a:pt x="1139" y="420"/>
                    </a:lnTo>
                    <a:lnTo>
                      <a:pt x="1186" y="420"/>
                    </a:lnTo>
                    <a:lnTo>
                      <a:pt x="1186" y="254"/>
                    </a:lnTo>
                    <a:cubicBezTo>
                      <a:pt x="1186" y="203"/>
                      <a:pt x="1218" y="168"/>
                      <a:pt x="1258" y="168"/>
                    </a:cubicBezTo>
                    <a:cubicBezTo>
                      <a:pt x="1299" y="168"/>
                      <a:pt x="1325" y="199"/>
                      <a:pt x="1325" y="250"/>
                    </a:cubicBezTo>
                    <a:lnTo>
                      <a:pt x="1325" y="420"/>
                    </a:lnTo>
                    <a:lnTo>
                      <a:pt x="1372" y="420"/>
                    </a:lnTo>
                    <a:lnTo>
                      <a:pt x="1372" y="254"/>
                    </a:lnTo>
                    <a:cubicBezTo>
                      <a:pt x="1372" y="230"/>
                      <a:pt x="1380" y="207"/>
                      <a:pt x="1393" y="191"/>
                    </a:cubicBezTo>
                    <a:cubicBezTo>
                      <a:pt x="1405" y="176"/>
                      <a:pt x="1423" y="168"/>
                      <a:pt x="1444" y="168"/>
                    </a:cubicBezTo>
                    <a:cubicBezTo>
                      <a:pt x="1487" y="168"/>
                      <a:pt x="1511" y="199"/>
                      <a:pt x="1511" y="252"/>
                    </a:cubicBezTo>
                    <a:lnTo>
                      <a:pt x="1511" y="420"/>
                    </a:lnTo>
                    <a:lnTo>
                      <a:pt x="1559" y="420"/>
                    </a:lnTo>
                    <a:lnTo>
                      <a:pt x="1559" y="242"/>
                    </a:lnTo>
                    <a:cubicBezTo>
                      <a:pt x="1559" y="168"/>
                      <a:pt x="1520" y="123"/>
                      <a:pt x="1454" y="123"/>
                    </a:cubicBezTo>
                    <a:cubicBezTo>
                      <a:pt x="1413" y="123"/>
                      <a:pt x="1382" y="140"/>
                      <a:pt x="1358" y="176"/>
                    </a:cubicBezTo>
                    <a:close/>
                    <a:moveTo>
                      <a:pt x="2069" y="131"/>
                    </a:moveTo>
                    <a:lnTo>
                      <a:pt x="1981" y="131"/>
                    </a:lnTo>
                    <a:lnTo>
                      <a:pt x="1981" y="31"/>
                    </a:lnTo>
                    <a:lnTo>
                      <a:pt x="1933" y="58"/>
                    </a:lnTo>
                    <a:lnTo>
                      <a:pt x="1933" y="131"/>
                    </a:lnTo>
                    <a:lnTo>
                      <a:pt x="1884" y="131"/>
                    </a:lnTo>
                    <a:lnTo>
                      <a:pt x="1884" y="174"/>
                    </a:lnTo>
                    <a:lnTo>
                      <a:pt x="1935" y="174"/>
                    </a:lnTo>
                    <a:lnTo>
                      <a:pt x="1935" y="342"/>
                    </a:lnTo>
                    <a:cubicBezTo>
                      <a:pt x="1935" y="414"/>
                      <a:pt x="1985" y="426"/>
                      <a:pt x="2015" y="426"/>
                    </a:cubicBezTo>
                    <a:cubicBezTo>
                      <a:pt x="2034" y="426"/>
                      <a:pt x="2050" y="422"/>
                      <a:pt x="2067" y="414"/>
                    </a:cubicBezTo>
                    <a:lnTo>
                      <a:pt x="2069" y="414"/>
                    </a:lnTo>
                    <a:lnTo>
                      <a:pt x="2069" y="371"/>
                    </a:lnTo>
                    <a:lnTo>
                      <a:pt x="2065" y="373"/>
                    </a:lnTo>
                    <a:cubicBezTo>
                      <a:pt x="2050" y="379"/>
                      <a:pt x="2040" y="383"/>
                      <a:pt x="2026" y="383"/>
                    </a:cubicBezTo>
                    <a:cubicBezTo>
                      <a:pt x="1997" y="383"/>
                      <a:pt x="1983" y="369"/>
                      <a:pt x="1983" y="338"/>
                    </a:cubicBezTo>
                    <a:lnTo>
                      <a:pt x="1983" y="174"/>
                    </a:lnTo>
                    <a:lnTo>
                      <a:pt x="2069" y="174"/>
                    </a:lnTo>
                    <a:lnTo>
                      <a:pt x="2069" y="131"/>
                    </a:lnTo>
                    <a:close/>
                    <a:moveTo>
                      <a:pt x="2456" y="342"/>
                    </a:moveTo>
                    <a:cubicBezTo>
                      <a:pt x="2431" y="371"/>
                      <a:pt x="2405" y="383"/>
                      <a:pt x="2374" y="383"/>
                    </a:cubicBezTo>
                    <a:cubicBezTo>
                      <a:pt x="2321" y="383"/>
                      <a:pt x="2278" y="336"/>
                      <a:pt x="2278" y="277"/>
                    </a:cubicBezTo>
                    <a:lnTo>
                      <a:pt x="2278" y="275"/>
                    </a:lnTo>
                    <a:cubicBezTo>
                      <a:pt x="2278" y="215"/>
                      <a:pt x="2318" y="168"/>
                      <a:pt x="2372" y="168"/>
                    </a:cubicBezTo>
                    <a:cubicBezTo>
                      <a:pt x="2409" y="168"/>
                      <a:pt x="2431" y="189"/>
                      <a:pt x="2452" y="211"/>
                    </a:cubicBezTo>
                    <a:lnTo>
                      <a:pt x="2454" y="213"/>
                    </a:lnTo>
                    <a:lnTo>
                      <a:pt x="2484" y="178"/>
                    </a:lnTo>
                    <a:lnTo>
                      <a:pt x="2482" y="176"/>
                    </a:lnTo>
                    <a:cubicBezTo>
                      <a:pt x="2462" y="152"/>
                      <a:pt x="2429" y="125"/>
                      <a:pt x="2372" y="125"/>
                    </a:cubicBezTo>
                    <a:cubicBezTo>
                      <a:pt x="2333" y="125"/>
                      <a:pt x="2298" y="142"/>
                      <a:pt x="2269" y="170"/>
                    </a:cubicBezTo>
                    <a:cubicBezTo>
                      <a:pt x="2243" y="199"/>
                      <a:pt x="2228" y="236"/>
                      <a:pt x="2228" y="277"/>
                    </a:cubicBezTo>
                    <a:lnTo>
                      <a:pt x="2228" y="279"/>
                    </a:lnTo>
                    <a:cubicBezTo>
                      <a:pt x="2228" y="320"/>
                      <a:pt x="2243" y="357"/>
                      <a:pt x="2269" y="385"/>
                    </a:cubicBezTo>
                    <a:cubicBezTo>
                      <a:pt x="2296" y="414"/>
                      <a:pt x="2333" y="430"/>
                      <a:pt x="2372" y="430"/>
                    </a:cubicBezTo>
                    <a:cubicBezTo>
                      <a:pt x="2429" y="430"/>
                      <a:pt x="2462" y="400"/>
                      <a:pt x="2484" y="375"/>
                    </a:cubicBezTo>
                    <a:lnTo>
                      <a:pt x="2486" y="373"/>
                    </a:lnTo>
                    <a:lnTo>
                      <a:pt x="2456" y="342"/>
                    </a:lnTo>
                    <a:close/>
                    <a:moveTo>
                      <a:pt x="1811" y="281"/>
                    </a:moveTo>
                    <a:lnTo>
                      <a:pt x="1811" y="314"/>
                    </a:lnTo>
                    <a:cubicBezTo>
                      <a:pt x="1811" y="357"/>
                      <a:pt x="1772" y="387"/>
                      <a:pt x="1722" y="387"/>
                    </a:cubicBezTo>
                    <a:cubicBezTo>
                      <a:pt x="1677" y="387"/>
                      <a:pt x="1657" y="359"/>
                      <a:pt x="1657" y="334"/>
                    </a:cubicBezTo>
                    <a:lnTo>
                      <a:pt x="1657" y="332"/>
                    </a:lnTo>
                    <a:cubicBezTo>
                      <a:pt x="1657" y="310"/>
                      <a:pt x="1669" y="281"/>
                      <a:pt x="1733" y="281"/>
                    </a:cubicBezTo>
                    <a:lnTo>
                      <a:pt x="1811" y="281"/>
                    </a:lnTo>
                    <a:close/>
                    <a:moveTo>
                      <a:pt x="1634" y="148"/>
                    </a:moveTo>
                    <a:lnTo>
                      <a:pt x="1632" y="150"/>
                    </a:lnTo>
                    <a:lnTo>
                      <a:pt x="1647" y="191"/>
                    </a:lnTo>
                    <a:lnTo>
                      <a:pt x="1649" y="189"/>
                    </a:lnTo>
                    <a:cubicBezTo>
                      <a:pt x="1671" y="178"/>
                      <a:pt x="1696" y="168"/>
                      <a:pt x="1731" y="168"/>
                    </a:cubicBezTo>
                    <a:cubicBezTo>
                      <a:pt x="1780" y="168"/>
                      <a:pt x="1808" y="191"/>
                      <a:pt x="1808" y="244"/>
                    </a:cubicBezTo>
                    <a:lnTo>
                      <a:pt x="1727" y="244"/>
                    </a:lnTo>
                    <a:cubicBezTo>
                      <a:pt x="1651" y="244"/>
                      <a:pt x="1608" y="277"/>
                      <a:pt x="1608" y="334"/>
                    </a:cubicBezTo>
                    <a:lnTo>
                      <a:pt x="1608" y="336"/>
                    </a:lnTo>
                    <a:cubicBezTo>
                      <a:pt x="1608" y="396"/>
                      <a:pt x="1661" y="428"/>
                      <a:pt x="1712" y="428"/>
                    </a:cubicBezTo>
                    <a:cubicBezTo>
                      <a:pt x="1759" y="428"/>
                      <a:pt x="1790" y="406"/>
                      <a:pt x="1808" y="385"/>
                    </a:cubicBezTo>
                    <a:lnTo>
                      <a:pt x="1808" y="422"/>
                    </a:lnTo>
                    <a:lnTo>
                      <a:pt x="1854" y="422"/>
                    </a:lnTo>
                    <a:lnTo>
                      <a:pt x="1854" y="246"/>
                    </a:lnTo>
                    <a:cubicBezTo>
                      <a:pt x="1854" y="209"/>
                      <a:pt x="1843" y="178"/>
                      <a:pt x="1825" y="158"/>
                    </a:cubicBezTo>
                    <a:cubicBezTo>
                      <a:pt x="1804" y="135"/>
                      <a:pt x="1776" y="123"/>
                      <a:pt x="1735" y="123"/>
                    </a:cubicBezTo>
                    <a:cubicBezTo>
                      <a:pt x="1690" y="123"/>
                      <a:pt x="1659" y="135"/>
                      <a:pt x="1634" y="148"/>
                    </a:cubicBezTo>
                    <a:close/>
                    <a:moveTo>
                      <a:pt x="498" y="103"/>
                    </a:moveTo>
                    <a:cubicBezTo>
                      <a:pt x="498" y="62"/>
                      <a:pt x="508" y="45"/>
                      <a:pt x="541" y="45"/>
                    </a:cubicBezTo>
                    <a:cubicBezTo>
                      <a:pt x="553" y="45"/>
                      <a:pt x="563" y="47"/>
                      <a:pt x="580" y="52"/>
                    </a:cubicBezTo>
                    <a:lnTo>
                      <a:pt x="582" y="52"/>
                    </a:lnTo>
                    <a:lnTo>
                      <a:pt x="582" y="8"/>
                    </a:lnTo>
                    <a:cubicBezTo>
                      <a:pt x="567" y="2"/>
                      <a:pt x="555" y="0"/>
                      <a:pt x="537" y="0"/>
                    </a:cubicBezTo>
                    <a:cubicBezTo>
                      <a:pt x="512" y="0"/>
                      <a:pt x="489" y="8"/>
                      <a:pt x="477" y="23"/>
                    </a:cubicBezTo>
                    <a:cubicBezTo>
                      <a:pt x="461" y="39"/>
                      <a:pt x="453" y="66"/>
                      <a:pt x="453" y="99"/>
                    </a:cubicBezTo>
                    <a:lnTo>
                      <a:pt x="453" y="127"/>
                    </a:lnTo>
                    <a:lnTo>
                      <a:pt x="401" y="127"/>
                    </a:lnTo>
                    <a:lnTo>
                      <a:pt x="401" y="170"/>
                    </a:lnTo>
                    <a:lnTo>
                      <a:pt x="453" y="170"/>
                    </a:lnTo>
                    <a:lnTo>
                      <a:pt x="453" y="418"/>
                    </a:lnTo>
                    <a:lnTo>
                      <a:pt x="500" y="418"/>
                    </a:lnTo>
                    <a:lnTo>
                      <a:pt x="500" y="170"/>
                    </a:lnTo>
                    <a:lnTo>
                      <a:pt x="588" y="170"/>
                    </a:lnTo>
                    <a:lnTo>
                      <a:pt x="588" y="127"/>
                    </a:lnTo>
                    <a:lnTo>
                      <a:pt x="500" y="127"/>
                    </a:lnTo>
                    <a:lnTo>
                      <a:pt x="498" y="103"/>
                    </a:lnTo>
                    <a:close/>
                    <a:moveTo>
                      <a:pt x="2173" y="131"/>
                    </a:moveTo>
                    <a:lnTo>
                      <a:pt x="2126" y="131"/>
                    </a:lnTo>
                    <a:lnTo>
                      <a:pt x="2126" y="162"/>
                    </a:lnTo>
                    <a:lnTo>
                      <a:pt x="2126" y="422"/>
                    </a:lnTo>
                    <a:lnTo>
                      <a:pt x="2173" y="422"/>
                    </a:lnTo>
                    <a:lnTo>
                      <a:pt x="2173" y="131"/>
                    </a:lnTo>
                    <a:close/>
                    <a:moveTo>
                      <a:pt x="2777" y="131"/>
                    </a:moveTo>
                    <a:lnTo>
                      <a:pt x="2777" y="138"/>
                    </a:lnTo>
                    <a:lnTo>
                      <a:pt x="2788" y="138"/>
                    </a:lnTo>
                    <a:lnTo>
                      <a:pt x="2788" y="166"/>
                    </a:lnTo>
                    <a:lnTo>
                      <a:pt x="2794" y="166"/>
                    </a:lnTo>
                    <a:lnTo>
                      <a:pt x="2794" y="138"/>
                    </a:lnTo>
                    <a:lnTo>
                      <a:pt x="2804" y="138"/>
                    </a:lnTo>
                    <a:lnTo>
                      <a:pt x="2804" y="131"/>
                    </a:lnTo>
                    <a:lnTo>
                      <a:pt x="2777" y="131"/>
                    </a:lnTo>
                    <a:close/>
                    <a:moveTo>
                      <a:pt x="2810" y="164"/>
                    </a:moveTo>
                    <a:lnTo>
                      <a:pt x="2816" y="164"/>
                    </a:lnTo>
                    <a:lnTo>
                      <a:pt x="2816" y="140"/>
                    </a:lnTo>
                    <a:lnTo>
                      <a:pt x="2826" y="156"/>
                    </a:lnTo>
                    <a:lnTo>
                      <a:pt x="2837" y="140"/>
                    </a:lnTo>
                    <a:lnTo>
                      <a:pt x="2837" y="164"/>
                    </a:lnTo>
                    <a:lnTo>
                      <a:pt x="2843" y="164"/>
                    </a:lnTo>
                    <a:lnTo>
                      <a:pt x="2843" y="129"/>
                    </a:lnTo>
                    <a:lnTo>
                      <a:pt x="2837" y="129"/>
                    </a:lnTo>
                    <a:lnTo>
                      <a:pt x="2826" y="146"/>
                    </a:lnTo>
                    <a:lnTo>
                      <a:pt x="2816" y="129"/>
                    </a:lnTo>
                    <a:lnTo>
                      <a:pt x="2810" y="129"/>
                    </a:lnTo>
                    <a:lnTo>
                      <a:pt x="2810" y="16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4" name="Group 23">
            <a:extLst>
              <a:ext uri="{FF2B5EF4-FFF2-40B4-BE49-F238E27FC236}">
                <a16:creationId xmlns:a16="http://schemas.microsoft.com/office/drawing/2014/main" id="{B29C5916-A0D1-A58E-9BBB-C585A86C818E}"/>
              </a:ext>
            </a:extLst>
          </p:cNvPr>
          <p:cNvGrpSpPr/>
          <p:nvPr/>
        </p:nvGrpSpPr>
        <p:grpSpPr>
          <a:xfrm>
            <a:off x="1307545" y="4120248"/>
            <a:ext cx="1684988" cy="305692"/>
            <a:chOff x="4240213" y="2143125"/>
            <a:chExt cx="1093787" cy="198438"/>
          </a:xfrm>
          <a:solidFill>
            <a:schemeClr val="tx1"/>
          </a:solidFill>
        </p:grpSpPr>
        <p:grpSp>
          <p:nvGrpSpPr>
            <p:cNvPr id="25" name="Group 24">
              <a:extLst>
                <a:ext uri="{FF2B5EF4-FFF2-40B4-BE49-F238E27FC236}">
                  <a16:creationId xmlns:a16="http://schemas.microsoft.com/office/drawing/2014/main" id="{1EBA79E3-0E83-603A-4EC6-03EA215B2FB8}"/>
                </a:ext>
              </a:extLst>
            </p:cNvPr>
            <p:cNvGrpSpPr/>
            <p:nvPr/>
          </p:nvGrpSpPr>
          <p:grpSpPr>
            <a:xfrm>
              <a:off x="4240213" y="2173288"/>
              <a:ext cx="484187" cy="125412"/>
              <a:chOff x="4240213" y="2173288"/>
              <a:chExt cx="484187" cy="125412"/>
            </a:xfrm>
            <a:grpFill/>
          </p:grpSpPr>
          <p:sp>
            <p:nvSpPr>
              <p:cNvPr id="33" name="Freeform 1">
                <a:extLst>
                  <a:ext uri="{FF2B5EF4-FFF2-40B4-BE49-F238E27FC236}">
                    <a16:creationId xmlns:a16="http://schemas.microsoft.com/office/drawing/2014/main" id="{AFB38F53-CDD5-DE0F-8EFF-20847BBF252D}"/>
                  </a:ext>
                </a:extLst>
              </p:cNvPr>
              <p:cNvSpPr>
                <a:spLocks noChangeArrowheads="1"/>
              </p:cNvSpPr>
              <p:nvPr/>
            </p:nvSpPr>
            <p:spPr bwMode="auto">
              <a:xfrm>
                <a:off x="4327525" y="2173288"/>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5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5"/>
                    </a:lnTo>
                    <a:cubicBezTo>
                      <a:pt x="0" y="330"/>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 name="Freeform 2">
                <a:extLst>
                  <a:ext uri="{FF2B5EF4-FFF2-40B4-BE49-F238E27FC236}">
                    <a16:creationId xmlns:a16="http://schemas.microsoft.com/office/drawing/2014/main" id="{C9FC0889-E19D-F4F0-359D-D7A6CA5B166F}"/>
                  </a:ext>
                </a:extLst>
              </p:cNvPr>
              <p:cNvSpPr>
                <a:spLocks noChangeArrowheads="1"/>
              </p:cNvSpPr>
              <p:nvPr/>
            </p:nvSpPr>
            <p:spPr bwMode="auto">
              <a:xfrm>
                <a:off x="4354513" y="2205038"/>
                <a:ext cx="93662" cy="93662"/>
              </a:xfrm>
              <a:custGeom>
                <a:avLst/>
                <a:gdLst>
                  <a:gd name="T0" fmla="*/ 119 w 259"/>
                  <a:gd name="T1" fmla="*/ 259 h 260"/>
                  <a:gd name="T2" fmla="*/ 193 w 259"/>
                  <a:gd name="T3" fmla="*/ 225 h 260"/>
                  <a:gd name="T4" fmla="*/ 193 w 259"/>
                  <a:gd name="T5" fmla="*/ 225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5"/>
                    </a:cubicBezTo>
                    <a:lnTo>
                      <a:pt x="193" y="225"/>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6"/>
                      <a:pt x="69" y="129"/>
                    </a:cubicBezTo>
                    <a:cubicBezTo>
                      <a:pt x="69" y="91"/>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3">
                <a:extLst>
                  <a:ext uri="{FF2B5EF4-FFF2-40B4-BE49-F238E27FC236}">
                    <a16:creationId xmlns:a16="http://schemas.microsoft.com/office/drawing/2014/main" id="{989814E4-3B81-7FAD-5130-BC2EB95891E1}"/>
                  </a:ext>
                </a:extLst>
              </p:cNvPr>
              <p:cNvSpPr>
                <a:spLocks noChangeArrowheads="1"/>
              </p:cNvSpPr>
              <p:nvPr/>
            </p:nvSpPr>
            <p:spPr bwMode="auto">
              <a:xfrm>
                <a:off x="4454525" y="2173288"/>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6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6"/>
                    </a:lnTo>
                    <a:cubicBezTo>
                      <a:pt x="0" y="331"/>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4">
                <a:extLst>
                  <a:ext uri="{FF2B5EF4-FFF2-40B4-BE49-F238E27FC236}">
                    <a16:creationId xmlns:a16="http://schemas.microsoft.com/office/drawing/2014/main" id="{F0551A9A-361D-41C8-E0BC-67F8E0E424F4}"/>
                  </a:ext>
                </a:extLst>
              </p:cNvPr>
              <p:cNvSpPr>
                <a:spLocks noChangeArrowheads="1"/>
              </p:cNvSpPr>
              <p:nvPr/>
            </p:nvSpPr>
            <p:spPr bwMode="auto">
              <a:xfrm>
                <a:off x="4481513" y="2205038"/>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5">
                <a:extLst>
                  <a:ext uri="{FF2B5EF4-FFF2-40B4-BE49-F238E27FC236}">
                    <a16:creationId xmlns:a16="http://schemas.microsoft.com/office/drawing/2014/main" id="{81A15752-6B79-DCF1-488F-0DD6A944A17F}"/>
                  </a:ext>
                </a:extLst>
              </p:cNvPr>
              <p:cNvSpPr>
                <a:spLocks noChangeArrowheads="1"/>
              </p:cNvSpPr>
              <p:nvPr/>
            </p:nvSpPr>
            <p:spPr bwMode="auto">
              <a:xfrm>
                <a:off x="4579938" y="2205038"/>
                <a:ext cx="144462" cy="92075"/>
              </a:xfrm>
              <a:custGeom>
                <a:avLst/>
                <a:gdLst>
                  <a:gd name="T0" fmla="*/ 27 w 400"/>
                  <a:gd name="T1" fmla="*/ 255 h 256"/>
                  <a:gd name="T2" fmla="*/ 66 w 400"/>
                  <a:gd name="T3" fmla="*/ 255 h 256"/>
                  <a:gd name="T4" fmla="*/ 66 w 400"/>
                  <a:gd name="T5" fmla="*/ 121 h 256"/>
                  <a:gd name="T6" fmla="*/ 119 w 400"/>
                  <a:gd name="T7" fmla="*/ 65 h 256"/>
                  <a:gd name="T8" fmla="*/ 167 w 400"/>
                  <a:gd name="T9" fmla="*/ 119 h 256"/>
                  <a:gd name="T10" fmla="*/ 167 w 400"/>
                  <a:gd name="T11" fmla="*/ 228 h 256"/>
                  <a:gd name="T12" fmla="*/ 194 w 400"/>
                  <a:gd name="T13" fmla="*/ 254 h 256"/>
                  <a:gd name="T14" fmla="*/ 233 w 400"/>
                  <a:gd name="T15" fmla="*/ 254 h 256"/>
                  <a:gd name="T16" fmla="*/ 233 w 400"/>
                  <a:gd name="T17" fmla="*/ 119 h 256"/>
                  <a:gd name="T18" fmla="*/ 286 w 400"/>
                  <a:gd name="T19" fmla="*/ 64 h 256"/>
                  <a:gd name="T20" fmla="*/ 334 w 400"/>
                  <a:gd name="T21" fmla="*/ 118 h 256"/>
                  <a:gd name="T22" fmla="*/ 334 w 400"/>
                  <a:gd name="T23" fmla="*/ 226 h 256"/>
                  <a:gd name="T24" fmla="*/ 361 w 400"/>
                  <a:gd name="T25" fmla="*/ 253 h 256"/>
                  <a:gd name="T26" fmla="*/ 399 w 400"/>
                  <a:gd name="T27" fmla="*/ 253 h 256"/>
                  <a:gd name="T28" fmla="*/ 399 w 400"/>
                  <a:gd name="T29" fmla="*/ 97 h 256"/>
                  <a:gd name="T30" fmla="*/ 303 w 400"/>
                  <a:gd name="T31" fmla="*/ 1 h 256"/>
                  <a:gd name="T32" fmla="*/ 219 w 400"/>
                  <a:gd name="T33" fmla="*/ 42 h 256"/>
                  <a:gd name="T34" fmla="*/ 138 w 400"/>
                  <a:gd name="T35" fmla="*/ 0 h 256"/>
                  <a:gd name="T36" fmla="*/ 65 w 400"/>
                  <a:gd name="T37" fmla="*/ 35 h 256"/>
                  <a:gd name="T38" fmla="*/ 65 w 400"/>
                  <a:gd name="T39" fmla="*/ 6 h 256"/>
                  <a:gd name="T40" fmla="*/ 1 w 400"/>
                  <a:gd name="T41" fmla="*/ 6 h 256"/>
                  <a:gd name="T42" fmla="*/ 0 w 400"/>
                  <a:gd name="T43" fmla="*/ 224 h 256"/>
                  <a:gd name="T44" fmla="*/ 27 w 400"/>
                  <a:gd name="T45" fmla="*/ 25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6">
                    <a:moveTo>
                      <a:pt x="27" y="255"/>
                    </a:moveTo>
                    <a:lnTo>
                      <a:pt x="66" y="255"/>
                    </a:lnTo>
                    <a:lnTo>
                      <a:pt x="66" y="121"/>
                    </a:lnTo>
                    <a:cubicBezTo>
                      <a:pt x="66" y="83"/>
                      <a:pt x="90" y="65"/>
                      <a:pt x="119" y="65"/>
                    </a:cubicBezTo>
                    <a:cubicBezTo>
                      <a:pt x="149" y="65"/>
                      <a:pt x="167" y="84"/>
                      <a:pt x="167" y="119"/>
                    </a:cubicBezTo>
                    <a:lnTo>
                      <a:pt x="167" y="228"/>
                    </a:lnTo>
                    <a:cubicBezTo>
                      <a:pt x="167" y="243"/>
                      <a:pt x="179" y="254"/>
                      <a:pt x="194" y="254"/>
                    </a:cubicBezTo>
                    <a:lnTo>
                      <a:pt x="233" y="254"/>
                    </a:lnTo>
                    <a:lnTo>
                      <a:pt x="233" y="119"/>
                    </a:lnTo>
                    <a:cubicBezTo>
                      <a:pt x="233" y="82"/>
                      <a:pt x="257" y="64"/>
                      <a:pt x="286" y="64"/>
                    </a:cubicBezTo>
                    <a:cubicBezTo>
                      <a:pt x="316" y="64"/>
                      <a:pt x="334" y="83"/>
                      <a:pt x="334" y="118"/>
                    </a:cubicBezTo>
                    <a:lnTo>
                      <a:pt x="334" y="226"/>
                    </a:lnTo>
                    <a:cubicBezTo>
                      <a:pt x="334" y="241"/>
                      <a:pt x="346" y="253"/>
                      <a:pt x="361" y="253"/>
                    </a:cubicBezTo>
                    <a:lnTo>
                      <a:pt x="399" y="253"/>
                    </a:lnTo>
                    <a:lnTo>
                      <a:pt x="399" y="97"/>
                    </a:lnTo>
                    <a:cubicBezTo>
                      <a:pt x="399" y="40"/>
                      <a:pt x="361" y="1"/>
                      <a:pt x="303" y="1"/>
                    </a:cubicBezTo>
                    <a:cubicBezTo>
                      <a:pt x="271" y="1"/>
                      <a:pt x="239" y="11"/>
                      <a:pt x="219" y="42"/>
                    </a:cubicBezTo>
                    <a:cubicBezTo>
                      <a:pt x="203" y="17"/>
                      <a:pt x="175" y="1"/>
                      <a:pt x="138" y="0"/>
                    </a:cubicBezTo>
                    <a:cubicBezTo>
                      <a:pt x="110" y="0"/>
                      <a:pt x="84" y="9"/>
                      <a:pt x="65" y="35"/>
                    </a:cubicBezTo>
                    <a:lnTo>
                      <a:pt x="65" y="6"/>
                    </a:lnTo>
                    <a:lnTo>
                      <a:pt x="1" y="6"/>
                    </a:lnTo>
                    <a:lnTo>
                      <a:pt x="0" y="224"/>
                    </a:lnTo>
                    <a:cubicBezTo>
                      <a:pt x="0" y="243"/>
                      <a:pt x="13" y="255"/>
                      <a:pt x="27" y="2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6">
                <a:extLst>
                  <a:ext uri="{FF2B5EF4-FFF2-40B4-BE49-F238E27FC236}">
                    <a16:creationId xmlns:a16="http://schemas.microsoft.com/office/drawing/2014/main" id="{4458AFAF-047D-9AF4-550A-5636B20288AB}"/>
                  </a:ext>
                </a:extLst>
              </p:cNvPr>
              <p:cNvSpPr>
                <a:spLocks noChangeArrowheads="1"/>
              </p:cNvSpPr>
              <p:nvPr/>
            </p:nvSpPr>
            <p:spPr bwMode="auto">
              <a:xfrm>
                <a:off x="4240213" y="2205038"/>
                <a:ext cx="85725" cy="93662"/>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4"/>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6" name="Freeform 7">
              <a:extLst>
                <a:ext uri="{FF2B5EF4-FFF2-40B4-BE49-F238E27FC236}">
                  <a16:creationId xmlns:a16="http://schemas.microsoft.com/office/drawing/2014/main" id="{C382DE5C-5B61-877A-F6F2-85BD8209AEC0}"/>
                </a:ext>
              </a:extLst>
            </p:cNvPr>
            <p:cNvSpPr>
              <a:spLocks noChangeArrowheads="1"/>
            </p:cNvSpPr>
            <p:nvPr/>
          </p:nvSpPr>
          <p:spPr bwMode="auto">
            <a:xfrm>
              <a:off x="4860925" y="214630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7" name="Group 26">
              <a:extLst>
                <a:ext uri="{FF2B5EF4-FFF2-40B4-BE49-F238E27FC236}">
                  <a16:creationId xmlns:a16="http://schemas.microsoft.com/office/drawing/2014/main" id="{DD70508C-E3A6-6E70-F009-D897B717C9F7}"/>
                </a:ext>
              </a:extLst>
            </p:cNvPr>
            <p:cNvGrpSpPr/>
            <p:nvPr/>
          </p:nvGrpSpPr>
          <p:grpSpPr>
            <a:xfrm>
              <a:off x="5000625" y="2143125"/>
              <a:ext cx="333375" cy="198438"/>
              <a:chOff x="5000625" y="2143125"/>
              <a:chExt cx="333375" cy="198438"/>
            </a:xfrm>
            <a:grpFill/>
          </p:grpSpPr>
          <p:sp>
            <p:nvSpPr>
              <p:cNvPr id="28" name="Freeform 8">
                <a:extLst>
                  <a:ext uri="{FF2B5EF4-FFF2-40B4-BE49-F238E27FC236}">
                    <a16:creationId xmlns:a16="http://schemas.microsoft.com/office/drawing/2014/main" id="{927BD471-7927-E156-1732-D323012E9148}"/>
                  </a:ext>
                </a:extLst>
              </p:cNvPr>
              <p:cNvSpPr>
                <a:spLocks noChangeArrowheads="1"/>
              </p:cNvSpPr>
              <p:nvPr/>
            </p:nvSpPr>
            <p:spPr bwMode="auto">
              <a:xfrm>
                <a:off x="5016500" y="2143125"/>
                <a:ext cx="84138" cy="103188"/>
              </a:xfrm>
              <a:custGeom>
                <a:avLst/>
                <a:gdLst>
                  <a:gd name="T0" fmla="*/ 133 w 233"/>
                  <a:gd name="T1" fmla="*/ 120 h 285"/>
                  <a:gd name="T2" fmla="*/ 101 w 233"/>
                  <a:gd name="T3" fmla="*/ 118 h 285"/>
                  <a:gd name="T4" fmla="*/ 27 w 233"/>
                  <a:gd name="T5" fmla="*/ 142 h 285"/>
                  <a:gd name="T6" fmla="*/ 0 w 233"/>
                  <a:gd name="T7" fmla="*/ 204 h 285"/>
                  <a:gd name="T8" fmla="*/ 22 w 233"/>
                  <a:gd name="T9" fmla="*/ 262 h 285"/>
                  <a:gd name="T10" fmla="*/ 83 w 233"/>
                  <a:gd name="T11" fmla="*/ 284 h 285"/>
                  <a:gd name="T12" fmla="*/ 172 w 233"/>
                  <a:gd name="T13" fmla="*/ 242 h 285"/>
                  <a:gd name="T14" fmla="*/ 182 w 233"/>
                  <a:gd name="T15" fmla="*/ 261 h 285"/>
                  <a:gd name="T16" fmla="*/ 191 w 233"/>
                  <a:gd name="T17" fmla="*/ 275 h 285"/>
                  <a:gd name="T18" fmla="*/ 200 w 233"/>
                  <a:gd name="T19" fmla="*/ 279 h 285"/>
                  <a:gd name="T20" fmla="*/ 207 w 233"/>
                  <a:gd name="T21" fmla="*/ 276 h 285"/>
                  <a:gd name="T22" fmla="*/ 227 w 233"/>
                  <a:gd name="T23" fmla="*/ 263 h 285"/>
                  <a:gd name="T24" fmla="*/ 232 w 233"/>
                  <a:gd name="T25" fmla="*/ 254 h 285"/>
                  <a:gd name="T26" fmla="*/ 230 w 233"/>
                  <a:gd name="T27" fmla="*/ 247 h 285"/>
                  <a:gd name="T28" fmla="*/ 220 w 233"/>
                  <a:gd name="T29" fmla="*/ 225 h 285"/>
                  <a:gd name="T30" fmla="*/ 217 w 233"/>
                  <a:gd name="T31" fmla="*/ 199 h 285"/>
                  <a:gd name="T32" fmla="*/ 216 w 233"/>
                  <a:gd name="T33" fmla="*/ 199 h 285"/>
                  <a:gd name="T34" fmla="*/ 216 w 233"/>
                  <a:gd name="T35" fmla="*/ 100 h 285"/>
                  <a:gd name="T36" fmla="*/ 191 w 233"/>
                  <a:gd name="T37" fmla="*/ 25 h 285"/>
                  <a:gd name="T38" fmla="*/ 113 w 233"/>
                  <a:gd name="T39" fmla="*/ 0 h 285"/>
                  <a:gd name="T40" fmla="*/ 66 w 233"/>
                  <a:gd name="T41" fmla="*/ 6 h 285"/>
                  <a:gd name="T42" fmla="*/ 27 w 233"/>
                  <a:gd name="T43" fmla="*/ 20 h 285"/>
                  <a:gd name="T44" fmla="*/ 19 w 233"/>
                  <a:gd name="T45" fmla="*/ 26 h 285"/>
                  <a:gd name="T46" fmla="*/ 17 w 233"/>
                  <a:gd name="T47" fmla="*/ 37 h 285"/>
                  <a:gd name="T48" fmla="*/ 17 w 233"/>
                  <a:gd name="T49" fmla="*/ 52 h 285"/>
                  <a:gd name="T50" fmla="*/ 23 w 233"/>
                  <a:gd name="T51" fmla="*/ 61 h 285"/>
                  <a:gd name="T52" fmla="*/ 29 w 233"/>
                  <a:gd name="T53" fmla="*/ 60 h 285"/>
                  <a:gd name="T54" fmla="*/ 39 w 233"/>
                  <a:gd name="T55" fmla="*/ 56 h 285"/>
                  <a:gd name="T56" fmla="*/ 72 w 233"/>
                  <a:gd name="T57" fmla="*/ 45 h 285"/>
                  <a:gd name="T58" fmla="*/ 106 w 233"/>
                  <a:gd name="T59" fmla="*/ 41 h 285"/>
                  <a:gd name="T60" fmla="*/ 155 w 233"/>
                  <a:gd name="T61" fmla="*/ 55 h 285"/>
                  <a:gd name="T62" fmla="*/ 169 w 233"/>
                  <a:gd name="T63" fmla="*/ 103 h 285"/>
                  <a:gd name="T64" fmla="*/ 169 w 233"/>
                  <a:gd name="T65" fmla="*/ 126 h 285"/>
                  <a:gd name="T66" fmla="*/ 133 w 233"/>
                  <a:gd name="T67" fmla="*/ 120 h 285"/>
                  <a:gd name="T68" fmla="*/ 169 w 233"/>
                  <a:gd name="T69" fmla="*/ 162 h 285"/>
                  <a:gd name="T70" fmla="*/ 169 w 233"/>
                  <a:gd name="T71" fmla="*/ 175 h 285"/>
                  <a:gd name="T72" fmla="*/ 166 w 233"/>
                  <a:gd name="T73" fmla="*/ 202 h 285"/>
                  <a:gd name="T74" fmla="*/ 155 w 233"/>
                  <a:gd name="T75" fmla="*/ 221 h 285"/>
                  <a:gd name="T76" fmla="*/ 126 w 233"/>
                  <a:gd name="T77" fmla="*/ 240 h 285"/>
                  <a:gd name="T78" fmla="*/ 95 w 233"/>
                  <a:gd name="T79" fmla="*/ 246 h 285"/>
                  <a:gd name="T80" fmla="*/ 63 w 233"/>
                  <a:gd name="T81" fmla="*/ 234 h 285"/>
                  <a:gd name="T82" fmla="*/ 52 w 233"/>
                  <a:gd name="T83" fmla="*/ 202 h 285"/>
                  <a:gd name="T84" fmla="*/ 67 w 233"/>
                  <a:gd name="T85" fmla="*/ 166 h 285"/>
                  <a:gd name="T86" fmla="*/ 112 w 233"/>
                  <a:gd name="T87" fmla="*/ 155 h 285"/>
                  <a:gd name="T88" fmla="*/ 141 w 233"/>
                  <a:gd name="T89" fmla="*/ 157 h 285"/>
                  <a:gd name="T90" fmla="*/ 169 w 233"/>
                  <a:gd name="T91" fmla="*/ 16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3" h="285">
                    <a:moveTo>
                      <a:pt x="133" y="120"/>
                    </a:moveTo>
                    <a:cubicBezTo>
                      <a:pt x="123" y="119"/>
                      <a:pt x="112" y="118"/>
                      <a:pt x="101" y="118"/>
                    </a:cubicBezTo>
                    <a:cubicBezTo>
                      <a:pt x="70" y="118"/>
                      <a:pt x="45" y="126"/>
                      <a:pt x="27" y="142"/>
                    </a:cubicBezTo>
                    <a:cubicBezTo>
                      <a:pt x="8" y="158"/>
                      <a:pt x="0" y="178"/>
                      <a:pt x="0" y="204"/>
                    </a:cubicBezTo>
                    <a:cubicBezTo>
                      <a:pt x="0" y="228"/>
                      <a:pt x="7" y="248"/>
                      <a:pt x="22" y="262"/>
                    </a:cubicBezTo>
                    <a:cubicBezTo>
                      <a:pt x="37" y="277"/>
                      <a:pt x="57" y="283"/>
                      <a:pt x="83" y="284"/>
                    </a:cubicBezTo>
                    <a:cubicBezTo>
                      <a:pt x="118" y="284"/>
                      <a:pt x="148" y="270"/>
                      <a:pt x="172" y="242"/>
                    </a:cubicBezTo>
                    <a:cubicBezTo>
                      <a:pt x="175" y="250"/>
                      <a:pt x="178" y="255"/>
                      <a:pt x="182" y="261"/>
                    </a:cubicBezTo>
                    <a:cubicBezTo>
                      <a:pt x="185" y="266"/>
                      <a:pt x="188" y="270"/>
                      <a:pt x="191" y="275"/>
                    </a:cubicBezTo>
                    <a:cubicBezTo>
                      <a:pt x="194" y="278"/>
                      <a:pt x="198" y="279"/>
                      <a:pt x="200" y="279"/>
                    </a:cubicBezTo>
                    <a:cubicBezTo>
                      <a:pt x="202" y="279"/>
                      <a:pt x="205" y="278"/>
                      <a:pt x="207" y="276"/>
                    </a:cubicBezTo>
                    <a:lnTo>
                      <a:pt x="227" y="263"/>
                    </a:lnTo>
                    <a:cubicBezTo>
                      <a:pt x="231" y="260"/>
                      <a:pt x="232" y="256"/>
                      <a:pt x="232" y="254"/>
                    </a:cubicBezTo>
                    <a:cubicBezTo>
                      <a:pt x="232" y="252"/>
                      <a:pt x="231" y="250"/>
                      <a:pt x="230" y="247"/>
                    </a:cubicBezTo>
                    <a:cubicBezTo>
                      <a:pt x="226" y="239"/>
                      <a:pt x="222" y="231"/>
                      <a:pt x="220" y="225"/>
                    </a:cubicBezTo>
                    <a:cubicBezTo>
                      <a:pt x="218" y="218"/>
                      <a:pt x="217" y="209"/>
                      <a:pt x="217" y="199"/>
                    </a:cubicBezTo>
                    <a:lnTo>
                      <a:pt x="216" y="199"/>
                    </a:lnTo>
                    <a:lnTo>
                      <a:pt x="216" y="100"/>
                    </a:lnTo>
                    <a:cubicBezTo>
                      <a:pt x="216" y="67"/>
                      <a:pt x="207" y="42"/>
                      <a:pt x="191" y="25"/>
                    </a:cubicBezTo>
                    <a:cubicBezTo>
                      <a:pt x="175" y="9"/>
                      <a:pt x="149" y="0"/>
                      <a:pt x="113" y="0"/>
                    </a:cubicBezTo>
                    <a:cubicBezTo>
                      <a:pt x="96" y="0"/>
                      <a:pt x="81" y="3"/>
                      <a:pt x="66" y="6"/>
                    </a:cubicBezTo>
                    <a:cubicBezTo>
                      <a:pt x="51" y="9"/>
                      <a:pt x="38" y="14"/>
                      <a:pt x="27" y="20"/>
                    </a:cubicBezTo>
                    <a:cubicBezTo>
                      <a:pt x="23" y="22"/>
                      <a:pt x="20" y="24"/>
                      <a:pt x="19" y="26"/>
                    </a:cubicBezTo>
                    <a:cubicBezTo>
                      <a:pt x="18" y="28"/>
                      <a:pt x="17" y="32"/>
                      <a:pt x="17" y="37"/>
                    </a:cubicBezTo>
                    <a:lnTo>
                      <a:pt x="17" y="52"/>
                    </a:lnTo>
                    <a:cubicBezTo>
                      <a:pt x="17" y="58"/>
                      <a:pt x="19" y="61"/>
                      <a:pt x="23" y="61"/>
                    </a:cubicBezTo>
                    <a:cubicBezTo>
                      <a:pt x="24" y="61"/>
                      <a:pt x="26" y="61"/>
                      <a:pt x="29" y="60"/>
                    </a:cubicBezTo>
                    <a:cubicBezTo>
                      <a:pt x="31" y="59"/>
                      <a:pt x="34" y="58"/>
                      <a:pt x="39" y="56"/>
                    </a:cubicBezTo>
                    <a:cubicBezTo>
                      <a:pt x="50" y="52"/>
                      <a:pt x="61" y="49"/>
                      <a:pt x="72" y="45"/>
                    </a:cubicBezTo>
                    <a:cubicBezTo>
                      <a:pt x="83" y="42"/>
                      <a:pt x="95" y="41"/>
                      <a:pt x="106" y="41"/>
                    </a:cubicBezTo>
                    <a:cubicBezTo>
                      <a:pt x="129" y="41"/>
                      <a:pt x="145" y="45"/>
                      <a:pt x="155" y="55"/>
                    </a:cubicBezTo>
                    <a:cubicBezTo>
                      <a:pt x="164" y="65"/>
                      <a:pt x="169" y="81"/>
                      <a:pt x="169" y="103"/>
                    </a:cubicBezTo>
                    <a:lnTo>
                      <a:pt x="169" y="126"/>
                    </a:lnTo>
                    <a:cubicBezTo>
                      <a:pt x="156" y="125"/>
                      <a:pt x="145" y="123"/>
                      <a:pt x="133" y="120"/>
                    </a:cubicBezTo>
                    <a:close/>
                    <a:moveTo>
                      <a:pt x="169" y="162"/>
                    </a:moveTo>
                    <a:lnTo>
                      <a:pt x="169" y="175"/>
                    </a:lnTo>
                    <a:cubicBezTo>
                      <a:pt x="169" y="186"/>
                      <a:pt x="168" y="194"/>
                      <a:pt x="166" y="202"/>
                    </a:cubicBezTo>
                    <a:cubicBezTo>
                      <a:pt x="163" y="209"/>
                      <a:pt x="160" y="216"/>
                      <a:pt x="155" y="221"/>
                    </a:cubicBezTo>
                    <a:cubicBezTo>
                      <a:pt x="146" y="230"/>
                      <a:pt x="137" y="237"/>
                      <a:pt x="126" y="240"/>
                    </a:cubicBezTo>
                    <a:cubicBezTo>
                      <a:pt x="115" y="243"/>
                      <a:pt x="105" y="246"/>
                      <a:pt x="95" y="246"/>
                    </a:cubicBezTo>
                    <a:cubicBezTo>
                      <a:pt x="81" y="246"/>
                      <a:pt x="70" y="242"/>
                      <a:pt x="63" y="234"/>
                    </a:cubicBezTo>
                    <a:cubicBezTo>
                      <a:pt x="55" y="226"/>
                      <a:pt x="52" y="216"/>
                      <a:pt x="52" y="202"/>
                    </a:cubicBezTo>
                    <a:cubicBezTo>
                      <a:pt x="52" y="187"/>
                      <a:pt x="57" y="174"/>
                      <a:pt x="67" y="166"/>
                    </a:cubicBezTo>
                    <a:cubicBezTo>
                      <a:pt x="77" y="157"/>
                      <a:pt x="92" y="155"/>
                      <a:pt x="112" y="155"/>
                    </a:cubicBezTo>
                    <a:cubicBezTo>
                      <a:pt x="122" y="155"/>
                      <a:pt x="131" y="156"/>
                      <a:pt x="141" y="157"/>
                    </a:cubicBezTo>
                    <a:cubicBezTo>
                      <a:pt x="151" y="158"/>
                      <a:pt x="160" y="160"/>
                      <a:pt x="169" y="1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9">
                <a:extLst>
                  <a:ext uri="{FF2B5EF4-FFF2-40B4-BE49-F238E27FC236}">
                    <a16:creationId xmlns:a16="http://schemas.microsoft.com/office/drawing/2014/main" id="{EF2AC3F9-38D7-FFFF-0D37-2786DD22BCF3}"/>
                  </a:ext>
                </a:extLst>
              </p:cNvPr>
              <p:cNvSpPr>
                <a:spLocks noChangeArrowheads="1"/>
              </p:cNvSpPr>
              <p:nvPr/>
            </p:nvSpPr>
            <p:spPr bwMode="auto">
              <a:xfrm>
                <a:off x="5105400" y="2146300"/>
                <a:ext cx="131763" cy="98425"/>
              </a:xfrm>
              <a:custGeom>
                <a:avLst/>
                <a:gdLst>
                  <a:gd name="T0" fmla="*/ 81 w 368"/>
                  <a:gd name="T1" fmla="*/ 267 h 272"/>
                  <a:gd name="T2" fmla="*/ 93 w 368"/>
                  <a:gd name="T3" fmla="*/ 270 h 272"/>
                  <a:gd name="T4" fmla="*/ 119 w 368"/>
                  <a:gd name="T5" fmla="*/ 270 h 272"/>
                  <a:gd name="T6" fmla="*/ 130 w 368"/>
                  <a:gd name="T7" fmla="*/ 267 h 272"/>
                  <a:gd name="T8" fmla="*/ 136 w 368"/>
                  <a:gd name="T9" fmla="*/ 255 h 272"/>
                  <a:gd name="T10" fmla="*/ 183 w 368"/>
                  <a:gd name="T11" fmla="*/ 60 h 272"/>
                  <a:gd name="T12" fmla="*/ 229 w 368"/>
                  <a:gd name="T13" fmla="*/ 256 h 272"/>
                  <a:gd name="T14" fmla="*/ 234 w 368"/>
                  <a:gd name="T15" fmla="*/ 268 h 272"/>
                  <a:gd name="T16" fmla="*/ 246 w 368"/>
                  <a:gd name="T17" fmla="*/ 271 h 272"/>
                  <a:gd name="T18" fmla="*/ 272 w 368"/>
                  <a:gd name="T19" fmla="*/ 271 h 272"/>
                  <a:gd name="T20" fmla="*/ 283 w 368"/>
                  <a:gd name="T21" fmla="*/ 268 h 272"/>
                  <a:gd name="T22" fmla="*/ 290 w 368"/>
                  <a:gd name="T23" fmla="*/ 256 h 272"/>
                  <a:gd name="T24" fmla="*/ 364 w 368"/>
                  <a:gd name="T25" fmla="*/ 21 h 272"/>
                  <a:gd name="T26" fmla="*/ 366 w 368"/>
                  <a:gd name="T27" fmla="*/ 14 h 272"/>
                  <a:gd name="T28" fmla="*/ 367 w 368"/>
                  <a:gd name="T29" fmla="*/ 9 h 272"/>
                  <a:gd name="T30" fmla="*/ 359 w 368"/>
                  <a:gd name="T31" fmla="*/ 1 h 272"/>
                  <a:gd name="T32" fmla="*/ 332 w 368"/>
                  <a:gd name="T33" fmla="*/ 1 h 272"/>
                  <a:gd name="T34" fmla="*/ 320 w 368"/>
                  <a:gd name="T35" fmla="*/ 4 h 272"/>
                  <a:gd name="T36" fmla="*/ 313 w 368"/>
                  <a:gd name="T37" fmla="*/ 16 h 272"/>
                  <a:gd name="T38" fmla="*/ 260 w 368"/>
                  <a:gd name="T39" fmla="*/ 219 h 272"/>
                  <a:gd name="T40" fmla="*/ 213 w 368"/>
                  <a:gd name="T41" fmla="*/ 16 h 272"/>
                  <a:gd name="T42" fmla="*/ 207 w 368"/>
                  <a:gd name="T43" fmla="*/ 4 h 272"/>
                  <a:gd name="T44" fmla="*/ 196 w 368"/>
                  <a:gd name="T45" fmla="*/ 1 h 272"/>
                  <a:gd name="T46" fmla="*/ 171 w 368"/>
                  <a:gd name="T47" fmla="*/ 1 h 272"/>
                  <a:gd name="T48" fmla="*/ 159 w 368"/>
                  <a:gd name="T49" fmla="*/ 4 h 272"/>
                  <a:gd name="T50" fmla="*/ 154 w 368"/>
                  <a:gd name="T51" fmla="*/ 16 h 272"/>
                  <a:gd name="T52" fmla="*/ 106 w 368"/>
                  <a:gd name="T53" fmla="*/ 216 h 272"/>
                  <a:gd name="T54" fmla="*/ 55 w 368"/>
                  <a:gd name="T55" fmla="*/ 15 h 272"/>
                  <a:gd name="T56" fmla="*/ 49 w 368"/>
                  <a:gd name="T57" fmla="*/ 3 h 272"/>
                  <a:gd name="T58" fmla="*/ 37 w 368"/>
                  <a:gd name="T59" fmla="*/ 0 h 272"/>
                  <a:gd name="T60" fmla="*/ 7 w 368"/>
                  <a:gd name="T61" fmla="*/ 0 h 272"/>
                  <a:gd name="T62" fmla="*/ 0 w 368"/>
                  <a:gd name="T63" fmla="*/ 8 h 272"/>
                  <a:gd name="T64" fmla="*/ 3 w 368"/>
                  <a:gd name="T65" fmla="*/ 19 h 272"/>
                  <a:gd name="T66" fmla="*/ 74 w 368"/>
                  <a:gd name="T67" fmla="*/ 254 h 272"/>
                  <a:gd name="T68" fmla="*/ 81 w 368"/>
                  <a:gd name="T69" fmla="*/ 267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8" h="272">
                    <a:moveTo>
                      <a:pt x="81" y="267"/>
                    </a:moveTo>
                    <a:cubicBezTo>
                      <a:pt x="83" y="269"/>
                      <a:pt x="88" y="270"/>
                      <a:pt x="93" y="270"/>
                    </a:cubicBezTo>
                    <a:lnTo>
                      <a:pt x="119" y="270"/>
                    </a:lnTo>
                    <a:cubicBezTo>
                      <a:pt x="124" y="270"/>
                      <a:pt x="128" y="269"/>
                      <a:pt x="130" y="267"/>
                    </a:cubicBezTo>
                    <a:cubicBezTo>
                      <a:pt x="133" y="264"/>
                      <a:pt x="135" y="260"/>
                      <a:pt x="136" y="255"/>
                    </a:cubicBezTo>
                    <a:lnTo>
                      <a:pt x="183" y="60"/>
                    </a:lnTo>
                    <a:lnTo>
                      <a:pt x="229" y="256"/>
                    </a:lnTo>
                    <a:cubicBezTo>
                      <a:pt x="230" y="262"/>
                      <a:pt x="232" y="266"/>
                      <a:pt x="234" y="268"/>
                    </a:cubicBezTo>
                    <a:cubicBezTo>
                      <a:pt x="236" y="270"/>
                      <a:pt x="241" y="271"/>
                      <a:pt x="246" y="271"/>
                    </a:cubicBezTo>
                    <a:lnTo>
                      <a:pt x="272" y="271"/>
                    </a:lnTo>
                    <a:cubicBezTo>
                      <a:pt x="277" y="271"/>
                      <a:pt x="281" y="270"/>
                      <a:pt x="283" y="268"/>
                    </a:cubicBezTo>
                    <a:cubicBezTo>
                      <a:pt x="286" y="266"/>
                      <a:pt x="288" y="262"/>
                      <a:pt x="290" y="256"/>
                    </a:cubicBezTo>
                    <a:lnTo>
                      <a:pt x="364" y="21"/>
                    </a:lnTo>
                    <a:cubicBezTo>
                      <a:pt x="365" y="18"/>
                      <a:pt x="366" y="16"/>
                      <a:pt x="366" y="14"/>
                    </a:cubicBezTo>
                    <a:cubicBezTo>
                      <a:pt x="366" y="12"/>
                      <a:pt x="367" y="11"/>
                      <a:pt x="367" y="9"/>
                    </a:cubicBezTo>
                    <a:cubicBezTo>
                      <a:pt x="367" y="3"/>
                      <a:pt x="364" y="1"/>
                      <a:pt x="359" y="1"/>
                    </a:cubicBezTo>
                    <a:lnTo>
                      <a:pt x="332" y="1"/>
                    </a:lnTo>
                    <a:cubicBezTo>
                      <a:pt x="326" y="1"/>
                      <a:pt x="322" y="2"/>
                      <a:pt x="320" y="4"/>
                    </a:cubicBezTo>
                    <a:cubicBezTo>
                      <a:pt x="318" y="6"/>
                      <a:pt x="316" y="10"/>
                      <a:pt x="313" y="16"/>
                    </a:cubicBezTo>
                    <a:lnTo>
                      <a:pt x="260" y="219"/>
                    </a:lnTo>
                    <a:lnTo>
                      <a:pt x="213" y="16"/>
                    </a:lnTo>
                    <a:cubicBezTo>
                      <a:pt x="212" y="11"/>
                      <a:pt x="210" y="6"/>
                      <a:pt x="207" y="4"/>
                    </a:cubicBezTo>
                    <a:cubicBezTo>
                      <a:pt x="205" y="2"/>
                      <a:pt x="201" y="1"/>
                      <a:pt x="196" y="1"/>
                    </a:cubicBezTo>
                    <a:lnTo>
                      <a:pt x="171" y="1"/>
                    </a:lnTo>
                    <a:cubicBezTo>
                      <a:pt x="166" y="1"/>
                      <a:pt x="161" y="2"/>
                      <a:pt x="159" y="4"/>
                    </a:cubicBezTo>
                    <a:cubicBezTo>
                      <a:pt x="157" y="6"/>
                      <a:pt x="155" y="10"/>
                      <a:pt x="154" y="16"/>
                    </a:cubicBezTo>
                    <a:lnTo>
                      <a:pt x="106" y="216"/>
                    </a:lnTo>
                    <a:lnTo>
                      <a:pt x="55" y="15"/>
                    </a:lnTo>
                    <a:cubicBezTo>
                      <a:pt x="53" y="10"/>
                      <a:pt x="52" y="5"/>
                      <a:pt x="49" y="3"/>
                    </a:cubicBezTo>
                    <a:cubicBezTo>
                      <a:pt x="47" y="1"/>
                      <a:pt x="43" y="0"/>
                      <a:pt x="37" y="0"/>
                    </a:cubicBezTo>
                    <a:lnTo>
                      <a:pt x="7" y="0"/>
                    </a:lnTo>
                    <a:cubicBezTo>
                      <a:pt x="2" y="0"/>
                      <a:pt x="0" y="3"/>
                      <a:pt x="0" y="8"/>
                    </a:cubicBezTo>
                    <a:cubicBezTo>
                      <a:pt x="0" y="10"/>
                      <a:pt x="1" y="14"/>
                      <a:pt x="3" y="19"/>
                    </a:cubicBezTo>
                    <a:lnTo>
                      <a:pt x="74" y="254"/>
                    </a:lnTo>
                    <a:cubicBezTo>
                      <a:pt x="77" y="260"/>
                      <a:pt x="79" y="264"/>
                      <a:pt x="81" y="2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10">
                <a:extLst>
                  <a:ext uri="{FF2B5EF4-FFF2-40B4-BE49-F238E27FC236}">
                    <a16:creationId xmlns:a16="http://schemas.microsoft.com/office/drawing/2014/main" id="{CE6D0EBD-69D9-531F-8840-614C4DC00D58}"/>
                  </a:ext>
                </a:extLst>
              </p:cNvPr>
              <p:cNvSpPr>
                <a:spLocks noChangeArrowheads="1"/>
              </p:cNvSpPr>
              <p:nvPr/>
            </p:nvSpPr>
            <p:spPr bwMode="auto">
              <a:xfrm>
                <a:off x="5245100" y="2143125"/>
                <a:ext cx="73025" cy="103188"/>
              </a:xfrm>
              <a:custGeom>
                <a:avLst/>
                <a:gdLst>
                  <a:gd name="T0" fmla="*/ 134 w 203"/>
                  <a:gd name="T1" fmla="*/ 236 h 287"/>
                  <a:gd name="T2" fmla="*/ 90 w 203"/>
                  <a:gd name="T3" fmla="*/ 246 h 287"/>
                  <a:gd name="T4" fmla="*/ 54 w 203"/>
                  <a:gd name="T5" fmla="*/ 242 h 287"/>
                  <a:gd name="T6" fmla="*/ 21 w 203"/>
                  <a:gd name="T7" fmla="*/ 232 h 287"/>
                  <a:gd name="T8" fmla="*/ 13 w 203"/>
                  <a:gd name="T9" fmla="*/ 228 h 287"/>
                  <a:gd name="T10" fmla="*/ 8 w 203"/>
                  <a:gd name="T11" fmla="*/ 227 h 287"/>
                  <a:gd name="T12" fmla="*/ 0 w 203"/>
                  <a:gd name="T13" fmla="*/ 237 h 287"/>
                  <a:gd name="T14" fmla="*/ 0 w 203"/>
                  <a:gd name="T15" fmla="*/ 252 h 287"/>
                  <a:gd name="T16" fmla="*/ 3 w 203"/>
                  <a:gd name="T17" fmla="*/ 261 h 287"/>
                  <a:gd name="T18" fmla="*/ 12 w 203"/>
                  <a:gd name="T19" fmla="*/ 269 h 287"/>
                  <a:gd name="T20" fmla="*/ 47 w 203"/>
                  <a:gd name="T21" fmla="*/ 281 h 287"/>
                  <a:gd name="T22" fmla="*/ 95 w 203"/>
                  <a:gd name="T23" fmla="*/ 286 h 287"/>
                  <a:gd name="T24" fmla="*/ 138 w 203"/>
                  <a:gd name="T25" fmla="*/ 280 h 287"/>
                  <a:gd name="T26" fmla="*/ 172 w 203"/>
                  <a:gd name="T27" fmla="*/ 263 h 287"/>
                  <a:gd name="T28" fmla="*/ 194 w 203"/>
                  <a:gd name="T29" fmla="*/ 236 h 287"/>
                  <a:gd name="T30" fmla="*/ 202 w 203"/>
                  <a:gd name="T31" fmla="*/ 201 h 287"/>
                  <a:gd name="T32" fmla="*/ 188 w 203"/>
                  <a:gd name="T33" fmla="*/ 158 h 287"/>
                  <a:gd name="T34" fmla="*/ 141 w 203"/>
                  <a:gd name="T35" fmla="*/ 129 h 287"/>
                  <a:gd name="T36" fmla="*/ 98 w 203"/>
                  <a:gd name="T37" fmla="*/ 115 h 287"/>
                  <a:gd name="T38" fmla="*/ 65 w 203"/>
                  <a:gd name="T39" fmla="*/ 98 h 287"/>
                  <a:gd name="T40" fmla="*/ 56 w 203"/>
                  <a:gd name="T41" fmla="*/ 76 h 287"/>
                  <a:gd name="T42" fmla="*/ 70 w 203"/>
                  <a:gd name="T43" fmla="*/ 50 h 287"/>
                  <a:gd name="T44" fmla="*/ 111 w 203"/>
                  <a:gd name="T45" fmla="*/ 41 h 287"/>
                  <a:gd name="T46" fmla="*/ 168 w 203"/>
                  <a:gd name="T47" fmla="*/ 53 h 287"/>
                  <a:gd name="T48" fmla="*/ 180 w 203"/>
                  <a:gd name="T49" fmla="*/ 56 h 287"/>
                  <a:gd name="T50" fmla="*/ 188 w 203"/>
                  <a:gd name="T51" fmla="*/ 47 h 287"/>
                  <a:gd name="T52" fmla="*/ 188 w 203"/>
                  <a:gd name="T53" fmla="*/ 33 h 287"/>
                  <a:gd name="T54" fmla="*/ 184 w 203"/>
                  <a:gd name="T55" fmla="*/ 23 h 287"/>
                  <a:gd name="T56" fmla="*/ 176 w 203"/>
                  <a:gd name="T57" fmla="*/ 15 h 287"/>
                  <a:gd name="T58" fmla="*/ 163 w 203"/>
                  <a:gd name="T59" fmla="*/ 10 h 287"/>
                  <a:gd name="T60" fmla="*/ 146 w 203"/>
                  <a:gd name="T61" fmla="*/ 5 h 287"/>
                  <a:gd name="T62" fmla="*/ 127 w 203"/>
                  <a:gd name="T63" fmla="*/ 2 h 287"/>
                  <a:gd name="T64" fmla="*/ 106 w 203"/>
                  <a:gd name="T65" fmla="*/ 0 h 287"/>
                  <a:gd name="T66" fmla="*/ 68 w 203"/>
                  <a:gd name="T67" fmla="*/ 6 h 287"/>
                  <a:gd name="T68" fmla="*/ 36 w 203"/>
                  <a:gd name="T69" fmla="*/ 22 h 287"/>
                  <a:gd name="T70" fmla="*/ 14 w 203"/>
                  <a:gd name="T71" fmla="*/ 47 h 287"/>
                  <a:gd name="T72" fmla="*/ 6 w 203"/>
                  <a:gd name="T73" fmla="*/ 80 h 287"/>
                  <a:gd name="T74" fmla="*/ 21 w 203"/>
                  <a:gd name="T75" fmla="*/ 124 h 287"/>
                  <a:gd name="T76" fmla="*/ 69 w 203"/>
                  <a:gd name="T77" fmla="*/ 155 h 287"/>
                  <a:gd name="T78" fmla="*/ 113 w 203"/>
                  <a:gd name="T79" fmla="*/ 169 h 287"/>
                  <a:gd name="T80" fmla="*/ 144 w 203"/>
                  <a:gd name="T81" fmla="*/ 185 h 287"/>
                  <a:gd name="T82" fmla="*/ 152 w 203"/>
                  <a:gd name="T83" fmla="*/ 206 h 287"/>
                  <a:gd name="T84" fmla="*/ 134 w 203"/>
                  <a:gd name="T85" fmla="*/ 236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3" h="287">
                    <a:moveTo>
                      <a:pt x="134" y="236"/>
                    </a:moveTo>
                    <a:cubicBezTo>
                      <a:pt x="123" y="242"/>
                      <a:pt x="108" y="246"/>
                      <a:pt x="90" y="246"/>
                    </a:cubicBezTo>
                    <a:cubicBezTo>
                      <a:pt x="79" y="246"/>
                      <a:pt x="67" y="245"/>
                      <a:pt x="54" y="242"/>
                    </a:cubicBezTo>
                    <a:cubicBezTo>
                      <a:pt x="42" y="240"/>
                      <a:pt x="30" y="236"/>
                      <a:pt x="21" y="232"/>
                    </a:cubicBezTo>
                    <a:cubicBezTo>
                      <a:pt x="18" y="231"/>
                      <a:pt x="15" y="230"/>
                      <a:pt x="13" y="228"/>
                    </a:cubicBezTo>
                    <a:cubicBezTo>
                      <a:pt x="11" y="227"/>
                      <a:pt x="10" y="227"/>
                      <a:pt x="8" y="227"/>
                    </a:cubicBezTo>
                    <a:cubicBezTo>
                      <a:pt x="4" y="227"/>
                      <a:pt x="0" y="231"/>
                      <a:pt x="0" y="237"/>
                    </a:cubicBezTo>
                    <a:lnTo>
                      <a:pt x="0" y="252"/>
                    </a:lnTo>
                    <a:cubicBezTo>
                      <a:pt x="0" y="255"/>
                      <a:pt x="1" y="257"/>
                      <a:pt x="3" y="261"/>
                    </a:cubicBezTo>
                    <a:cubicBezTo>
                      <a:pt x="4" y="264"/>
                      <a:pt x="7" y="266"/>
                      <a:pt x="12" y="269"/>
                    </a:cubicBezTo>
                    <a:cubicBezTo>
                      <a:pt x="20" y="273"/>
                      <a:pt x="31" y="278"/>
                      <a:pt x="47" y="281"/>
                    </a:cubicBezTo>
                    <a:cubicBezTo>
                      <a:pt x="62" y="284"/>
                      <a:pt x="79" y="286"/>
                      <a:pt x="95" y="286"/>
                    </a:cubicBezTo>
                    <a:cubicBezTo>
                      <a:pt x="110" y="286"/>
                      <a:pt x="125" y="284"/>
                      <a:pt x="138" y="280"/>
                    </a:cubicBezTo>
                    <a:cubicBezTo>
                      <a:pt x="151" y="276"/>
                      <a:pt x="163" y="270"/>
                      <a:pt x="172" y="263"/>
                    </a:cubicBezTo>
                    <a:cubicBezTo>
                      <a:pt x="181" y="255"/>
                      <a:pt x="189" y="247"/>
                      <a:pt x="194" y="236"/>
                    </a:cubicBezTo>
                    <a:cubicBezTo>
                      <a:pt x="199" y="225"/>
                      <a:pt x="202" y="214"/>
                      <a:pt x="202" y="201"/>
                    </a:cubicBezTo>
                    <a:cubicBezTo>
                      <a:pt x="202" y="185"/>
                      <a:pt x="197" y="171"/>
                      <a:pt x="188" y="158"/>
                    </a:cubicBezTo>
                    <a:cubicBezTo>
                      <a:pt x="178" y="145"/>
                      <a:pt x="163" y="135"/>
                      <a:pt x="141" y="129"/>
                    </a:cubicBezTo>
                    <a:lnTo>
                      <a:pt x="98" y="115"/>
                    </a:lnTo>
                    <a:cubicBezTo>
                      <a:pt x="82" y="110"/>
                      <a:pt x="71" y="104"/>
                      <a:pt x="65" y="98"/>
                    </a:cubicBezTo>
                    <a:cubicBezTo>
                      <a:pt x="58" y="93"/>
                      <a:pt x="56" y="85"/>
                      <a:pt x="56" y="76"/>
                    </a:cubicBezTo>
                    <a:cubicBezTo>
                      <a:pt x="56" y="64"/>
                      <a:pt x="61" y="55"/>
                      <a:pt x="70" y="50"/>
                    </a:cubicBezTo>
                    <a:cubicBezTo>
                      <a:pt x="80" y="44"/>
                      <a:pt x="93" y="41"/>
                      <a:pt x="111" y="41"/>
                    </a:cubicBezTo>
                    <a:cubicBezTo>
                      <a:pt x="132" y="41"/>
                      <a:pt x="151" y="45"/>
                      <a:pt x="168" y="53"/>
                    </a:cubicBezTo>
                    <a:cubicBezTo>
                      <a:pt x="174" y="55"/>
                      <a:pt x="177" y="56"/>
                      <a:pt x="180" y="56"/>
                    </a:cubicBezTo>
                    <a:cubicBezTo>
                      <a:pt x="184" y="56"/>
                      <a:pt x="188" y="53"/>
                      <a:pt x="188" y="47"/>
                    </a:cubicBezTo>
                    <a:lnTo>
                      <a:pt x="188" y="33"/>
                    </a:lnTo>
                    <a:cubicBezTo>
                      <a:pt x="188" y="28"/>
                      <a:pt x="187" y="25"/>
                      <a:pt x="184" y="23"/>
                    </a:cubicBezTo>
                    <a:cubicBezTo>
                      <a:pt x="182" y="20"/>
                      <a:pt x="179" y="17"/>
                      <a:pt x="176" y="15"/>
                    </a:cubicBezTo>
                    <a:cubicBezTo>
                      <a:pt x="173" y="12"/>
                      <a:pt x="168" y="12"/>
                      <a:pt x="163" y="10"/>
                    </a:cubicBezTo>
                    <a:cubicBezTo>
                      <a:pt x="158" y="8"/>
                      <a:pt x="152" y="7"/>
                      <a:pt x="146" y="5"/>
                    </a:cubicBezTo>
                    <a:cubicBezTo>
                      <a:pt x="140" y="4"/>
                      <a:pt x="133" y="3"/>
                      <a:pt x="127" y="2"/>
                    </a:cubicBezTo>
                    <a:cubicBezTo>
                      <a:pt x="120" y="0"/>
                      <a:pt x="113" y="0"/>
                      <a:pt x="106" y="0"/>
                    </a:cubicBezTo>
                    <a:cubicBezTo>
                      <a:pt x="93" y="0"/>
                      <a:pt x="81" y="2"/>
                      <a:pt x="68" y="6"/>
                    </a:cubicBezTo>
                    <a:cubicBezTo>
                      <a:pt x="56" y="9"/>
                      <a:pt x="45" y="14"/>
                      <a:pt x="36" y="22"/>
                    </a:cubicBezTo>
                    <a:cubicBezTo>
                      <a:pt x="26" y="28"/>
                      <a:pt x="20" y="37"/>
                      <a:pt x="14" y="47"/>
                    </a:cubicBezTo>
                    <a:cubicBezTo>
                      <a:pt x="9" y="56"/>
                      <a:pt x="6" y="68"/>
                      <a:pt x="6" y="80"/>
                    </a:cubicBezTo>
                    <a:cubicBezTo>
                      <a:pt x="6" y="96"/>
                      <a:pt x="11" y="111"/>
                      <a:pt x="21" y="124"/>
                    </a:cubicBezTo>
                    <a:cubicBezTo>
                      <a:pt x="30" y="137"/>
                      <a:pt x="47" y="147"/>
                      <a:pt x="69" y="155"/>
                    </a:cubicBezTo>
                    <a:lnTo>
                      <a:pt x="113" y="169"/>
                    </a:lnTo>
                    <a:cubicBezTo>
                      <a:pt x="128" y="174"/>
                      <a:pt x="137" y="178"/>
                      <a:pt x="144" y="185"/>
                    </a:cubicBezTo>
                    <a:cubicBezTo>
                      <a:pt x="149" y="190"/>
                      <a:pt x="152" y="197"/>
                      <a:pt x="152" y="206"/>
                    </a:cubicBezTo>
                    <a:cubicBezTo>
                      <a:pt x="150" y="220"/>
                      <a:pt x="145" y="230"/>
                      <a:pt x="134" y="23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1" name="Freeform 11">
                <a:extLst>
                  <a:ext uri="{FF2B5EF4-FFF2-40B4-BE49-F238E27FC236}">
                    <a16:creationId xmlns:a16="http://schemas.microsoft.com/office/drawing/2014/main" id="{F38626F7-2043-C7B3-D9BD-29F4FDBBF93F}"/>
                  </a:ext>
                </a:extLst>
              </p:cNvPr>
              <p:cNvSpPr>
                <a:spLocks noChangeArrowheads="1"/>
              </p:cNvSpPr>
              <p:nvPr/>
            </p:nvSpPr>
            <p:spPr bwMode="auto">
              <a:xfrm>
                <a:off x="5000625" y="2271713"/>
                <a:ext cx="304800" cy="69850"/>
              </a:xfrm>
              <a:custGeom>
                <a:avLst/>
                <a:gdLst>
                  <a:gd name="T0" fmla="*/ 9 w 845"/>
                  <a:gd name="T1" fmla="*/ 20 h 194"/>
                  <a:gd name="T2" fmla="*/ 459 w 845"/>
                  <a:gd name="T3" fmla="*/ 193 h 194"/>
                  <a:gd name="T4" fmla="*/ 828 w 845"/>
                  <a:gd name="T5" fmla="*/ 82 h 194"/>
                  <a:gd name="T6" fmla="*/ 813 w 845"/>
                  <a:gd name="T7" fmla="*/ 59 h 194"/>
                  <a:gd name="T8" fmla="*/ 469 w 845"/>
                  <a:gd name="T9" fmla="*/ 128 h 194"/>
                  <a:gd name="T10" fmla="*/ 19 w 845"/>
                  <a:gd name="T11" fmla="*/ 7 h 194"/>
                  <a:gd name="T12" fmla="*/ 9 w 845"/>
                  <a:gd name="T13" fmla="*/ 20 h 194"/>
                </a:gdLst>
                <a:ahLst/>
                <a:cxnLst>
                  <a:cxn ang="0">
                    <a:pos x="T0" y="T1"/>
                  </a:cxn>
                  <a:cxn ang="0">
                    <a:pos x="T2" y="T3"/>
                  </a:cxn>
                  <a:cxn ang="0">
                    <a:pos x="T4" y="T5"/>
                  </a:cxn>
                  <a:cxn ang="0">
                    <a:pos x="T6" y="T7"/>
                  </a:cxn>
                  <a:cxn ang="0">
                    <a:pos x="T8" y="T9"/>
                  </a:cxn>
                  <a:cxn ang="0">
                    <a:pos x="T10" y="T11"/>
                  </a:cxn>
                  <a:cxn ang="0">
                    <a:pos x="T12" y="T13"/>
                  </a:cxn>
                </a:cxnLst>
                <a:rect l="0" t="0" r="r" b="b"/>
                <a:pathLst>
                  <a:path w="845" h="194">
                    <a:moveTo>
                      <a:pt x="9" y="20"/>
                    </a:moveTo>
                    <a:cubicBezTo>
                      <a:pt x="128" y="128"/>
                      <a:pt x="285" y="192"/>
                      <a:pt x="459" y="193"/>
                    </a:cubicBezTo>
                    <a:cubicBezTo>
                      <a:pt x="583" y="193"/>
                      <a:pt x="729" y="155"/>
                      <a:pt x="828" y="82"/>
                    </a:cubicBezTo>
                    <a:cubicBezTo>
                      <a:pt x="844" y="70"/>
                      <a:pt x="830" y="51"/>
                      <a:pt x="813" y="59"/>
                    </a:cubicBezTo>
                    <a:cubicBezTo>
                      <a:pt x="701" y="106"/>
                      <a:pt x="580" y="128"/>
                      <a:pt x="469" y="128"/>
                    </a:cubicBezTo>
                    <a:cubicBezTo>
                      <a:pt x="305" y="128"/>
                      <a:pt x="147" y="82"/>
                      <a:pt x="19" y="7"/>
                    </a:cubicBezTo>
                    <a:cubicBezTo>
                      <a:pt x="8" y="0"/>
                      <a:pt x="0" y="12"/>
                      <a:pt x="9" y="2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2">
                <a:extLst>
                  <a:ext uri="{FF2B5EF4-FFF2-40B4-BE49-F238E27FC236}">
                    <a16:creationId xmlns:a16="http://schemas.microsoft.com/office/drawing/2014/main" id="{C5DE7304-7DE2-C2C5-B164-5833840E7F20}"/>
                  </a:ext>
                </a:extLst>
              </p:cNvPr>
              <p:cNvSpPr>
                <a:spLocks noChangeArrowheads="1"/>
              </p:cNvSpPr>
              <p:nvPr/>
            </p:nvSpPr>
            <p:spPr bwMode="auto">
              <a:xfrm>
                <a:off x="5268913" y="2262188"/>
                <a:ext cx="65087" cy="66675"/>
              </a:xfrm>
              <a:custGeom>
                <a:avLst/>
                <a:gdLst>
                  <a:gd name="T0" fmla="*/ 113 w 181"/>
                  <a:gd name="T1" fmla="*/ 178 h 185"/>
                  <a:gd name="T2" fmla="*/ 170 w 181"/>
                  <a:gd name="T3" fmla="*/ 26 h 185"/>
                  <a:gd name="T4" fmla="*/ 8 w 181"/>
                  <a:gd name="T5" fmla="*/ 41 h 185"/>
                  <a:gd name="T6" fmla="*/ 10 w 181"/>
                  <a:gd name="T7" fmla="*/ 55 h 185"/>
                  <a:gd name="T8" fmla="*/ 127 w 181"/>
                  <a:gd name="T9" fmla="*/ 59 h 185"/>
                  <a:gd name="T10" fmla="*/ 100 w 181"/>
                  <a:gd name="T11" fmla="*/ 173 h 185"/>
                  <a:gd name="T12" fmla="*/ 113 w 181"/>
                  <a:gd name="T13" fmla="*/ 178 h 185"/>
                </a:gdLst>
                <a:ahLst/>
                <a:cxnLst>
                  <a:cxn ang="0">
                    <a:pos x="T0" y="T1"/>
                  </a:cxn>
                  <a:cxn ang="0">
                    <a:pos x="T2" y="T3"/>
                  </a:cxn>
                  <a:cxn ang="0">
                    <a:pos x="T4" y="T5"/>
                  </a:cxn>
                  <a:cxn ang="0">
                    <a:pos x="T6" y="T7"/>
                  </a:cxn>
                  <a:cxn ang="0">
                    <a:pos x="T8" y="T9"/>
                  </a:cxn>
                  <a:cxn ang="0">
                    <a:pos x="T10" y="T11"/>
                  </a:cxn>
                  <a:cxn ang="0">
                    <a:pos x="T12" y="T13"/>
                  </a:cxn>
                </a:cxnLst>
                <a:rect l="0" t="0" r="r" b="b"/>
                <a:pathLst>
                  <a:path w="181" h="185">
                    <a:moveTo>
                      <a:pt x="113" y="178"/>
                    </a:moveTo>
                    <a:cubicBezTo>
                      <a:pt x="167" y="133"/>
                      <a:pt x="180" y="40"/>
                      <a:pt x="170" y="26"/>
                    </a:cubicBezTo>
                    <a:cubicBezTo>
                      <a:pt x="159" y="13"/>
                      <a:pt x="65" y="0"/>
                      <a:pt x="8" y="41"/>
                    </a:cubicBezTo>
                    <a:cubicBezTo>
                      <a:pt x="0" y="47"/>
                      <a:pt x="1" y="56"/>
                      <a:pt x="10" y="55"/>
                    </a:cubicBezTo>
                    <a:cubicBezTo>
                      <a:pt x="42" y="50"/>
                      <a:pt x="114" y="43"/>
                      <a:pt x="127" y="59"/>
                    </a:cubicBezTo>
                    <a:cubicBezTo>
                      <a:pt x="140" y="75"/>
                      <a:pt x="112" y="143"/>
                      <a:pt x="100" y="173"/>
                    </a:cubicBezTo>
                    <a:cubicBezTo>
                      <a:pt x="97" y="181"/>
                      <a:pt x="104" y="184"/>
                      <a:pt x="113" y="1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39" name="Group 38">
            <a:extLst>
              <a:ext uri="{FF2B5EF4-FFF2-40B4-BE49-F238E27FC236}">
                <a16:creationId xmlns:a16="http://schemas.microsoft.com/office/drawing/2014/main" id="{2C932B14-7946-9452-6BDA-568659872375}"/>
              </a:ext>
            </a:extLst>
          </p:cNvPr>
          <p:cNvGrpSpPr/>
          <p:nvPr/>
        </p:nvGrpSpPr>
        <p:grpSpPr>
          <a:xfrm>
            <a:off x="1307539" y="1857252"/>
            <a:ext cx="2073831" cy="295913"/>
            <a:chOff x="4240213" y="793750"/>
            <a:chExt cx="1346200" cy="192088"/>
          </a:xfrm>
          <a:solidFill>
            <a:schemeClr val="tx1"/>
          </a:solidFill>
        </p:grpSpPr>
        <p:grpSp>
          <p:nvGrpSpPr>
            <p:cNvPr id="40" name="Group 39">
              <a:extLst>
                <a:ext uri="{FF2B5EF4-FFF2-40B4-BE49-F238E27FC236}">
                  <a16:creationId xmlns:a16="http://schemas.microsoft.com/office/drawing/2014/main" id="{BA92347E-EE91-39FE-CE8A-369249AEBAA9}"/>
                </a:ext>
              </a:extLst>
            </p:cNvPr>
            <p:cNvGrpSpPr/>
            <p:nvPr/>
          </p:nvGrpSpPr>
          <p:grpSpPr>
            <a:xfrm>
              <a:off x="4240213" y="819150"/>
              <a:ext cx="484187" cy="128588"/>
              <a:chOff x="4240213" y="819150"/>
              <a:chExt cx="484187" cy="128588"/>
            </a:xfrm>
            <a:grpFill/>
          </p:grpSpPr>
          <p:sp>
            <p:nvSpPr>
              <p:cNvPr id="53" name="Freeform 13">
                <a:extLst>
                  <a:ext uri="{FF2B5EF4-FFF2-40B4-BE49-F238E27FC236}">
                    <a16:creationId xmlns:a16="http://schemas.microsoft.com/office/drawing/2014/main" id="{DABB7294-872F-BD59-FEFC-6821E7E297DA}"/>
                  </a:ext>
                </a:extLst>
              </p:cNvPr>
              <p:cNvSpPr>
                <a:spLocks noChangeArrowheads="1"/>
              </p:cNvSpPr>
              <p:nvPr/>
            </p:nvSpPr>
            <p:spPr bwMode="auto">
              <a:xfrm>
                <a:off x="4327525" y="819150"/>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 name="Freeform 14">
                <a:extLst>
                  <a:ext uri="{FF2B5EF4-FFF2-40B4-BE49-F238E27FC236}">
                    <a16:creationId xmlns:a16="http://schemas.microsoft.com/office/drawing/2014/main" id="{31CAE630-2EB7-0F0D-4726-1F5A73A18600}"/>
                  </a:ext>
                </a:extLst>
              </p:cNvPr>
              <p:cNvSpPr>
                <a:spLocks noChangeArrowheads="1"/>
              </p:cNvSpPr>
              <p:nvPr/>
            </p:nvSpPr>
            <p:spPr bwMode="auto">
              <a:xfrm>
                <a:off x="4354513" y="8524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1"/>
                      <a:pt x="195" y="130"/>
                    </a:cubicBezTo>
                    <a:cubicBezTo>
                      <a:pt x="195" y="168"/>
                      <a:pt x="169" y="197"/>
                      <a:pt x="132" y="197"/>
                    </a:cubicBezTo>
                    <a:cubicBezTo>
                      <a:pt x="93" y="197"/>
                      <a:pt x="69" y="167"/>
                      <a:pt x="69" y="130"/>
                    </a:cubicBezTo>
                    <a:cubicBezTo>
                      <a:pt x="69" y="92"/>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5" name="Freeform 15">
                <a:extLst>
                  <a:ext uri="{FF2B5EF4-FFF2-40B4-BE49-F238E27FC236}">
                    <a16:creationId xmlns:a16="http://schemas.microsoft.com/office/drawing/2014/main" id="{0A375E53-AE5B-C565-6212-B6F057E7CDB5}"/>
                  </a:ext>
                </a:extLst>
              </p:cNvPr>
              <p:cNvSpPr>
                <a:spLocks noChangeArrowheads="1"/>
              </p:cNvSpPr>
              <p:nvPr/>
            </p:nvSpPr>
            <p:spPr bwMode="auto">
              <a:xfrm>
                <a:off x="4454525" y="8207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0"/>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6" name="Freeform 16">
                <a:extLst>
                  <a:ext uri="{FF2B5EF4-FFF2-40B4-BE49-F238E27FC236}">
                    <a16:creationId xmlns:a16="http://schemas.microsoft.com/office/drawing/2014/main" id="{01E31206-1680-DDB1-E90C-F53DD23470F7}"/>
                  </a:ext>
                </a:extLst>
              </p:cNvPr>
              <p:cNvSpPr>
                <a:spLocks noChangeArrowheads="1"/>
              </p:cNvSpPr>
              <p:nvPr/>
            </p:nvSpPr>
            <p:spPr bwMode="auto">
              <a:xfrm>
                <a:off x="4481513" y="852488"/>
                <a:ext cx="96837" cy="93662"/>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89"/>
                      <a:pt x="198" y="129"/>
                    </a:cubicBezTo>
                    <a:cubicBezTo>
                      <a:pt x="198" y="169"/>
                      <a:pt x="170" y="196"/>
                      <a:pt x="133" y="196"/>
                    </a:cubicBezTo>
                    <a:cubicBezTo>
                      <a:pt x="95" y="196"/>
                      <a:pt x="68" y="169"/>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 name="Freeform 17">
                <a:extLst>
                  <a:ext uri="{FF2B5EF4-FFF2-40B4-BE49-F238E27FC236}">
                    <a16:creationId xmlns:a16="http://schemas.microsoft.com/office/drawing/2014/main" id="{9F0CFCE2-FDA6-236A-D534-3F1C0C0A5C02}"/>
                  </a:ext>
                </a:extLst>
              </p:cNvPr>
              <p:cNvSpPr>
                <a:spLocks noChangeArrowheads="1"/>
              </p:cNvSpPr>
              <p:nvPr/>
            </p:nvSpPr>
            <p:spPr bwMode="auto">
              <a:xfrm>
                <a:off x="4579938" y="852488"/>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3"/>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8" name="Freeform 18">
                <a:extLst>
                  <a:ext uri="{FF2B5EF4-FFF2-40B4-BE49-F238E27FC236}">
                    <a16:creationId xmlns:a16="http://schemas.microsoft.com/office/drawing/2014/main" id="{D68615A4-6E96-F86F-035C-89462F7D5846}"/>
                  </a:ext>
                </a:extLst>
              </p:cNvPr>
              <p:cNvSpPr>
                <a:spLocks noChangeArrowheads="1"/>
              </p:cNvSpPr>
              <p:nvPr/>
            </p:nvSpPr>
            <p:spPr bwMode="auto">
              <a:xfrm>
                <a:off x="4240213" y="852488"/>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41" name="Freeform 19">
              <a:extLst>
                <a:ext uri="{FF2B5EF4-FFF2-40B4-BE49-F238E27FC236}">
                  <a16:creationId xmlns:a16="http://schemas.microsoft.com/office/drawing/2014/main" id="{4493B47E-F0BA-40EF-6F9D-DFE54AA86C66}"/>
                </a:ext>
              </a:extLst>
            </p:cNvPr>
            <p:cNvSpPr>
              <a:spLocks noChangeArrowheads="1"/>
            </p:cNvSpPr>
            <p:nvPr/>
          </p:nvSpPr>
          <p:spPr bwMode="auto">
            <a:xfrm>
              <a:off x="4860925" y="79375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42" name="Group 41">
              <a:extLst>
                <a:ext uri="{FF2B5EF4-FFF2-40B4-BE49-F238E27FC236}">
                  <a16:creationId xmlns:a16="http://schemas.microsoft.com/office/drawing/2014/main" id="{295EDEBA-66A0-3100-4B25-16EE2B1BEBF6}"/>
                </a:ext>
              </a:extLst>
            </p:cNvPr>
            <p:cNvGrpSpPr/>
            <p:nvPr/>
          </p:nvGrpSpPr>
          <p:grpSpPr>
            <a:xfrm>
              <a:off x="5002213" y="819150"/>
              <a:ext cx="584200" cy="141288"/>
              <a:chOff x="5002213" y="819150"/>
              <a:chExt cx="584200" cy="141288"/>
            </a:xfrm>
            <a:grpFill/>
          </p:grpSpPr>
          <p:sp>
            <p:nvSpPr>
              <p:cNvPr id="43" name="Freeform 20">
                <a:extLst>
                  <a:ext uri="{FF2B5EF4-FFF2-40B4-BE49-F238E27FC236}">
                    <a16:creationId xmlns:a16="http://schemas.microsoft.com/office/drawing/2014/main" id="{2D60A9AB-CAFD-F615-3975-1F9CCB7753AF}"/>
                  </a:ext>
                </a:extLst>
              </p:cNvPr>
              <p:cNvSpPr>
                <a:spLocks noChangeArrowheads="1"/>
              </p:cNvSpPr>
              <p:nvPr/>
            </p:nvSpPr>
            <p:spPr bwMode="auto">
              <a:xfrm>
                <a:off x="5203825" y="823913"/>
                <a:ext cx="80963" cy="134937"/>
              </a:xfrm>
              <a:custGeom>
                <a:avLst/>
                <a:gdLst>
                  <a:gd name="T0" fmla="*/ 74 w 224"/>
                  <a:gd name="T1" fmla="*/ 271 h 375"/>
                  <a:gd name="T2" fmla="*/ 51 w 224"/>
                  <a:gd name="T3" fmla="*/ 374 h 375"/>
                  <a:gd name="T4" fmla="*/ 0 w 224"/>
                  <a:gd name="T5" fmla="*/ 374 h 375"/>
                  <a:gd name="T6" fmla="*/ 84 w 224"/>
                  <a:gd name="T7" fmla="*/ 0 h 375"/>
                  <a:gd name="T8" fmla="*/ 144 w 224"/>
                  <a:gd name="T9" fmla="*/ 0 h 375"/>
                  <a:gd name="T10" fmla="*/ 223 w 224"/>
                  <a:gd name="T11" fmla="*/ 374 h 375"/>
                  <a:gd name="T12" fmla="*/ 172 w 224"/>
                  <a:gd name="T13" fmla="*/ 374 h 375"/>
                  <a:gd name="T14" fmla="*/ 151 w 224"/>
                  <a:gd name="T15" fmla="*/ 271 h 375"/>
                  <a:gd name="T16" fmla="*/ 74 w 224"/>
                  <a:gd name="T17" fmla="*/ 271 h 375"/>
                  <a:gd name="T18" fmla="*/ 144 w 224"/>
                  <a:gd name="T19" fmla="*/ 229 h 375"/>
                  <a:gd name="T20" fmla="*/ 127 w 224"/>
                  <a:gd name="T21" fmla="*/ 140 h 375"/>
                  <a:gd name="T22" fmla="*/ 113 w 224"/>
                  <a:gd name="T23" fmla="*/ 55 h 375"/>
                  <a:gd name="T24" fmla="*/ 111 w 224"/>
                  <a:gd name="T25" fmla="*/ 55 h 375"/>
                  <a:gd name="T26" fmla="*/ 97 w 224"/>
                  <a:gd name="T27" fmla="*/ 140 h 375"/>
                  <a:gd name="T28" fmla="*/ 79 w 224"/>
                  <a:gd name="T29" fmla="*/ 229 h 375"/>
                  <a:gd name="T30" fmla="*/ 144 w 224"/>
                  <a:gd name="T31" fmla="*/ 22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4" h="375">
                    <a:moveTo>
                      <a:pt x="74" y="271"/>
                    </a:moveTo>
                    <a:lnTo>
                      <a:pt x="51" y="374"/>
                    </a:lnTo>
                    <a:lnTo>
                      <a:pt x="0" y="374"/>
                    </a:lnTo>
                    <a:lnTo>
                      <a:pt x="84" y="0"/>
                    </a:lnTo>
                    <a:lnTo>
                      <a:pt x="144" y="0"/>
                    </a:lnTo>
                    <a:lnTo>
                      <a:pt x="223" y="374"/>
                    </a:lnTo>
                    <a:lnTo>
                      <a:pt x="172" y="374"/>
                    </a:lnTo>
                    <a:lnTo>
                      <a:pt x="151" y="271"/>
                    </a:lnTo>
                    <a:lnTo>
                      <a:pt x="74" y="271"/>
                    </a:lnTo>
                    <a:close/>
                    <a:moveTo>
                      <a:pt x="144" y="229"/>
                    </a:moveTo>
                    <a:lnTo>
                      <a:pt x="127" y="140"/>
                    </a:lnTo>
                    <a:cubicBezTo>
                      <a:pt x="122" y="115"/>
                      <a:pt x="117" y="81"/>
                      <a:pt x="113" y="55"/>
                    </a:cubicBezTo>
                    <a:lnTo>
                      <a:pt x="111" y="55"/>
                    </a:lnTo>
                    <a:cubicBezTo>
                      <a:pt x="107" y="81"/>
                      <a:pt x="101" y="116"/>
                      <a:pt x="97" y="140"/>
                    </a:cubicBezTo>
                    <a:lnTo>
                      <a:pt x="79" y="229"/>
                    </a:lnTo>
                    <a:lnTo>
                      <a:pt x="144" y="22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 name="Freeform 21">
                <a:extLst>
                  <a:ext uri="{FF2B5EF4-FFF2-40B4-BE49-F238E27FC236}">
                    <a16:creationId xmlns:a16="http://schemas.microsoft.com/office/drawing/2014/main" id="{CBC64DCB-5822-F1ED-DCAA-89656951C7AC}"/>
                  </a:ext>
                </a:extLst>
              </p:cNvPr>
              <p:cNvSpPr>
                <a:spLocks noChangeArrowheads="1"/>
              </p:cNvSpPr>
              <p:nvPr/>
            </p:nvSpPr>
            <p:spPr bwMode="auto">
              <a:xfrm>
                <a:off x="5287963" y="819150"/>
                <a:ext cx="66675" cy="139700"/>
              </a:xfrm>
              <a:custGeom>
                <a:avLst/>
                <a:gdLst>
                  <a:gd name="T0" fmla="*/ 184 w 187"/>
                  <a:gd name="T1" fmla="*/ 1 h 390"/>
                  <a:gd name="T2" fmla="*/ 184 w 187"/>
                  <a:gd name="T3" fmla="*/ 315 h 390"/>
                  <a:gd name="T4" fmla="*/ 186 w 187"/>
                  <a:gd name="T5" fmla="*/ 385 h 390"/>
                  <a:gd name="T6" fmla="*/ 141 w 187"/>
                  <a:gd name="T7" fmla="*/ 385 h 390"/>
                  <a:gd name="T8" fmla="*/ 138 w 187"/>
                  <a:gd name="T9" fmla="*/ 351 h 390"/>
                  <a:gd name="T10" fmla="*/ 137 w 187"/>
                  <a:gd name="T11" fmla="*/ 351 h 390"/>
                  <a:gd name="T12" fmla="*/ 80 w 187"/>
                  <a:gd name="T13" fmla="*/ 389 h 390"/>
                  <a:gd name="T14" fmla="*/ 0 w 187"/>
                  <a:gd name="T15" fmla="*/ 251 h 390"/>
                  <a:gd name="T16" fmla="*/ 84 w 187"/>
                  <a:gd name="T17" fmla="*/ 111 h 390"/>
                  <a:gd name="T18" fmla="*/ 132 w 187"/>
                  <a:gd name="T19" fmla="*/ 141 h 390"/>
                  <a:gd name="T20" fmla="*/ 133 w 187"/>
                  <a:gd name="T21" fmla="*/ 141 h 390"/>
                  <a:gd name="T22" fmla="*/ 133 w 187"/>
                  <a:gd name="T23" fmla="*/ 0 h 390"/>
                  <a:gd name="T24" fmla="*/ 184 w 187"/>
                  <a:gd name="T25" fmla="*/ 0 h 390"/>
                  <a:gd name="T26" fmla="*/ 184 w 187"/>
                  <a:gd name="T27" fmla="*/ 1 h 390"/>
                  <a:gd name="T28" fmla="*/ 132 w 187"/>
                  <a:gd name="T29" fmla="*/ 218 h 390"/>
                  <a:gd name="T30" fmla="*/ 131 w 187"/>
                  <a:gd name="T31" fmla="*/ 201 h 390"/>
                  <a:gd name="T32" fmla="*/ 95 w 187"/>
                  <a:gd name="T33" fmla="*/ 156 h 390"/>
                  <a:gd name="T34" fmla="*/ 51 w 187"/>
                  <a:gd name="T35" fmla="*/ 251 h 390"/>
                  <a:gd name="T36" fmla="*/ 93 w 187"/>
                  <a:gd name="T37" fmla="*/ 345 h 390"/>
                  <a:gd name="T38" fmla="*/ 130 w 187"/>
                  <a:gd name="T39" fmla="*/ 306 h 390"/>
                  <a:gd name="T40" fmla="*/ 132 w 187"/>
                  <a:gd name="T41" fmla="*/ 289 h 390"/>
                  <a:gd name="T42" fmla="*/ 132 w 187"/>
                  <a:gd name="T43" fmla="*/ 218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7" h="390">
                    <a:moveTo>
                      <a:pt x="184" y="1"/>
                    </a:moveTo>
                    <a:lnTo>
                      <a:pt x="184" y="315"/>
                    </a:lnTo>
                    <a:cubicBezTo>
                      <a:pt x="184" y="335"/>
                      <a:pt x="185" y="365"/>
                      <a:pt x="186" y="385"/>
                    </a:cubicBezTo>
                    <a:lnTo>
                      <a:pt x="141" y="385"/>
                    </a:lnTo>
                    <a:lnTo>
                      <a:pt x="138" y="351"/>
                    </a:lnTo>
                    <a:lnTo>
                      <a:pt x="137" y="351"/>
                    </a:lnTo>
                    <a:cubicBezTo>
                      <a:pt x="129" y="371"/>
                      <a:pt x="108" y="389"/>
                      <a:pt x="80" y="389"/>
                    </a:cubicBezTo>
                    <a:cubicBezTo>
                      <a:pt x="30" y="389"/>
                      <a:pt x="0" y="334"/>
                      <a:pt x="0" y="251"/>
                    </a:cubicBezTo>
                    <a:cubicBezTo>
                      <a:pt x="0" y="156"/>
                      <a:pt x="41" y="111"/>
                      <a:pt x="84" y="111"/>
                    </a:cubicBezTo>
                    <a:cubicBezTo>
                      <a:pt x="105" y="111"/>
                      <a:pt x="122" y="120"/>
                      <a:pt x="132" y="141"/>
                    </a:cubicBezTo>
                    <a:lnTo>
                      <a:pt x="133" y="141"/>
                    </a:lnTo>
                    <a:lnTo>
                      <a:pt x="133" y="0"/>
                    </a:lnTo>
                    <a:lnTo>
                      <a:pt x="184" y="0"/>
                    </a:lnTo>
                    <a:lnTo>
                      <a:pt x="184" y="1"/>
                    </a:lnTo>
                    <a:close/>
                    <a:moveTo>
                      <a:pt x="132" y="218"/>
                    </a:moveTo>
                    <a:cubicBezTo>
                      <a:pt x="132" y="212"/>
                      <a:pt x="132" y="207"/>
                      <a:pt x="131" y="201"/>
                    </a:cubicBezTo>
                    <a:cubicBezTo>
                      <a:pt x="127" y="176"/>
                      <a:pt x="114" y="156"/>
                      <a:pt x="95" y="156"/>
                    </a:cubicBezTo>
                    <a:cubicBezTo>
                      <a:pt x="62" y="156"/>
                      <a:pt x="51" y="201"/>
                      <a:pt x="51" y="251"/>
                    </a:cubicBezTo>
                    <a:cubicBezTo>
                      <a:pt x="51" y="306"/>
                      <a:pt x="65" y="345"/>
                      <a:pt x="93" y="345"/>
                    </a:cubicBezTo>
                    <a:cubicBezTo>
                      <a:pt x="105" y="345"/>
                      <a:pt x="120" y="339"/>
                      <a:pt x="130" y="306"/>
                    </a:cubicBezTo>
                    <a:cubicBezTo>
                      <a:pt x="131" y="302"/>
                      <a:pt x="132" y="296"/>
                      <a:pt x="132" y="289"/>
                    </a:cubicBezTo>
                    <a:lnTo>
                      <a:pt x="132" y="21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22">
                <a:extLst>
                  <a:ext uri="{FF2B5EF4-FFF2-40B4-BE49-F238E27FC236}">
                    <a16:creationId xmlns:a16="http://schemas.microsoft.com/office/drawing/2014/main" id="{12D358A4-AF7B-F477-DD91-5487D3F96915}"/>
                  </a:ext>
                </a:extLst>
              </p:cNvPr>
              <p:cNvSpPr>
                <a:spLocks noChangeArrowheads="1"/>
              </p:cNvSpPr>
              <p:nvPr/>
            </p:nvSpPr>
            <p:spPr bwMode="auto">
              <a:xfrm>
                <a:off x="5365750" y="860425"/>
                <a:ext cx="68263" cy="100013"/>
              </a:xfrm>
              <a:custGeom>
                <a:avLst/>
                <a:gdLst>
                  <a:gd name="T0" fmla="*/ 92 w 188"/>
                  <a:gd name="T1" fmla="*/ 277 h 278"/>
                  <a:gd name="T2" fmla="*/ 0 w 188"/>
                  <a:gd name="T3" fmla="*/ 139 h 278"/>
                  <a:gd name="T4" fmla="*/ 96 w 188"/>
                  <a:gd name="T5" fmla="*/ 0 h 278"/>
                  <a:gd name="T6" fmla="*/ 187 w 188"/>
                  <a:gd name="T7" fmla="*/ 138 h 278"/>
                  <a:gd name="T8" fmla="*/ 92 w 188"/>
                  <a:gd name="T9" fmla="*/ 277 h 278"/>
                  <a:gd name="T10" fmla="*/ 93 w 188"/>
                  <a:gd name="T11" fmla="*/ 236 h 278"/>
                  <a:gd name="T12" fmla="*/ 133 w 188"/>
                  <a:gd name="T13" fmla="*/ 138 h 278"/>
                  <a:gd name="T14" fmla="*/ 92 w 188"/>
                  <a:gd name="T15" fmla="*/ 39 h 278"/>
                  <a:gd name="T16" fmla="*/ 52 w 188"/>
                  <a:gd name="T17" fmla="*/ 138 h 278"/>
                  <a:gd name="T18" fmla="*/ 93 w 188"/>
                  <a:gd name="T19" fmla="*/ 23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278">
                    <a:moveTo>
                      <a:pt x="92" y="277"/>
                    </a:moveTo>
                    <a:cubicBezTo>
                      <a:pt x="39" y="277"/>
                      <a:pt x="0" y="231"/>
                      <a:pt x="0" y="139"/>
                    </a:cubicBezTo>
                    <a:cubicBezTo>
                      <a:pt x="0" y="40"/>
                      <a:pt x="46" y="0"/>
                      <a:pt x="96" y="0"/>
                    </a:cubicBezTo>
                    <a:cubicBezTo>
                      <a:pt x="149" y="0"/>
                      <a:pt x="187" y="47"/>
                      <a:pt x="187" y="138"/>
                    </a:cubicBezTo>
                    <a:cubicBezTo>
                      <a:pt x="187" y="244"/>
                      <a:pt x="134" y="277"/>
                      <a:pt x="92" y="277"/>
                    </a:cubicBezTo>
                    <a:close/>
                    <a:moveTo>
                      <a:pt x="93" y="236"/>
                    </a:moveTo>
                    <a:cubicBezTo>
                      <a:pt x="126" y="236"/>
                      <a:pt x="133" y="180"/>
                      <a:pt x="133" y="138"/>
                    </a:cubicBezTo>
                    <a:cubicBezTo>
                      <a:pt x="133" y="97"/>
                      <a:pt x="126" y="39"/>
                      <a:pt x="92" y="39"/>
                    </a:cubicBezTo>
                    <a:cubicBezTo>
                      <a:pt x="58" y="39"/>
                      <a:pt x="52" y="97"/>
                      <a:pt x="52" y="138"/>
                    </a:cubicBezTo>
                    <a:cubicBezTo>
                      <a:pt x="52" y="183"/>
                      <a:pt x="59" y="236"/>
                      <a:pt x="93" y="23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23">
                <a:extLst>
                  <a:ext uri="{FF2B5EF4-FFF2-40B4-BE49-F238E27FC236}">
                    <a16:creationId xmlns:a16="http://schemas.microsoft.com/office/drawing/2014/main" id="{D84CA4C0-90B1-AF1B-A6D6-3A0C3074588C}"/>
                  </a:ext>
                </a:extLst>
              </p:cNvPr>
              <p:cNvSpPr>
                <a:spLocks noChangeArrowheads="1"/>
              </p:cNvSpPr>
              <p:nvPr/>
            </p:nvSpPr>
            <p:spPr bwMode="auto">
              <a:xfrm>
                <a:off x="5441950" y="819150"/>
                <a:ext cx="68263" cy="139700"/>
              </a:xfrm>
              <a:custGeom>
                <a:avLst/>
                <a:gdLst>
                  <a:gd name="T0" fmla="*/ 3 w 189"/>
                  <a:gd name="T1" fmla="*/ 0 h 389"/>
                  <a:gd name="T2" fmla="*/ 55 w 189"/>
                  <a:gd name="T3" fmla="*/ 0 h 389"/>
                  <a:gd name="T4" fmla="*/ 55 w 189"/>
                  <a:gd name="T5" fmla="*/ 145 h 389"/>
                  <a:gd name="T6" fmla="*/ 56 w 189"/>
                  <a:gd name="T7" fmla="*/ 145 h 389"/>
                  <a:gd name="T8" fmla="*/ 113 w 189"/>
                  <a:gd name="T9" fmla="*/ 110 h 389"/>
                  <a:gd name="T10" fmla="*/ 188 w 189"/>
                  <a:gd name="T11" fmla="*/ 244 h 389"/>
                  <a:gd name="T12" fmla="*/ 104 w 189"/>
                  <a:gd name="T13" fmla="*/ 388 h 389"/>
                  <a:gd name="T14" fmla="*/ 51 w 189"/>
                  <a:gd name="T15" fmla="*/ 349 h 389"/>
                  <a:gd name="T16" fmla="*/ 49 w 189"/>
                  <a:gd name="T17" fmla="*/ 349 h 389"/>
                  <a:gd name="T18" fmla="*/ 45 w 189"/>
                  <a:gd name="T19" fmla="*/ 384 h 389"/>
                  <a:gd name="T20" fmla="*/ 0 w 189"/>
                  <a:gd name="T21" fmla="*/ 384 h 389"/>
                  <a:gd name="T22" fmla="*/ 3 w 189"/>
                  <a:gd name="T23" fmla="*/ 314 h 389"/>
                  <a:gd name="T24" fmla="*/ 3 w 189"/>
                  <a:gd name="T25" fmla="*/ 0 h 389"/>
                  <a:gd name="T26" fmla="*/ 55 w 189"/>
                  <a:gd name="T27" fmla="*/ 288 h 389"/>
                  <a:gd name="T28" fmla="*/ 57 w 189"/>
                  <a:gd name="T29" fmla="*/ 305 h 389"/>
                  <a:gd name="T30" fmla="*/ 92 w 189"/>
                  <a:gd name="T31" fmla="*/ 345 h 389"/>
                  <a:gd name="T32" fmla="*/ 135 w 189"/>
                  <a:gd name="T33" fmla="*/ 249 h 389"/>
                  <a:gd name="T34" fmla="*/ 92 w 189"/>
                  <a:gd name="T35" fmla="*/ 156 h 389"/>
                  <a:gd name="T36" fmla="*/ 57 w 189"/>
                  <a:gd name="T37" fmla="*/ 195 h 389"/>
                  <a:gd name="T38" fmla="*/ 55 w 189"/>
                  <a:gd name="T39" fmla="*/ 213 h 389"/>
                  <a:gd name="T40" fmla="*/ 55 w 189"/>
                  <a:gd name="T41" fmla="*/ 28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9" h="389">
                    <a:moveTo>
                      <a:pt x="3" y="0"/>
                    </a:moveTo>
                    <a:lnTo>
                      <a:pt x="55" y="0"/>
                    </a:lnTo>
                    <a:lnTo>
                      <a:pt x="55" y="145"/>
                    </a:lnTo>
                    <a:lnTo>
                      <a:pt x="56" y="145"/>
                    </a:lnTo>
                    <a:cubicBezTo>
                      <a:pt x="70" y="120"/>
                      <a:pt x="89" y="110"/>
                      <a:pt x="113" y="110"/>
                    </a:cubicBezTo>
                    <a:cubicBezTo>
                      <a:pt x="159" y="110"/>
                      <a:pt x="188" y="162"/>
                      <a:pt x="188" y="244"/>
                    </a:cubicBezTo>
                    <a:cubicBezTo>
                      <a:pt x="188" y="341"/>
                      <a:pt x="148" y="388"/>
                      <a:pt x="104" y="388"/>
                    </a:cubicBezTo>
                    <a:cubicBezTo>
                      <a:pt x="77" y="388"/>
                      <a:pt x="63" y="374"/>
                      <a:pt x="51" y="349"/>
                    </a:cubicBezTo>
                    <a:lnTo>
                      <a:pt x="49" y="349"/>
                    </a:lnTo>
                    <a:lnTo>
                      <a:pt x="45" y="384"/>
                    </a:lnTo>
                    <a:lnTo>
                      <a:pt x="0" y="384"/>
                    </a:lnTo>
                    <a:cubicBezTo>
                      <a:pt x="2" y="365"/>
                      <a:pt x="3" y="334"/>
                      <a:pt x="3" y="314"/>
                    </a:cubicBezTo>
                    <a:lnTo>
                      <a:pt x="3" y="0"/>
                    </a:lnTo>
                    <a:close/>
                    <a:moveTo>
                      <a:pt x="55" y="288"/>
                    </a:moveTo>
                    <a:cubicBezTo>
                      <a:pt x="55" y="295"/>
                      <a:pt x="56" y="300"/>
                      <a:pt x="57" y="305"/>
                    </a:cubicBezTo>
                    <a:cubicBezTo>
                      <a:pt x="66" y="339"/>
                      <a:pt x="82" y="345"/>
                      <a:pt x="92" y="345"/>
                    </a:cubicBezTo>
                    <a:cubicBezTo>
                      <a:pt x="124" y="345"/>
                      <a:pt x="135" y="304"/>
                      <a:pt x="135" y="249"/>
                    </a:cubicBezTo>
                    <a:cubicBezTo>
                      <a:pt x="135" y="197"/>
                      <a:pt x="124" y="156"/>
                      <a:pt x="92" y="156"/>
                    </a:cubicBezTo>
                    <a:cubicBezTo>
                      <a:pt x="75" y="156"/>
                      <a:pt x="61" y="176"/>
                      <a:pt x="57" y="195"/>
                    </a:cubicBezTo>
                    <a:cubicBezTo>
                      <a:pt x="56" y="201"/>
                      <a:pt x="55" y="208"/>
                      <a:pt x="55" y="213"/>
                    </a:cubicBezTo>
                    <a:lnTo>
                      <a:pt x="55" y="28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24">
                <a:extLst>
                  <a:ext uri="{FF2B5EF4-FFF2-40B4-BE49-F238E27FC236}">
                    <a16:creationId xmlns:a16="http://schemas.microsoft.com/office/drawing/2014/main" id="{84EB4423-AE9F-5A3C-CF85-E3FC2845F71A}"/>
                  </a:ext>
                </a:extLst>
              </p:cNvPr>
              <p:cNvSpPr>
                <a:spLocks noChangeArrowheads="1"/>
              </p:cNvSpPr>
              <p:nvPr/>
            </p:nvSpPr>
            <p:spPr bwMode="auto">
              <a:xfrm>
                <a:off x="5518150" y="860425"/>
                <a:ext cx="65088" cy="100013"/>
              </a:xfrm>
              <a:custGeom>
                <a:avLst/>
                <a:gdLst>
                  <a:gd name="T0" fmla="*/ 52 w 180"/>
                  <a:gd name="T1" fmla="*/ 148 h 277"/>
                  <a:gd name="T2" fmla="*/ 114 w 180"/>
                  <a:gd name="T3" fmla="*/ 235 h 277"/>
                  <a:gd name="T4" fmla="*/ 160 w 180"/>
                  <a:gd name="T5" fmla="*/ 226 h 277"/>
                  <a:gd name="T6" fmla="*/ 167 w 180"/>
                  <a:gd name="T7" fmla="*/ 263 h 277"/>
                  <a:gd name="T8" fmla="*/ 103 w 180"/>
                  <a:gd name="T9" fmla="*/ 276 h 277"/>
                  <a:gd name="T10" fmla="*/ 0 w 180"/>
                  <a:gd name="T11" fmla="*/ 142 h 277"/>
                  <a:gd name="T12" fmla="*/ 97 w 180"/>
                  <a:gd name="T13" fmla="*/ 0 h 277"/>
                  <a:gd name="T14" fmla="*/ 179 w 180"/>
                  <a:gd name="T15" fmla="*/ 121 h 277"/>
                  <a:gd name="T16" fmla="*/ 178 w 180"/>
                  <a:gd name="T17" fmla="*/ 150 h 277"/>
                  <a:gd name="T18" fmla="*/ 52 w 180"/>
                  <a:gd name="T19" fmla="*/ 148 h 277"/>
                  <a:gd name="T20" fmla="*/ 130 w 180"/>
                  <a:gd name="T21" fmla="*/ 111 h 277"/>
                  <a:gd name="T22" fmla="*/ 93 w 180"/>
                  <a:gd name="T23" fmla="*/ 38 h 277"/>
                  <a:gd name="T24" fmla="*/ 53 w 180"/>
                  <a:gd name="T25" fmla="*/ 111 h 277"/>
                  <a:gd name="T26" fmla="*/ 130 w 180"/>
                  <a:gd name="T27" fmla="*/ 11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0" h="277">
                    <a:moveTo>
                      <a:pt x="52" y="148"/>
                    </a:moveTo>
                    <a:cubicBezTo>
                      <a:pt x="53" y="218"/>
                      <a:pt x="82" y="235"/>
                      <a:pt x="114" y="235"/>
                    </a:cubicBezTo>
                    <a:cubicBezTo>
                      <a:pt x="133" y="235"/>
                      <a:pt x="149" y="231"/>
                      <a:pt x="160" y="226"/>
                    </a:cubicBezTo>
                    <a:lnTo>
                      <a:pt x="167" y="263"/>
                    </a:lnTo>
                    <a:cubicBezTo>
                      <a:pt x="151" y="272"/>
                      <a:pt x="127" y="276"/>
                      <a:pt x="103" y="276"/>
                    </a:cubicBezTo>
                    <a:cubicBezTo>
                      <a:pt x="36" y="276"/>
                      <a:pt x="0" y="224"/>
                      <a:pt x="0" y="142"/>
                    </a:cubicBezTo>
                    <a:cubicBezTo>
                      <a:pt x="0" y="54"/>
                      <a:pt x="42" y="0"/>
                      <a:pt x="97" y="0"/>
                    </a:cubicBezTo>
                    <a:cubicBezTo>
                      <a:pt x="153" y="0"/>
                      <a:pt x="179" y="53"/>
                      <a:pt x="179" y="121"/>
                    </a:cubicBezTo>
                    <a:cubicBezTo>
                      <a:pt x="179" y="133"/>
                      <a:pt x="178" y="142"/>
                      <a:pt x="178" y="150"/>
                    </a:cubicBezTo>
                    <a:lnTo>
                      <a:pt x="52" y="148"/>
                    </a:lnTo>
                    <a:close/>
                    <a:moveTo>
                      <a:pt x="130" y="111"/>
                    </a:moveTo>
                    <a:cubicBezTo>
                      <a:pt x="131" y="64"/>
                      <a:pt x="114" y="38"/>
                      <a:pt x="93" y="38"/>
                    </a:cubicBezTo>
                    <a:cubicBezTo>
                      <a:pt x="67" y="38"/>
                      <a:pt x="54" y="78"/>
                      <a:pt x="53" y="111"/>
                    </a:cubicBezTo>
                    <a:lnTo>
                      <a:pt x="130" y="11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25">
                <a:extLst>
                  <a:ext uri="{FF2B5EF4-FFF2-40B4-BE49-F238E27FC236}">
                    <a16:creationId xmlns:a16="http://schemas.microsoft.com/office/drawing/2014/main" id="{AB33596C-D904-820C-7B72-BF657A533853}"/>
                  </a:ext>
                </a:extLst>
              </p:cNvPr>
              <p:cNvSpPr>
                <a:spLocks noChangeArrowheads="1"/>
              </p:cNvSpPr>
              <p:nvPr/>
            </p:nvSpPr>
            <p:spPr bwMode="auto">
              <a:xfrm>
                <a:off x="5097463" y="823913"/>
                <a:ext cx="55562" cy="134937"/>
              </a:xfrm>
              <a:custGeom>
                <a:avLst/>
                <a:gdLst>
                  <a:gd name="T0" fmla="*/ 0 w 156"/>
                  <a:gd name="T1" fmla="*/ 0 h 374"/>
                  <a:gd name="T2" fmla="*/ 155 w 156"/>
                  <a:gd name="T3" fmla="*/ 0 h 374"/>
                  <a:gd name="T4" fmla="*/ 155 w 156"/>
                  <a:gd name="T5" fmla="*/ 373 h 374"/>
                  <a:gd name="T6" fmla="*/ 0 w 156"/>
                  <a:gd name="T7" fmla="*/ 0 h 374"/>
                </a:gdLst>
                <a:ahLst/>
                <a:cxnLst>
                  <a:cxn ang="0">
                    <a:pos x="T0" y="T1"/>
                  </a:cxn>
                  <a:cxn ang="0">
                    <a:pos x="T2" y="T3"/>
                  </a:cxn>
                  <a:cxn ang="0">
                    <a:pos x="T4" y="T5"/>
                  </a:cxn>
                  <a:cxn ang="0">
                    <a:pos x="T6" y="T7"/>
                  </a:cxn>
                </a:cxnLst>
                <a:rect l="0" t="0" r="r" b="b"/>
                <a:pathLst>
                  <a:path w="156" h="374">
                    <a:moveTo>
                      <a:pt x="0" y="0"/>
                    </a:moveTo>
                    <a:lnTo>
                      <a:pt x="155" y="0"/>
                    </a:lnTo>
                    <a:lnTo>
                      <a:pt x="155" y="373"/>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26">
                <a:extLst>
                  <a:ext uri="{FF2B5EF4-FFF2-40B4-BE49-F238E27FC236}">
                    <a16:creationId xmlns:a16="http://schemas.microsoft.com/office/drawing/2014/main" id="{03B4F42D-6180-8B0E-4BC7-92EEDCB64144}"/>
                  </a:ext>
                </a:extLst>
              </p:cNvPr>
              <p:cNvSpPr>
                <a:spLocks noChangeArrowheads="1"/>
              </p:cNvSpPr>
              <p:nvPr/>
            </p:nvSpPr>
            <p:spPr bwMode="auto">
              <a:xfrm>
                <a:off x="5002213" y="823913"/>
                <a:ext cx="55562" cy="134937"/>
              </a:xfrm>
              <a:custGeom>
                <a:avLst/>
                <a:gdLst>
                  <a:gd name="T0" fmla="*/ 155 w 156"/>
                  <a:gd name="T1" fmla="*/ 0 h 374"/>
                  <a:gd name="T2" fmla="*/ 0 w 156"/>
                  <a:gd name="T3" fmla="*/ 0 h 374"/>
                  <a:gd name="T4" fmla="*/ 0 w 156"/>
                  <a:gd name="T5" fmla="*/ 373 h 374"/>
                  <a:gd name="T6" fmla="*/ 155 w 156"/>
                  <a:gd name="T7" fmla="*/ 0 h 374"/>
                </a:gdLst>
                <a:ahLst/>
                <a:cxnLst>
                  <a:cxn ang="0">
                    <a:pos x="T0" y="T1"/>
                  </a:cxn>
                  <a:cxn ang="0">
                    <a:pos x="T2" y="T3"/>
                  </a:cxn>
                  <a:cxn ang="0">
                    <a:pos x="T4" y="T5"/>
                  </a:cxn>
                  <a:cxn ang="0">
                    <a:pos x="T6" y="T7"/>
                  </a:cxn>
                </a:cxnLst>
                <a:rect l="0" t="0" r="r" b="b"/>
                <a:pathLst>
                  <a:path w="156" h="374">
                    <a:moveTo>
                      <a:pt x="155" y="0"/>
                    </a:moveTo>
                    <a:lnTo>
                      <a:pt x="0" y="0"/>
                    </a:lnTo>
                    <a:lnTo>
                      <a:pt x="0" y="373"/>
                    </a:lnTo>
                    <a:lnTo>
                      <a:pt x="15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27">
                <a:extLst>
                  <a:ext uri="{FF2B5EF4-FFF2-40B4-BE49-F238E27FC236}">
                    <a16:creationId xmlns:a16="http://schemas.microsoft.com/office/drawing/2014/main" id="{DDB4AD1F-CE10-2452-D10F-5E751DEC811F}"/>
                  </a:ext>
                </a:extLst>
              </p:cNvPr>
              <p:cNvSpPr>
                <a:spLocks noChangeArrowheads="1"/>
              </p:cNvSpPr>
              <p:nvPr/>
            </p:nvSpPr>
            <p:spPr bwMode="auto">
              <a:xfrm>
                <a:off x="5053013" y="873125"/>
                <a:ext cx="60325" cy="85725"/>
              </a:xfrm>
              <a:custGeom>
                <a:avLst/>
                <a:gdLst>
                  <a:gd name="T0" fmla="*/ 68 w 167"/>
                  <a:gd name="T1" fmla="*/ 0 h 237"/>
                  <a:gd name="T2" fmla="*/ 166 w 167"/>
                  <a:gd name="T3" fmla="*/ 236 h 237"/>
                  <a:gd name="T4" fmla="*/ 101 w 167"/>
                  <a:gd name="T5" fmla="*/ 236 h 237"/>
                  <a:gd name="T6" fmla="*/ 73 w 167"/>
                  <a:gd name="T7" fmla="*/ 161 h 237"/>
                  <a:gd name="T8" fmla="*/ 0 w 167"/>
                  <a:gd name="T9" fmla="*/ 161 h 237"/>
                  <a:gd name="T10" fmla="*/ 68 w 167"/>
                  <a:gd name="T11" fmla="*/ 0 h 237"/>
                </a:gdLst>
                <a:ahLst/>
                <a:cxnLst>
                  <a:cxn ang="0">
                    <a:pos x="T0" y="T1"/>
                  </a:cxn>
                  <a:cxn ang="0">
                    <a:pos x="T2" y="T3"/>
                  </a:cxn>
                  <a:cxn ang="0">
                    <a:pos x="T4" y="T5"/>
                  </a:cxn>
                  <a:cxn ang="0">
                    <a:pos x="T6" y="T7"/>
                  </a:cxn>
                  <a:cxn ang="0">
                    <a:pos x="T8" y="T9"/>
                  </a:cxn>
                  <a:cxn ang="0">
                    <a:pos x="T10" y="T11"/>
                  </a:cxn>
                </a:cxnLst>
                <a:rect l="0" t="0" r="r" b="b"/>
                <a:pathLst>
                  <a:path w="167" h="237">
                    <a:moveTo>
                      <a:pt x="68" y="0"/>
                    </a:moveTo>
                    <a:lnTo>
                      <a:pt x="166" y="236"/>
                    </a:lnTo>
                    <a:lnTo>
                      <a:pt x="101" y="236"/>
                    </a:lnTo>
                    <a:lnTo>
                      <a:pt x="73" y="161"/>
                    </a:lnTo>
                    <a:lnTo>
                      <a:pt x="0" y="161"/>
                    </a:lnTo>
                    <a:lnTo>
                      <a:pt x="68"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 name="Freeform 28">
                <a:extLst>
                  <a:ext uri="{FF2B5EF4-FFF2-40B4-BE49-F238E27FC236}">
                    <a16:creationId xmlns:a16="http://schemas.microsoft.com/office/drawing/2014/main" id="{82905D70-707C-8083-ED62-42F78AF4FC33}"/>
                  </a:ext>
                </a:extLst>
              </p:cNvPr>
              <p:cNvSpPr>
                <a:spLocks noChangeArrowheads="1"/>
              </p:cNvSpPr>
              <p:nvPr/>
            </p:nvSpPr>
            <p:spPr bwMode="auto">
              <a:xfrm>
                <a:off x="5576888" y="858838"/>
                <a:ext cx="9525" cy="7937"/>
              </a:xfrm>
              <a:custGeom>
                <a:avLst/>
                <a:gdLst>
                  <a:gd name="T0" fmla="*/ 12 w 25"/>
                  <a:gd name="T1" fmla="*/ 0 h 24"/>
                  <a:gd name="T2" fmla="*/ 24 w 25"/>
                  <a:gd name="T3" fmla="*/ 11 h 24"/>
                  <a:gd name="T4" fmla="*/ 12 w 25"/>
                  <a:gd name="T5" fmla="*/ 23 h 24"/>
                  <a:gd name="T6" fmla="*/ 0 w 25"/>
                  <a:gd name="T7" fmla="*/ 11 h 24"/>
                  <a:gd name="T8" fmla="*/ 12 w 25"/>
                  <a:gd name="T9" fmla="*/ 0 h 24"/>
                  <a:gd name="T10" fmla="*/ 12 w 25"/>
                  <a:gd name="T11" fmla="*/ 1 h 24"/>
                  <a:gd name="T12" fmla="*/ 2 w 25"/>
                  <a:gd name="T13" fmla="*/ 10 h 24"/>
                  <a:gd name="T14" fmla="*/ 12 w 25"/>
                  <a:gd name="T15" fmla="*/ 20 h 24"/>
                  <a:gd name="T16" fmla="*/ 21 w 25"/>
                  <a:gd name="T17" fmla="*/ 10 h 24"/>
                  <a:gd name="T18" fmla="*/ 12 w 25"/>
                  <a:gd name="T19" fmla="*/ 1 h 24"/>
                  <a:gd name="T20" fmla="*/ 10 w 25"/>
                  <a:gd name="T21" fmla="*/ 18 h 24"/>
                  <a:gd name="T22" fmla="*/ 8 w 25"/>
                  <a:gd name="T23" fmla="*/ 18 h 24"/>
                  <a:gd name="T24" fmla="*/ 8 w 25"/>
                  <a:gd name="T25" fmla="*/ 5 h 24"/>
                  <a:gd name="T26" fmla="*/ 12 w 25"/>
                  <a:gd name="T27" fmla="*/ 5 h 24"/>
                  <a:gd name="T28" fmla="*/ 16 w 25"/>
                  <a:gd name="T29" fmla="*/ 6 h 24"/>
                  <a:gd name="T30" fmla="*/ 17 w 25"/>
                  <a:gd name="T31" fmla="*/ 9 h 24"/>
                  <a:gd name="T32" fmla="*/ 15 w 25"/>
                  <a:gd name="T33" fmla="*/ 12 h 24"/>
                  <a:gd name="T34" fmla="*/ 15 w 25"/>
                  <a:gd name="T35" fmla="*/ 12 h 24"/>
                  <a:gd name="T36" fmla="*/ 17 w 25"/>
                  <a:gd name="T37" fmla="*/ 16 h 24"/>
                  <a:gd name="T38" fmla="*/ 18 w 25"/>
                  <a:gd name="T39" fmla="*/ 19 h 24"/>
                  <a:gd name="T40" fmla="*/ 16 w 25"/>
                  <a:gd name="T41" fmla="*/ 19 h 24"/>
                  <a:gd name="T42" fmla="*/ 15 w 25"/>
                  <a:gd name="T43" fmla="*/ 16 h 24"/>
                  <a:gd name="T44" fmla="*/ 12 w 25"/>
                  <a:gd name="T45" fmla="*/ 14 h 24"/>
                  <a:gd name="T46" fmla="*/ 11 w 25"/>
                  <a:gd name="T47" fmla="*/ 14 h 24"/>
                  <a:gd name="T48" fmla="*/ 11 w 25"/>
                  <a:gd name="T49" fmla="*/ 18 h 24"/>
                  <a:gd name="T50" fmla="*/ 10 w 25"/>
                  <a:gd name="T51" fmla="*/ 18 h 24"/>
                  <a:gd name="T52" fmla="*/ 10 w 25"/>
                  <a:gd name="T53" fmla="*/ 10 h 24"/>
                  <a:gd name="T54" fmla="*/ 11 w 25"/>
                  <a:gd name="T55" fmla="*/ 10 h 24"/>
                  <a:gd name="T56" fmla="*/ 14 w 25"/>
                  <a:gd name="T57" fmla="*/ 8 h 24"/>
                  <a:gd name="T58" fmla="*/ 11 w 25"/>
                  <a:gd name="T59" fmla="*/ 6 h 24"/>
                  <a:gd name="T60" fmla="*/ 10 w 25"/>
                  <a:gd name="T61" fmla="*/ 6 h 24"/>
                  <a:gd name="T62" fmla="*/ 10 w 25"/>
                  <a:gd name="T6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 h="24">
                    <a:moveTo>
                      <a:pt x="12" y="0"/>
                    </a:moveTo>
                    <a:cubicBezTo>
                      <a:pt x="18" y="0"/>
                      <a:pt x="24" y="4"/>
                      <a:pt x="24" y="11"/>
                    </a:cubicBezTo>
                    <a:cubicBezTo>
                      <a:pt x="24" y="17"/>
                      <a:pt x="19" y="23"/>
                      <a:pt x="12" y="23"/>
                    </a:cubicBezTo>
                    <a:cubicBezTo>
                      <a:pt x="6" y="23"/>
                      <a:pt x="0" y="17"/>
                      <a:pt x="0" y="11"/>
                    </a:cubicBezTo>
                    <a:cubicBezTo>
                      <a:pt x="0" y="4"/>
                      <a:pt x="5" y="0"/>
                      <a:pt x="12" y="0"/>
                    </a:cubicBezTo>
                    <a:close/>
                    <a:moveTo>
                      <a:pt x="12" y="1"/>
                    </a:moveTo>
                    <a:cubicBezTo>
                      <a:pt x="6" y="1"/>
                      <a:pt x="2" y="4"/>
                      <a:pt x="2" y="10"/>
                    </a:cubicBezTo>
                    <a:cubicBezTo>
                      <a:pt x="2" y="15"/>
                      <a:pt x="7" y="20"/>
                      <a:pt x="12" y="20"/>
                    </a:cubicBezTo>
                    <a:cubicBezTo>
                      <a:pt x="18" y="20"/>
                      <a:pt x="21" y="16"/>
                      <a:pt x="21" y="10"/>
                    </a:cubicBezTo>
                    <a:cubicBezTo>
                      <a:pt x="21" y="6"/>
                      <a:pt x="17" y="1"/>
                      <a:pt x="12" y="1"/>
                    </a:cubicBezTo>
                    <a:close/>
                    <a:moveTo>
                      <a:pt x="10" y="18"/>
                    </a:moveTo>
                    <a:lnTo>
                      <a:pt x="8" y="18"/>
                    </a:lnTo>
                    <a:lnTo>
                      <a:pt x="8" y="5"/>
                    </a:lnTo>
                    <a:cubicBezTo>
                      <a:pt x="9" y="5"/>
                      <a:pt x="10" y="5"/>
                      <a:pt x="12" y="5"/>
                    </a:cubicBezTo>
                    <a:cubicBezTo>
                      <a:pt x="14" y="5"/>
                      <a:pt x="15" y="5"/>
                      <a:pt x="16" y="6"/>
                    </a:cubicBezTo>
                    <a:cubicBezTo>
                      <a:pt x="17" y="7"/>
                      <a:pt x="17" y="7"/>
                      <a:pt x="17" y="9"/>
                    </a:cubicBezTo>
                    <a:cubicBezTo>
                      <a:pt x="17" y="11"/>
                      <a:pt x="16" y="12"/>
                      <a:pt x="15" y="12"/>
                    </a:cubicBezTo>
                    <a:lnTo>
                      <a:pt x="15" y="12"/>
                    </a:lnTo>
                    <a:cubicBezTo>
                      <a:pt x="16" y="12"/>
                      <a:pt x="17" y="14"/>
                      <a:pt x="17" y="16"/>
                    </a:cubicBezTo>
                    <a:cubicBezTo>
                      <a:pt x="17" y="18"/>
                      <a:pt x="18" y="19"/>
                      <a:pt x="18" y="19"/>
                    </a:cubicBezTo>
                    <a:lnTo>
                      <a:pt x="16" y="19"/>
                    </a:lnTo>
                    <a:cubicBezTo>
                      <a:pt x="16" y="19"/>
                      <a:pt x="15" y="17"/>
                      <a:pt x="15" y="16"/>
                    </a:cubicBezTo>
                    <a:cubicBezTo>
                      <a:pt x="15" y="14"/>
                      <a:pt x="14" y="14"/>
                      <a:pt x="12" y="14"/>
                    </a:cubicBezTo>
                    <a:lnTo>
                      <a:pt x="11" y="14"/>
                    </a:lnTo>
                    <a:lnTo>
                      <a:pt x="11" y="18"/>
                    </a:lnTo>
                    <a:lnTo>
                      <a:pt x="10" y="18"/>
                    </a:lnTo>
                    <a:close/>
                    <a:moveTo>
                      <a:pt x="10" y="10"/>
                    </a:moveTo>
                    <a:lnTo>
                      <a:pt x="11" y="10"/>
                    </a:lnTo>
                    <a:cubicBezTo>
                      <a:pt x="13" y="10"/>
                      <a:pt x="14" y="9"/>
                      <a:pt x="14" y="8"/>
                    </a:cubicBezTo>
                    <a:cubicBezTo>
                      <a:pt x="14" y="7"/>
                      <a:pt x="13" y="6"/>
                      <a:pt x="11" y="6"/>
                    </a:cubicBezTo>
                    <a:cubicBezTo>
                      <a:pt x="10" y="6"/>
                      <a:pt x="10" y="6"/>
                      <a:pt x="10" y="6"/>
                    </a:cubicBezTo>
                    <a:lnTo>
                      <a:pt x="10" y="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2" name="Freeform 29">
                <a:extLst>
                  <a:ext uri="{FF2B5EF4-FFF2-40B4-BE49-F238E27FC236}">
                    <a16:creationId xmlns:a16="http://schemas.microsoft.com/office/drawing/2014/main" id="{D736A619-AE58-951F-2396-97A0E7CAC915}"/>
                  </a:ext>
                </a:extLst>
              </p:cNvPr>
              <p:cNvSpPr>
                <a:spLocks noChangeArrowheads="1"/>
              </p:cNvSpPr>
              <p:nvPr/>
            </p:nvSpPr>
            <p:spPr bwMode="auto">
              <a:xfrm>
                <a:off x="5156200" y="823913"/>
                <a:ext cx="9525" cy="9525"/>
              </a:xfrm>
              <a:custGeom>
                <a:avLst/>
                <a:gdLst>
                  <a:gd name="T0" fmla="*/ 12 w 25"/>
                  <a:gd name="T1" fmla="*/ 0 h 25"/>
                  <a:gd name="T2" fmla="*/ 24 w 25"/>
                  <a:gd name="T3" fmla="*/ 12 h 25"/>
                  <a:gd name="T4" fmla="*/ 12 w 25"/>
                  <a:gd name="T5" fmla="*/ 24 h 25"/>
                  <a:gd name="T6" fmla="*/ 0 w 25"/>
                  <a:gd name="T7" fmla="*/ 12 h 25"/>
                  <a:gd name="T8" fmla="*/ 12 w 25"/>
                  <a:gd name="T9" fmla="*/ 0 h 25"/>
                  <a:gd name="T10" fmla="*/ 12 w 25"/>
                  <a:gd name="T11" fmla="*/ 2 h 25"/>
                  <a:gd name="T12" fmla="*/ 2 w 25"/>
                  <a:gd name="T13" fmla="*/ 12 h 25"/>
                  <a:gd name="T14" fmla="*/ 12 w 25"/>
                  <a:gd name="T15" fmla="*/ 22 h 25"/>
                  <a:gd name="T16" fmla="*/ 22 w 25"/>
                  <a:gd name="T17" fmla="*/ 12 h 25"/>
                  <a:gd name="T18" fmla="*/ 12 w 25"/>
                  <a:gd name="T19" fmla="*/ 2 h 25"/>
                  <a:gd name="T20" fmla="*/ 10 w 25"/>
                  <a:gd name="T21" fmla="*/ 19 h 25"/>
                  <a:gd name="T22" fmla="*/ 8 w 25"/>
                  <a:gd name="T23" fmla="*/ 19 h 25"/>
                  <a:gd name="T24" fmla="*/ 8 w 25"/>
                  <a:gd name="T25" fmla="*/ 7 h 25"/>
                  <a:gd name="T26" fmla="*/ 12 w 25"/>
                  <a:gd name="T27" fmla="*/ 7 h 25"/>
                  <a:gd name="T28" fmla="*/ 16 w 25"/>
                  <a:gd name="T29" fmla="*/ 8 h 25"/>
                  <a:gd name="T30" fmla="*/ 17 w 25"/>
                  <a:gd name="T31" fmla="*/ 11 h 25"/>
                  <a:gd name="T32" fmla="*/ 15 w 25"/>
                  <a:gd name="T33" fmla="*/ 14 h 25"/>
                  <a:gd name="T34" fmla="*/ 15 w 25"/>
                  <a:gd name="T35" fmla="*/ 14 h 25"/>
                  <a:gd name="T36" fmla="*/ 17 w 25"/>
                  <a:gd name="T37" fmla="*/ 17 h 25"/>
                  <a:gd name="T38" fmla="*/ 18 w 25"/>
                  <a:gd name="T39" fmla="*/ 20 h 25"/>
                  <a:gd name="T40" fmla="*/ 16 w 25"/>
                  <a:gd name="T41" fmla="*/ 20 h 25"/>
                  <a:gd name="T42" fmla="*/ 15 w 25"/>
                  <a:gd name="T43" fmla="*/ 17 h 25"/>
                  <a:gd name="T44" fmla="*/ 12 w 25"/>
                  <a:gd name="T45" fmla="*/ 15 h 25"/>
                  <a:gd name="T46" fmla="*/ 11 w 25"/>
                  <a:gd name="T47" fmla="*/ 15 h 25"/>
                  <a:gd name="T48" fmla="*/ 11 w 25"/>
                  <a:gd name="T49" fmla="*/ 19 h 25"/>
                  <a:gd name="T50" fmla="*/ 10 w 25"/>
                  <a:gd name="T51" fmla="*/ 19 h 25"/>
                  <a:gd name="T52" fmla="*/ 10 w 25"/>
                  <a:gd name="T53" fmla="*/ 12 h 25"/>
                  <a:gd name="T54" fmla="*/ 11 w 25"/>
                  <a:gd name="T55" fmla="*/ 12 h 25"/>
                  <a:gd name="T56" fmla="*/ 14 w 25"/>
                  <a:gd name="T57" fmla="*/ 10 h 25"/>
                  <a:gd name="T58" fmla="*/ 11 w 25"/>
                  <a:gd name="T59" fmla="*/ 8 h 25"/>
                  <a:gd name="T60" fmla="*/ 10 w 25"/>
                  <a:gd name="T61" fmla="*/ 8 h 25"/>
                  <a:gd name="T62" fmla="*/ 10 w 25"/>
                  <a:gd name="T63"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 h="25">
                    <a:moveTo>
                      <a:pt x="12" y="0"/>
                    </a:moveTo>
                    <a:cubicBezTo>
                      <a:pt x="18" y="0"/>
                      <a:pt x="24" y="5"/>
                      <a:pt x="24" y="12"/>
                    </a:cubicBezTo>
                    <a:cubicBezTo>
                      <a:pt x="24" y="18"/>
                      <a:pt x="18" y="24"/>
                      <a:pt x="12" y="24"/>
                    </a:cubicBezTo>
                    <a:cubicBezTo>
                      <a:pt x="6" y="24"/>
                      <a:pt x="0" y="18"/>
                      <a:pt x="0" y="12"/>
                    </a:cubicBezTo>
                    <a:cubicBezTo>
                      <a:pt x="0" y="5"/>
                      <a:pt x="6" y="0"/>
                      <a:pt x="12" y="0"/>
                    </a:cubicBezTo>
                    <a:close/>
                    <a:moveTo>
                      <a:pt x="12" y="2"/>
                    </a:moveTo>
                    <a:cubicBezTo>
                      <a:pt x="7" y="2"/>
                      <a:pt x="2" y="7"/>
                      <a:pt x="2" y="12"/>
                    </a:cubicBezTo>
                    <a:cubicBezTo>
                      <a:pt x="2" y="17"/>
                      <a:pt x="7" y="22"/>
                      <a:pt x="12" y="22"/>
                    </a:cubicBezTo>
                    <a:cubicBezTo>
                      <a:pt x="17" y="22"/>
                      <a:pt x="22" y="17"/>
                      <a:pt x="22" y="12"/>
                    </a:cubicBezTo>
                    <a:cubicBezTo>
                      <a:pt x="22" y="7"/>
                      <a:pt x="17" y="2"/>
                      <a:pt x="12" y="2"/>
                    </a:cubicBezTo>
                    <a:close/>
                    <a:moveTo>
                      <a:pt x="10" y="19"/>
                    </a:moveTo>
                    <a:lnTo>
                      <a:pt x="8" y="19"/>
                    </a:lnTo>
                    <a:lnTo>
                      <a:pt x="8" y="7"/>
                    </a:lnTo>
                    <a:cubicBezTo>
                      <a:pt x="9" y="7"/>
                      <a:pt x="10" y="7"/>
                      <a:pt x="12" y="7"/>
                    </a:cubicBezTo>
                    <a:cubicBezTo>
                      <a:pt x="14" y="7"/>
                      <a:pt x="15" y="7"/>
                      <a:pt x="16" y="8"/>
                    </a:cubicBezTo>
                    <a:cubicBezTo>
                      <a:pt x="17" y="9"/>
                      <a:pt x="17" y="9"/>
                      <a:pt x="17" y="11"/>
                    </a:cubicBezTo>
                    <a:cubicBezTo>
                      <a:pt x="17" y="13"/>
                      <a:pt x="16" y="14"/>
                      <a:pt x="15" y="14"/>
                    </a:cubicBezTo>
                    <a:lnTo>
                      <a:pt x="15" y="14"/>
                    </a:lnTo>
                    <a:cubicBezTo>
                      <a:pt x="16" y="14"/>
                      <a:pt x="17" y="15"/>
                      <a:pt x="17" y="17"/>
                    </a:cubicBezTo>
                    <a:cubicBezTo>
                      <a:pt x="17" y="19"/>
                      <a:pt x="18" y="20"/>
                      <a:pt x="18" y="20"/>
                    </a:cubicBezTo>
                    <a:lnTo>
                      <a:pt x="16" y="20"/>
                    </a:lnTo>
                    <a:cubicBezTo>
                      <a:pt x="16" y="20"/>
                      <a:pt x="15" y="18"/>
                      <a:pt x="15" y="17"/>
                    </a:cubicBezTo>
                    <a:cubicBezTo>
                      <a:pt x="15" y="15"/>
                      <a:pt x="14" y="15"/>
                      <a:pt x="12" y="15"/>
                    </a:cubicBezTo>
                    <a:lnTo>
                      <a:pt x="11" y="15"/>
                    </a:lnTo>
                    <a:lnTo>
                      <a:pt x="11" y="19"/>
                    </a:lnTo>
                    <a:lnTo>
                      <a:pt x="10" y="19"/>
                    </a:lnTo>
                    <a:close/>
                    <a:moveTo>
                      <a:pt x="10" y="12"/>
                    </a:moveTo>
                    <a:lnTo>
                      <a:pt x="11" y="12"/>
                    </a:lnTo>
                    <a:cubicBezTo>
                      <a:pt x="13" y="12"/>
                      <a:pt x="14" y="11"/>
                      <a:pt x="14" y="10"/>
                    </a:cubicBezTo>
                    <a:cubicBezTo>
                      <a:pt x="14" y="9"/>
                      <a:pt x="13" y="8"/>
                      <a:pt x="11" y="8"/>
                    </a:cubicBezTo>
                    <a:cubicBezTo>
                      <a:pt x="10" y="8"/>
                      <a:pt x="10" y="8"/>
                      <a:pt x="10" y="8"/>
                    </a:cubicBezTo>
                    <a:lnTo>
                      <a:pt x="10" y="1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59" name="Group 58">
            <a:extLst>
              <a:ext uri="{FF2B5EF4-FFF2-40B4-BE49-F238E27FC236}">
                <a16:creationId xmlns:a16="http://schemas.microsoft.com/office/drawing/2014/main" id="{BC26665C-80C0-197D-9BF9-E19F053D2422}"/>
              </a:ext>
            </a:extLst>
          </p:cNvPr>
          <p:cNvGrpSpPr/>
          <p:nvPr/>
        </p:nvGrpSpPr>
        <p:grpSpPr>
          <a:xfrm>
            <a:off x="1307541" y="2611577"/>
            <a:ext cx="1968670" cy="295912"/>
            <a:chOff x="4240213" y="1244600"/>
            <a:chExt cx="1277937" cy="192088"/>
          </a:xfrm>
          <a:solidFill>
            <a:schemeClr val="tx1"/>
          </a:solidFill>
        </p:grpSpPr>
        <p:grpSp>
          <p:nvGrpSpPr>
            <p:cNvPr id="60" name="Group 59">
              <a:extLst>
                <a:ext uri="{FF2B5EF4-FFF2-40B4-BE49-F238E27FC236}">
                  <a16:creationId xmlns:a16="http://schemas.microsoft.com/office/drawing/2014/main" id="{3C72FEDB-AD35-A859-D8F8-6809BEB4FC0D}"/>
                </a:ext>
              </a:extLst>
            </p:cNvPr>
            <p:cNvGrpSpPr/>
            <p:nvPr/>
          </p:nvGrpSpPr>
          <p:grpSpPr>
            <a:xfrm>
              <a:off x="4240213" y="1270000"/>
              <a:ext cx="484187" cy="127000"/>
              <a:chOff x="4240213" y="1270000"/>
              <a:chExt cx="484187" cy="127000"/>
            </a:xfrm>
            <a:grpFill/>
          </p:grpSpPr>
          <p:sp>
            <p:nvSpPr>
              <p:cNvPr id="70" name="Freeform 30">
                <a:extLst>
                  <a:ext uri="{FF2B5EF4-FFF2-40B4-BE49-F238E27FC236}">
                    <a16:creationId xmlns:a16="http://schemas.microsoft.com/office/drawing/2014/main" id="{E543B0FD-EEA7-6748-254C-51B983BC3703}"/>
                  </a:ext>
                </a:extLst>
              </p:cNvPr>
              <p:cNvSpPr>
                <a:spLocks noChangeArrowheads="1"/>
              </p:cNvSpPr>
              <p:nvPr/>
            </p:nvSpPr>
            <p:spPr bwMode="auto">
              <a:xfrm>
                <a:off x="4327525" y="1270000"/>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5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5"/>
                    </a:lnTo>
                    <a:cubicBezTo>
                      <a:pt x="0" y="329"/>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1" name="Freeform 31">
                <a:extLst>
                  <a:ext uri="{FF2B5EF4-FFF2-40B4-BE49-F238E27FC236}">
                    <a16:creationId xmlns:a16="http://schemas.microsoft.com/office/drawing/2014/main" id="{BF2AE0BA-1152-A6D2-CC61-AD8FAEE3CDFE}"/>
                  </a:ext>
                </a:extLst>
              </p:cNvPr>
              <p:cNvSpPr>
                <a:spLocks noChangeArrowheads="1"/>
              </p:cNvSpPr>
              <p:nvPr/>
            </p:nvSpPr>
            <p:spPr bwMode="auto">
              <a:xfrm>
                <a:off x="4354513" y="1301750"/>
                <a:ext cx="93662" cy="93663"/>
              </a:xfrm>
              <a:custGeom>
                <a:avLst/>
                <a:gdLst>
                  <a:gd name="T0" fmla="*/ 119 w 259"/>
                  <a:gd name="T1" fmla="*/ 259 h 260"/>
                  <a:gd name="T2" fmla="*/ 193 w 259"/>
                  <a:gd name="T3" fmla="*/ 225 h 260"/>
                  <a:gd name="T4" fmla="*/ 193 w 259"/>
                  <a:gd name="T5" fmla="*/ 225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5"/>
                    </a:cubicBezTo>
                    <a:lnTo>
                      <a:pt x="193" y="225"/>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0"/>
                      <a:pt x="195" y="129"/>
                    </a:cubicBezTo>
                    <a:cubicBezTo>
                      <a:pt x="195" y="167"/>
                      <a:pt x="169" y="197"/>
                      <a:pt x="132" y="197"/>
                    </a:cubicBezTo>
                    <a:cubicBezTo>
                      <a:pt x="93" y="197"/>
                      <a:pt x="69" y="166"/>
                      <a:pt x="69" y="129"/>
                    </a:cubicBezTo>
                    <a:cubicBezTo>
                      <a:pt x="69" y="91"/>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2" name="Freeform 32">
                <a:extLst>
                  <a:ext uri="{FF2B5EF4-FFF2-40B4-BE49-F238E27FC236}">
                    <a16:creationId xmlns:a16="http://schemas.microsoft.com/office/drawing/2014/main" id="{FAAB9C5B-B7BF-2BCF-060D-9B3758D138C2}"/>
                  </a:ext>
                </a:extLst>
              </p:cNvPr>
              <p:cNvSpPr>
                <a:spLocks noChangeArrowheads="1"/>
              </p:cNvSpPr>
              <p:nvPr/>
            </p:nvSpPr>
            <p:spPr bwMode="auto">
              <a:xfrm>
                <a:off x="4454525" y="1270000"/>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5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5"/>
                    </a:lnTo>
                    <a:cubicBezTo>
                      <a:pt x="0" y="330"/>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3" name="Freeform 33">
                <a:extLst>
                  <a:ext uri="{FF2B5EF4-FFF2-40B4-BE49-F238E27FC236}">
                    <a16:creationId xmlns:a16="http://schemas.microsoft.com/office/drawing/2014/main" id="{CD77BB55-A20D-2363-2F77-2390AA2AD48F}"/>
                  </a:ext>
                </a:extLst>
              </p:cNvPr>
              <p:cNvSpPr>
                <a:spLocks noChangeArrowheads="1"/>
              </p:cNvSpPr>
              <p:nvPr/>
            </p:nvSpPr>
            <p:spPr bwMode="auto">
              <a:xfrm>
                <a:off x="4481513" y="1303338"/>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8"/>
                      <a:pt x="198" y="128"/>
                    </a:cubicBezTo>
                    <a:cubicBezTo>
                      <a:pt x="198" y="167"/>
                      <a:pt x="170" y="196"/>
                      <a:pt x="133" y="196"/>
                    </a:cubicBezTo>
                    <a:cubicBezTo>
                      <a:pt x="95" y="196"/>
                      <a:pt x="68" y="168"/>
                      <a:pt x="68" y="128"/>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4" name="Freeform 34">
                <a:extLst>
                  <a:ext uri="{FF2B5EF4-FFF2-40B4-BE49-F238E27FC236}">
                    <a16:creationId xmlns:a16="http://schemas.microsoft.com/office/drawing/2014/main" id="{2F932E74-B7DB-8E69-F5CE-9CCBBA052910}"/>
                  </a:ext>
                </a:extLst>
              </p:cNvPr>
              <p:cNvSpPr>
                <a:spLocks noChangeArrowheads="1"/>
              </p:cNvSpPr>
              <p:nvPr/>
            </p:nvSpPr>
            <p:spPr bwMode="auto">
              <a:xfrm>
                <a:off x="4579938" y="1301750"/>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5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2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5"/>
                      <a:pt x="286" y="65"/>
                    </a:cubicBezTo>
                    <a:cubicBezTo>
                      <a:pt x="316" y="65"/>
                      <a:pt x="334" y="84"/>
                      <a:pt x="334" y="119"/>
                    </a:cubicBezTo>
                    <a:lnTo>
                      <a:pt x="334" y="227"/>
                    </a:lnTo>
                    <a:cubicBezTo>
                      <a:pt x="334" y="242"/>
                      <a:pt x="346" y="254"/>
                      <a:pt x="361" y="254"/>
                    </a:cubicBezTo>
                    <a:lnTo>
                      <a:pt x="399" y="254"/>
                    </a:lnTo>
                    <a:lnTo>
                      <a:pt x="399" y="98"/>
                    </a:lnTo>
                    <a:cubicBezTo>
                      <a:pt x="399" y="41"/>
                      <a:pt x="361" y="2"/>
                      <a:pt x="303" y="2"/>
                    </a:cubicBezTo>
                    <a:cubicBezTo>
                      <a:pt x="271" y="2"/>
                      <a:pt x="239" y="12"/>
                      <a:pt x="219" y="43"/>
                    </a:cubicBezTo>
                    <a:cubicBezTo>
                      <a:pt x="203" y="18"/>
                      <a:pt x="175" y="2"/>
                      <a:pt x="138" y="0"/>
                    </a:cubicBezTo>
                    <a:cubicBezTo>
                      <a:pt x="110" y="0"/>
                      <a:pt x="84" y="10"/>
                      <a:pt x="65" y="36"/>
                    </a:cubicBezTo>
                    <a:lnTo>
                      <a:pt x="65" y="7"/>
                    </a:lnTo>
                    <a:lnTo>
                      <a:pt x="1" y="7"/>
                    </a:lnTo>
                    <a:lnTo>
                      <a:pt x="0" y="225"/>
                    </a:lnTo>
                    <a:cubicBezTo>
                      <a:pt x="0" y="245"/>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5" name="Freeform 35">
                <a:extLst>
                  <a:ext uri="{FF2B5EF4-FFF2-40B4-BE49-F238E27FC236}">
                    <a16:creationId xmlns:a16="http://schemas.microsoft.com/office/drawing/2014/main" id="{6B5F08C4-67F5-8B26-7919-B6CEFC952D78}"/>
                  </a:ext>
                </a:extLst>
              </p:cNvPr>
              <p:cNvSpPr>
                <a:spLocks noChangeArrowheads="1"/>
              </p:cNvSpPr>
              <p:nvPr/>
            </p:nvSpPr>
            <p:spPr bwMode="auto">
              <a:xfrm>
                <a:off x="4240213" y="1301750"/>
                <a:ext cx="85725" cy="93663"/>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4"/>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61" name="Freeform 36">
              <a:extLst>
                <a:ext uri="{FF2B5EF4-FFF2-40B4-BE49-F238E27FC236}">
                  <a16:creationId xmlns:a16="http://schemas.microsoft.com/office/drawing/2014/main" id="{F00C4F95-5717-4149-7FF1-7C46486B7888}"/>
                </a:ext>
              </a:extLst>
            </p:cNvPr>
            <p:cNvSpPr>
              <a:spLocks noChangeArrowheads="1"/>
            </p:cNvSpPr>
            <p:nvPr/>
          </p:nvSpPr>
          <p:spPr bwMode="auto">
            <a:xfrm>
              <a:off x="4860925" y="124460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62" name="Group 61">
              <a:extLst>
                <a:ext uri="{FF2B5EF4-FFF2-40B4-BE49-F238E27FC236}">
                  <a16:creationId xmlns:a16="http://schemas.microsoft.com/office/drawing/2014/main" id="{77FC5620-82EF-6B35-124B-448A86C0D947}"/>
                </a:ext>
              </a:extLst>
            </p:cNvPr>
            <p:cNvGrpSpPr/>
            <p:nvPr/>
          </p:nvGrpSpPr>
          <p:grpSpPr>
            <a:xfrm>
              <a:off x="5002213" y="1271588"/>
              <a:ext cx="515937" cy="157162"/>
              <a:chOff x="5002213" y="1271588"/>
              <a:chExt cx="515937" cy="157162"/>
            </a:xfrm>
            <a:grpFill/>
          </p:grpSpPr>
          <p:sp>
            <p:nvSpPr>
              <p:cNvPr id="63" name="Freeform 37">
                <a:extLst>
                  <a:ext uri="{FF2B5EF4-FFF2-40B4-BE49-F238E27FC236}">
                    <a16:creationId xmlns:a16="http://schemas.microsoft.com/office/drawing/2014/main" id="{D8CCF8B7-A8FA-C124-1B08-A5E0631979C6}"/>
                  </a:ext>
                </a:extLst>
              </p:cNvPr>
              <p:cNvSpPr>
                <a:spLocks noChangeArrowheads="1"/>
              </p:cNvSpPr>
              <p:nvPr/>
            </p:nvSpPr>
            <p:spPr bwMode="auto">
              <a:xfrm>
                <a:off x="5002213" y="1303338"/>
                <a:ext cx="82550" cy="90487"/>
              </a:xfrm>
              <a:custGeom>
                <a:avLst/>
                <a:gdLst>
                  <a:gd name="T0" fmla="*/ 213 w 230"/>
                  <a:gd name="T1" fmla="*/ 206 h 252"/>
                  <a:gd name="T2" fmla="*/ 209 w 230"/>
                  <a:gd name="T3" fmla="*/ 207 h 252"/>
                  <a:gd name="T4" fmla="*/ 192 w 230"/>
                  <a:gd name="T5" fmla="*/ 209 h 252"/>
                  <a:gd name="T6" fmla="*/ 179 w 230"/>
                  <a:gd name="T7" fmla="*/ 193 h 252"/>
                  <a:gd name="T8" fmla="*/ 179 w 230"/>
                  <a:gd name="T9" fmla="*/ 30 h 252"/>
                  <a:gd name="T10" fmla="*/ 173 w 230"/>
                  <a:gd name="T11" fmla="*/ 20 h 252"/>
                  <a:gd name="T12" fmla="*/ 172 w 230"/>
                  <a:gd name="T13" fmla="*/ 19 h 252"/>
                  <a:gd name="T14" fmla="*/ 171 w 230"/>
                  <a:gd name="T15" fmla="*/ 18 h 252"/>
                  <a:gd name="T16" fmla="*/ 135 w 230"/>
                  <a:gd name="T17" fmla="*/ 5 h 252"/>
                  <a:gd name="T18" fmla="*/ 134 w 230"/>
                  <a:gd name="T19" fmla="*/ 5 h 252"/>
                  <a:gd name="T20" fmla="*/ 87 w 230"/>
                  <a:gd name="T21" fmla="*/ 0 h 252"/>
                  <a:gd name="T22" fmla="*/ 65 w 230"/>
                  <a:gd name="T23" fmla="*/ 1 h 252"/>
                  <a:gd name="T24" fmla="*/ 32 w 230"/>
                  <a:gd name="T25" fmla="*/ 7 h 252"/>
                  <a:gd name="T26" fmla="*/ 24 w 230"/>
                  <a:gd name="T27" fmla="*/ 17 h 252"/>
                  <a:gd name="T28" fmla="*/ 27 w 230"/>
                  <a:gd name="T29" fmla="*/ 30 h 252"/>
                  <a:gd name="T30" fmla="*/ 35 w 230"/>
                  <a:gd name="T31" fmla="*/ 39 h 252"/>
                  <a:gd name="T32" fmla="*/ 51 w 230"/>
                  <a:gd name="T33" fmla="*/ 37 h 252"/>
                  <a:gd name="T34" fmla="*/ 78 w 230"/>
                  <a:gd name="T35" fmla="*/ 34 h 252"/>
                  <a:gd name="T36" fmla="*/ 107 w 230"/>
                  <a:gd name="T37" fmla="*/ 35 h 252"/>
                  <a:gd name="T38" fmla="*/ 137 w 230"/>
                  <a:gd name="T39" fmla="*/ 45 h 252"/>
                  <a:gd name="T40" fmla="*/ 137 w 230"/>
                  <a:gd name="T41" fmla="*/ 108 h 252"/>
                  <a:gd name="T42" fmla="*/ 135 w 230"/>
                  <a:gd name="T43" fmla="*/ 108 h 252"/>
                  <a:gd name="T44" fmla="*/ 89 w 230"/>
                  <a:gd name="T45" fmla="*/ 109 h 252"/>
                  <a:gd name="T46" fmla="*/ 0 w 230"/>
                  <a:gd name="T47" fmla="*/ 184 h 252"/>
                  <a:gd name="T48" fmla="*/ 20 w 230"/>
                  <a:gd name="T49" fmla="*/ 235 h 252"/>
                  <a:gd name="T50" fmla="*/ 73 w 230"/>
                  <a:gd name="T51" fmla="*/ 251 h 252"/>
                  <a:gd name="T52" fmla="*/ 140 w 230"/>
                  <a:gd name="T53" fmla="*/ 227 h 252"/>
                  <a:gd name="T54" fmla="*/ 142 w 230"/>
                  <a:gd name="T55" fmla="*/ 226 h 252"/>
                  <a:gd name="T56" fmla="*/ 144 w 230"/>
                  <a:gd name="T57" fmla="*/ 228 h 252"/>
                  <a:gd name="T58" fmla="*/ 169 w 230"/>
                  <a:gd name="T59" fmla="*/ 249 h 252"/>
                  <a:gd name="T60" fmla="*/ 188 w 230"/>
                  <a:gd name="T61" fmla="*/ 251 h 252"/>
                  <a:gd name="T62" fmla="*/ 194 w 230"/>
                  <a:gd name="T63" fmla="*/ 251 h 252"/>
                  <a:gd name="T64" fmla="*/ 221 w 230"/>
                  <a:gd name="T65" fmla="*/ 244 h 252"/>
                  <a:gd name="T66" fmla="*/ 229 w 230"/>
                  <a:gd name="T67" fmla="*/ 232 h 252"/>
                  <a:gd name="T68" fmla="*/ 224 w 230"/>
                  <a:gd name="T69" fmla="*/ 215 h 252"/>
                  <a:gd name="T70" fmla="*/ 213 w 230"/>
                  <a:gd name="T71" fmla="*/ 206 h 252"/>
                  <a:gd name="T72" fmla="*/ 136 w 230"/>
                  <a:gd name="T73" fmla="*/ 201 h 252"/>
                  <a:gd name="T74" fmla="*/ 79 w 230"/>
                  <a:gd name="T75" fmla="*/ 218 h 252"/>
                  <a:gd name="T76" fmla="*/ 42 w 230"/>
                  <a:gd name="T77" fmla="*/ 182 h 252"/>
                  <a:gd name="T78" fmla="*/ 87 w 230"/>
                  <a:gd name="T79" fmla="*/ 140 h 252"/>
                  <a:gd name="T80" fmla="*/ 134 w 230"/>
                  <a:gd name="T81" fmla="*/ 138 h 252"/>
                  <a:gd name="T82" fmla="*/ 136 w 230"/>
                  <a:gd name="T83" fmla="*/ 138 h 252"/>
                  <a:gd name="T84" fmla="*/ 138 w 230"/>
                  <a:gd name="T85" fmla="*/ 138 h 252"/>
                  <a:gd name="T86" fmla="*/ 138 w 230"/>
                  <a:gd name="T87" fmla="*/ 200 h 252"/>
                  <a:gd name="T88" fmla="*/ 136 w 230"/>
                  <a:gd name="T89" fmla="*/ 20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0" h="252">
                    <a:moveTo>
                      <a:pt x="213" y="206"/>
                    </a:moveTo>
                    <a:cubicBezTo>
                      <a:pt x="212" y="206"/>
                      <a:pt x="211" y="206"/>
                      <a:pt x="209" y="207"/>
                    </a:cubicBezTo>
                    <a:cubicBezTo>
                      <a:pt x="201" y="209"/>
                      <a:pt x="197" y="209"/>
                      <a:pt x="192" y="209"/>
                    </a:cubicBezTo>
                    <a:cubicBezTo>
                      <a:pt x="181" y="209"/>
                      <a:pt x="179" y="206"/>
                      <a:pt x="179" y="193"/>
                    </a:cubicBezTo>
                    <a:lnTo>
                      <a:pt x="179" y="30"/>
                    </a:lnTo>
                    <a:cubicBezTo>
                      <a:pt x="179" y="25"/>
                      <a:pt x="177" y="22"/>
                      <a:pt x="173" y="20"/>
                    </a:cubicBezTo>
                    <a:lnTo>
                      <a:pt x="172" y="19"/>
                    </a:lnTo>
                    <a:lnTo>
                      <a:pt x="171" y="18"/>
                    </a:lnTo>
                    <a:cubicBezTo>
                      <a:pt x="163" y="13"/>
                      <a:pt x="148" y="8"/>
                      <a:pt x="135" y="5"/>
                    </a:cubicBezTo>
                    <a:lnTo>
                      <a:pt x="134" y="5"/>
                    </a:lnTo>
                    <a:cubicBezTo>
                      <a:pt x="119" y="2"/>
                      <a:pt x="103" y="0"/>
                      <a:pt x="87" y="0"/>
                    </a:cubicBezTo>
                    <a:cubicBezTo>
                      <a:pt x="77" y="0"/>
                      <a:pt x="69" y="1"/>
                      <a:pt x="65" y="1"/>
                    </a:cubicBezTo>
                    <a:cubicBezTo>
                      <a:pt x="58" y="2"/>
                      <a:pt x="39" y="5"/>
                      <a:pt x="32" y="7"/>
                    </a:cubicBezTo>
                    <a:cubicBezTo>
                      <a:pt x="30" y="8"/>
                      <a:pt x="25" y="10"/>
                      <a:pt x="24" y="17"/>
                    </a:cubicBezTo>
                    <a:cubicBezTo>
                      <a:pt x="24" y="20"/>
                      <a:pt x="27" y="30"/>
                      <a:pt x="27" y="30"/>
                    </a:cubicBezTo>
                    <a:cubicBezTo>
                      <a:pt x="29" y="36"/>
                      <a:pt x="31" y="38"/>
                      <a:pt x="35" y="39"/>
                    </a:cubicBezTo>
                    <a:cubicBezTo>
                      <a:pt x="39" y="39"/>
                      <a:pt x="46" y="38"/>
                      <a:pt x="51" y="37"/>
                    </a:cubicBezTo>
                    <a:cubicBezTo>
                      <a:pt x="64" y="35"/>
                      <a:pt x="72" y="34"/>
                      <a:pt x="78" y="34"/>
                    </a:cubicBezTo>
                    <a:cubicBezTo>
                      <a:pt x="86" y="34"/>
                      <a:pt x="95" y="34"/>
                      <a:pt x="107" y="35"/>
                    </a:cubicBezTo>
                    <a:cubicBezTo>
                      <a:pt x="129" y="38"/>
                      <a:pt x="137" y="45"/>
                      <a:pt x="137" y="45"/>
                    </a:cubicBezTo>
                    <a:lnTo>
                      <a:pt x="137" y="108"/>
                    </a:lnTo>
                    <a:lnTo>
                      <a:pt x="135" y="108"/>
                    </a:lnTo>
                    <a:lnTo>
                      <a:pt x="89" y="109"/>
                    </a:lnTo>
                    <a:cubicBezTo>
                      <a:pt x="28" y="111"/>
                      <a:pt x="0" y="135"/>
                      <a:pt x="0" y="184"/>
                    </a:cubicBezTo>
                    <a:cubicBezTo>
                      <a:pt x="0" y="206"/>
                      <a:pt x="7" y="223"/>
                      <a:pt x="20" y="235"/>
                    </a:cubicBezTo>
                    <a:cubicBezTo>
                      <a:pt x="32" y="246"/>
                      <a:pt x="50" y="251"/>
                      <a:pt x="73" y="251"/>
                    </a:cubicBezTo>
                    <a:cubicBezTo>
                      <a:pt x="97" y="251"/>
                      <a:pt x="119" y="244"/>
                      <a:pt x="140" y="227"/>
                    </a:cubicBezTo>
                    <a:lnTo>
                      <a:pt x="142" y="226"/>
                    </a:lnTo>
                    <a:lnTo>
                      <a:pt x="144" y="228"/>
                    </a:lnTo>
                    <a:cubicBezTo>
                      <a:pt x="149" y="238"/>
                      <a:pt x="157" y="246"/>
                      <a:pt x="169" y="249"/>
                    </a:cubicBezTo>
                    <a:cubicBezTo>
                      <a:pt x="175" y="250"/>
                      <a:pt x="181" y="251"/>
                      <a:pt x="188" y="251"/>
                    </a:cubicBezTo>
                    <a:lnTo>
                      <a:pt x="194" y="251"/>
                    </a:lnTo>
                    <a:cubicBezTo>
                      <a:pt x="201" y="250"/>
                      <a:pt x="210" y="249"/>
                      <a:pt x="221" y="244"/>
                    </a:cubicBezTo>
                    <a:cubicBezTo>
                      <a:pt x="226" y="241"/>
                      <a:pt x="229" y="237"/>
                      <a:pt x="229" y="232"/>
                    </a:cubicBezTo>
                    <a:cubicBezTo>
                      <a:pt x="227" y="229"/>
                      <a:pt x="224" y="215"/>
                      <a:pt x="224" y="215"/>
                    </a:cubicBezTo>
                    <a:cubicBezTo>
                      <a:pt x="223" y="209"/>
                      <a:pt x="218" y="206"/>
                      <a:pt x="213" y="206"/>
                    </a:cubicBezTo>
                    <a:close/>
                    <a:moveTo>
                      <a:pt x="136" y="201"/>
                    </a:moveTo>
                    <a:cubicBezTo>
                      <a:pt x="121" y="212"/>
                      <a:pt x="99" y="218"/>
                      <a:pt x="79" y="218"/>
                    </a:cubicBezTo>
                    <a:cubicBezTo>
                      <a:pt x="53" y="217"/>
                      <a:pt x="42" y="207"/>
                      <a:pt x="42" y="182"/>
                    </a:cubicBezTo>
                    <a:cubicBezTo>
                      <a:pt x="43" y="152"/>
                      <a:pt x="53" y="142"/>
                      <a:pt x="87" y="140"/>
                    </a:cubicBezTo>
                    <a:lnTo>
                      <a:pt x="134" y="138"/>
                    </a:lnTo>
                    <a:lnTo>
                      <a:pt x="136" y="138"/>
                    </a:lnTo>
                    <a:lnTo>
                      <a:pt x="138" y="138"/>
                    </a:lnTo>
                    <a:lnTo>
                      <a:pt x="138" y="200"/>
                    </a:lnTo>
                    <a:lnTo>
                      <a:pt x="136" y="20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4" name="Freeform 38">
                <a:extLst>
                  <a:ext uri="{FF2B5EF4-FFF2-40B4-BE49-F238E27FC236}">
                    <a16:creationId xmlns:a16="http://schemas.microsoft.com/office/drawing/2014/main" id="{F27D9BFA-352A-0CCE-CF65-5B75B84275F7}"/>
                  </a:ext>
                </a:extLst>
              </p:cNvPr>
              <p:cNvSpPr>
                <a:spLocks noChangeArrowheads="1"/>
              </p:cNvSpPr>
              <p:nvPr/>
            </p:nvSpPr>
            <p:spPr bwMode="auto">
              <a:xfrm>
                <a:off x="5313363" y="1308100"/>
                <a:ext cx="41275" cy="85725"/>
              </a:xfrm>
              <a:custGeom>
                <a:avLst/>
                <a:gdLst>
                  <a:gd name="T0" fmla="*/ 10 w 115"/>
                  <a:gd name="T1" fmla="*/ 238 h 239"/>
                  <a:gd name="T2" fmla="*/ 2 w 115"/>
                  <a:gd name="T3" fmla="*/ 235 h 239"/>
                  <a:gd name="T4" fmla="*/ 0 w 115"/>
                  <a:gd name="T5" fmla="*/ 227 h 239"/>
                  <a:gd name="T6" fmla="*/ 0 w 115"/>
                  <a:gd name="T7" fmla="*/ 17 h 239"/>
                  <a:gd name="T8" fmla="*/ 3 w 115"/>
                  <a:gd name="T9" fmla="*/ 8 h 239"/>
                  <a:gd name="T10" fmla="*/ 11 w 115"/>
                  <a:gd name="T11" fmla="*/ 6 h 239"/>
                  <a:gd name="T12" fmla="*/ 31 w 115"/>
                  <a:gd name="T13" fmla="*/ 6 h 239"/>
                  <a:gd name="T14" fmla="*/ 40 w 115"/>
                  <a:gd name="T15" fmla="*/ 8 h 239"/>
                  <a:gd name="T16" fmla="*/ 43 w 115"/>
                  <a:gd name="T17" fmla="*/ 16 h 239"/>
                  <a:gd name="T18" fmla="*/ 43 w 115"/>
                  <a:gd name="T19" fmla="*/ 21 h 239"/>
                  <a:gd name="T20" fmla="*/ 43 w 115"/>
                  <a:gd name="T21" fmla="*/ 25 h 239"/>
                  <a:gd name="T22" fmla="*/ 46 w 115"/>
                  <a:gd name="T23" fmla="*/ 22 h 239"/>
                  <a:gd name="T24" fmla="*/ 95 w 115"/>
                  <a:gd name="T25" fmla="*/ 0 h 239"/>
                  <a:gd name="T26" fmla="*/ 109 w 115"/>
                  <a:gd name="T27" fmla="*/ 1 h 239"/>
                  <a:gd name="T28" fmla="*/ 114 w 115"/>
                  <a:gd name="T29" fmla="*/ 8 h 239"/>
                  <a:gd name="T30" fmla="*/ 114 w 115"/>
                  <a:gd name="T31" fmla="*/ 11 h 239"/>
                  <a:gd name="T32" fmla="*/ 111 w 115"/>
                  <a:gd name="T33" fmla="*/ 33 h 239"/>
                  <a:gd name="T34" fmla="*/ 105 w 115"/>
                  <a:gd name="T35" fmla="*/ 39 h 239"/>
                  <a:gd name="T36" fmla="*/ 99 w 115"/>
                  <a:gd name="T37" fmla="*/ 38 h 239"/>
                  <a:gd name="T38" fmla="*/ 90 w 115"/>
                  <a:gd name="T39" fmla="*/ 37 h 239"/>
                  <a:gd name="T40" fmla="*/ 46 w 115"/>
                  <a:gd name="T41" fmla="*/ 63 h 239"/>
                  <a:gd name="T42" fmla="*/ 46 w 115"/>
                  <a:gd name="T43" fmla="*/ 64 h 239"/>
                  <a:gd name="T44" fmla="*/ 46 w 115"/>
                  <a:gd name="T45" fmla="*/ 225 h 239"/>
                  <a:gd name="T46" fmla="*/ 43 w 115"/>
                  <a:gd name="T47" fmla="*/ 234 h 239"/>
                  <a:gd name="T48" fmla="*/ 31 w 115"/>
                  <a:gd name="T49" fmla="*/ 238 h 239"/>
                  <a:gd name="T50" fmla="*/ 10 w 115"/>
                  <a:gd name="T51" fmla="*/ 238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5" h="239">
                    <a:moveTo>
                      <a:pt x="10" y="238"/>
                    </a:moveTo>
                    <a:cubicBezTo>
                      <a:pt x="6" y="238"/>
                      <a:pt x="3" y="237"/>
                      <a:pt x="2" y="235"/>
                    </a:cubicBezTo>
                    <a:cubicBezTo>
                      <a:pt x="0" y="233"/>
                      <a:pt x="0" y="230"/>
                      <a:pt x="0" y="227"/>
                    </a:cubicBezTo>
                    <a:lnTo>
                      <a:pt x="0" y="17"/>
                    </a:lnTo>
                    <a:cubicBezTo>
                      <a:pt x="0" y="12"/>
                      <a:pt x="1" y="10"/>
                      <a:pt x="3" y="8"/>
                    </a:cubicBezTo>
                    <a:cubicBezTo>
                      <a:pt x="5" y="6"/>
                      <a:pt x="7" y="6"/>
                      <a:pt x="11" y="6"/>
                    </a:cubicBezTo>
                    <a:lnTo>
                      <a:pt x="31" y="6"/>
                    </a:lnTo>
                    <a:cubicBezTo>
                      <a:pt x="34" y="6"/>
                      <a:pt x="37" y="7"/>
                      <a:pt x="40" y="8"/>
                    </a:cubicBezTo>
                    <a:cubicBezTo>
                      <a:pt x="42" y="10"/>
                      <a:pt x="43" y="12"/>
                      <a:pt x="43" y="16"/>
                    </a:cubicBezTo>
                    <a:lnTo>
                      <a:pt x="43" y="21"/>
                    </a:lnTo>
                    <a:lnTo>
                      <a:pt x="43" y="25"/>
                    </a:lnTo>
                    <a:lnTo>
                      <a:pt x="46" y="22"/>
                    </a:lnTo>
                    <a:cubicBezTo>
                      <a:pt x="56" y="12"/>
                      <a:pt x="72" y="0"/>
                      <a:pt x="95" y="0"/>
                    </a:cubicBezTo>
                    <a:cubicBezTo>
                      <a:pt x="98" y="0"/>
                      <a:pt x="104" y="0"/>
                      <a:pt x="109" y="1"/>
                    </a:cubicBezTo>
                    <a:cubicBezTo>
                      <a:pt x="113" y="2"/>
                      <a:pt x="114" y="6"/>
                      <a:pt x="114" y="8"/>
                    </a:cubicBezTo>
                    <a:lnTo>
                      <a:pt x="114" y="11"/>
                    </a:lnTo>
                    <a:lnTo>
                      <a:pt x="111" y="33"/>
                    </a:lnTo>
                    <a:cubicBezTo>
                      <a:pt x="111" y="36"/>
                      <a:pt x="108" y="39"/>
                      <a:pt x="105" y="39"/>
                    </a:cubicBezTo>
                    <a:cubicBezTo>
                      <a:pt x="103" y="39"/>
                      <a:pt x="101" y="39"/>
                      <a:pt x="99" y="38"/>
                    </a:cubicBezTo>
                    <a:cubicBezTo>
                      <a:pt x="97" y="38"/>
                      <a:pt x="94" y="37"/>
                      <a:pt x="90" y="37"/>
                    </a:cubicBezTo>
                    <a:cubicBezTo>
                      <a:pt x="75" y="37"/>
                      <a:pt x="57" y="48"/>
                      <a:pt x="46" y="63"/>
                    </a:cubicBezTo>
                    <a:lnTo>
                      <a:pt x="46" y="64"/>
                    </a:lnTo>
                    <a:lnTo>
                      <a:pt x="46" y="225"/>
                    </a:lnTo>
                    <a:cubicBezTo>
                      <a:pt x="46" y="229"/>
                      <a:pt x="45" y="232"/>
                      <a:pt x="43" y="234"/>
                    </a:cubicBezTo>
                    <a:cubicBezTo>
                      <a:pt x="37" y="236"/>
                      <a:pt x="35" y="238"/>
                      <a:pt x="31" y="238"/>
                    </a:cubicBezTo>
                    <a:lnTo>
                      <a:pt x="10" y="23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5" name="Freeform 39">
                <a:extLst>
                  <a:ext uri="{FF2B5EF4-FFF2-40B4-BE49-F238E27FC236}">
                    <a16:creationId xmlns:a16="http://schemas.microsoft.com/office/drawing/2014/main" id="{238075D2-EE38-F698-910A-2EA67D54D727}"/>
                  </a:ext>
                </a:extLst>
              </p:cNvPr>
              <p:cNvSpPr>
                <a:spLocks noChangeArrowheads="1"/>
              </p:cNvSpPr>
              <p:nvPr/>
            </p:nvSpPr>
            <p:spPr bwMode="auto">
              <a:xfrm>
                <a:off x="5222875" y="1304925"/>
                <a:ext cx="68263" cy="92075"/>
              </a:xfrm>
              <a:custGeom>
                <a:avLst/>
                <a:gdLst>
                  <a:gd name="T0" fmla="*/ 0 w 191"/>
                  <a:gd name="T1" fmla="*/ 130 h 254"/>
                  <a:gd name="T2" fmla="*/ 112 w 191"/>
                  <a:gd name="T3" fmla="*/ 253 h 254"/>
                  <a:gd name="T4" fmla="*/ 150 w 191"/>
                  <a:gd name="T5" fmla="*/ 248 h 254"/>
                  <a:gd name="T6" fmla="*/ 157 w 191"/>
                  <a:gd name="T7" fmla="*/ 247 h 254"/>
                  <a:gd name="T8" fmla="*/ 176 w 191"/>
                  <a:gd name="T9" fmla="*/ 240 h 254"/>
                  <a:gd name="T10" fmla="*/ 184 w 191"/>
                  <a:gd name="T11" fmla="*/ 230 h 254"/>
                  <a:gd name="T12" fmla="*/ 179 w 191"/>
                  <a:gd name="T13" fmla="*/ 211 h 254"/>
                  <a:gd name="T14" fmla="*/ 169 w 191"/>
                  <a:gd name="T15" fmla="*/ 204 h 254"/>
                  <a:gd name="T16" fmla="*/ 147 w 191"/>
                  <a:gd name="T17" fmla="*/ 209 h 254"/>
                  <a:gd name="T18" fmla="*/ 112 w 191"/>
                  <a:gd name="T19" fmla="*/ 213 h 254"/>
                  <a:gd name="T20" fmla="*/ 44 w 191"/>
                  <a:gd name="T21" fmla="*/ 137 h 254"/>
                  <a:gd name="T22" fmla="*/ 44 w 191"/>
                  <a:gd name="T23" fmla="*/ 133 h 254"/>
                  <a:gd name="T24" fmla="*/ 180 w 191"/>
                  <a:gd name="T25" fmla="*/ 133 h 254"/>
                  <a:gd name="T26" fmla="*/ 188 w 191"/>
                  <a:gd name="T27" fmla="*/ 125 h 254"/>
                  <a:gd name="T28" fmla="*/ 188 w 191"/>
                  <a:gd name="T29" fmla="*/ 123 h 254"/>
                  <a:gd name="T30" fmla="*/ 189 w 191"/>
                  <a:gd name="T31" fmla="*/ 97 h 254"/>
                  <a:gd name="T32" fmla="*/ 100 w 191"/>
                  <a:gd name="T33" fmla="*/ 0 h 254"/>
                  <a:gd name="T34" fmla="*/ 0 w 191"/>
                  <a:gd name="T35" fmla="*/ 130 h 254"/>
                  <a:gd name="T36" fmla="*/ 46 w 191"/>
                  <a:gd name="T37" fmla="*/ 105 h 254"/>
                  <a:gd name="T38" fmla="*/ 100 w 191"/>
                  <a:gd name="T39" fmla="*/ 32 h 254"/>
                  <a:gd name="T40" fmla="*/ 149 w 191"/>
                  <a:gd name="T41" fmla="*/ 90 h 254"/>
                  <a:gd name="T42" fmla="*/ 148 w 191"/>
                  <a:gd name="T43" fmla="*/ 105 h 254"/>
                  <a:gd name="T44" fmla="*/ 46 w 191"/>
                  <a:gd name="T45" fmla="*/ 10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1" h="254">
                    <a:moveTo>
                      <a:pt x="0" y="130"/>
                    </a:moveTo>
                    <a:cubicBezTo>
                      <a:pt x="0" y="212"/>
                      <a:pt x="39" y="253"/>
                      <a:pt x="112" y="253"/>
                    </a:cubicBezTo>
                    <a:cubicBezTo>
                      <a:pt x="123" y="253"/>
                      <a:pt x="137" y="252"/>
                      <a:pt x="150" y="248"/>
                    </a:cubicBezTo>
                    <a:cubicBezTo>
                      <a:pt x="152" y="248"/>
                      <a:pt x="154" y="247"/>
                      <a:pt x="157" y="247"/>
                    </a:cubicBezTo>
                    <a:cubicBezTo>
                      <a:pt x="165" y="245"/>
                      <a:pt x="174" y="242"/>
                      <a:pt x="176" y="240"/>
                    </a:cubicBezTo>
                    <a:cubicBezTo>
                      <a:pt x="180" y="238"/>
                      <a:pt x="184" y="234"/>
                      <a:pt x="184" y="230"/>
                    </a:cubicBezTo>
                    <a:cubicBezTo>
                      <a:pt x="183" y="224"/>
                      <a:pt x="181" y="217"/>
                      <a:pt x="179" y="211"/>
                    </a:cubicBezTo>
                    <a:cubicBezTo>
                      <a:pt x="177" y="207"/>
                      <a:pt x="174" y="203"/>
                      <a:pt x="169" y="204"/>
                    </a:cubicBezTo>
                    <a:cubicBezTo>
                      <a:pt x="168" y="204"/>
                      <a:pt x="148" y="209"/>
                      <a:pt x="147" y="209"/>
                    </a:cubicBezTo>
                    <a:cubicBezTo>
                      <a:pt x="136" y="212"/>
                      <a:pt x="123" y="213"/>
                      <a:pt x="112" y="213"/>
                    </a:cubicBezTo>
                    <a:cubicBezTo>
                      <a:pt x="60" y="213"/>
                      <a:pt x="44" y="188"/>
                      <a:pt x="44" y="137"/>
                    </a:cubicBezTo>
                    <a:lnTo>
                      <a:pt x="44" y="133"/>
                    </a:lnTo>
                    <a:lnTo>
                      <a:pt x="180" y="133"/>
                    </a:lnTo>
                    <a:cubicBezTo>
                      <a:pt x="184" y="133"/>
                      <a:pt x="188" y="130"/>
                      <a:pt x="188" y="125"/>
                    </a:cubicBezTo>
                    <a:lnTo>
                      <a:pt x="188" y="123"/>
                    </a:lnTo>
                    <a:cubicBezTo>
                      <a:pt x="188" y="115"/>
                      <a:pt x="189" y="105"/>
                      <a:pt x="189" y="97"/>
                    </a:cubicBezTo>
                    <a:cubicBezTo>
                      <a:pt x="190" y="36"/>
                      <a:pt x="160" y="0"/>
                      <a:pt x="100" y="0"/>
                    </a:cubicBezTo>
                    <a:cubicBezTo>
                      <a:pt x="43" y="0"/>
                      <a:pt x="0" y="40"/>
                      <a:pt x="0" y="130"/>
                    </a:cubicBezTo>
                    <a:close/>
                    <a:moveTo>
                      <a:pt x="46" y="105"/>
                    </a:moveTo>
                    <a:cubicBezTo>
                      <a:pt x="47" y="54"/>
                      <a:pt x="68" y="32"/>
                      <a:pt x="100" y="32"/>
                    </a:cubicBezTo>
                    <a:cubicBezTo>
                      <a:pt x="131" y="32"/>
                      <a:pt x="149" y="49"/>
                      <a:pt x="149" y="90"/>
                    </a:cubicBezTo>
                    <a:cubicBezTo>
                      <a:pt x="148" y="93"/>
                      <a:pt x="148" y="101"/>
                      <a:pt x="148" y="105"/>
                    </a:cubicBezTo>
                    <a:lnTo>
                      <a:pt x="46" y="10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6" name="Freeform 40">
                <a:extLst>
                  <a:ext uri="{FF2B5EF4-FFF2-40B4-BE49-F238E27FC236}">
                    <a16:creationId xmlns:a16="http://schemas.microsoft.com/office/drawing/2014/main" id="{EEA37C68-6575-E27B-59CA-0DC938E3D7AE}"/>
                  </a:ext>
                </a:extLst>
              </p:cNvPr>
              <p:cNvSpPr>
                <a:spLocks noChangeArrowheads="1"/>
              </p:cNvSpPr>
              <p:nvPr/>
            </p:nvSpPr>
            <p:spPr bwMode="auto">
              <a:xfrm>
                <a:off x="5364163" y="1309688"/>
                <a:ext cx="76200" cy="119062"/>
              </a:xfrm>
              <a:custGeom>
                <a:avLst/>
                <a:gdLst>
                  <a:gd name="T0" fmla="*/ 27 w 213"/>
                  <a:gd name="T1" fmla="*/ 328 h 329"/>
                  <a:gd name="T2" fmla="*/ 6 w 213"/>
                  <a:gd name="T3" fmla="*/ 325 h 329"/>
                  <a:gd name="T4" fmla="*/ 1 w 213"/>
                  <a:gd name="T5" fmla="*/ 313 h 329"/>
                  <a:gd name="T6" fmla="*/ 2 w 213"/>
                  <a:gd name="T7" fmla="*/ 300 h 329"/>
                  <a:gd name="T8" fmla="*/ 9 w 213"/>
                  <a:gd name="T9" fmla="*/ 292 h 329"/>
                  <a:gd name="T10" fmla="*/ 10 w 213"/>
                  <a:gd name="T11" fmla="*/ 292 h 329"/>
                  <a:gd name="T12" fmla="*/ 12 w 213"/>
                  <a:gd name="T13" fmla="*/ 292 h 329"/>
                  <a:gd name="T14" fmla="*/ 17 w 213"/>
                  <a:gd name="T15" fmla="*/ 292 h 329"/>
                  <a:gd name="T16" fmla="*/ 28 w 213"/>
                  <a:gd name="T17" fmla="*/ 293 h 329"/>
                  <a:gd name="T18" fmla="*/ 79 w 213"/>
                  <a:gd name="T19" fmla="*/ 259 h 329"/>
                  <a:gd name="T20" fmla="*/ 91 w 213"/>
                  <a:gd name="T21" fmla="*/ 229 h 329"/>
                  <a:gd name="T22" fmla="*/ 92 w 213"/>
                  <a:gd name="T23" fmla="*/ 226 h 329"/>
                  <a:gd name="T24" fmla="*/ 92 w 213"/>
                  <a:gd name="T25" fmla="*/ 225 h 329"/>
                  <a:gd name="T26" fmla="*/ 92 w 213"/>
                  <a:gd name="T27" fmla="*/ 224 h 329"/>
                  <a:gd name="T28" fmla="*/ 11 w 213"/>
                  <a:gd name="T29" fmla="*/ 9 h 329"/>
                  <a:gd name="T30" fmla="*/ 11 w 213"/>
                  <a:gd name="T31" fmla="*/ 5 h 329"/>
                  <a:gd name="T32" fmla="*/ 12 w 213"/>
                  <a:gd name="T33" fmla="*/ 2 h 329"/>
                  <a:gd name="T34" fmla="*/ 16 w 213"/>
                  <a:gd name="T35" fmla="*/ 1 h 329"/>
                  <a:gd name="T36" fmla="*/ 47 w 213"/>
                  <a:gd name="T37" fmla="*/ 1 h 329"/>
                  <a:gd name="T38" fmla="*/ 56 w 213"/>
                  <a:gd name="T39" fmla="*/ 6 h 329"/>
                  <a:gd name="T40" fmla="*/ 109 w 213"/>
                  <a:gd name="T41" fmla="*/ 161 h 329"/>
                  <a:gd name="T42" fmla="*/ 113 w 213"/>
                  <a:gd name="T43" fmla="*/ 171 h 329"/>
                  <a:gd name="T44" fmla="*/ 116 w 213"/>
                  <a:gd name="T45" fmla="*/ 161 h 329"/>
                  <a:gd name="T46" fmla="*/ 171 w 213"/>
                  <a:gd name="T47" fmla="*/ 7 h 329"/>
                  <a:gd name="T48" fmla="*/ 180 w 213"/>
                  <a:gd name="T49" fmla="*/ 0 h 329"/>
                  <a:gd name="T50" fmla="*/ 181 w 213"/>
                  <a:gd name="T51" fmla="*/ 0 h 329"/>
                  <a:gd name="T52" fmla="*/ 207 w 213"/>
                  <a:gd name="T53" fmla="*/ 0 h 329"/>
                  <a:gd name="T54" fmla="*/ 211 w 213"/>
                  <a:gd name="T55" fmla="*/ 1 h 329"/>
                  <a:gd name="T56" fmla="*/ 212 w 213"/>
                  <a:gd name="T57" fmla="*/ 4 h 329"/>
                  <a:gd name="T58" fmla="*/ 211 w 213"/>
                  <a:gd name="T59" fmla="*/ 9 h 329"/>
                  <a:gd name="T60" fmla="*/ 120 w 213"/>
                  <a:gd name="T61" fmla="*/ 254 h 329"/>
                  <a:gd name="T62" fmla="*/ 28 w 213"/>
                  <a:gd name="T63" fmla="*/ 328 h 329"/>
                  <a:gd name="T64" fmla="*/ 27 w 213"/>
                  <a:gd name="T65" fmla="*/ 328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 h="329">
                    <a:moveTo>
                      <a:pt x="27" y="328"/>
                    </a:moveTo>
                    <a:cubicBezTo>
                      <a:pt x="19" y="328"/>
                      <a:pt x="12" y="326"/>
                      <a:pt x="6" y="325"/>
                    </a:cubicBezTo>
                    <a:cubicBezTo>
                      <a:pt x="1" y="324"/>
                      <a:pt x="0" y="320"/>
                      <a:pt x="1" y="313"/>
                    </a:cubicBezTo>
                    <a:cubicBezTo>
                      <a:pt x="1" y="313"/>
                      <a:pt x="1" y="305"/>
                      <a:pt x="2" y="300"/>
                    </a:cubicBezTo>
                    <a:cubicBezTo>
                      <a:pt x="3" y="294"/>
                      <a:pt x="6" y="292"/>
                      <a:pt x="9" y="292"/>
                    </a:cubicBezTo>
                    <a:lnTo>
                      <a:pt x="10" y="292"/>
                    </a:lnTo>
                    <a:lnTo>
                      <a:pt x="12" y="292"/>
                    </a:lnTo>
                    <a:lnTo>
                      <a:pt x="17" y="292"/>
                    </a:lnTo>
                    <a:cubicBezTo>
                      <a:pt x="22" y="292"/>
                      <a:pt x="25" y="293"/>
                      <a:pt x="28" y="293"/>
                    </a:cubicBezTo>
                    <a:cubicBezTo>
                      <a:pt x="55" y="293"/>
                      <a:pt x="69" y="284"/>
                      <a:pt x="79" y="259"/>
                    </a:cubicBezTo>
                    <a:lnTo>
                      <a:pt x="91" y="229"/>
                    </a:lnTo>
                    <a:lnTo>
                      <a:pt x="92" y="226"/>
                    </a:lnTo>
                    <a:lnTo>
                      <a:pt x="92" y="225"/>
                    </a:lnTo>
                    <a:lnTo>
                      <a:pt x="92" y="224"/>
                    </a:lnTo>
                    <a:lnTo>
                      <a:pt x="11" y="9"/>
                    </a:lnTo>
                    <a:lnTo>
                      <a:pt x="11" y="5"/>
                    </a:lnTo>
                    <a:cubicBezTo>
                      <a:pt x="11" y="4"/>
                      <a:pt x="11" y="3"/>
                      <a:pt x="12" y="2"/>
                    </a:cubicBezTo>
                    <a:cubicBezTo>
                      <a:pt x="13" y="1"/>
                      <a:pt x="14" y="1"/>
                      <a:pt x="16" y="1"/>
                    </a:cubicBezTo>
                    <a:lnTo>
                      <a:pt x="47" y="1"/>
                    </a:lnTo>
                    <a:cubicBezTo>
                      <a:pt x="52" y="1"/>
                      <a:pt x="55" y="3"/>
                      <a:pt x="56" y="6"/>
                    </a:cubicBezTo>
                    <a:lnTo>
                      <a:pt x="109" y="161"/>
                    </a:lnTo>
                    <a:lnTo>
                      <a:pt x="113" y="171"/>
                    </a:lnTo>
                    <a:lnTo>
                      <a:pt x="116" y="161"/>
                    </a:lnTo>
                    <a:lnTo>
                      <a:pt x="171" y="7"/>
                    </a:lnTo>
                    <a:cubicBezTo>
                      <a:pt x="172" y="3"/>
                      <a:pt x="176" y="0"/>
                      <a:pt x="180" y="0"/>
                    </a:cubicBezTo>
                    <a:lnTo>
                      <a:pt x="181" y="0"/>
                    </a:lnTo>
                    <a:lnTo>
                      <a:pt x="207" y="0"/>
                    </a:lnTo>
                    <a:cubicBezTo>
                      <a:pt x="209" y="0"/>
                      <a:pt x="210" y="0"/>
                      <a:pt x="211" y="1"/>
                    </a:cubicBezTo>
                    <a:cubicBezTo>
                      <a:pt x="212" y="2"/>
                      <a:pt x="212" y="3"/>
                      <a:pt x="212" y="4"/>
                    </a:cubicBezTo>
                    <a:cubicBezTo>
                      <a:pt x="212" y="5"/>
                      <a:pt x="212" y="7"/>
                      <a:pt x="211" y="9"/>
                    </a:cubicBezTo>
                    <a:lnTo>
                      <a:pt x="120" y="254"/>
                    </a:lnTo>
                    <a:cubicBezTo>
                      <a:pt x="102" y="307"/>
                      <a:pt x="76" y="328"/>
                      <a:pt x="28" y="328"/>
                    </a:cubicBezTo>
                    <a:lnTo>
                      <a:pt x="27" y="32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7" name="Freeform 41">
                <a:extLst>
                  <a:ext uri="{FF2B5EF4-FFF2-40B4-BE49-F238E27FC236}">
                    <a16:creationId xmlns:a16="http://schemas.microsoft.com/office/drawing/2014/main" id="{CFF96906-126D-8051-2CAC-C34B9F8FA899}"/>
                  </a:ext>
                </a:extLst>
              </p:cNvPr>
              <p:cNvSpPr>
                <a:spLocks noChangeArrowheads="1"/>
              </p:cNvSpPr>
              <p:nvPr/>
            </p:nvSpPr>
            <p:spPr bwMode="auto">
              <a:xfrm>
                <a:off x="5449888" y="1309688"/>
                <a:ext cx="68262" cy="84137"/>
              </a:xfrm>
              <a:custGeom>
                <a:avLst/>
                <a:gdLst>
                  <a:gd name="T0" fmla="*/ 159 w 191"/>
                  <a:gd name="T1" fmla="*/ 233 h 234"/>
                  <a:gd name="T2" fmla="*/ 147 w 191"/>
                  <a:gd name="T3" fmla="*/ 226 h 234"/>
                  <a:gd name="T4" fmla="*/ 98 w 191"/>
                  <a:gd name="T5" fmla="*/ 151 h 234"/>
                  <a:gd name="T6" fmla="*/ 96 w 191"/>
                  <a:gd name="T7" fmla="*/ 149 h 234"/>
                  <a:gd name="T8" fmla="*/ 94 w 191"/>
                  <a:gd name="T9" fmla="*/ 151 h 234"/>
                  <a:gd name="T10" fmla="*/ 46 w 191"/>
                  <a:gd name="T11" fmla="*/ 226 h 234"/>
                  <a:gd name="T12" fmla="*/ 33 w 191"/>
                  <a:gd name="T13" fmla="*/ 233 h 234"/>
                  <a:gd name="T14" fmla="*/ 32 w 191"/>
                  <a:gd name="T15" fmla="*/ 233 h 234"/>
                  <a:gd name="T16" fmla="*/ 7 w 191"/>
                  <a:gd name="T17" fmla="*/ 233 h 234"/>
                  <a:gd name="T18" fmla="*/ 2 w 191"/>
                  <a:gd name="T19" fmla="*/ 232 h 234"/>
                  <a:gd name="T20" fmla="*/ 0 w 191"/>
                  <a:gd name="T21" fmla="*/ 228 h 234"/>
                  <a:gd name="T22" fmla="*/ 2 w 191"/>
                  <a:gd name="T23" fmla="*/ 221 h 234"/>
                  <a:gd name="T24" fmla="*/ 72 w 191"/>
                  <a:gd name="T25" fmla="*/ 114 h 234"/>
                  <a:gd name="T26" fmla="*/ 74 w 191"/>
                  <a:gd name="T27" fmla="*/ 113 h 234"/>
                  <a:gd name="T28" fmla="*/ 72 w 191"/>
                  <a:gd name="T29" fmla="*/ 112 h 234"/>
                  <a:gd name="T30" fmla="*/ 7 w 191"/>
                  <a:gd name="T31" fmla="*/ 12 h 234"/>
                  <a:gd name="T32" fmla="*/ 5 w 191"/>
                  <a:gd name="T33" fmla="*/ 6 h 234"/>
                  <a:gd name="T34" fmla="*/ 13 w 191"/>
                  <a:gd name="T35" fmla="*/ 0 h 234"/>
                  <a:gd name="T36" fmla="*/ 37 w 191"/>
                  <a:gd name="T37" fmla="*/ 0 h 234"/>
                  <a:gd name="T38" fmla="*/ 37 w 191"/>
                  <a:gd name="T39" fmla="*/ 0 h 234"/>
                  <a:gd name="T40" fmla="*/ 48 w 191"/>
                  <a:gd name="T41" fmla="*/ 5 h 234"/>
                  <a:gd name="T42" fmla="*/ 94 w 191"/>
                  <a:gd name="T43" fmla="*/ 75 h 234"/>
                  <a:gd name="T44" fmla="*/ 95 w 191"/>
                  <a:gd name="T45" fmla="*/ 77 h 234"/>
                  <a:gd name="T46" fmla="*/ 96 w 191"/>
                  <a:gd name="T47" fmla="*/ 75 h 234"/>
                  <a:gd name="T48" fmla="*/ 142 w 191"/>
                  <a:gd name="T49" fmla="*/ 6 h 234"/>
                  <a:gd name="T50" fmla="*/ 153 w 191"/>
                  <a:gd name="T51" fmla="*/ 0 h 234"/>
                  <a:gd name="T52" fmla="*/ 177 w 191"/>
                  <a:gd name="T53" fmla="*/ 0 h 234"/>
                  <a:gd name="T54" fmla="*/ 185 w 191"/>
                  <a:gd name="T55" fmla="*/ 6 h 234"/>
                  <a:gd name="T56" fmla="*/ 183 w 191"/>
                  <a:gd name="T57" fmla="*/ 11 h 234"/>
                  <a:gd name="T58" fmla="*/ 117 w 191"/>
                  <a:gd name="T59" fmla="*/ 111 h 234"/>
                  <a:gd name="T60" fmla="*/ 116 w 191"/>
                  <a:gd name="T61" fmla="*/ 112 h 234"/>
                  <a:gd name="T62" fmla="*/ 117 w 191"/>
                  <a:gd name="T63" fmla="*/ 113 h 234"/>
                  <a:gd name="T64" fmla="*/ 188 w 191"/>
                  <a:gd name="T65" fmla="*/ 220 h 234"/>
                  <a:gd name="T66" fmla="*/ 190 w 191"/>
                  <a:gd name="T67" fmla="*/ 227 h 234"/>
                  <a:gd name="T68" fmla="*/ 188 w 191"/>
                  <a:gd name="T69" fmla="*/ 231 h 234"/>
                  <a:gd name="T70" fmla="*/ 183 w 191"/>
                  <a:gd name="T71" fmla="*/ 232 h 234"/>
                  <a:gd name="T72" fmla="*/ 159 w 191"/>
                  <a:gd name="T73" fmla="*/ 233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1" h="234">
                    <a:moveTo>
                      <a:pt x="159" y="233"/>
                    </a:moveTo>
                    <a:cubicBezTo>
                      <a:pt x="154" y="233"/>
                      <a:pt x="150" y="231"/>
                      <a:pt x="147" y="226"/>
                    </a:cubicBezTo>
                    <a:lnTo>
                      <a:pt x="98" y="151"/>
                    </a:lnTo>
                    <a:lnTo>
                      <a:pt x="96" y="149"/>
                    </a:lnTo>
                    <a:lnTo>
                      <a:pt x="94" y="151"/>
                    </a:lnTo>
                    <a:lnTo>
                      <a:pt x="46" y="226"/>
                    </a:lnTo>
                    <a:cubicBezTo>
                      <a:pt x="44" y="230"/>
                      <a:pt x="38" y="233"/>
                      <a:pt x="33" y="233"/>
                    </a:cubicBezTo>
                    <a:lnTo>
                      <a:pt x="32" y="233"/>
                    </a:lnTo>
                    <a:lnTo>
                      <a:pt x="7" y="233"/>
                    </a:lnTo>
                    <a:cubicBezTo>
                      <a:pt x="5" y="233"/>
                      <a:pt x="4" y="233"/>
                      <a:pt x="2" y="232"/>
                    </a:cubicBezTo>
                    <a:cubicBezTo>
                      <a:pt x="1" y="231"/>
                      <a:pt x="0" y="229"/>
                      <a:pt x="0" y="228"/>
                    </a:cubicBezTo>
                    <a:cubicBezTo>
                      <a:pt x="0" y="226"/>
                      <a:pt x="1" y="224"/>
                      <a:pt x="2" y="221"/>
                    </a:cubicBezTo>
                    <a:lnTo>
                      <a:pt x="72" y="114"/>
                    </a:lnTo>
                    <a:lnTo>
                      <a:pt x="74" y="113"/>
                    </a:lnTo>
                    <a:lnTo>
                      <a:pt x="72" y="112"/>
                    </a:lnTo>
                    <a:lnTo>
                      <a:pt x="7" y="12"/>
                    </a:lnTo>
                    <a:cubicBezTo>
                      <a:pt x="6" y="10"/>
                      <a:pt x="5" y="8"/>
                      <a:pt x="5" y="6"/>
                    </a:cubicBezTo>
                    <a:cubicBezTo>
                      <a:pt x="5" y="2"/>
                      <a:pt x="9" y="0"/>
                      <a:pt x="13" y="0"/>
                    </a:cubicBezTo>
                    <a:lnTo>
                      <a:pt x="37" y="0"/>
                    </a:lnTo>
                    <a:lnTo>
                      <a:pt x="37" y="0"/>
                    </a:lnTo>
                    <a:cubicBezTo>
                      <a:pt x="43" y="0"/>
                      <a:pt x="47" y="2"/>
                      <a:pt x="48" y="5"/>
                    </a:cubicBezTo>
                    <a:lnTo>
                      <a:pt x="94" y="75"/>
                    </a:lnTo>
                    <a:lnTo>
                      <a:pt x="95" y="77"/>
                    </a:lnTo>
                    <a:lnTo>
                      <a:pt x="96" y="75"/>
                    </a:lnTo>
                    <a:lnTo>
                      <a:pt x="142" y="6"/>
                    </a:lnTo>
                    <a:cubicBezTo>
                      <a:pt x="144" y="2"/>
                      <a:pt x="148" y="0"/>
                      <a:pt x="153" y="0"/>
                    </a:cubicBezTo>
                    <a:lnTo>
                      <a:pt x="177" y="0"/>
                    </a:lnTo>
                    <a:cubicBezTo>
                      <a:pt x="181" y="0"/>
                      <a:pt x="185" y="2"/>
                      <a:pt x="185" y="6"/>
                    </a:cubicBezTo>
                    <a:cubicBezTo>
                      <a:pt x="185" y="7"/>
                      <a:pt x="184" y="10"/>
                      <a:pt x="183" y="11"/>
                    </a:cubicBezTo>
                    <a:lnTo>
                      <a:pt x="117" y="111"/>
                    </a:lnTo>
                    <a:lnTo>
                      <a:pt x="116" y="112"/>
                    </a:lnTo>
                    <a:lnTo>
                      <a:pt x="117" y="113"/>
                    </a:lnTo>
                    <a:lnTo>
                      <a:pt x="188" y="220"/>
                    </a:lnTo>
                    <a:cubicBezTo>
                      <a:pt x="189" y="223"/>
                      <a:pt x="190" y="225"/>
                      <a:pt x="190" y="227"/>
                    </a:cubicBezTo>
                    <a:cubicBezTo>
                      <a:pt x="190" y="229"/>
                      <a:pt x="189" y="230"/>
                      <a:pt x="188" y="231"/>
                    </a:cubicBezTo>
                    <a:cubicBezTo>
                      <a:pt x="187" y="232"/>
                      <a:pt x="185" y="232"/>
                      <a:pt x="183" y="232"/>
                    </a:cubicBezTo>
                    <a:lnTo>
                      <a:pt x="159" y="23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8" name="Freeform 42">
                <a:extLst>
                  <a:ext uri="{FF2B5EF4-FFF2-40B4-BE49-F238E27FC236}">
                    <a16:creationId xmlns:a16="http://schemas.microsoft.com/office/drawing/2014/main" id="{F112ACCF-8C50-C3C8-A25F-3D6421D0C32F}"/>
                  </a:ext>
                </a:extLst>
              </p:cNvPr>
              <p:cNvSpPr>
                <a:spLocks noChangeArrowheads="1"/>
              </p:cNvSpPr>
              <p:nvPr/>
            </p:nvSpPr>
            <p:spPr bwMode="auto">
              <a:xfrm>
                <a:off x="5102225" y="1271588"/>
                <a:ext cx="44450" cy="123825"/>
              </a:xfrm>
              <a:custGeom>
                <a:avLst/>
                <a:gdLst>
                  <a:gd name="T0" fmla="*/ 36 w 122"/>
                  <a:gd name="T1" fmla="*/ 336 h 342"/>
                  <a:gd name="T2" fmla="*/ 15 w 122"/>
                  <a:gd name="T3" fmla="*/ 323 h 342"/>
                  <a:gd name="T4" fmla="*/ 0 w 122"/>
                  <a:gd name="T5" fmla="*/ 264 h 342"/>
                  <a:gd name="T6" fmla="*/ 0 w 122"/>
                  <a:gd name="T7" fmla="*/ 24 h 342"/>
                  <a:gd name="T8" fmla="*/ 2 w 122"/>
                  <a:gd name="T9" fmla="*/ 20 h 342"/>
                  <a:gd name="T10" fmla="*/ 33 w 122"/>
                  <a:gd name="T11" fmla="*/ 0 h 342"/>
                  <a:gd name="T12" fmla="*/ 35 w 122"/>
                  <a:gd name="T13" fmla="*/ 0 h 342"/>
                  <a:gd name="T14" fmla="*/ 41 w 122"/>
                  <a:gd name="T15" fmla="*/ 2 h 342"/>
                  <a:gd name="T16" fmla="*/ 44 w 122"/>
                  <a:gd name="T17" fmla="*/ 11 h 342"/>
                  <a:gd name="T18" fmla="*/ 44 w 122"/>
                  <a:gd name="T19" fmla="*/ 265 h 342"/>
                  <a:gd name="T20" fmla="*/ 53 w 122"/>
                  <a:gd name="T21" fmla="*/ 295 h 342"/>
                  <a:gd name="T22" fmla="*/ 76 w 122"/>
                  <a:gd name="T23" fmla="*/ 304 h 342"/>
                  <a:gd name="T24" fmla="*/ 85 w 122"/>
                  <a:gd name="T25" fmla="*/ 303 h 342"/>
                  <a:gd name="T26" fmla="*/ 104 w 122"/>
                  <a:gd name="T27" fmla="*/ 298 h 342"/>
                  <a:gd name="T28" fmla="*/ 109 w 122"/>
                  <a:gd name="T29" fmla="*/ 297 h 342"/>
                  <a:gd name="T30" fmla="*/ 117 w 122"/>
                  <a:gd name="T31" fmla="*/ 305 h 342"/>
                  <a:gd name="T32" fmla="*/ 121 w 122"/>
                  <a:gd name="T33" fmla="*/ 323 h 342"/>
                  <a:gd name="T34" fmla="*/ 113 w 122"/>
                  <a:gd name="T35" fmla="*/ 333 h 342"/>
                  <a:gd name="T36" fmla="*/ 68 w 122"/>
                  <a:gd name="T37" fmla="*/ 341 h 342"/>
                  <a:gd name="T38" fmla="*/ 36 w 122"/>
                  <a:gd name="T39" fmla="*/ 336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2" h="342">
                    <a:moveTo>
                      <a:pt x="36" y="336"/>
                    </a:moveTo>
                    <a:cubicBezTo>
                      <a:pt x="27" y="333"/>
                      <a:pt x="20" y="328"/>
                      <a:pt x="15" y="323"/>
                    </a:cubicBezTo>
                    <a:cubicBezTo>
                      <a:pt x="2" y="308"/>
                      <a:pt x="0" y="289"/>
                      <a:pt x="0" y="264"/>
                    </a:cubicBezTo>
                    <a:lnTo>
                      <a:pt x="0" y="24"/>
                    </a:lnTo>
                    <a:cubicBezTo>
                      <a:pt x="0" y="23"/>
                      <a:pt x="2" y="21"/>
                      <a:pt x="2" y="20"/>
                    </a:cubicBezTo>
                    <a:cubicBezTo>
                      <a:pt x="10" y="11"/>
                      <a:pt x="21" y="4"/>
                      <a:pt x="33" y="0"/>
                    </a:cubicBezTo>
                    <a:lnTo>
                      <a:pt x="35" y="0"/>
                    </a:lnTo>
                    <a:cubicBezTo>
                      <a:pt x="36" y="0"/>
                      <a:pt x="38" y="0"/>
                      <a:pt x="41" y="2"/>
                    </a:cubicBezTo>
                    <a:cubicBezTo>
                      <a:pt x="43" y="4"/>
                      <a:pt x="44" y="6"/>
                      <a:pt x="44" y="11"/>
                    </a:cubicBezTo>
                    <a:lnTo>
                      <a:pt x="44" y="265"/>
                    </a:lnTo>
                    <a:cubicBezTo>
                      <a:pt x="44" y="278"/>
                      <a:pt x="48" y="289"/>
                      <a:pt x="53" y="295"/>
                    </a:cubicBezTo>
                    <a:cubicBezTo>
                      <a:pt x="58" y="301"/>
                      <a:pt x="66" y="304"/>
                      <a:pt x="76" y="304"/>
                    </a:cubicBezTo>
                    <a:cubicBezTo>
                      <a:pt x="79" y="304"/>
                      <a:pt x="82" y="304"/>
                      <a:pt x="85" y="303"/>
                    </a:cubicBezTo>
                    <a:cubicBezTo>
                      <a:pt x="92" y="302"/>
                      <a:pt x="100" y="300"/>
                      <a:pt x="104" y="298"/>
                    </a:cubicBezTo>
                    <a:cubicBezTo>
                      <a:pt x="105" y="297"/>
                      <a:pt x="106" y="297"/>
                      <a:pt x="109" y="297"/>
                    </a:cubicBezTo>
                    <a:cubicBezTo>
                      <a:pt x="113" y="297"/>
                      <a:pt x="116" y="301"/>
                      <a:pt x="117" y="305"/>
                    </a:cubicBezTo>
                    <a:cubicBezTo>
                      <a:pt x="117" y="305"/>
                      <a:pt x="120" y="317"/>
                      <a:pt x="121" y="323"/>
                    </a:cubicBezTo>
                    <a:cubicBezTo>
                      <a:pt x="121" y="328"/>
                      <a:pt x="117" y="332"/>
                      <a:pt x="113" y="333"/>
                    </a:cubicBezTo>
                    <a:cubicBezTo>
                      <a:pt x="106" y="334"/>
                      <a:pt x="88" y="341"/>
                      <a:pt x="68" y="341"/>
                    </a:cubicBezTo>
                    <a:cubicBezTo>
                      <a:pt x="56" y="341"/>
                      <a:pt x="45" y="339"/>
                      <a:pt x="36" y="33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9" name="Freeform 43">
                <a:extLst>
                  <a:ext uri="{FF2B5EF4-FFF2-40B4-BE49-F238E27FC236}">
                    <a16:creationId xmlns:a16="http://schemas.microsoft.com/office/drawing/2014/main" id="{4C8F6F14-8C08-E0C9-A5D0-2A23168F8A59}"/>
                  </a:ext>
                </a:extLst>
              </p:cNvPr>
              <p:cNvSpPr>
                <a:spLocks noChangeArrowheads="1"/>
              </p:cNvSpPr>
              <p:nvPr/>
            </p:nvSpPr>
            <p:spPr bwMode="auto">
              <a:xfrm>
                <a:off x="5153025" y="1276350"/>
                <a:ext cx="57150" cy="119063"/>
              </a:xfrm>
              <a:custGeom>
                <a:avLst/>
                <a:gdLst>
                  <a:gd name="T0" fmla="*/ 143 w 157"/>
                  <a:gd name="T1" fmla="*/ 282 h 329"/>
                  <a:gd name="T2" fmla="*/ 139 w 157"/>
                  <a:gd name="T3" fmla="*/ 283 h 329"/>
                  <a:gd name="T4" fmla="*/ 112 w 157"/>
                  <a:gd name="T5" fmla="*/ 289 h 329"/>
                  <a:gd name="T6" fmla="*/ 111 w 157"/>
                  <a:gd name="T7" fmla="*/ 289 h 329"/>
                  <a:gd name="T8" fmla="*/ 87 w 157"/>
                  <a:gd name="T9" fmla="*/ 280 h 329"/>
                  <a:gd name="T10" fmla="*/ 79 w 157"/>
                  <a:gd name="T11" fmla="*/ 250 h 329"/>
                  <a:gd name="T12" fmla="*/ 79 w 157"/>
                  <a:gd name="T13" fmla="*/ 249 h 329"/>
                  <a:gd name="T14" fmla="*/ 80 w 157"/>
                  <a:gd name="T15" fmla="*/ 123 h 329"/>
                  <a:gd name="T16" fmla="*/ 131 w 157"/>
                  <a:gd name="T17" fmla="*/ 123 h 329"/>
                  <a:gd name="T18" fmla="*/ 139 w 157"/>
                  <a:gd name="T19" fmla="*/ 121 h 329"/>
                  <a:gd name="T20" fmla="*/ 142 w 157"/>
                  <a:gd name="T21" fmla="*/ 113 h 329"/>
                  <a:gd name="T22" fmla="*/ 142 w 157"/>
                  <a:gd name="T23" fmla="*/ 99 h 329"/>
                  <a:gd name="T24" fmla="*/ 139 w 157"/>
                  <a:gd name="T25" fmla="*/ 92 h 329"/>
                  <a:gd name="T26" fmla="*/ 132 w 157"/>
                  <a:gd name="T27" fmla="*/ 90 h 329"/>
                  <a:gd name="T28" fmla="*/ 80 w 157"/>
                  <a:gd name="T29" fmla="*/ 90 h 329"/>
                  <a:gd name="T30" fmla="*/ 80 w 157"/>
                  <a:gd name="T31" fmla="*/ 89 h 329"/>
                  <a:gd name="T32" fmla="*/ 80 w 157"/>
                  <a:gd name="T33" fmla="*/ 35 h 329"/>
                  <a:gd name="T34" fmla="*/ 80 w 157"/>
                  <a:gd name="T35" fmla="*/ 10 h 329"/>
                  <a:gd name="T36" fmla="*/ 77 w 157"/>
                  <a:gd name="T37" fmla="*/ 2 h 329"/>
                  <a:gd name="T38" fmla="*/ 70 w 157"/>
                  <a:gd name="T39" fmla="*/ 0 h 329"/>
                  <a:gd name="T40" fmla="*/ 68 w 157"/>
                  <a:gd name="T41" fmla="*/ 0 h 329"/>
                  <a:gd name="T42" fmla="*/ 48 w 157"/>
                  <a:gd name="T43" fmla="*/ 10 h 329"/>
                  <a:gd name="T44" fmla="*/ 38 w 157"/>
                  <a:gd name="T45" fmla="*/ 19 h 329"/>
                  <a:gd name="T46" fmla="*/ 37 w 157"/>
                  <a:gd name="T47" fmla="*/ 23 h 329"/>
                  <a:gd name="T48" fmla="*/ 36 w 157"/>
                  <a:gd name="T49" fmla="*/ 90 h 329"/>
                  <a:gd name="T50" fmla="*/ 9 w 157"/>
                  <a:gd name="T51" fmla="*/ 90 h 329"/>
                  <a:gd name="T52" fmla="*/ 2 w 157"/>
                  <a:gd name="T53" fmla="*/ 93 h 329"/>
                  <a:gd name="T54" fmla="*/ 0 w 157"/>
                  <a:gd name="T55" fmla="*/ 100 h 329"/>
                  <a:gd name="T56" fmla="*/ 0 w 157"/>
                  <a:gd name="T57" fmla="*/ 115 h 329"/>
                  <a:gd name="T58" fmla="*/ 2 w 157"/>
                  <a:gd name="T59" fmla="*/ 124 h 329"/>
                  <a:gd name="T60" fmla="*/ 10 w 157"/>
                  <a:gd name="T61" fmla="*/ 126 h 329"/>
                  <a:gd name="T62" fmla="*/ 35 w 157"/>
                  <a:gd name="T63" fmla="*/ 126 h 329"/>
                  <a:gd name="T64" fmla="*/ 33 w 157"/>
                  <a:gd name="T65" fmla="*/ 245 h 329"/>
                  <a:gd name="T66" fmla="*/ 33 w 157"/>
                  <a:gd name="T67" fmla="*/ 250 h 329"/>
                  <a:gd name="T68" fmla="*/ 48 w 157"/>
                  <a:gd name="T69" fmla="*/ 310 h 329"/>
                  <a:gd name="T70" fmla="*/ 101 w 157"/>
                  <a:gd name="T71" fmla="*/ 328 h 329"/>
                  <a:gd name="T72" fmla="*/ 146 w 157"/>
                  <a:gd name="T73" fmla="*/ 320 h 329"/>
                  <a:gd name="T74" fmla="*/ 155 w 157"/>
                  <a:gd name="T75" fmla="*/ 310 h 329"/>
                  <a:gd name="T76" fmla="*/ 151 w 157"/>
                  <a:gd name="T77" fmla="*/ 290 h 329"/>
                  <a:gd name="T78" fmla="*/ 143 w 157"/>
                  <a:gd name="T79" fmla="*/ 282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7" h="329">
                    <a:moveTo>
                      <a:pt x="143" y="282"/>
                    </a:moveTo>
                    <a:cubicBezTo>
                      <a:pt x="142" y="282"/>
                      <a:pt x="141" y="282"/>
                      <a:pt x="139" y="283"/>
                    </a:cubicBezTo>
                    <a:cubicBezTo>
                      <a:pt x="132" y="286"/>
                      <a:pt x="122" y="289"/>
                      <a:pt x="112" y="289"/>
                    </a:cubicBezTo>
                    <a:lnTo>
                      <a:pt x="111" y="289"/>
                    </a:lnTo>
                    <a:cubicBezTo>
                      <a:pt x="100" y="289"/>
                      <a:pt x="93" y="286"/>
                      <a:pt x="87" y="280"/>
                    </a:cubicBezTo>
                    <a:cubicBezTo>
                      <a:pt x="83" y="275"/>
                      <a:pt x="79" y="266"/>
                      <a:pt x="79" y="250"/>
                    </a:cubicBezTo>
                    <a:lnTo>
                      <a:pt x="79" y="249"/>
                    </a:lnTo>
                    <a:lnTo>
                      <a:pt x="80" y="123"/>
                    </a:lnTo>
                    <a:lnTo>
                      <a:pt x="131" y="123"/>
                    </a:lnTo>
                    <a:cubicBezTo>
                      <a:pt x="134" y="123"/>
                      <a:pt x="137" y="123"/>
                      <a:pt x="139" y="121"/>
                    </a:cubicBezTo>
                    <a:cubicBezTo>
                      <a:pt x="141" y="119"/>
                      <a:pt x="142" y="115"/>
                      <a:pt x="142" y="113"/>
                    </a:cubicBezTo>
                    <a:lnTo>
                      <a:pt x="142" y="99"/>
                    </a:lnTo>
                    <a:cubicBezTo>
                      <a:pt x="142" y="96"/>
                      <a:pt x="141" y="94"/>
                      <a:pt x="139" y="92"/>
                    </a:cubicBezTo>
                    <a:cubicBezTo>
                      <a:pt x="137" y="90"/>
                      <a:pt x="134" y="90"/>
                      <a:pt x="132" y="90"/>
                    </a:cubicBezTo>
                    <a:lnTo>
                      <a:pt x="80" y="90"/>
                    </a:lnTo>
                    <a:lnTo>
                      <a:pt x="80" y="89"/>
                    </a:lnTo>
                    <a:lnTo>
                      <a:pt x="80" y="35"/>
                    </a:lnTo>
                    <a:lnTo>
                      <a:pt x="80" y="10"/>
                    </a:lnTo>
                    <a:cubicBezTo>
                      <a:pt x="80" y="7"/>
                      <a:pt x="80" y="4"/>
                      <a:pt x="77" y="2"/>
                    </a:cubicBezTo>
                    <a:cubicBezTo>
                      <a:pt x="75" y="0"/>
                      <a:pt x="71" y="0"/>
                      <a:pt x="70" y="0"/>
                    </a:cubicBezTo>
                    <a:lnTo>
                      <a:pt x="68" y="0"/>
                    </a:lnTo>
                    <a:cubicBezTo>
                      <a:pt x="65" y="1"/>
                      <a:pt x="57" y="4"/>
                      <a:pt x="48" y="10"/>
                    </a:cubicBezTo>
                    <a:cubicBezTo>
                      <a:pt x="44" y="13"/>
                      <a:pt x="41" y="16"/>
                      <a:pt x="38" y="19"/>
                    </a:cubicBezTo>
                    <a:cubicBezTo>
                      <a:pt x="37" y="20"/>
                      <a:pt x="37" y="21"/>
                      <a:pt x="37" y="23"/>
                    </a:cubicBezTo>
                    <a:lnTo>
                      <a:pt x="36" y="90"/>
                    </a:lnTo>
                    <a:lnTo>
                      <a:pt x="9" y="90"/>
                    </a:lnTo>
                    <a:cubicBezTo>
                      <a:pt x="7" y="90"/>
                      <a:pt x="4" y="91"/>
                      <a:pt x="2" y="93"/>
                    </a:cubicBezTo>
                    <a:cubicBezTo>
                      <a:pt x="0" y="95"/>
                      <a:pt x="0" y="98"/>
                      <a:pt x="0" y="100"/>
                    </a:cubicBezTo>
                    <a:lnTo>
                      <a:pt x="0" y="115"/>
                    </a:lnTo>
                    <a:cubicBezTo>
                      <a:pt x="0" y="119"/>
                      <a:pt x="0" y="121"/>
                      <a:pt x="2" y="124"/>
                    </a:cubicBezTo>
                    <a:cubicBezTo>
                      <a:pt x="5" y="126"/>
                      <a:pt x="7" y="126"/>
                      <a:pt x="10" y="126"/>
                    </a:cubicBezTo>
                    <a:lnTo>
                      <a:pt x="35" y="126"/>
                    </a:lnTo>
                    <a:lnTo>
                      <a:pt x="33" y="245"/>
                    </a:lnTo>
                    <a:lnTo>
                      <a:pt x="33" y="250"/>
                    </a:lnTo>
                    <a:cubicBezTo>
                      <a:pt x="33" y="275"/>
                      <a:pt x="34" y="294"/>
                      <a:pt x="48" y="310"/>
                    </a:cubicBezTo>
                    <a:cubicBezTo>
                      <a:pt x="58" y="322"/>
                      <a:pt x="78" y="328"/>
                      <a:pt x="101" y="328"/>
                    </a:cubicBezTo>
                    <a:cubicBezTo>
                      <a:pt x="123" y="328"/>
                      <a:pt x="139" y="323"/>
                      <a:pt x="146" y="320"/>
                    </a:cubicBezTo>
                    <a:cubicBezTo>
                      <a:pt x="150" y="318"/>
                      <a:pt x="155" y="314"/>
                      <a:pt x="155" y="310"/>
                    </a:cubicBezTo>
                    <a:cubicBezTo>
                      <a:pt x="156" y="304"/>
                      <a:pt x="151" y="290"/>
                      <a:pt x="151" y="290"/>
                    </a:cubicBezTo>
                    <a:cubicBezTo>
                      <a:pt x="150" y="286"/>
                      <a:pt x="146" y="282"/>
                      <a:pt x="143" y="28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76" name="Group 75">
            <a:extLst>
              <a:ext uri="{FF2B5EF4-FFF2-40B4-BE49-F238E27FC236}">
                <a16:creationId xmlns:a16="http://schemas.microsoft.com/office/drawing/2014/main" id="{04C5B798-EFC6-CDAF-56AD-0E428A1C5C4B}"/>
              </a:ext>
            </a:extLst>
          </p:cNvPr>
          <p:cNvGrpSpPr/>
          <p:nvPr/>
        </p:nvGrpSpPr>
        <p:grpSpPr>
          <a:xfrm>
            <a:off x="1307541" y="3365907"/>
            <a:ext cx="2286592" cy="295912"/>
            <a:chOff x="4240213" y="1693863"/>
            <a:chExt cx="1484312" cy="192087"/>
          </a:xfrm>
          <a:solidFill>
            <a:schemeClr val="tx1"/>
          </a:solidFill>
        </p:grpSpPr>
        <p:grpSp>
          <p:nvGrpSpPr>
            <p:cNvPr id="77" name="Group 76">
              <a:extLst>
                <a:ext uri="{FF2B5EF4-FFF2-40B4-BE49-F238E27FC236}">
                  <a16:creationId xmlns:a16="http://schemas.microsoft.com/office/drawing/2014/main" id="{880FBBB4-0BB3-09DC-3243-6AC6C8E1580D}"/>
                </a:ext>
              </a:extLst>
            </p:cNvPr>
            <p:cNvGrpSpPr/>
            <p:nvPr/>
          </p:nvGrpSpPr>
          <p:grpSpPr>
            <a:xfrm>
              <a:off x="4240213" y="1719263"/>
              <a:ext cx="484187" cy="127000"/>
              <a:chOff x="4240213" y="1719263"/>
              <a:chExt cx="484187" cy="127000"/>
            </a:xfrm>
            <a:grpFill/>
          </p:grpSpPr>
          <p:sp>
            <p:nvSpPr>
              <p:cNvPr id="80" name="Freeform 44">
                <a:extLst>
                  <a:ext uri="{FF2B5EF4-FFF2-40B4-BE49-F238E27FC236}">
                    <a16:creationId xmlns:a16="http://schemas.microsoft.com/office/drawing/2014/main" id="{E1453EB6-FEF3-8D4D-8DA0-5B3EC54656E1}"/>
                  </a:ext>
                </a:extLst>
              </p:cNvPr>
              <p:cNvSpPr>
                <a:spLocks noChangeArrowheads="1"/>
              </p:cNvSpPr>
              <p:nvPr/>
            </p:nvSpPr>
            <p:spPr bwMode="auto">
              <a:xfrm>
                <a:off x="4327525" y="1719263"/>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6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6"/>
                    </a:lnTo>
                    <a:cubicBezTo>
                      <a:pt x="0" y="331"/>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1" name="Freeform 45">
                <a:extLst>
                  <a:ext uri="{FF2B5EF4-FFF2-40B4-BE49-F238E27FC236}">
                    <a16:creationId xmlns:a16="http://schemas.microsoft.com/office/drawing/2014/main" id="{03CAEA35-1BED-B216-8072-B9A4AE51BEF0}"/>
                  </a:ext>
                </a:extLst>
              </p:cNvPr>
              <p:cNvSpPr>
                <a:spLocks noChangeArrowheads="1"/>
              </p:cNvSpPr>
              <p:nvPr/>
            </p:nvSpPr>
            <p:spPr bwMode="auto">
              <a:xfrm>
                <a:off x="4354513" y="1752600"/>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2"/>
                      <a:pt x="51" y="258"/>
                      <a:pt x="119" y="259"/>
                    </a:cubicBezTo>
                    <a:close/>
                    <a:moveTo>
                      <a:pt x="132" y="62"/>
                    </a:moveTo>
                    <a:cubicBezTo>
                      <a:pt x="169" y="62"/>
                      <a:pt x="195" y="90"/>
                      <a:pt x="195" y="129"/>
                    </a:cubicBezTo>
                    <a:cubicBezTo>
                      <a:pt x="195" y="167"/>
                      <a:pt x="169" y="197"/>
                      <a:pt x="132" y="197"/>
                    </a:cubicBezTo>
                    <a:cubicBezTo>
                      <a:pt x="93" y="197"/>
                      <a:pt x="69" y="166"/>
                      <a:pt x="69" y="129"/>
                    </a:cubicBezTo>
                    <a:cubicBezTo>
                      <a:pt x="69" y="91"/>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2" name="Freeform 46">
                <a:extLst>
                  <a:ext uri="{FF2B5EF4-FFF2-40B4-BE49-F238E27FC236}">
                    <a16:creationId xmlns:a16="http://schemas.microsoft.com/office/drawing/2014/main" id="{8E399E19-875A-E9F3-F066-B19D8CE0DD4C}"/>
                  </a:ext>
                </a:extLst>
              </p:cNvPr>
              <p:cNvSpPr>
                <a:spLocks noChangeArrowheads="1"/>
              </p:cNvSpPr>
              <p:nvPr/>
            </p:nvSpPr>
            <p:spPr bwMode="auto">
              <a:xfrm>
                <a:off x="4454525" y="1720850"/>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3" name="Freeform 47">
                <a:extLst>
                  <a:ext uri="{FF2B5EF4-FFF2-40B4-BE49-F238E27FC236}">
                    <a16:creationId xmlns:a16="http://schemas.microsoft.com/office/drawing/2014/main" id="{56424A41-470A-855B-3512-D91DF9AD79CA}"/>
                  </a:ext>
                </a:extLst>
              </p:cNvPr>
              <p:cNvSpPr>
                <a:spLocks noChangeArrowheads="1"/>
              </p:cNvSpPr>
              <p:nvPr/>
            </p:nvSpPr>
            <p:spPr bwMode="auto">
              <a:xfrm>
                <a:off x="4481513" y="1752600"/>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7"/>
                      <a:pt x="133" y="258"/>
                    </a:cubicBezTo>
                    <a:close/>
                    <a:moveTo>
                      <a:pt x="133" y="61"/>
                    </a:moveTo>
                    <a:cubicBezTo>
                      <a:pt x="170" y="61"/>
                      <a:pt x="198" y="89"/>
                      <a:pt x="198" y="129"/>
                    </a:cubicBezTo>
                    <a:cubicBezTo>
                      <a:pt x="198" y="168"/>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4" name="Freeform 48">
                <a:extLst>
                  <a:ext uri="{FF2B5EF4-FFF2-40B4-BE49-F238E27FC236}">
                    <a16:creationId xmlns:a16="http://schemas.microsoft.com/office/drawing/2014/main" id="{D39F206E-8758-3E18-2141-F455E320E470}"/>
                  </a:ext>
                </a:extLst>
              </p:cNvPr>
              <p:cNvSpPr>
                <a:spLocks noChangeArrowheads="1"/>
              </p:cNvSpPr>
              <p:nvPr/>
            </p:nvSpPr>
            <p:spPr bwMode="auto">
              <a:xfrm>
                <a:off x="4579938" y="1751013"/>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3 h 257"/>
                  <a:gd name="T26" fmla="*/ 399 w 400"/>
                  <a:gd name="T27" fmla="*/ 253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3"/>
                      <a:pt x="361" y="253"/>
                    </a:cubicBezTo>
                    <a:lnTo>
                      <a:pt x="399" y="253"/>
                    </a:lnTo>
                    <a:lnTo>
                      <a:pt x="399" y="97"/>
                    </a:lnTo>
                    <a:cubicBezTo>
                      <a:pt x="399" y="40"/>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5" name="Freeform 49">
                <a:extLst>
                  <a:ext uri="{FF2B5EF4-FFF2-40B4-BE49-F238E27FC236}">
                    <a16:creationId xmlns:a16="http://schemas.microsoft.com/office/drawing/2014/main" id="{C304F0FB-D159-D69D-CED8-F19F83969083}"/>
                  </a:ext>
                </a:extLst>
              </p:cNvPr>
              <p:cNvSpPr>
                <a:spLocks noChangeArrowheads="1"/>
              </p:cNvSpPr>
              <p:nvPr/>
            </p:nvSpPr>
            <p:spPr bwMode="auto">
              <a:xfrm>
                <a:off x="4240213" y="1752600"/>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4"/>
                      <a:pt x="113" y="56"/>
                    </a:cubicBezTo>
                    <a:cubicBezTo>
                      <a:pt x="138" y="56"/>
                      <a:pt x="163" y="63"/>
                      <a:pt x="182" y="71"/>
                    </a:cubicBezTo>
                    <a:cubicBezTo>
                      <a:pt x="195" y="76"/>
                      <a:pt x="210" y="69"/>
                      <a:pt x="216" y="57"/>
                    </a:cubicBezTo>
                    <a:lnTo>
                      <a:pt x="228" y="30"/>
                    </a:lnTo>
                    <a:cubicBezTo>
                      <a:pt x="196" y="13"/>
                      <a:pt x="158" y="2"/>
                      <a:pt x="115" y="1"/>
                    </a:cubicBezTo>
                    <a:cubicBezTo>
                      <a:pt x="57" y="0"/>
                      <a:pt x="9" y="27"/>
                      <a:pt x="7" y="77"/>
                    </a:cubicBezTo>
                    <a:cubicBezTo>
                      <a:pt x="6" y="117"/>
                      <a:pt x="25" y="144"/>
                      <a:pt x="96" y="155"/>
                    </a:cubicBezTo>
                    <a:lnTo>
                      <a:pt x="111" y="157"/>
                    </a:lnTo>
                    <a:cubicBezTo>
                      <a:pt x="143" y="162"/>
                      <a:pt x="167" y="164"/>
                      <a:pt x="167" y="181"/>
                    </a:cubicBezTo>
                    <a:cubicBezTo>
                      <a:pt x="165" y="198"/>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78" name="Freeform 50">
              <a:extLst>
                <a:ext uri="{FF2B5EF4-FFF2-40B4-BE49-F238E27FC236}">
                  <a16:creationId xmlns:a16="http://schemas.microsoft.com/office/drawing/2014/main" id="{4A47937C-02DC-BFEF-FF4D-3D7043ED1B03}"/>
                </a:ext>
              </a:extLst>
            </p:cNvPr>
            <p:cNvSpPr>
              <a:spLocks noChangeArrowheads="1"/>
            </p:cNvSpPr>
            <p:nvPr/>
          </p:nvSpPr>
          <p:spPr bwMode="auto">
            <a:xfrm>
              <a:off x="4860925" y="1693863"/>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9" name="Freeform 51">
              <a:extLst>
                <a:ext uri="{FF2B5EF4-FFF2-40B4-BE49-F238E27FC236}">
                  <a16:creationId xmlns:a16="http://schemas.microsoft.com/office/drawing/2014/main" id="{05F5CFD5-8D0F-5E37-0E36-B37833D31153}"/>
                </a:ext>
              </a:extLst>
            </p:cNvPr>
            <p:cNvSpPr>
              <a:spLocks noChangeArrowheads="1"/>
            </p:cNvSpPr>
            <p:nvPr/>
          </p:nvSpPr>
          <p:spPr bwMode="auto">
            <a:xfrm>
              <a:off x="5002213" y="1719263"/>
              <a:ext cx="722312" cy="153987"/>
            </a:xfrm>
            <a:custGeom>
              <a:avLst/>
              <a:gdLst>
                <a:gd name="T0" fmla="*/ 688 w 2007"/>
                <a:gd name="T1" fmla="*/ 344 h 426"/>
                <a:gd name="T2" fmla="*/ 615 w 2007"/>
                <a:gd name="T3" fmla="*/ 197 h 426"/>
                <a:gd name="T4" fmla="*/ 524 w 2007"/>
                <a:gd name="T5" fmla="*/ 197 h 426"/>
                <a:gd name="T6" fmla="*/ 450 w 2007"/>
                <a:gd name="T7" fmla="*/ 344 h 426"/>
                <a:gd name="T8" fmla="*/ 509 w 2007"/>
                <a:gd name="T9" fmla="*/ 81 h 426"/>
                <a:gd name="T10" fmla="*/ 602 w 2007"/>
                <a:gd name="T11" fmla="*/ 77 h 426"/>
                <a:gd name="T12" fmla="*/ 145 w 2007"/>
                <a:gd name="T13" fmla="*/ 0 h 426"/>
                <a:gd name="T14" fmla="*/ 101 w 2007"/>
                <a:gd name="T15" fmla="*/ 344 h 426"/>
                <a:gd name="T16" fmla="*/ 145 w 2007"/>
                <a:gd name="T17" fmla="*/ 0 h 426"/>
                <a:gd name="T18" fmla="*/ 238 w 2007"/>
                <a:gd name="T19" fmla="*/ 205 h 426"/>
                <a:gd name="T20" fmla="*/ 290 w 2007"/>
                <a:gd name="T21" fmla="*/ 78 h 426"/>
                <a:gd name="T22" fmla="*/ 294 w 2007"/>
                <a:gd name="T23" fmla="*/ 345 h 426"/>
                <a:gd name="T24" fmla="*/ 369 w 2007"/>
                <a:gd name="T25" fmla="*/ 265 h 426"/>
                <a:gd name="T26" fmla="*/ 945 w 2007"/>
                <a:gd name="T27" fmla="*/ 108 h 426"/>
                <a:gd name="T28" fmla="*/ 973 w 2007"/>
                <a:gd name="T29" fmla="*/ 344 h 426"/>
                <a:gd name="T30" fmla="*/ 901 w 2007"/>
                <a:gd name="T31" fmla="*/ 316 h 426"/>
                <a:gd name="T32" fmla="*/ 732 w 2007"/>
                <a:gd name="T33" fmla="*/ 269 h 426"/>
                <a:gd name="T34" fmla="*/ 838 w 2007"/>
                <a:gd name="T35" fmla="*/ 184 h 426"/>
                <a:gd name="T36" fmla="*/ 902 w 2007"/>
                <a:gd name="T37" fmla="*/ 190 h 426"/>
                <a:gd name="T38" fmla="*/ 778 w 2007"/>
                <a:gd name="T39" fmla="*/ 155 h 426"/>
                <a:gd name="T40" fmla="*/ 856 w 2007"/>
                <a:gd name="T41" fmla="*/ 78 h 426"/>
                <a:gd name="T42" fmla="*/ 903 w 2007"/>
                <a:gd name="T43" fmla="*/ 239 h 426"/>
                <a:gd name="T44" fmla="*/ 805 w 2007"/>
                <a:gd name="T45" fmla="*/ 265 h 426"/>
                <a:gd name="T46" fmla="*/ 846 w 2007"/>
                <a:gd name="T47" fmla="*/ 299 h 426"/>
                <a:gd name="T48" fmla="*/ 903 w 2007"/>
                <a:gd name="T49" fmla="*/ 239 h 426"/>
                <a:gd name="T50" fmla="*/ 1305 w 2007"/>
                <a:gd name="T51" fmla="*/ 214 h 426"/>
                <a:gd name="T52" fmla="*/ 1105 w 2007"/>
                <a:gd name="T53" fmla="*/ 309 h 426"/>
                <a:gd name="T54" fmla="*/ 1031 w 2007"/>
                <a:gd name="T55" fmla="*/ 425 h 426"/>
                <a:gd name="T56" fmla="*/ 1089 w 2007"/>
                <a:gd name="T57" fmla="*/ 81 h 426"/>
                <a:gd name="T58" fmla="*/ 1186 w 2007"/>
                <a:gd name="T59" fmla="*/ 76 h 426"/>
                <a:gd name="T60" fmla="*/ 1231 w 2007"/>
                <a:gd name="T61" fmla="*/ 213 h 426"/>
                <a:gd name="T62" fmla="*/ 1104 w 2007"/>
                <a:gd name="T63" fmla="*/ 213 h 426"/>
                <a:gd name="T64" fmla="*/ 1167 w 2007"/>
                <a:gd name="T65" fmla="*/ 287 h 426"/>
                <a:gd name="T66" fmla="*/ 1231 w 2007"/>
                <a:gd name="T67" fmla="*/ 213 h 426"/>
                <a:gd name="T68" fmla="*/ 1840 w 2007"/>
                <a:gd name="T69" fmla="*/ 119 h 426"/>
                <a:gd name="T70" fmla="*/ 1765 w 2007"/>
                <a:gd name="T71" fmla="*/ 81 h 426"/>
                <a:gd name="T72" fmla="*/ 1839 w 2007"/>
                <a:gd name="T73" fmla="*/ 344 h 426"/>
                <a:gd name="T74" fmla="*/ 1885 w 2007"/>
                <a:gd name="T75" fmla="*/ 144 h 426"/>
                <a:gd name="T76" fmla="*/ 1930 w 2007"/>
                <a:gd name="T77" fmla="*/ 345 h 426"/>
                <a:gd name="T78" fmla="*/ 2004 w 2007"/>
                <a:gd name="T79" fmla="*/ 175 h 426"/>
                <a:gd name="T80" fmla="*/ 1682 w 2007"/>
                <a:gd name="T81" fmla="*/ 108 h 426"/>
                <a:gd name="T82" fmla="*/ 1709 w 2007"/>
                <a:gd name="T83" fmla="*/ 344 h 426"/>
                <a:gd name="T84" fmla="*/ 1638 w 2007"/>
                <a:gd name="T85" fmla="*/ 316 h 426"/>
                <a:gd name="T86" fmla="*/ 1469 w 2007"/>
                <a:gd name="T87" fmla="*/ 269 h 426"/>
                <a:gd name="T88" fmla="*/ 1575 w 2007"/>
                <a:gd name="T89" fmla="*/ 184 h 426"/>
                <a:gd name="T90" fmla="*/ 1639 w 2007"/>
                <a:gd name="T91" fmla="*/ 190 h 426"/>
                <a:gd name="T92" fmla="*/ 1515 w 2007"/>
                <a:gd name="T93" fmla="*/ 155 h 426"/>
                <a:gd name="T94" fmla="*/ 1593 w 2007"/>
                <a:gd name="T95" fmla="*/ 78 h 426"/>
                <a:gd name="T96" fmla="*/ 1640 w 2007"/>
                <a:gd name="T97" fmla="*/ 239 h 426"/>
                <a:gd name="T98" fmla="*/ 1541 w 2007"/>
                <a:gd name="T99" fmla="*/ 265 h 426"/>
                <a:gd name="T100" fmla="*/ 1582 w 2007"/>
                <a:gd name="T101" fmla="*/ 299 h 426"/>
                <a:gd name="T102" fmla="*/ 1640 w 2007"/>
                <a:gd name="T103" fmla="*/ 239 h 426"/>
                <a:gd name="T104" fmla="*/ 1424 w 2007"/>
                <a:gd name="T105" fmla="*/ 344 h 426"/>
                <a:gd name="T106" fmla="*/ 1350 w 2007"/>
                <a:gd name="T107"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07" h="426">
                  <a:moveTo>
                    <a:pt x="688" y="174"/>
                  </a:moveTo>
                  <a:lnTo>
                    <a:pt x="688" y="344"/>
                  </a:lnTo>
                  <a:lnTo>
                    <a:pt x="615" y="344"/>
                  </a:lnTo>
                  <a:lnTo>
                    <a:pt x="615" y="197"/>
                  </a:lnTo>
                  <a:cubicBezTo>
                    <a:pt x="615" y="162"/>
                    <a:pt x="597" y="143"/>
                    <a:pt x="570" y="143"/>
                  </a:cubicBezTo>
                  <a:cubicBezTo>
                    <a:pt x="542" y="143"/>
                    <a:pt x="524" y="162"/>
                    <a:pt x="524" y="197"/>
                  </a:cubicBezTo>
                  <a:lnTo>
                    <a:pt x="524" y="344"/>
                  </a:lnTo>
                  <a:lnTo>
                    <a:pt x="450" y="344"/>
                  </a:lnTo>
                  <a:lnTo>
                    <a:pt x="450" y="81"/>
                  </a:lnTo>
                  <a:lnTo>
                    <a:pt x="509" y="81"/>
                  </a:lnTo>
                  <a:lnTo>
                    <a:pt x="525" y="119"/>
                  </a:lnTo>
                  <a:cubicBezTo>
                    <a:pt x="542" y="96"/>
                    <a:pt x="564" y="77"/>
                    <a:pt x="602" y="77"/>
                  </a:cubicBezTo>
                  <a:cubicBezTo>
                    <a:pt x="655" y="77"/>
                    <a:pt x="688" y="114"/>
                    <a:pt x="688" y="174"/>
                  </a:cubicBezTo>
                  <a:close/>
                  <a:moveTo>
                    <a:pt x="145" y="0"/>
                  </a:moveTo>
                  <a:lnTo>
                    <a:pt x="0" y="344"/>
                  </a:lnTo>
                  <a:lnTo>
                    <a:pt x="101" y="344"/>
                  </a:lnTo>
                  <a:lnTo>
                    <a:pt x="245" y="0"/>
                  </a:lnTo>
                  <a:lnTo>
                    <a:pt x="145" y="0"/>
                  </a:lnTo>
                  <a:close/>
                  <a:moveTo>
                    <a:pt x="290" y="78"/>
                  </a:moveTo>
                  <a:lnTo>
                    <a:pt x="238" y="205"/>
                  </a:lnTo>
                  <a:lnTo>
                    <a:pt x="345" y="205"/>
                  </a:lnTo>
                  <a:lnTo>
                    <a:pt x="290" y="78"/>
                  </a:lnTo>
                  <a:close/>
                  <a:moveTo>
                    <a:pt x="261" y="265"/>
                  </a:moveTo>
                  <a:lnTo>
                    <a:pt x="294" y="345"/>
                  </a:lnTo>
                  <a:lnTo>
                    <a:pt x="403" y="345"/>
                  </a:lnTo>
                  <a:lnTo>
                    <a:pt x="369" y="265"/>
                  </a:lnTo>
                  <a:lnTo>
                    <a:pt x="261" y="265"/>
                  </a:lnTo>
                  <a:close/>
                  <a:moveTo>
                    <a:pt x="945" y="108"/>
                  </a:moveTo>
                  <a:cubicBezTo>
                    <a:pt x="964" y="127"/>
                    <a:pt x="973" y="156"/>
                    <a:pt x="973" y="192"/>
                  </a:cubicBezTo>
                  <a:lnTo>
                    <a:pt x="973" y="344"/>
                  </a:lnTo>
                  <a:lnTo>
                    <a:pt x="913" y="344"/>
                  </a:lnTo>
                  <a:lnTo>
                    <a:pt x="901" y="316"/>
                  </a:lnTo>
                  <a:cubicBezTo>
                    <a:pt x="883" y="336"/>
                    <a:pt x="859" y="349"/>
                    <a:pt x="822" y="349"/>
                  </a:cubicBezTo>
                  <a:cubicBezTo>
                    <a:pt x="773" y="349"/>
                    <a:pt x="732" y="321"/>
                    <a:pt x="732" y="269"/>
                  </a:cubicBezTo>
                  <a:lnTo>
                    <a:pt x="732" y="268"/>
                  </a:lnTo>
                  <a:cubicBezTo>
                    <a:pt x="732" y="211"/>
                    <a:pt x="776" y="184"/>
                    <a:pt x="838" y="184"/>
                  </a:cubicBezTo>
                  <a:cubicBezTo>
                    <a:pt x="865" y="184"/>
                    <a:pt x="883" y="188"/>
                    <a:pt x="902" y="195"/>
                  </a:cubicBezTo>
                  <a:lnTo>
                    <a:pt x="902" y="190"/>
                  </a:lnTo>
                  <a:cubicBezTo>
                    <a:pt x="902" y="159"/>
                    <a:pt x="883" y="142"/>
                    <a:pt x="846" y="142"/>
                  </a:cubicBezTo>
                  <a:cubicBezTo>
                    <a:pt x="819" y="142"/>
                    <a:pt x="800" y="148"/>
                    <a:pt x="778" y="155"/>
                  </a:cubicBezTo>
                  <a:lnTo>
                    <a:pt x="755" y="99"/>
                  </a:lnTo>
                  <a:cubicBezTo>
                    <a:pt x="784" y="87"/>
                    <a:pt x="811" y="78"/>
                    <a:pt x="856" y="78"/>
                  </a:cubicBezTo>
                  <a:cubicBezTo>
                    <a:pt x="897" y="79"/>
                    <a:pt x="927" y="90"/>
                    <a:pt x="945" y="108"/>
                  </a:cubicBezTo>
                  <a:close/>
                  <a:moveTo>
                    <a:pt x="903" y="239"/>
                  </a:moveTo>
                  <a:cubicBezTo>
                    <a:pt x="891" y="232"/>
                    <a:pt x="874" y="229"/>
                    <a:pt x="856" y="229"/>
                  </a:cubicBezTo>
                  <a:cubicBezTo>
                    <a:pt x="824" y="229"/>
                    <a:pt x="805" y="242"/>
                    <a:pt x="805" y="265"/>
                  </a:cubicBezTo>
                  <a:lnTo>
                    <a:pt x="805" y="266"/>
                  </a:lnTo>
                  <a:cubicBezTo>
                    <a:pt x="805" y="287"/>
                    <a:pt x="822" y="299"/>
                    <a:pt x="846" y="299"/>
                  </a:cubicBezTo>
                  <a:cubicBezTo>
                    <a:pt x="880" y="299"/>
                    <a:pt x="903" y="279"/>
                    <a:pt x="903" y="253"/>
                  </a:cubicBezTo>
                  <a:lnTo>
                    <a:pt x="903" y="239"/>
                  </a:lnTo>
                  <a:close/>
                  <a:moveTo>
                    <a:pt x="1305" y="213"/>
                  </a:moveTo>
                  <a:lnTo>
                    <a:pt x="1305" y="214"/>
                  </a:lnTo>
                  <a:cubicBezTo>
                    <a:pt x="1305" y="302"/>
                    <a:pt x="1248" y="349"/>
                    <a:pt x="1186" y="349"/>
                  </a:cubicBezTo>
                  <a:cubicBezTo>
                    <a:pt x="1146" y="349"/>
                    <a:pt x="1122" y="331"/>
                    <a:pt x="1105" y="309"/>
                  </a:cubicBezTo>
                  <a:lnTo>
                    <a:pt x="1105" y="425"/>
                  </a:lnTo>
                  <a:lnTo>
                    <a:pt x="1031" y="425"/>
                  </a:lnTo>
                  <a:lnTo>
                    <a:pt x="1031" y="81"/>
                  </a:lnTo>
                  <a:lnTo>
                    <a:pt x="1089" y="81"/>
                  </a:lnTo>
                  <a:lnTo>
                    <a:pt x="1105" y="119"/>
                  </a:lnTo>
                  <a:cubicBezTo>
                    <a:pt x="1123" y="94"/>
                    <a:pt x="1148" y="76"/>
                    <a:pt x="1186" y="76"/>
                  </a:cubicBezTo>
                  <a:cubicBezTo>
                    <a:pt x="1247" y="77"/>
                    <a:pt x="1305" y="125"/>
                    <a:pt x="1305" y="213"/>
                  </a:cubicBezTo>
                  <a:close/>
                  <a:moveTo>
                    <a:pt x="1231" y="213"/>
                  </a:moveTo>
                  <a:cubicBezTo>
                    <a:pt x="1231" y="169"/>
                    <a:pt x="1201" y="140"/>
                    <a:pt x="1167" y="140"/>
                  </a:cubicBezTo>
                  <a:cubicBezTo>
                    <a:pt x="1133" y="140"/>
                    <a:pt x="1104" y="169"/>
                    <a:pt x="1104" y="213"/>
                  </a:cubicBezTo>
                  <a:lnTo>
                    <a:pt x="1104" y="214"/>
                  </a:lnTo>
                  <a:cubicBezTo>
                    <a:pt x="1104" y="258"/>
                    <a:pt x="1133" y="287"/>
                    <a:pt x="1167" y="287"/>
                  </a:cubicBezTo>
                  <a:cubicBezTo>
                    <a:pt x="1201" y="287"/>
                    <a:pt x="1231" y="259"/>
                    <a:pt x="1231" y="214"/>
                  </a:cubicBezTo>
                  <a:lnTo>
                    <a:pt x="1231" y="213"/>
                  </a:lnTo>
                  <a:close/>
                  <a:moveTo>
                    <a:pt x="1917" y="77"/>
                  </a:moveTo>
                  <a:cubicBezTo>
                    <a:pt x="1880" y="77"/>
                    <a:pt x="1857" y="97"/>
                    <a:pt x="1840" y="119"/>
                  </a:cubicBezTo>
                  <a:lnTo>
                    <a:pt x="1824" y="81"/>
                  </a:lnTo>
                  <a:lnTo>
                    <a:pt x="1765" y="81"/>
                  </a:lnTo>
                  <a:lnTo>
                    <a:pt x="1765" y="344"/>
                  </a:lnTo>
                  <a:lnTo>
                    <a:pt x="1839" y="344"/>
                  </a:lnTo>
                  <a:lnTo>
                    <a:pt x="1839" y="198"/>
                  </a:lnTo>
                  <a:cubicBezTo>
                    <a:pt x="1839" y="163"/>
                    <a:pt x="1857" y="144"/>
                    <a:pt x="1885" y="144"/>
                  </a:cubicBezTo>
                  <a:cubicBezTo>
                    <a:pt x="1913" y="144"/>
                    <a:pt x="1930" y="163"/>
                    <a:pt x="1930" y="198"/>
                  </a:cubicBezTo>
                  <a:lnTo>
                    <a:pt x="1930" y="345"/>
                  </a:lnTo>
                  <a:lnTo>
                    <a:pt x="2004" y="345"/>
                  </a:lnTo>
                  <a:lnTo>
                    <a:pt x="2004" y="175"/>
                  </a:lnTo>
                  <a:cubicBezTo>
                    <a:pt x="2006" y="114"/>
                    <a:pt x="1974" y="77"/>
                    <a:pt x="1917" y="77"/>
                  </a:cubicBezTo>
                  <a:close/>
                  <a:moveTo>
                    <a:pt x="1682" y="108"/>
                  </a:moveTo>
                  <a:cubicBezTo>
                    <a:pt x="1701" y="127"/>
                    <a:pt x="1709" y="156"/>
                    <a:pt x="1709" y="192"/>
                  </a:cubicBezTo>
                  <a:lnTo>
                    <a:pt x="1709" y="344"/>
                  </a:lnTo>
                  <a:lnTo>
                    <a:pt x="1649" y="344"/>
                  </a:lnTo>
                  <a:lnTo>
                    <a:pt x="1638" y="316"/>
                  </a:lnTo>
                  <a:cubicBezTo>
                    <a:pt x="1620" y="336"/>
                    <a:pt x="1595" y="349"/>
                    <a:pt x="1559" y="349"/>
                  </a:cubicBezTo>
                  <a:cubicBezTo>
                    <a:pt x="1509" y="349"/>
                    <a:pt x="1469" y="321"/>
                    <a:pt x="1469" y="269"/>
                  </a:cubicBezTo>
                  <a:lnTo>
                    <a:pt x="1469" y="268"/>
                  </a:lnTo>
                  <a:cubicBezTo>
                    <a:pt x="1469" y="211"/>
                    <a:pt x="1512" y="184"/>
                    <a:pt x="1575" y="184"/>
                  </a:cubicBezTo>
                  <a:cubicBezTo>
                    <a:pt x="1601" y="184"/>
                    <a:pt x="1620" y="188"/>
                    <a:pt x="1639" y="195"/>
                  </a:cubicBezTo>
                  <a:lnTo>
                    <a:pt x="1639" y="190"/>
                  </a:lnTo>
                  <a:cubicBezTo>
                    <a:pt x="1639" y="159"/>
                    <a:pt x="1620" y="142"/>
                    <a:pt x="1582" y="142"/>
                  </a:cubicBezTo>
                  <a:cubicBezTo>
                    <a:pt x="1555" y="142"/>
                    <a:pt x="1536" y="148"/>
                    <a:pt x="1515" y="155"/>
                  </a:cubicBezTo>
                  <a:lnTo>
                    <a:pt x="1491" y="99"/>
                  </a:lnTo>
                  <a:cubicBezTo>
                    <a:pt x="1520" y="87"/>
                    <a:pt x="1548" y="78"/>
                    <a:pt x="1593" y="78"/>
                  </a:cubicBezTo>
                  <a:cubicBezTo>
                    <a:pt x="1633" y="79"/>
                    <a:pt x="1663" y="90"/>
                    <a:pt x="1682" y="108"/>
                  </a:cubicBezTo>
                  <a:close/>
                  <a:moveTo>
                    <a:pt x="1640" y="239"/>
                  </a:moveTo>
                  <a:cubicBezTo>
                    <a:pt x="1627" y="232"/>
                    <a:pt x="1610" y="229"/>
                    <a:pt x="1593" y="229"/>
                  </a:cubicBezTo>
                  <a:cubicBezTo>
                    <a:pt x="1561" y="229"/>
                    <a:pt x="1541" y="242"/>
                    <a:pt x="1541" y="265"/>
                  </a:cubicBezTo>
                  <a:lnTo>
                    <a:pt x="1541" y="266"/>
                  </a:lnTo>
                  <a:cubicBezTo>
                    <a:pt x="1541" y="287"/>
                    <a:pt x="1559" y="299"/>
                    <a:pt x="1582" y="299"/>
                  </a:cubicBezTo>
                  <a:cubicBezTo>
                    <a:pt x="1616" y="299"/>
                    <a:pt x="1640" y="279"/>
                    <a:pt x="1640" y="253"/>
                  </a:cubicBezTo>
                  <a:lnTo>
                    <a:pt x="1640" y="239"/>
                  </a:lnTo>
                  <a:close/>
                  <a:moveTo>
                    <a:pt x="1350" y="344"/>
                  </a:moveTo>
                  <a:lnTo>
                    <a:pt x="1424" y="344"/>
                  </a:lnTo>
                  <a:lnTo>
                    <a:pt x="1424" y="0"/>
                  </a:lnTo>
                  <a:lnTo>
                    <a:pt x="1350" y="0"/>
                  </a:lnTo>
                  <a:lnTo>
                    <a:pt x="1350" y="34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86" name="Group 85">
            <a:extLst>
              <a:ext uri="{FF2B5EF4-FFF2-40B4-BE49-F238E27FC236}">
                <a16:creationId xmlns:a16="http://schemas.microsoft.com/office/drawing/2014/main" id="{A2B641F1-101F-C2E8-F564-5B1462622410}"/>
              </a:ext>
            </a:extLst>
          </p:cNvPr>
          <p:cNvGrpSpPr/>
          <p:nvPr/>
        </p:nvGrpSpPr>
        <p:grpSpPr>
          <a:xfrm>
            <a:off x="1307546" y="4884360"/>
            <a:ext cx="1863514" cy="295911"/>
            <a:chOff x="4240213" y="2600325"/>
            <a:chExt cx="1209675" cy="192088"/>
          </a:xfrm>
          <a:solidFill>
            <a:schemeClr val="tx1"/>
          </a:solidFill>
        </p:grpSpPr>
        <p:grpSp>
          <p:nvGrpSpPr>
            <p:cNvPr id="87" name="Group 86">
              <a:extLst>
                <a:ext uri="{FF2B5EF4-FFF2-40B4-BE49-F238E27FC236}">
                  <a16:creationId xmlns:a16="http://schemas.microsoft.com/office/drawing/2014/main" id="{C15E39CD-8BD3-93AC-FE81-C3474FCFC44D}"/>
                </a:ext>
              </a:extLst>
            </p:cNvPr>
            <p:cNvGrpSpPr/>
            <p:nvPr/>
          </p:nvGrpSpPr>
          <p:grpSpPr>
            <a:xfrm>
              <a:off x="4240213" y="2624138"/>
              <a:ext cx="484187" cy="128587"/>
              <a:chOff x="4240213" y="2624138"/>
              <a:chExt cx="484187" cy="128587"/>
            </a:xfrm>
            <a:grpFill/>
          </p:grpSpPr>
          <p:sp>
            <p:nvSpPr>
              <p:cNvPr id="96" name="Freeform 52">
                <a:extLst>
                  <a:ext uri="{FF2B5EF4-FFF2-40B4-BE49-F238E27FC236}">
                    <a16:creationId xmlns:a16="http://schemas.microsoft.com/office/drawing/2014/main" id="{69DA0578-89F9-A969-D022-70C4B2A74DA0}"/>
                  </a:ext>
                </a:extLst>
              </p:cNvPr>
              <p:cNvSpPr>
                <a:spLocks noChangeArrowheads="1"/>
              </p:cNvSpPr>
              <p:nvPr/>
            </p:nvSpPr>
            <p:spPr bwMode="auto">
              <a:xfrm>
                <a:off x="4327525" y="26241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7" name="Freeform 53">
                <a:extLst>
                  <a:ext uri="{FF2B5EF4-FFF2-40B4-BE49-F238E27FC236}">
                    <a16:creationId xmlns:a16="http://schemas.microsoft.com/office/drawing/2014/main" id="{B3B7B35B-7337-4D2F-6076-AA46A060549F}"/>
                  </a:ext>
                </a:extLst>
              </p:cNvPr>
              <p:cNvSpPr>
                <a:spLocks noChangeArrowheads="1"/>
              </p:cNvSpPr>
              <p:nvPr/>
            </p:nvSpPr>
            <p:spPr bwMode="auto">
              <a:xfrm>
                <a:off x="4354513" y="2657475"/>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6"/>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1"/>
                      <a:pt x="195" y="130"/>
                    </a:cubicBezTo>
                    <a:cubicBezTo>
                      <a:pt x="195" y="168"/>
                      <a:pt x="169" y="197"/>
                      <a:pt x="132" y="197"/>
                    </a:cubicBezTo>
                    <a:cubicBezTo>
                      <a:pt x="93" y="197"/>
                      <a:pt x="69" y="167"/>
                      <a:pt x="69" y="130"/>
                    </a:cubicBezTo>
                    <a:cubicBezTo>
                      <a:pt x="69" y="92"/>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8" name="Freeform 54">
                <a:extLst>
                  <a:ext uri="{FF2B5EF4-FFF2-40B4-BE49-F238E27FC236}">
                    <a16:creationId xmlns:a16="http://schemas.microsoft.com/office/drawing/2014/main" id="{076D865C-EAE2-707A-27D2-39BB257B8992}"/>
                  </a:ext>
                </a:extLst>
              </p:cNvPr>
              <p:cNvSpPr>
                <a:spLocks noChangeArrowheads="1"/>
              </p:cNvSpPr>
              <p:nvPr/>
            </p:nvSpPr>
            <p:spPr bwMode="auto">
              <a:xfrm>
                <a:off x="4454525" y="262572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9" name="Freeform 55">
                <a:extLst>
                  <a:ext uri="{FF2B5EF4-FFF2-40B4-BE49-F238E27FC236}">
                    <a16:creationId xmlns:a16="http://schemas.microsoft.com/office/drawing/2014/main" id="{AF4C2F89-15E6-EE61-C200-788D2B7D0C9D}"/>
                  </a:ext>
                </a:extLst>
              </p:cNvPr>
              <p:cNvSpPr>
                <a:spLocks noChangeArrowheads="1"/>
              </p:cNvSpPr>
              <p:nvPr/>
            </p:nvSpPr>
            <p:spPr bwMode="auto">
              <a:xfrm>
                <a:off x="4481513" y="2659063"/>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5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8"/>
                      <a:pt x="198" y="128"/>
                    </a:cubicBezTo>
                    <a:cubicBezTo>
                      <a:pt x="198" y="168"/>
                      <a:pt x="170" y="195"/>
                      <a:pt x="133" y="195"/>
                    </a:cubicBezTo>
                    <a:cubicBezTo>
                      <a:pt x="95" y="195"/>
                      <a:pt x="68" y="168"/>
                      <a:pt x="68" y="128"/>
                    </a:cubicBezTo>
                    <a:cubicBezTo>
                      <a:pt x="68" y="88"/>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0" name="Freeform 56">
                <a:extLst>
                  <a:ext uri="{FF2B5EF4-FFF2-40B4-BE49-F238E27FC236}">
                    <a16:creationId xmlns:a16="http://schemas.microsoft.com/office/drawing/2014/main" id="{7CE62730-1FE6-82D8-28A5-792D4B85F4BB}"/>
                  </a:ext>
                </a:extLst>
              </p:cNvPr>
              <p:cNvSpPr>
                <a:spLocks noChangeArrowheads="1"/>
              </p:cNvSpPr>
              <p:nvPr/>
            </p:nvSpPr>
            <p:spPr bwMode="auto">
              <a:xfrm>
                <a:off x="4579938" y="2657475"/>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1" name="Freeform 57">
                <a:extLst>
                  <a:ext uri="{FF2B5EF4-FFF2-40B4-BE49-F238E27FC236}">
                    <a16:creationId xmlns:a16="http://schemas.microsoft.com/office/drawing/2014/main" id="{49C238F1-CE41-1BB6-DC54-CB126848C35E}"/>
                  </a:ext>
                </a:extLst>
              </p:cNvPr>
              <p:cNvSpPr>
                <a:spLocks noChangeArrowheads="1"/>
              </p:cNvSpPr>
              <p:nvPr/>
            </p:nvSpPr>
            <p:spPr bwMode="auto">
              <a:xfrm>
                <a:off x="4240213" y="2657475"/>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0"/>
                      <a:pt x="76" y="77"/>
                    </a:cubicBezTo>
                    <a:cubicBezTo>
                      <a:pt x="76" y="63"/>
                      <a:pt x="88" y="55"/>
                      <a:pt x="113" y="56"/>
                    </a:cubicBezTo>
                    <a:cubicBezTo>
                      <a:pt x="138" y="56"/>
                      <a:pt x="163" y="64"/>
                      <a:pt x="182" y="71"/>
                    </a:cubicBezTo>
                    <a:cubicBezTo>
                      <a:pt x="195" y="76"/>
                      <a:pt x="210" y="70"/>
                      <a:pt x="216" y="57"/>
                    </a:cubicBezTo>
                    <a:lnTo>
                      <a:pt x="228" y="30"/>
                    </a:lnTo>
                    <a:cubicBezTo>
                      <a:pt x="196" y="13"/>
                      <a:pt x="158" y="3"/>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88" name="Freeform 58">
              <a:extLst>
                <a:ext uri="{FF2B5EF4-FFF2-40B4-BE49-F238E27FC236}">
                  <a16:creationId xmlns:a16="http://schemas.microsoft.com/office/drawing/2014/main" id="{DB042189-3E3F-D43A-622E-3CA016A534E7}"/>
                </a:ext>
              </a:extLst>
            </p:cNvPr>
            <p:cNvSpPr>
              <a:spLocks noChangeArrowheads="1"/>
            </p:cNvSpPr>
            <p:nvPr/>
          </p:nvSpPr>
          <p:spPr bwMode="auto">
            <a:xfrm>
              <a:off x="4860925" y="260032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89" name="Group 88">
              <a:extLst>
                <a:ext uri="{FF2B5EF4-FFF2-40B4-BE49-F238E27FC236}">
                  <a16:creationId xmlns:a16="http://schemas.microsoft.com/office/drawing/2014/main" id="{4D282162-A4EC-035A-B08E-E1041017B1F6}"/>
                </a:ext>
              </a:extLst>
            </p:cNvPr>
            <p:cNvGrpSpPr/>
            <p:nvPr/>
          </p:nvGrpSpPr>
          <p:grpSpPr>
            <a:xfrm>
              <a:off x="5002213" y="2622550"/>
              <a:ext cx="447675" cy="130175"/>
              <a:chOff x="5002213" y="2622550"/>
              <a:chExt cx="447675" cy="130175"/>
            </a:xfrm>
            <a:grpFill/>
          </p:grpSpPr>
          <p:sp>
            <p:nvSpPr>
              <p:cNvPr id="90" name="Freeform 59">
                <a:extLst>
                  <a:ext uri="{FF2B5EF4-FFF2-40B4-BE49-F238E27FC236}">
                    <a16:creationId xmlns:a16="http://schemas.microsoft.com/office/drawing/2014/main" id="{CC09341D-3143-AE6A-3072-141E5C767725}"/>
                  </a:ext>
                </a:extLst>
              </p:cNvPr>
              <p:cNvSpPr>
                <a:spLocks noChangeArrowheads="1"/>
              </p:cNvSpPr>
              <p:nvPr/>
            </p:nvSpPr>
            <p:spPr bwMode="auto">
              <a:xfrm>
                <a:off x="5429250" y="2635250"/>
                <a:ext cx="20638" cy="20638"/>
              </a:xfrm>
              <a:custGeom>
                <a:avLst/>
                <a:gdLst>
                  <a:gd name="T0" fmla="*/ 56 w 57"/>
                  <a:gd name="T1" fmla="*/ 28 h 57"/>
                  <a:gd name="T2" fmla="*/ 52 w 57"/>
                  <a:gd name="T3" fmla="*/ 42 h 57"/>
                  <a:gd name="T4" fmla="*/ 42 w 57"/>
                  <a:gd name="T5" fmla="*/ 52 h 57"/>
                  <a:gd name="T6" fmla="*/ 28 w 57"/>
                  <a:gd name="T7" fmla="*/ 56 h 57"/>
                  <a:gd name="T8" fmla="*/ 14 w 57"/>
                  <a:gd name="T9" fmla="*/ 52 h 57"/>
                  <a:gd name="T10" fmla="*/ 4 w 57"/>
                  <a:gd name="T11" fmla="*/ 42 h 57"/>
                  <a:gd name="T12" fmla="*/ 0 w 57"/>
                  <a:gd name="T13" fmla="*/ 28 h 57"/>
                  <a:gd name="T14" fmla="*/ 4 w 57"/>
                  <a:gd name="T15" fmla="*/ 14 h 57"/>
                  <a:gd name="T16" fmla="*/ 14 w 57"/>
                  <a:gd name="T17" fmla="*/ 4 h 57"/>
                  <a:gd name="T18" fmla="*/ 28 w 57"/>
                  <a:gd name="T19" fmla="*/ 0 h 57"/>
                  <a:gd name="T20" fmla="*/ 42 w 57"/>
                  <a:gd name="T21" fmla="*/ 4 h 57"/>
                  <a:gd name="T22" fmla="*/ 52 w 57"/>
                  <a:gd name="T23" fmla="*/ 14 h 57"/>
                  <a:gd name="T24" fmla="*/ 56 w 57"/>
                  <a:gd name="T25"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57">
                    <a:moveTo>
                      <a:pt x="56" y="28"/>
                    </a:moveTo>
                    <a:cubicBezTo>
                      <a:pt x="56" y="33"/>
                      <a:pt x="55" y="38"/>
                      <a:pt x="52" y="42"/>
                    </a:cubicBezTo>
                    <a:cubicBezTo>
                      <a:pt x="49" y="46"/>
                      <a:pt x="47" y="49"/>
                      <a:pt x="42" y="52"/>
                    </a:cubicBezTo>
                    <a:cubicBezTo>
                      <a:pt x="38" y="54"/>
                      <a:pt x="33" y="56"/>
                      <a:pt x="28" y="56"/>
                    </a:cubicBezTo>
                    <a:cubicBezTo>
                      <a:pt x="23" y="56"/>
                      <a:pt x="18" y="54"/>
                      <a:pt x="14" y="52"/>
                    </a:cubicBezTo>
                    <a:cubicBezTo>
                      <a:pt x="10" y="49"/>
                      <a:pt x="7" y="46"/>
                      <a:pt x="4" y="42"/>
                    </a:cubicBezTo>
                    <a:cubicBezTo>
                      <a:pt x="2" y="38"/>
                      <a:pt x="0" y="33"/>
                      <a:pt x="0" y="28"/>
                    </a:cubicBezTo>
                    <a:cubicBezTo>
                      <a:pt x="0" y="23"/>
                      <a:pt x="2" y="18"/>
                      <a:pt x="4" y="14"/>
                    </a:cubicBezTo>
                    <a:cubicBezTo>
                      <a:pt x="7" y="9"/>
                      <a:pt x="10" y="7"/>
                      <a:pt x="14" y="4"/>
                    </a:cubicBezTo>
                    <a:cubicBezTo>
                      <a:pt x="18" y="1"/>
                      <a:pt x="23" y="0"/>
                      <a:pt x="28" y="0"/>
                    </a:cubicBezTo>
                    <a:cubicBezTo>
                      <a:pt x="33" y="0"/>
                      <a:pt x="38" y="1"/>
                      <a:pt x="42" y="4"/>
                    </a:cubicBezTo>
                    <a:cubicBezTo>
                      <a:pt x="47" y="7"/>
                      <a:pt x="49" y="9"/>
                      <a:pt x="52" y="14"/>
                    </a:cubicBezTo>
                    <a:cubicBezTo>
                      <a:pt x="55" y="18"/>
                      <a:pt x="56" y="23"/>
                      <a:pt x="56" y="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1" name="Freeform 60">
                <a:extLst>
                  <a:ext uri="{FF2B5EF4-FFF2-40B4-BE49-F238E27FC236}">
                    <a16:creationId xmlns:a16="http://schemas.microsoft.com/office/drawing/2014/main" id="{100BB0C3-8658-ED56-22D4-17546D8758D2}"/>
                  </a:ext>
                </a:extLst>
              </p:cNvPr>
              <p:cNvSpPr>
                <a:spLocks noChangeArrowheads="1"/>
              </p:cNvSpPr>
              <p:nvPr/>
            </p:nvSpPr>
            <p:spPr bwMode="auto">
              <a:xfrm>
                <a:off x="5100638" y="2670175"/>
                <a:ext cx="84137" cy="82550"/>
              </a:xfrm>
              <a:custGeom>
                <a:avLst/>
                <a:gdLst>
                  <a:gd name="T0" fmla="*/ 117 w 234"/>
                  <a:gd name="T1" fmla="*/ 0 h 230"/>
                  <a:gd name="T2" fmla="*/ 233 w 234"/>
                  <a:gd name="T3" fmla="*/ 114 h 230"/>
                  <a:gd name="T4" fmla="*/ 117 w 234"/>
                  <a:gd name="T5" fmla="*/ 229 h 230"/>
                  <a:gd name="T6" fmla="*/ 0 w 234"/>
                  <a:gd name="T7" fmla="*/ 114 h 230"/>
                  <a:gd name="T8" fmla="*/ 117 w 234"/>
                  <a:gd name="T9" fmla="*/ 0 h 230"/>
                  <a:gd name="T10" fmla="*/ 117 w 234"/>
                  <a:gd name="T11" fmla="*/ 185 h 230"/>
                  <a:gd name="T12" fmla="*/ 187 w 234"/>
                  <a:gd name="T13" fmla="*/ 113 h 230"/>
                  <a:gd name="T14" fmla="*/ 117 w 234"/>
                  <a:gd name="T15" fmla="*/ 41 h 230"/>
                  <a:gd name="T16" fmla="*/ 46 w 234"/>
                  <a:gd name="T17" fmla="*/ 113 h 230"/>
                  <a:gd name="T18" fmla="*/ 117 w 234"/>
                  <a:gd name="T19" fmla="*/ 18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0">
                    <a:moveTo>
                      <a:pt x="117" y="0"/>
                    </a:moveTo>
                    <a:cubicBezTo>
                      <a:pt x="183" y="0"/>
                      <a:pt x="233" y="50"/>
                      <a:pt x="233" y="114"/>
                    </a:cubicBezTo>
                    <a:cubicBezTo>
                      <a:pt x="233" y="178"/>
                      <a:pt x="184" y="229"/>
                      <a:pt x="117" y="229"/>
                    </a:cubicBezTo>
                    <a:cubicBezTo>
                      <a:pt x="50" y="229"/>
                      <a:pt x="0" y="178"/>
                      <a:pt x="0" y="114"/>
                    </a:cubicBezTo>
                    <a:cubicBezTo>
                      <a:pt x="0" y="50"/>
                      <a:pt x="49" y="0"/>
                      <a:pt x="117" y="0"/>
                    </a:cubicBezTo>
                    <a:close/>
                    <a:moveTo>
                      <a:pt x="117" y="185"/>
                    </a:moveTo>
                    <a:cubicBezTo>
                      <a:pt x="158" y="185"/>
                      <a:pt x="187" y="154"/>
                      <a:pt x="187" y="113"/>
                    </a:cubicBezTo>
                    <a:cubicBezTo>
                      <a:pt x="187" y="72"/>
                      <a:pt x="157" y="41"/>
                      <a:pt x="117" y="41"/>
                    </a:cubicBezTo>
                    <a:cubicBezTo>
                      <a:pt x="75" y="41"/>
                      <a:pt x="46" y="72"/>
                      <a:pt x="46" y="113"/>
                    </a:cubicBezTo>
                    <a:cubicBezTo>
                      <a:pt x="46" y="154"/>
                      <a:pt x="75" y="185"/>
                      <a:pt x="117" y="185"/>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2" name="Freeform 61">
                <a:extLst>
                  <a:ext uri="{FF2B5EF4-FFF2-40B4-BE49-F238E27FC236}">
                    <a16:creationId xmlns:a16="http://schemas.microsoft.com/office/drawing/2014/main" id="{D3086325-B9AB-C7D1-AB0E-24F2DD12ABD7}"/>
                  </a:ext>
                </a:extLst>
              </p:cNvPr>
              <p:cNvSpPr>
                <a:spLocks noChangeArrowheads="1"/>
              </p:cNvSpPr>
              <p:nvPr/>
            </p:nvSpPr>
            <p:spPr bwMode="auto">
              <a:xfrm>
                <a:off x="5192713" y="2670175"/>
                <a:ext cx="84137" cy="82550"/>
              </a:xfrm>
              <a:custGeom>
                <a:avLst/>
                <a:gdLst>
                  <a:gd name="T0" fmla="*/ 117 w 234"/>
                  <a:gd name="T1" fmla="*/ 0 h 230"/>
                  <a:gd name="T2" fmla="*/ 233 w 234"/>
                  <a:gd name="T3" fmla="*/ 114 h 230"/>
                  <a:gd name="T4" fmla="*/ 117 w 234"/>
                  <a:gd name="T5" fmla="*/ 229 h 230"/>
                  <a:gd name="T6" fmla="*/ 0 w 234"/>
                  <a:gd name="T7" fmla="*/ 114 h 230"/>
                  <a:gd name="T8" fmla="*/ 117 w 234"/>
                  <a:gd name="T9" fmla="*/ 0 h 230"/>
                  <a:gd name="T10" fmla="*/ 117 w 234"/>
                  <a:gd name="T11" fmla="*/ 185 h 230"/>
                  <a:gd name="T12" fmla="*/ 187 w 234"/>
                  <a:gd name="T13" fmla="*/ 113 h 230"/>
                  <a:gd name="T14" fmla="*/ 117 w 234"/>
                  <a:gd name="T15" fmla="*/ 41 h 230"/>
                  <a:gd name="T16" fmla="*/ 46 w 234"/>
                  <a:gd name="T17" fmla="*/ 113 h 230"/>
                  <a:gd name="T18" fmla="*/ 117 w 234"/>
                  <a:gd name="T19" fmla="*/ 18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 h="230">
                    <a:moveTo>
                      <a:pt x="117" y="0"/>
                    </a:moveTo>
                    <a:cubicBezTo>
                      <a:pt x="183" y="0"/>
                      <a:pt x="233" y="50"/>
                      <a:pt x="233" y="114"/>
                    </a:cubicBezTo>
                    <a:cubicBezTo>
                      <a:pt x="233" y="178"/>
                      <a:pt x="184" y="229"/>
                      <a:pt x="117" y="229"/>
                    </a:cubicBezTo>
                    <a:cubicBezTo>
                      <a:pt x="50" y="229"/>
                      <a:pt x="0" y="178"/>
                      <a:pt x="0" y="114"/>
                    </a:cubicBezTo>
                    <a:cubicBezTo>
                      <a:pt x="0" y="50"/>
                      <a:pt x="50" y="0"/>
                      <a:pt x="117" y="0"/>
                    </a:cubicBezTo>
                    <a:close/>
                    <a:moveTo>
                      <a:pt x="117" y="185"/>
                    </a:moveTo>
                    <a:cubicBezTo>
                      <a:pt x="158" y="185"/>
                      <a:pt x="187" y="154"/>
                      <a:pt x="187" y="113"/>
                    </a:cubicBezTo>
                    <a:cubicBezTo>
                      <a:pt x="187" y="72"/>
                      <a:pt x="157" y="41"/>
                      <a:pt x="117" y="41"/>
                    </a:cubicBezTo>
                    <a:cubicBezTo>
                      <a:pt x="75" y="41"/>
                      <a:pt x="46" y="72"/>
                      <a:pt x="46" y="113"/>
                    </a:cubicBezTo>
                    <a:cubicBezTo>
                      <a:pt x="46" y="154"/>
                      <a:pt x="75" y="185"/>
                      <a:pt x="117" y="185"/>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3" name="Freeform 62">
                <a:extLst>
                  <a:ext uri="{FF2B5EF4-FFF2-40B4-BE49-F238E27FC236}">
                    <a16:creationId xmlns:a16="http://schemas.microsoft.com/office/drawing/2014/main" id="{B4DB121F-18FE-64A3-D2D8-A8B0E8BAD381}"/>
                  </a:ext>
                </a:extLst>
              </p:cNvPr>
              <p:cNvSpPr>
                <a:spLocks noChangeArrowheads="1"/>
              </p:cNvSpPr>
              <p:nvPr/>
            </p:nvSpPr>
            <p:spPr bwMode="auto">
              <a:xfrm>
                <a:off x="5430838" y="2668588"/>
                <a:ext cx="17462" cy="80962"/>
              </a:xfrm>
              <a:custGeom>
                <a:avLst/>
                <a:gdLst>
                  <a:gd name="T0" fmla="*/ 0 w 47"/>
                  <a:gd name="T1" fmla="*/ 220 h 226"/>
                  <a:gd name="T2" fmla="*/ 0 w 47"/>
                  <a:gd name="T3" fmla="*/ 6 h 226"/>
                  <a:gd name="T4" fmla="*/ 6 w 47"/>
                  <a:gd name="T5" fmla="*/ 0 h 226"/>
                  <a:gd name="T6" fmla="*/ 41 w 47"/>
                  <a:gd name="T7" fmla="*/ 0 h 226"/>
                  <a:gd name="T8" fmla="*/ 46 w 47"/>
                  <a:gd name="T9" fmla="*/ 6 h 226"/>
                  <a:gd name="T10" fmla="*/ 46 w 47"/>
                  <a:gd name="T11" fmla="*/ 220 h 226"/>
                  <a:gd name="T12" fmla="*/ 41 w 47"/>
                  <a:gd name="T13" fmla="*/ 225 h 226"/>
                  <a:gd name="T14" fmla="*/ 6 w 47"/>
                  <a:gd name="T15" fmla="*/ 225 h 226"/>
                  <a:gd name="T16" fmla="*/ 0 w 47"/>
                  <a:gd name="T17" fmla="*/ 22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226">
                    <a:moveTo>
                      <a:pt x="0" y="220"/>
                    </a:moveTo>
                    <a:lnTo>
                      <a:pt x="0" y="6"/>
                    </a:lnTo>
                    <a:cubicBezTo>
                      <a:pt x="0" y="3"/>
                      <a:pt x="3" y="0"/>
                      <a:pt x="6" y="0"/>
                    </a:cubicBezTo>
                    <a:lnTo>
                      <a:pt x="41" y="0"/>
                    </a:lnTo>
                    <a:cubicBezTo>
                      <a:pt x="44" y="0"/>
                      <a:pt x="46" y="3"/>
                      <a:pt x="46" y="6"/>
                    </a:cubicBezTo>
                    <a:lnTo>
                      <a:pt x="46" y="220"/>
                    </a:lnTo>
                    <a:cubicBezTo>
                      <a:pt x="46" y="223"/>
                      <a:pt x="44" y="225"/>
                      <a:pt x="41" y="225"/>
                    </a:cubicBezTo>
                    <a:lnTo>
                      <a:pt x="6" y="225"/>
                    </a:lnTo>
                    <a:cubicBezTo>
                      <a:pt x="4" y="225"/>
                      <a:pt x="0" y="222"/>
                      <a:pt x="0" y="22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4" name="Freeform 63">
                <a:extLst>
                  <a:ext uri="{FF2B5EF4-FFF2-40B4-BE49-F238E27FC236}">
                    <a16:creationId xmlns:a16="http://schemas.microsoft.com/office/drawing/2014/main" id="{64C8C916-85F7-A320-8A02-152ED3D86175}"/>
                  </a:ext>
                </a:extLst>
              </p:cNvPr>
              <p:cNvSpPr>
                <a:spLocks noChangeArrowheads="1"/>
              </p:cNvSpPr>
              <p:nvPr/>
            </p:nvSpPr>
            <p:spPr bwMode="auto">
              <a:xfrm>
                <a:off x="5287963" y="2665413"/>
                <a:ext cx="130175" cy="84137"/>
              </a:xfrm>
              <a:custGeom>
                <a:avLst/>
                <a:gdLst>
                  <a:gd name="T0" fmla="*/ 268 w 360"/>
                  <a:gd name="T1" fmla="*/ 10 h 234"/>
                  <a:gd name="T2" fmla="*/ 190 w 360"/>
                  <a:gd name="T3" fmla="*/ 50 h 234"/>
                  <a:gd name="T4" fmla="*/ 111 w 360"/>
                  <a:gd name="T5" fmla="*/ 10 h 234"/>
                  <a:gd name="T6" fmla="*/ 45 w 360"/>
                  <a:gd name="T7" fmla="*/ 42 h 234"/>
                  <a:gd name="T8" fmla="*/ 45 w 360"/>
                  <a:gd name="T9" fmla="*/ 6 h 234"/>
                  <a:gd name="T10" fmla="*/ 38 w 360"/>
                  <a:gd name="T11" fmla="*/ 2 h 234"/>
                  <a:gd name="T12" fmla="*/ 1 w 360"/>
                  <a:gd name="T13" fmla="*/ 23 h 234"/>
                  <a:gd name="T14" fmla="*/ 0 w 360"/>
                  <a:gd name="T15" fmla="*/ 26 h 234"/>
                  <a:gd name="T16" fmla="*/ 0 w 360"/>
                  <a:gd name="T17" fmla="*/ 228 h 234"/>
                  <a:gd name="T18" fmla="*/ 6 w 360"/>
                  <a:gd name="T19" fmla="*/ 233 h 234"/>
                  <a:gd name="T20" fmla="*/ 41 w 360"/>
                  <a:gd name="T21" fmla="*/ 233 h 234"/>
                  <a:gd name="T22" fmla="*/ 46 w 360"/>
                  <a:gd name="T23" fmla="*/ 228 h 234"/>
                  <a:gd name="T24" fmla="*/ 46 w 360"/>
                  <a:gd name="T25" fmla="*/ 109 h 234"/>
                  <a:gd name="T26" fmla="*/ 105 w 360"/>
                  <a:gd name="T27" fmla="*/ 52 h 234"/>
                  <a:gd name="T28" fmla="*/ 156 w 360"/>
                  <a:gd name="T29" fmla="*/ 109 h 234"/>
                  <a:gd name="T30" fmla="*/ 156 w 360"/>
                  <a:gd name="T31" fmla="*/ 228 h 234"/>
                  <a:gd name="T32" fmla="*/ 162 w 360"/>
                  <a:gd name="T33" fmla="*/ 233 h 234"/>
                  <a:gd name="T34" fmla="*/ 197 w 360"/>
                  <a:gd name="T35" fmla="*/ 233 h 234"/>
                  <a:gd name="T36" fmla="*/ 202 w 360"/>
                  <a:gd name="T37" fmla="*/ 228 h 234"/>
                  <a:gd name="T38" fmla="*/ 202 w 360"/>
                  <a:gd name="T39" fmla="*/ 107 h 234"/>
                  <a:gd name="T40" fmla="*/ 261 w 360"/>
                  <a:gd name="T41" fmla="*/ 52 h 234"/>
                  <a:gd name="T42" fmla="*/ 313 w 360"/>
                  <a:gd name="T43" fmla="*/ 109 h 234"/>
                  <a:gd name="T44" fmla="*/ 313 w 360"/>
                  <a:gd name="T45" fmla="*/ 228 h 234"/>
                  <a:gd name="T46" fmla="*/ 318 w 360"/>
                  <a:gd name="T47" fmla="*/ 233 h 234"/>
                  <a:gd name="T48" fmla="*/ 353 w 360"/>
                  <a:gd name="T49" fmla="*/ 233 h 234"/>
                  <a:gd name="T50" fmla="*/ 359 w 360"/>
                  <a:gd name="T51" fmla="*/ 228 h 234"/>
                  <a:gd name="T52" fmla="*/ 359 w 360"/>
                  <a:gd name="T53" fmla="*/ 99 h 234"/>
                  <a:gd name="T54" fmla="*/ 268 w 360"/>
                  <a:gd name="T55" fmla="*/ 1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0" h="234">
                    <a:moveTo>
                      <a:pt x="268" y="10"/>
                    </a:moveTo>
                    <a:cubicBezTo>
                      <a:pt x="230" y="10"/>
                      <a:pt x="202" y="29"/>
                      <a:pt x="190" y="50"/>
                    </a:cubicBezTo>
                    <a:cubicBezTo>
                      <a:pt x="176" y="24"/>
                      <a:pt x="149" y="10"/>
                      <a:pt x="111" y="10"/>
                    </a:cubicBezTo>
                    <a:cubicBezTo>
                      <a:pt x="73" y="10"/>
                      <a:pt x="53" y="31"/>
                      <a:pt x="45" y="42"/>
                    </a:cubicBezTo>
                    <a:lnTo>
                      <a:pt x="45" y="6"/>
                    </a:lnTo>
                    <a:cubicBezTo>
                      <a:pt x="45" y="2"/>
                      <a:pt x="41" y="0"/>
                      <a:pt x="38" y="2"/>
                    </a:cubicBezTo>
                    <a:lnTo>
                      <a:pt x="1" y="23"/>
                    </a:lnTo>
                    <a:cubicBezTo>
                      <a:pt x="0" y="23"/>
                      <a:pt x="0" y="24"/>
                      <a:pt x="0" y="26"/>
                    </a:cubicBezTo>
                    <a:lnTo>
                      <a:pt x="0" y="228"/>
                    </a:lnTo>
                    <a:cubicBezTo>
                      <a:pt x="0" y="231"/>
                      <a:pt x="2" y="233"/>
                      <a:pt x="6" y="233"/>
                    </a:cubicBezTo>
                    <a:lnTo>
                      <a:pt x="41" y="233"/>
                    </a:lnTo>
                    <a:cubicBezTo>
                      <a:pt x="44" y="233"/>
                      <a:pt x="46" y="231"/>
                      <a:pt x="46" y="228"/>
                    </a:cubicBezTo>
                    <a:lnTo>
                      <a:pt x="46" y="109"/>
                    </a:lnTo>
                    <a:cubicBezTo>
                      <a:pt x="46" y="73"/>
                      <a:pt x="73" y="52"/>
                      <a:pt x="105" y="52"/>
                    </a:cubicBezTo>
                    <a:cubicBezTo>
                      <a:pt x="137" y="52"/>
                      <a:pt x="156" y="74"/>
                      <a:pt x="156" y="109"/>
                    </a:cubicBezTo>
                    <a:lnTo>
                      <a:pt x="156" y="228"/>
                    </a:lnTo>
                    <a:cubicBezTo>
                      <a:pt x="156" y="231"/>
                      <a:pt x="159" y="233"/>
                      <a:pt x="162" y="233"/>
                    </a:cubicBezTo>
                    <a:lnTo>
                      <a:pt x="197" y="233"/>
                    </a:lnTo>
                    <a:cubicBezTo>
                      <a:pt x="200" y="233"/>
                      <a:pt x="202" y="231"/>
                      <a:pt x="202" y="228"/>
                    </a:cubicBezTo>
                    <a:lnTo>
                      <a:pt x="202" y="107"/>
                    </a:lnTo>
                    <a:cubicBezTo>
                      <a:pt x="204" y="73"/>
                      <a:pt x="230" y="52"/>
                      <a:pt x="261" y="52"/>
                    </a:cubicBezTo>
                    <a:cubicBezTo>
                      <a:pt x="293" y="52"/>
                      <a:pt x="313" y="74"/>
                      <a:pt x="313" y="109"/>
                    </a:cubicBezTo>
                    <a:lnTo>
                      <a:pt x="313" y="228"/>
                    </a:lnTo>
                    <a:cubicBezTo>
                      <a:pt x="313" y="231"/>
                      <a:pt x="315" y="233"/>
                      <a:pt x="318" y="233"/>
                    </a:cubicBezTo>
                    <a:lnTo>
                      <a:pt x="353" y="233"/>
                    </a:lnTo>
                    <a:cubicBezTo>
                      <a:pt x="357" y="233"/>
                      <a:pt x="359" y="231"/>
                      <a:pt x="359" y="228"/>
                    </a:cubicBezTo>
                    <a:lnTo>
                      <a:pt x="359" y="99"/>
                    </a:lnTo>
                    <a:cubicBezTo>
                      <a:pt x="358" y="47"/>
                      <a:pt x="327" y="10"/>
                      <a:pt x="268"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5" name="Freeform 64">
                <a:extLst>
                  <a:ext uri="{FF2B5EF4-FFF2-40B4-BE49-F238E27FC236}">
                    <a16:creationId xmlns:a16="http://schemas.microsoft.com/office/drawing/2014/main" id="{31E8FD86-34BB-630B-3DF7-A7B412478D55}"/>
                  </a:ext>
                </a:extLst>
              </p:cNvPr>
              <p:cNvSpPr>
                <a:spLocks noChangeArrowheads="1"/>
              </p:cNvSpPr>
              <p:nvPr/>
            </p:nvSpPr>
            <p:spPr bwMode="auto">
              <a:xfrm>
                <a:off x="5002213" y="2622550"/>
                <a:ext cx="87312" cy="128588"/>
              </a:xfrm>
              <a:custGeom>
                <a:avLst/>
                <a:gdLst>
                  <a:gd name="T0" fmla="*/ 125 w 243"/>
                  <a:gd name="T1" fmla="*/ 128 h 357"/>
                  <a:gd name="T2" fmla="*/ 45 w 243"/>
                  <a:gd name="T3" fmla="*/ 159 h 357"/>
                  <a:gd name="T4" fmla="*/ 45 w 243"/>
                  <a:gd name="T5" fmla="*/ 7 h 357"/>
                  <a:gd name="T6" fmla="*/ 38 w 243"/>
                  <a:gd name="T7" fmla="*/ 2 h 357"/>
                  <a:gd name="T8" fmla="*/ 1 w 243"/>
                  <a:gd name="T9" fmla="*/ 24 h 357"/>
                  <a:gd name="T10" fmla="*/ 0 w 243"/>
                  <a:gd name="T11" fmla="*/ 26 h 357"/>
                  <a:gd name="T12" fmla="*/ 0 w 243"/>
                  <a:gd name="T13" fmla="*/ 346 h 357"/>
                  <a:gd name="T14" fmla="*/ 6 w 243"/>
                  <a:gd name="T15" fmla="*/ 351 h 357"/>
                  <a:gd name="T16" fmla="*/ 41 w 243"/>
                  <a:gd name="T17" fmla="*/ 351 h 357"/>
                  <a:gd name="T18" fmla="*/ 46 w 243"/>
                  <a:gd name="T19" fmla="*/ 346 h 357"/>
                  <a:gd name="T20" fmla="*/ 46 w 243"/>
                  <a:gd name="T21" fmla="*/ 324 h 357"/>
                  <a:gd name="T22" fmla="*/ 126 w 243"/>
                  <a:gd name="T23" fmla="*/ 356 h 357"/>
                  <a:gd name="T24" fmla="*/ 242 w 243"/>
                  <a:gd name="T25" fmla="*/ 241 h 357"/>
                  <a:gd name="T26" fmla="*/ 125 w 243"/>
                  <a:gd name="T27" fmla="*/ 128 h 357"/>
                  <a:gd name="T28" fmla="*/ 125 w 243"/>
                  <a:gd name="T29" fmla="*/ 313 h 357"/>
                  <a:gd name="T30" fmla="*/ 55 w 243"/>
                  <a:gd name="T31" fmla="*/ 241 h 357"/>
                  <a:gd name="T32" fmla="*/ 125 w 243"/>
                  <a:gd name="T33" fmla="*/ 169 h 357"/>
                  <a:gd name="T34" fmla="*/ 196 w 243"/>
                  <a:gd name="T35" fmla="*/ 241 h 357"/>
                  <a:gd name="T36" fmla="*/ 125 w 243"/>
                  <a:gd name="T37" fmla="*/ 313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3" h="357">
                    <a:moveTo>
                      <a:pt x="125" y="128"/>
                    </a:moveTo>
                    <a:cubicBezTo>
                      <a:pt x="93" y="128"/>
                      <a:pt x="65" y="139"/>
                      <a:pt x="45" y="159"/>
                    </a:cubicBezTo>
                    <a:lnTo>
                      <a:pt x="45" y="7"/>
                    </a:lnTo>
                    <a:cubicBezTo>
                      <a:pt x="45" y="2"/>
                      <a:pt x="41" y="0"/>
                      <a:pt x="38" y="2"/>
                    </a:cubicBezTo>
                    <a:lnTo>
                      <a:pt x="1" y="24"/>
                    </a:lnTo>
                    <a:cubicBezTo>
                      <a:pt x="0" y="24"/>
                      <a:pt x="0" y="25"/>
                      <a:pt x="0" y="26"/>
                    </a:cubicBezTo>
                    <a:lnTo>
                      <a:pt x="0" y="346"/>
                    </a:lnTo>
                    <a:cubicBezTo>
                      <a:pt x="0" y="349"/>
                      <a:pt x="2" y="351"/>
                      <a:pt x="6" y="351"/>
                    </a:cubicBezTo>
                    <a:lnTo>
                      <a:pt x="41" y="351"/>
                    </a:lnTo>
                    <a:cubicBezTo>
                      <a:pt x="44" y="351"/>
                      <a:pt x="46" y="349"/>
                      <a:pt x="46" y="346"/>
                    </a:cubicBezTo>
                    <a:lnTo>
                      <a:pt x="46" y="324"/>
                    </a:lnTo>
                    <a:cubicBezTo>
                      <a:pt x="67" y="344"/>
                      <a:pt x="95" y="356"/>
                      <a:pt x="126" y="356"/>
                    </a:cubicBezTo>
                    <a:cubicBezTo>
                      <a:pt x="193" y="356"/>
                      <a:pt x="242" y="305"/>
                      <a:pt x="242" y="241"/>
                    </a:cubicBezTo>
                    <a:cubicBezTo>
                      <a:pt x="242" y="177"/>
                      <a:pt x="192" y="128"/>
                      <a:pt x="125" y="128"/>
                    </a:cubicBezTo>
                    <a:close/>
                    <a:moveTo>
                      <a:pt x="125" y="313"/>
                    </a:moveTo>
                    <a:cubicBezTo>
                      <a:pt x="84" y="313"/>
                      <a:pt x="55" y="282"/>
                      <a:pt x="55" y="241"/>
                    </a:cubicBezTo>
                    <a:cubicBezTo>
                      <a:pt x="55" y="200"/>
                      <a:pt x="85" y="169"/>
                      <a:pt x="125" y="169"/>
                    </a:cubicBezTo>
                    <a:cubicBezTo>
                      <a:pt x="167" y="169"/>
                      <a:pt x="196" y="200"/>
                      <a:pt x="196" y="241"/>
                    </a:cubicBezTo>
                    <a:cubicBezTo>
                      <a:pt x="196" y="282"/>
                      <a:pt x="166" y="313"/>
                      <a:pt x="125" y="31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23" name="Group 122">
            <a:extLst>
              <a:ext uri="{FF2B5EF4-FFF2-40B4-BE49-F238E27FC236}">
                <a16:creationId xmlns:a16="http://schemas.microsoft.com/office/drawing/2014/main" id="{C3E32431-7F87-AF27-3479-C87C8566F353}"/>
              </a:ext>
            </a:extLst>
          </p:cNvPr>
          <p:cNvGrpSpPr/>
          <p:nvPr/>
        </p:nvGrpSpPr>
        <p:grpSpPr>
          <a:xfrm>
            <a:off x="4622814" y="3364642"/>
            <a:ext cx="1707003" cy="295913"/>
            <a:chOff x="4240213" y="3498850"/>
            <a:chExt cx="1108075" cy="192088"/>
          </a:xfrm>
          <a:solidFill>
            <a:schemeClr val="tx1"/>
          </a:solidFill>
        </p:grpSpPr>
        <p:grpSp>
          <p:nvGrpSpPr>
            <p:cNvPr id="124" name="Group 123">
              <a:extLst>
                <a:ext uri="{FF2B5EF4-FFF2-40B4-BE49-F238E27FC236}">
                  <a16:creationId xmlns:a16="http://schemas.microsoft.com/office/drawing/2014/main" id="{AC99A160-97E3-07E1-9457-466159FE39A5}"/>
                </a:ext>
              </a:extLst>
            </p:cNvPr>
            <p:cNvGrpSpPr/>
            <p:nvPr/>
          </p:nvGrpSpPr>
          <p:grpSpPr>
            <a:xfrm>
              <a:off x="4240213" y="3525838"/>
              <a:ext cx="484187" cy="125412"/>
              <a:chOff x="4240213" y="3525838"/>
              <a:chExt cx="484187" cy="125412"/>
            </a:xfrm>
            <a:grpFill/>
          </p:grpSpPr>
          <p:sp>
            <p:nvSpPr>
              <p:cNvPr id="131" name="Freeform 169">
                <a:extLst>
                  <a:ext uri="{FF2B5EF4-FFF2-40B4-BE49-F238E27FC236}">
                    <a16:creationId xmlns:a16="http://schemas.microsoft.com/office/drawing/2014/main" id="{00BD43EA-AAE4-9089-273B-2B9DC5ECB53B}"/>
                  </a:ext>
                </a:extLst>
              </p:cNvPr>
              <p:cNvSpPr>
                <a:spLocks noChangeArrowheads="1"/>
              </p:cNvSpPr>
              <p:nvPr/>
            </p:nvSpPr>
            <p:spPr bwMode="auto">
              <a:xfrm>
                <a:off x="4327525" y="35258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2" name="Freeform 170">
                <a:extLst>
                  <a:ext uri="{FF2B5EF4-FFF2-40B4-BE49-F238E27FC236}">
                    <a16:creationId xmlns:a16="http://schemas.microsoft.com/office/drawing/2014/main" id="{8DB5E547-8766-85C9-C65F-5C86DE4E5181}"/>
                  </a:ext>
                </a:extLst>
              </p:cNvPr>
              <p:cNvSpPr>
                <a:spLocks noChangeArrowheads="1"/>
              </p:cNvSpPr>
              <p:nvPr/>
            </p:nvSpPr>
            <p:spPr bwMode="auto">
              <a:xfrm>
                <a:off x="4354513" y="35575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6"/>
                      <a:pt x="69" y="129"/>
                    </a:cubicBezTo>
                    <a:cubicBezTo>
                      <a:pt x="69" y="91"/>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3" name="Freeform 171">
                <a:extLst>
                  <a:ext uri="{FF2B5EF4-FFF2-40B4-BE49-F238E27FC236}">
                    <a16:creationId xmlns:a16="http://schemas.microsoft.com/office/drawing/2014/main" id="{05263D5A-0997-4391-6D25-FCA5CADAEC3D}"/>
                  </a:ext>
                </a:extLst>
              </p:cNvPr>
              <p:cNvSpPr>
                <a:spLocks noChangeArrowheads="1"/>
              </p:cNvSpPr>
              <p:nvPr/>
            </p:nvSpPr>
            <p:spPr bwMode="auto">
              <a:xfrm>
                <a:off x="4454525" y="35258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4" name="Freeform 172">
                <a:extLst>
                  <a:ext uri="{FF2B5EF4-FFF2-40B4-BE49-F238E27FC236}">
                    <a16:creationId xmlns:a16="http://schemas.microsoft.com/office/drawing/2014/main" id="{E9DAC657-0AD8-1F73-815E-2EB69967D795}"/>
                  </a:ext>
                </a:extLst>
              </p:cNvPr>
              <p:cNvSpPr>
                <a:spLocks noChangeArrowheads="1"/>
              </p:cNvSpPr>
              <p:nvPr/>
            </p:nvSpPr>
            <p:spPr bwMode="auto">
              <a:xfrm>
                <a:off x="4481513" y="3557588"/>
                <a:ext cx="96837" cy="93662"/>
              </a:xfrm>
              <a:custGeom>
                <a:avLst/>
                <a:gdLst>
                  <a:gd name="T0" fmla="*/ 133 w 268"/>
                  <a:gd name="T1" fmla="*/ 258 h 259"/>
                  <a:gd name="T2" fmla="*/ 267 w 268"/>
                  <a:gd name="T3" fmla="*/ 130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5" name="Freeform 173">
                <a:extLst>
                  <a:ext uri="{FF2B5EF4-FFF2-40B4-BE49-F238E27FC236}">
                    <a16:creationId xmlns:a16="http://schemas.microsoft.com/office/drawing/2014/main" id="{AE1C7858-9183-4C04-E8A0-3B706AE7776F}"/>
                  </a:ext>
                </a:extLst>
              </p:cNvPr>
              <p:cNvSpPr>
                <a:spLocks noChangeArrowheads="1"/>
              </p:cNvSpPr>
              <p:nvPr/>
            </p:nvSpPr>
            <p:spPr bwMode="auto">
              <a:xfrm>
                <a:off x="4579938" y="35575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0"/>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6" name="Freeform 174">
                <a:extLst>
                  <a:ext uri="{FF2B5EF4-FFF2-40B4-BE49-F238E27FC236}">
                    <a16:creationId xmlns:a16="http://schemas.microsoft.com/office/drawing/2014/main" id="{CD23FE3D-9D8A-2E35-C7F3-24E1CC028F0B}"/>
                  </a:ext>
                </a:extLst>
              </p:cNvPr>
              <p:cNvSpPr>
                <a:spLocks noChangeArrowheads="1"/>
              </p:cNvSpPr>
              <p:nvPr/>
            </p:nvSpPr>
            <p:spPr bwMode="auto">
              <a:xfrm>
                <a:off x="4240213" y="3557588"/>
                <a:ext cx="85725" cy="93662"/>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4"/>
                      <a:pt x="113" y="56"/>
                    </a:cubicBezTo>
                    <a:cubicBezTo>
                      <a:pt x="138" y="56"/>
                      <a:pt x="163" y="63"/>
                      <a:pt x="182" y="71"/>
                    </a:cubicBezTo>
                    <a:cubicBezTo>
                      <a:pt x="195" y="76"/>
                      <a:pt x="210" y="69"/>
                      <a:pt x="216" y="57"/>
                    </a:cubicBezTo>
                    <a:lnTo>
                      <a:pt x="228" y="30"/>
                    </a:lnTo>
                    <a:cubicBezTo>
                      <a:pt x="196" y="13"/>
                      <a:pt x="158" y="2"/>
                      <a:pt x="115" y="1"/>
                    </a:cubicBezTo>
                    <a:cubicBezTo>
                      <a:pt x="57" y="0"/>
                      <a:pt x="9" y="27"/>
                      <a:pt x="7" y="77"/>
                    </a:cubicBezTo>
                    <a:cubicBezTo>
                      <a:pt x="6" y="117"/>
                      <a:pt x="25" y="144"/>
                      <a:pt x="96" y="155"/>
                    </a:cubicBezTo>
                    <a:lnTo>
                      <a:pt x="111" y="157"/>
                    </a:lnTo>
                    <a:cubicBezTo>
                      <a:pt x="143" y="162"/>
                      <a:pt x="167" y="164"/>
                      <a:pt x="167" y="181"/>
                    </a:cubicBezTo>
                    <a:cubicBezTo>
                      <a:pt x="165" y="198"/>
                      <a:pt x="147" y="204"/>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25" name="Freeform 175">
              <a:extLst>
                <a:ext uri="{FF2B5EF4-FFF2-40B4-BE49-F238E27FC236}">
                  <a16:creationId xmlns:a16="http://schemas.microsoft.com/office/drawing/2014/main" id="{68921562-7BB6-0306-D630-D101E17A639F}"/>
                </a:ext>
              </a:extLst>
            </p:cNvPr>
            <p:cNvSpPr>
              <a:spLocks noChangeArrowheads="1"/>
            </p:cNvSpPr>
            <p:nvPr/>
          </p:nvSpPr>
          <p:spPr bwMode="auto">
            <a:xfrm>
              <a:off x="4860925" y="3498850"/>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26" name="Group 125">
              <a:extLst>
                <a:ext uri="{FF2B5EF4-FFF2-40B4-BE49-F238E27FC236}">
                  <a16:creationId xmlns:a16="http://schemas.microsoft.com/office/drawing/2014/main" id="{736E260B-98FB-93BE-4E07-C97FA4BB753B}"/>
                </a:ext>
              </a:extLst>
            </p:cNvPr>
            <p:cNvGrpSpPr/>
            <p:nvPr/>
          </p:nvGrpSpPr>
          <p:grpSpPr>
            <a:xfrm>
              <a:off x="5002213" y="3498850"/>
              <a:ext cx="346075" cy="192088"/>
              <a:chOff x="5002213" y="3498850"/>
              <a:chExt cx="346075" cy="192088"/>
            </a:xfrm>
            <a:grpFill/>
          </p:grpSpPr>
          <p:sp>
            <p:nvSpPr>
              <p:cNvPr id="127" name="Freeform 176">
                <a:extLst>
                  <a:ext uri="{FF2B5EF4-FFF2-40B4-BE49-F238E27FC236}">
                    <a16:creationId xmlns:a16="http://schemas.microsoft.com/office/drawing/2014/main" id="{9E1779A9-4F6D-545E-E977-38141EEAB76F}"/>
                  </a:ext>
                </a:extLst>
              </p:cNvPr>
              <p:cNvSpPr>
                <a:spLocks noChangeArrowheads="1"/>
              </p:cNvSpPr>
              <p:nvPr/>
            </p:nvSpPr>
            <p:spPr bwMode="auto">
              <a:xfrm>
                <a:off x="5054600" y="3649663"/>
                <a:ext cx="173038" cy="41275"/>
              </a:xfrm>
              <a:custGeom>
                <a:avLst/>
                <a:gdLst>
                  <a:gd name="T0" fmla="*/ 83 w 481"/>
                  <a:gd name="T1" fmla="*/ 112 h 113"/>
                  <a:gd name="T2" fmla="*/ 95 w 481"/>
                  <a:gd name="T3" fmla="*/ 112 h 113"/>
                  <a:gd name="T4" fmla="*/ 52 w 481"/>
                  <a:gd name="T5" fmla="*/ 0 h 113"/>
                  <a:gd name="T6" fmla="*/ 44 w 481"/>
                  <a:gd name="T7" fmla="*/ 0 h 113"/>
                  <a:gd name="T8" fmla="*/ 0 w 481"/>
                  <a:gd name="T9" fmla="*/ 112 h 113"/>
                  <a:gd name="T10" fmla="*/ 12 w 481"/>
                  <a:gd name="T11" fmla="*/ 112 h 113"/>
                  <a:gd name="T12" fmla="*/ 26 w 481"/>
                  <a:gd name="T13" fmla="*/ 77 h 113"/>
                  <a:gd name="T14" fmla="*/ 69 w 481"/>
                  <a:gd name="T15" fmla="*/ 77 h 113"/>
                  <a:gd name="T16" fmla="*/ 83 w 481"/>
                  <a:gd name="T17" fmla="*/ 112 h 113"/>
                  <a:gd name="T18" fmla="*/ 46 w 481"/>
                  <a:gd name="T19" fmla="*/ 28 h 113"/>
                  <a:gd name="T20" fmla="*/ 48 w 481"/>
                  <a:gd name="T21" fmla="*/ 22 h 113"/>
                  <a:gd name="T22" fmla="*/ 51 w 481"/>
                  <a:gd name="T23" fmla="*/ 28 h 113"/>
                  <a:gd name="T24" fmla="*/ 65 w 481"/>
                  <a:gd name="T25" fmla="*/ 65 h 113"/>
                  <a:gd name="T26" fmla="*/ 32 w 481"/>
                  <a:gd name="T27" fmla="*/ 65 h 113"/>
                  <a:gd name="T28" fmla="*/ 46 w 481"/>
                  <a:gd name="T29" fmla="*/ 28 h 113"/>
                  <a:gd name="T30" fmla="*/ 154 w 481"/>
                  <a:gd name="T31" fmla="*/ 112 h 113"/>
                  <a:gd name="T32" fmla="*/ 154 w 481"/>
                  <a:gd name="T33" fmla="*/ 14 h 113"/>
                  <a:gd name="T34" fmla="*/ 116 w 481"/>
                  <a:gd name="T35" fmla="*/ 14 h 113"/>
                  <a:gd name="T36" fmla="*/ 111 w 481"/>
                  <a:gd name="T37" fmla="*/ 2 h 113"/>
                  <a:gd name="T38" fmla="*/ 201 w 481"/>
                  <a:gd name="T39" fmla="*/ 2 h 113"/>
                  <a:gd name="T40" fmla="*/ 201 w 481"/>
                  <a:gd name="T41" fmla="*/ 14 h 113"/>
                  <a:gd name="T42" fmla="*/ 166 w 481"/>
                  <a:gd name="T43" fmla="*/ 14 h 113"/>
                  <a:gd name="T44" fmla="*/ 166 w 481"/>
                  <a:gd name="T45" fmla="*/ 112 h 113"/>
                  <a:gd name="T46" fmla="*/ 154 w 481"/>
                  <a:gd name="T47" fmla="*/ 112 h 113"/>
                  <a:gd name="T48" fmla="*/ 243 w 481"/>
                  <a:gd name="T49" fmla="*/ 2 h 113"/>
                  <a:gd name="T50" fmla="*/ 255 w 481"/>
                  <a:gd name="T51" fmla="*/ 2 h 113"/>
                  <a:gd name="T52" fmla="*/ 255 w 481"/>
                  <a:gd name="T53" fmla="*/ 112 h 113"/>
                  <a:gd name="T54" fmla="*/ 243 w 481"/>
                  <a:gd name="T55" fmla="*/ 112 h 113"/>
                  <a:gd name="T56" fmla="*/ 243 w 481"/>
                  <a:gd name="T57" fmla="*/ 2 h 113"/>
                  <a:gd name="T58" fmla="*/ 322 w 481"/>
                  <a:gd name="T59" fmla="*/ 102 h 113"/>
                  <a:gd name="T60" fmla="*/ 373 w 481"/>
                  <a:gd name="T61" fmla="*/ 102 h 113"/>
                  <a:gd name="T62" fmla="*/ 373 w 481"/>
                  <a:gd name="T63" fmla="*/ 112 h 113"/>
                  <a:gd name="T64" fmla="*/ 310 w 481"/>
                  <a:gd name="T65" fmla="*/ 112 h 113"/>
                  <a:gd name="T66" fmla="*/ 310 w 481"/>
                  <a:gd name="T67" fmla="*/ 2 h 113"/>
                  <a:gd name="T68" fmla="*/ 322 w 481"/>
                  <a:gd name="T69" fmla="*/ 2 h 113"/>
                  <a:gd name="T70" fmla="*/ 322 w 481"/>
                  <a:gd name="T71" fmla="*/ 102 h 113"/>
                  <a:gd name="T72" fmla="*/ 429 w 481"/>
                  <a:gd name="T73" fmla="*/ 102 h 113"/>
                  <a:gd name="T74" fmla="*/ 480 w 481"/>
                  <a:gd name="T75" fmla="*/ 102 h 113"/>
                  <a:gd name="T76" fmla="*/ 480 w 481"/>
                  <a:gd name="T77" fmla="*/ 112 h 113"/>
                  <a:gd name="T78" fmla="*/ 417 w 481"/>
                  <a:gd name="T79" fmla="*/ 112 h 113"/>
                  <a:gd name="T80" fmla="*/ 417 w 481"/>
                  <a:gd name="T81" fmla="*/ 2 h 113"/>
                  <a:gd name="T82" fmla="*/ 429 w 481"/>
                  <a:gd name="T83" fmla="*/ 2 h 113"/>
                  <a:gd name="T84" fmla="*/ 429 w 481"/>
                  <a:gd name="T85" fmla="*/ 10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1" h="113">
                    <a:moveTo>
                      <a:pt x="83" y="112"/>
                    </a:moveTo>
                    <a:lnTo>
                      <a:pt x="95" y="112"/>
                    </a:lnTo>
                    <a:lnTo>
                      <a:pt x="52" y="0"/>
                    </a:lnTo>
                    <a:lnTo>
                      <a:pt x="44" y="0"/>
                    </a:lnTo>
                    <a:lnTo>
                      <a:pt x="0" y="112"/>
                    </a:lnTo>
                    <a:lnTo>
                      <a:pt x="12" y="112"/>
                    </a:lnTo>
                    <a:lnTo>
                      <a:pt x="26" y="77"/>
                    </a:lnTo>
                    <a:lnTo>
                      <a:pt x="69" y="77"/>
                    </a:lnTo>
                    <a:lnTo>
                      <a:pt x="83" y="112"/>
                    </a:lnTo>
                    <a:close/>
                    <a:moveTo>
                      <a:pt x="46" y="28"/>
                    </a:moveTo>
                    <a:lnTo>
                      <a:pt x="48" y="22"/>
                    </a:lnTo>
                    <a:cubicBezTo>
                      <a:pt x="49" y="24"/>
                      <a:pt x="50" y="27"/>
                      <a:pt x="51" y="28"/>
                    </a:cubicBezTo>
                    <a:lnTo>
                      <a:pt x="65" y="65"/>
                    </a:lnTo>
                    <a:lnTo>
                      <a:pt x="32" y="65"/>
                    </a:lnTo>
                    <a:lnTo>
                      <a:pt x="46" y="28"/>
                    </a:lnTo>
                    <a:close/>
                    <a:moveTo>
                      <a:pt x="154" y="112"/>
                    </a:moveTo>
                    <a:lnTo>
                      <a:pt x="154" y="14"/>
                    </a:lnTo>
                    <a:lnTo>
                      <a:pt x="116" y="14"/>
                    </a:lnTo>
                    <a:lnTo>
                      <a:pt x="111" y="2"/>
                    </a:lnTo>
                    <a:lnTo>
                      <a:pt x="201" y="2"/>
                    </a:lnTo>
                    <a:lnTo>
                      <a:pt x="201" y="14"/>
                    </a:lnTo>
                    <a:lnTo>
                      <a:pt x="166" y="14"/>
                    </a:lnTo>
                    <a:lnTo>
                      <a:pt x="166" y="112"/>
                    </a:lnTo>
                    <a:lnTo>
                      <a:pt x="154" y="112"/>
                    </a:lnTo>
                    <a:close/>
                    <a:moveTo>
                      <a:pt x="243" y="2"/>
                    </a:moveTo>
                    <a:lnTo>
                      <a:pt x="255" y="2"/>
                    </a:lnTo>
                    <a:lnTo>
                      <a:pt x="255" y="112"/>
                    </a:lnTo>
                    <a:lnTo>
                      <a:pt x="243" y="112"/>
                    </a:lnTo>
                    <a:lnTo>
                      <a:pt x="243" y="2"/>
                    </a:lnTo>
                    <a:close/>
                    <a:moveTo>
                      <a:pt x="322" y="102"/>
                    </a:moveTo>
                    <a:lnTo>
                      <a:pt x="373" y="102"/>
                    </a:lnTo>
                    <a:lnTo>
                      <a:pt x="373" y="112"/>
                    </a:lnTo>
                    <a:lnTo>
                      <a:pt x="310" y="112"/>
                    </a:lnTo>
                    <a:lnTo>
                      <a:pt x="310" y="2"/>
                    </a:lnTo>
                    <a:lnTo>
                      <a:pt x="322" y="2"/>
                    </a:lnTo>
                    <a:lnTo>
                      <a:pt x="322" y="102"/>
                    </a:lnTo>
                    <a:close/>
                    <a:moveTo>
                      <a:pt x="429" y="102"/>
                    </a:moveTo>
                    <a:lnTo>
                      <a:pt x="480" y="102"/>
                    </a:lnTo>
                    <a:lnTo>
                      <a:pt x="480" y="112"/>
                    </a:lnTo>
                    <a:lnTo>
                      <a:pt x="417" y="112"/>
                    </a:lnTo>
                    <a:lnTo>
                      <a:pt x="417" y="2"/>
                    </a:lnTo>
                    <a:lnTo>
                      <a:pt x="429" y="2"/>
                    </a:lnTo>
                    <a:lnTo>
                      <a:pt x="429" y="10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8" name="Freeform 177">
                <a:extLst>
                  <a:ext uri="{FF2B5EF4-FFF2-40B4-BE49-F238E27FC236}">
                    <a16:creationId xmlns:a16="http://schemas.microsoft.com/office/drawing/2014/main" id="{7D1B069C-54A6-CB0E-BBDC-ED5D9926B7FE}"/>
                  </a:ext>
                </a:extLst>
              </p:cNvPr>
              <p:cNvSpPr>
                <a:spLocks noChangeArrowheads="1"/>
              </p:cNvSpPr>
              <p:nvPr/>
            </p:nvSpPr>
            <p:spPr bwMode="auto">
              <a:xfrm>
                <a:off x="5243513" y="3649663"/>
                <a:ext cx="58737" cy="41275"/>
              </a:xfrm>
              <a:custGeom>
                <a:avLst/>
                <a:gdLst>
                  <a:gd name="T0" fmla="*/ 0 w 163"/>
                  <a:gd name="T1" fmla="*/ 2 h 115"/>
                  <a:gd name="T2" fmla="*/ 12 w 163"/>
                  <a:gd name="T3" fmla="*/ 2 h 115"/>
                  <a:gd name="T4" fmla="*/ 12 w 163"/>
                  <a:gd name="T5" fmla="*/ 112 h 115"/>
                  <a:gd name="T6" fmla="*/ 0 w 163"/>
                  <a:gd name="T7" fmla="*/ 112 h 115"/>
                  <a:gd name="T8" fmla="*/ 0 w 163"/>
                  <a:gd name="T9" fmla="*/ 2 h 115"/>
                  <a:gd name="T10" fmla="*/ 112 w 163"/>
                  <a:gd name="T11" fmla="*/ 114 h 115"/>
                  <a:gd name="T12" fmla="*/ 75 w 163"/>
                  <a:gd name="T13" fmla="*/ 99 h 115"/>
                  <a:gd name="T14" fmla="*/ 62 w 163"/>
                  <a:gd name="T15" fmla="*/ 57 h 115"/>
                  <a:gd name="T16" fmla="*/ 76 w 163"/>
                  <a:gd name="T17" fmla="*/ 15 h 115"/>
                  <a:gd name="T18" fmla="*/ 112 w 163"/>
                  <a:gd name="T19" fmla="*/ 0 h 115"/>
                  <a:gd name="T20" fmla="*/ 149 w 163"/>
                  <a:gd name="T21" fmla="*/ 15 h 115"/>
                  <a:gd name="T22" fmla="*/ 162 w 163"/>
                  <a:gd name="T23" fmla="*/ 57 h 115"/>
                  <a:gd name="T24" fmla="*/ 149 w 163"/>
                  <a:gd name="T25" fmla="*/ 98 h 115"/>
                  <a:gd name="T26" fmla="*/ 112 w 163"/>
                  <a:gd name="T27" fmla="*/ 114 h 115"/>
                  <a:gd name="T28" fmla="*/ 112 w 163"/>
                  <a:gd name="T29" fmla="*/ 11 h 115"/>
                  <a:gd name="T30" fmla="*/ 84 w 163"/>
                  <a:gd name="T31" fmla="*/ 23 h 115"/>
                  <a:gd name="T32" fmla="*/ 74 w 163"/>
                  <a:gd name="T33" fmla="*/ 57 h 115"/>
                  <a:gd name="T34" fmla="*/ 84 w 163"/>
                  <a:gd name="T35" fmla="*/ 91 h 115"/>
                  <a:gd name="T36" fmla="*/ 112 w 163"/>
                  <a:gd name="T37" fmla="*/ 103 h 115"/>
                  <a:gd name="T38" fmla="*/ 140 w 163"/>
                  <a:gd name="T39" fmla="*/ 91 h 115"/>
                  <a:gd name="T40" fmla="*/ 149 w 163"/>
                  <a:gd name="T41" fmla="*/ 57 h 115"/>
                  <a:gd name="T42" fmla="*/ 140 w 163"/>
                  <a:gd name="T43" fmla="*/ 22 h 115"/>
                  <a:gd name="T44" fmla="*/ 112 w 163"/>
                  <a:gd name="T45" fmla="*/ 1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3" h="115">
                    <a:moveTo>
                      <a:pt x="0" y="2"/>
                    </a:moveTo>
                    <a:lnTo>
                      <a:pt x="12" y="2"/>
                    </a:lnTo>
                    <a:lnTo>
                      <a:pt x="12" y="112"/>
                    </a:lnTo>
                    <a:lnTo>
                      <a:pt x="0" y="112"/>
                    </a:lnTo>
                    <a:lnTo>
                      <a:pt x="0" y="2"/>
                    </a:lnTo>
                    <a:close/>
                    <a:moveTo>
                      <a:pt x="112" y="114"/>
                    </a:moveTo>
                    <a:cubicBezTo>
                      <a:pt x="97" y="114"/>
                      <a:pt x="84" y="109"/>
                      <a:pt x="75" y="99"/>
                    </a:cubicBezTo>
                    <a:cubicBezTo>
                      <a:pt x="67" y="89"/>
                      <a:pt x="62" y="74"/>
                      <a:pt x="62" y="57"/>
                    </a:cubicBezTo>
                    <a:cubicBezTo>
                      <a:pt x="62" y="39"/>
                      <a:pt x="67" y="25"/>
                      <a:pt x="76" y="15"/>
                    </a:cubicBezTo>
                    <a:cubicBezTo>
                      <a:pt x="85" y="5"/>
                      <a:pt x="97" y="0"/>
                      <a:pt x="112" y="0"/>
                    </a:cubicBezTo>
                    <a:cubicBezTo>
                      <a:pt x="128" y="0"/>
                      <a:pt x="140" y="5"/>
                      <a:pt x="149" y="15"/>
                    </a:cubicBezTo>
                    <a:cubicBezTo>
                      <a:pt x="158" y="25"/>
                      <a:pt x="162" y="39"/>
                      <a:pt x="162" y="57"/>
                    </a:cubicBezTo>
                    <a:cubicBezTo>
                      <a:pt x="162" y="74"/>
                      <a:pt x="157" y="88"/>
                      <a:pt x="149" y="98"/>
                    </a:cubicBezTo>
                    <a:cubicBezTo>
                      <a:pt x="140" y="109"/>
                      <a:pt x="127" y="114"/>
                      <a:pt x="112" y="114"/>
                    </a:cubicBezTo>
                    <a:close/>
                    <a:moveTo>
                      <a:pt x="112" y="11"/>
                    </a:moveTo>
                    <a:cubicBezTo>
                      <a:pt x="100" y="11"/>
                      <a:pt x="91" y="15"/>
                      <a:pt x="84" y="23"/>
                    </a:cubicBezTo>
                    <a:cubicBezTo>
                      <a:pt x="78" y="31"/>
                      <a:pt x="74" y="42"/>
                      <a:pt x="74" y="57"/>
                    </a:cubicBezTo>
                    <a:cubicBezTo>
                      <a:pt x="74" y="72"/>
                      <a:pt x="78" y="83"/>
                      <a:pt x="84" y="91"/>
                    </a:cubicBezTo>
                    <a:cubicBezTo>
                      <a:pt x="91" y="99"/>
                      <a:pt x="100" y="103"/>
                      <a:pt x="112" y="103"/>
                    </a:cubicBezTo>
                    <a:cubicBezTo>
                      <a:pt x="124" y="103"/>
                      <a:pt x="133" y="99"/>
                      <a:pt x="140" y="91"/>
                    </a:cubicBezTo>
                    <a:cubicBezTo>
                      <a:pt x="146" y="83"/>
                      <a:pt x="149" y="72"/>
                      <a:pt x="149" y="57"/>
                    </a:cubicBezTo>
                    <a:cubicBezTo>
                      <a:pt x="149" y="42"/>
                      <a:pt x="146" y="30"/>
                      <a:pt x="140" y="22"/>
                    </a:cubicBezTo>
                    <a:cubicBezTo>
                      <a:pt x="133" y="15"/>
                      <a:pt x="124" y="11"/>
                      <a:pt x="112" y="1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9" name="Freeform 178">
                <a:extLst>
                  <a:ext uri="{FF2B5EF4-FFF2-40B4-BE49-F238E27FC236}">
                    <a16:creationId xmlns:a16="http://schemas.microsoft.com/office/drawing/2014/main" id="{49BDE7C9-4F87-0F28-4DB1-7F6C32D2DEFA}"/>
                  </a:ext>
                </a:extLst>
              </p:cNvPr>
              <p:cNvSpPr>
                <a:spLocks noChangeArrowheads="1"/>
              </p:cNvSpPr>
              <p:nvPr/>
            </p:nvSpPr>
            <p:spPr bwMode="auto">
              <a:xfrm>
                <a:off x="5002213" y="3649663"/>
                <a:ext cx="346075" cy="39687"/>
              </a:xfrm>
              <a:custGeom>
                <a:avLst/>
                <a:gdLst>
                  <a:gd name="T0" fmla="*/ 949 w 962"/>
                  <a:gd name="T1" fmla="*/ 0 h 111"/>
                  <a:gd name="T2" fmla="*/ 961 w 962"/>
                  <a:gd name="T3" fmla="*/ 0 h 111"/>
                  <a:gd name="T4" fmla="*/ 961 w 962"/>
                  <a:gd name="T5" fmla="*/ 110 h 111"/>
                  <a:gd name="T6" fmla="*/ 949 w 962"/>
                  <a:gd name="T7" fmla="*/ 110 h 111"/>
                  <a:gd name="T8" fmla="*/ 890 w 962"/>
                  <a:gd name="T9" fmla="*/ 21 h 111"/>
                  <a:gd name="T10" fmla="*/ 891 w 962"/>
                  <a:gd name="T11" fmla="*/ 39 h 111"/>
                  <a:gd name="T12" fmla="*/ 891 w 962"/>
                  <a:gd name="T13" fmla="*/ 110 h 111"/>
                  <a:gd name="T14" fmla="*/ 879 w 962"/>
                  <a:gd name="T15" fmla="*/ 110 h 111"/>
                  <a:gd name="T16" fmla="*/ 879 w 962"/>
                  <a:gd name="T17" fmla="*/ 0 h 111"/>
                  <a:gd name="T18" fmla="*/ 891 w 962"/>
                  <a:gd name="T19" fmla="*/ 0 h 111"/>
                  <a:gd name="T20" fmla="*/ 949 w 962"/>
                  <a:gd name="T21" fmla="*/ 88 h 111"/>
                  <a:gd name="T22" fmla="*/ 949 w 962"/>
                  <a:gd name="T23" fmla="*/ 0 h 111"/>
                  <a:gd name="T24" fmla="*/ 103 w 962"/>
                  <a:gd name="T25" fmla="*/ 0 h 111"/>
                  <a:gd name="T26" fmla="*/ 89 w 962"/>
                  <a:gd name="T27" fmla="*/ 0 h 111"/>
                  <a:gd name="T28" fmla="*/ 53 w 962"/>
                  <a:gd name="T29" fmla="*/ 76 h 111"/>
                  <a:gd name="T30" fmla="*/ 16 w 962"/>
                  <a:gd name="T31" fmla="*/ 0 h 111"/>
                  <a:gd name="T32" fmla="*/ 0 w 962"/>
                  <a:gd name="T33" fmla="*/ 0 h 111"/>
                  <a:gd name="T34" fmla="*/ 0 w 962"/>
                  <a:gd name="T35" fmla="*/ 110 h 111"/>
                  <a:gd name="T36" fmla="*/ 12 w 962"/>
                  <a:gd name="T37" fmla="*/ 110 h 111"/>
                  <a:gd name="T38" fmla="*/ 12 w 962"/>
                  <a:gd name="T39" fmla="*/ 29 h 111"/>
                  <a:gd name="T40" fmla="*/ 12 w 962"/>
                  <a:gd name="T41" fmla="*/ 18 h 111"/>
                  <a:gd name="T42" fmla="*/ 49 w 962"/>
                  <a:gd name="T43" fmla="*/ 94 h 111"/>
                  <a:gd name="T44" fmla="*/ 56 w 962"/>
                  <a:gd name="T45" fmla="*/ 94 h 111"/>
                  <a:gd name="T46" fmla="*/ 93 w 962"/>
                  <a:gd name="T47" fmla="*/ 19 h 111"/>
                  <a:gd name="T48" fmla="*/ 93 w 962"/>
                  <a:gd name="T49" fmla="*/ 28 h 111"/>
                  <a:gd name="T50" fmla="*/ 93 w 962"/>
                  <a:gd name="T51" fmla="*/ 110 h 111"/>
                  <a:gd name="T52" fmla="*/ 105 w 962"/>
                  <a:gd name="T53" fmla="*/ 110 h 111"/>
                  <a:gd name="T54" fmla="*/ 105 w 962"/>
                  <a:gd name="T55" fmla="*/ 1 h 111"/>
                  <a:gd name="T56" fmla="*/ 103 w 962"/>
                  <a:gd name="T57" fmla="*/ 1 h 111"/>
                  <a:gd name="T58" fmla="*/ 103 w 962"/>
                  <a:gd name="T5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62" h="111">
                    <a:moveTo>
                      <a:pt x="949" y="0"/>
                    </a:moveTo>
                    <a:lnTo>
                      <a:pt x="961" y="0"/>
                    </a:lnTo>
                    <a:lnTo>
                      <a:pt x="961" y="110"/>
                    </a:lnTo>
                    <a:lnTo>
                      <a:pt x="949" y="110"/>
                    </a:lnTo>
                    <a:lnTo>
                      <a:pt x="890" y="21"/>
                    </a:lnTo>
                    <a:lnTo>
                      <a:pt x="891" y="39"/>
                    </a:lnTo>
                    <a:lnTo>
                      <a:pt x="891" y="110"/>
                    </a:lnTo>
                    <a:lnTo>
                      <a:pt x="879" y="110"/>
                    </a:lnTo>
                    <a:lnTo>
                      <a:pt x="879" y="0"/>
                    </a:lnTo>
                    <a:lnTo>
                      <a:pt x="891" y="0"/>
                    </a:lnTo>
                    <a:lnTo>
                      <a:pt x="949" y="88"/>
                    </a:lnTo>
                    <a:lnTo>
                      <a:pt x="949" y="0"/>
                    </a:lnTo>
                    <a:close/>
                    <a:moveTo>
                      <a:pt x="103" y="0"/>
                    </a:moveTo>
                    <a:lnTo>
                      <a:pt x="89" y="0"/>
                    </a:lnTo>
                    <a:lnTo>
                      <a:pt x="53" y="76"/>
                    </a:lnTo>
                    <a:lnTo>
                      <a:pt x="16" y="0"/>
                    </a:lnTo>
                    <a:lnTo>
                      <a:pt x="0" y="0"/>
                    </a:lnTo>
                    <a:lnTo>
                      <a:pt x="0" y="110"/>
                    </a:lnTo>
                    <a:lnTo>
                      <a:pt x="12" y="110"/>
                    </a:lnTo>
                    <a:lnTo>
                      <a:pt x="12" y="29"/>
                    </a:lnTo>
                    <a:lnTo>
                      <a:pt x="12" y="18"/>
                    </a:lnTo>
                    <a:lnTo>
                      <a:pt x="49" y="94"/>
                    </a:lnTo>
                    <a:lnTo>
                      <a:pt x="56" y="94"/>
                    </a:lnTo>
                    <a:lnTo>
                      <a:pt x="93" y="19"/>
                    </a:lnTo>
                    <a:cubicBezTo>
                      <a:pt x="93" y="22"/>
                      <a:pt x="93" y="25"/>
                      <a:pt x="93" y="28"/>
                    </a:cubicBezTo>
                    <a:lnTo>
                      <a:pt x="93" y="110"/>
                    </a:lnTo>
                    <a:lnTo>
                      <a:pt x="105" y="110"/>
                    </a:lnTo>
                    <a:lnTo>
                      <a:pt x="105" y="1"/>
                    </a:lnTo>
                    <a:lnTo>
                      <a:pt x="103" y="1"/>
                    </a:lnTo>
                    <a:lnTo>
                      <a:pt x="103"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0" name="Freeform 179">
                <a:extLst>
                  <a:ext uri="{FF2B5EF4-FFF2-40B4-BE49-F238E27FC236}">
                    <a16:creationId xmlns:a16="http://schemas.microsoft.com/office/drawing/2014/main" id="{D85AAEC9-159B-72A1-F317-FC30B02887BF}"/>
                  </a:ext>
                </a:extLst>
              </p:cNvPr>
              <p:cNvSpPr>
                <a:spLocks noChangeArrowheads="1"/>
              </p:cNvSpPr>
              <p:nvPr/>
            </p:nvSpPr>
            <p:spPr bwMode="auto">
              <a:xfrm>
                <a:off x="5060950" y="3498850"/>
                <a:ext cx="230188" cy="115888"/>
              </a:xfrm>
              <a:custGeom>
                <a:avLst/>
                <a:gdLst>
                  <a:gd name="T0" fmla="*/ 318 w 638"/>
                  <a:gd name="T1" fmla="*/ 0 h 320"/>
                  <a:gd name="T2" fmla="*/ 0 w 638"/>
                  <a:gd name="T3" fmla="*/ 319 h 320"/>
                  <a:gd name="T4" fmla="*/ 109 w 638"/>
                  <a:gd name="T5" fmla="*/ 319 h 320"/>
                  <a:gd name="T6" fmla="*/ 372 w 638"/>
                  <a:gd name="T7" fmla="*/ 56 h 320"/>
                  <a:gd name="T8" fmla="*/ 318 w 638"/>
                  <a:gd name="T9" fmla="*/ 0 h 320"/>
                  <a:gd name="T10" fmla="*/ 332 w 638"/>
                  <a:gd name="T11" fmla="*/ 319 h 320"/>
                  <a:gd name="T12" fmla="*/ 429 w 638"/>
                  <a:gd name="T13" fmla="*/ 222 h 320"/>
                  <a:gd name="T14" fmla="*/ 526 w 638"/>
                  <a:gd name="T15" fmla="*/ 319 h 320"/>
                  <a:gd name="T16" fmla="*/ 637 w 638"/>
                  <a:gd name="T17" fmla="*/ 319 h 320"/>
                  <a:gd name="T18" fmla="*/ 429 w 638"/>
                  <a:gd name="T19" fmla="*/ 112 h 320"/>
                  <a:gd name="T20" fmla="*/ 221 w 638"/>
                  <a:gd name="T21" fmla="*/ 319 h 320"/>
                  <a:gd name="T22" fmla="*/ 332 w 638"/>
                  <a:gd name="T23" fmla="*/ 31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8" h="320">
                    <a:moveTo>
                      <a:pt x="318" y="0"/>
                    </a:moveTo>
                    <a:lnTo>
                      <a:pt x="0" y="319"/>
                    </a:lnTo>
                    <a:lnTo>
                      <a:pt x="109" y="319"/>
                    </a:lnTo>
                    <a:lnTo>
                      <a:pt x="372" y="56"/>
                    </a:lnTo>
                    <a:lnTo>
                      <a:pt x="318" y="0"/>
                    </a:lnTo>
                    <a:close/>
                    <a:moveTo>
                      <a:pt x="332" y="319"/>
                    </a:moveTo>
                    <a:lnTo>
                      <a:pt x="429" y="222"/>
                    </a:lnTo>
                    <a:lnTo>
                      <a:pt x="526" y="319"/>
                    </a:lnTo>
                    <a:lnTo>
                      <a:pt x="637" y="319"/>
                    </a:lnTo>
                    <a:lnTo>
                      <a:pt x="429" y="112"/>
                    </a:lnTo>
                    <a:lnTo>
                      <a:pt x="221" y="319"/>
                    </a:lnTo>
                    <a:lnTo>
                      <a:pt x="332" y="31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37" name="Group 136">
            <a:extLst>
              <a:ext uri="{FF2B5EF4-FFF2-40B4-BE49-F238E27FC236}">
                <a16:creationId xmlns:a16="http://schemas.microsoft.com/office/drawing/2014/main" id="{C1D91288-D9C0-74D7-B456-671689FB2191}"/>
              </a:ext>
            </a:extLst>
          </p:cNvPr>
          <p:cNvGrpSpPr/>
          <p:nvPr/>
        </p:nvGrpSpPr>
        <p:grpSpPr>
          <a:xfrm>
            <a:off x="4622803" y="5621692"/>
            <a:ext cx="2220565" cy="295912"/>
            <a:chOff x="4240213" y="4862513"/>
            <a:chExt cx="1441450" cy="192087"/>
          </a:xfrm>
          <a:solidFill>
            <a:schemeClr val="tx1"/>
          </a:solidFill>
        </p:grpSpPr>
        <p:grpSp>
          <p:nvGrpSpPr>
            <p:cNvPr id="138" name="Group 137">
              <a:extLst>
                <a:ext uri="{FF2B5EF4-FFF2-40B4-BE49-F238E27FC236}">
                  <a16:creationId xmlns:a16="http://schemas.microsoft.com/office/drawing/2014/main" id="{060EDA72-593A-6B57-A7F9-F153E4DE8BE3}"/>
                </a:ext>
              </a:extLst>
            </p:cNvPr>
            <p:cNvGrpSpPr/>
            <p:nvPr/>
          </p:nvGrpSpPr>
          <p:grpSpPr>
            <a:xfrm>
              <a:off x="4240213" y="4887913"/>
              <a:ext cx="484187" cy="127000"/>
              <a:chOff x="4240213" y="4887913"/>
              <a:chExt cx="484187" cy="127000"/>
            </a:xfrm>
            <a:grpFill/>
          </p:grpSpPr>
          <p:sp>
            <p:nvSpPr>
              <p:cNvPr id="154" name="Freeform 180">
                <a:extLst>
                  <a:ext uri="{FF2B5EF4-FFF2-40B4-BE49-F238E27FC236}">
                    <a16:creationId xmlns:a16="http://schemas.microsoft.com/office/drawing/2014/main" id="{5B3DC81A-023E-2F85-5FE6-8868D5BF9DF1}"/>
                  </a:ext>
                </a:extLst>
              </p:cNvPr>
              <p:cNvSpPr>
                <a:spLocks noChangeArrowheads="1"/>
              </p:cNvSpPr>
              <p:nvPr/>
            </p:nvSpPr>
            <p:spPr bwMode="auto">
              <a:xfrm>
                <a:off x="4327525" y="4887913"/>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0"/>
                      <a:pt x="12" y="342"/>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5" name="Freeform 181">
                <a:extLst>
                  <a:ext uri="{FF2B5EF4-FFF2-40B4-BE49-F238E27FC236}">
                    <a16:creationId xmlns:a16="http://schemas.microsoft.com/office/drawing/2014/main" id="{94C48C52-8F87-9D0D-1836-C0295DFC7ECB}"/>
                  </a:ext>
                </a:extLst>
              </p:cNvPr>
              <p:cNvSpPr>
                <a:spLocks noChangeArrowheads="1"/>
              </p:cNvSpPr>
              <p:nvPr/>
            </p:nvSpPr>
            <p:spPr bwMode="auto">
              <a:xfrm>
                <a:off x="4354513" y="4919663"/>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4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4"/>
                    </a:lnTo>
                    <a:cubicBezTo>
                      <a:pt x="178" y="14"/>
                      <a:pt x="154" y="0"/>
                      <a:pt x="120" y="0"/>
                    </a:cubicBezTo>
                    <a:cubicBezTo>
                      <a:pt x="52" y="0"/>
                      <a:pt x="1" y="56"/>
                      <a:pt x="1" y="129"/>
                    </a:cubicBezTo>
                    <a:cubicBezTo>
                      <a:pt x="0" y="203"/>
                      <a:pt x="51" y="259"/>
                      <a:pt x="119" y="259"/>
                    </a:cubicBezTo>
                    <a:close/>
                    <a:moveTo>
                      <a:pt x="132" y="62"/>
                    </a:moveTo>
                    <a:cubicBezTo>
                      <a:pt x="169" y="62"/>
                      <a:pt x="195" y="92"/>
                      <a:pt x="195" y="130"/>
                    </a:cubicBezTo>
                    <a:cubicBezTo>
                      <a:pt x="195" y="169"/>
                      <a:pt x="169" y="197"/>
                      <a:pt x="132" y="197"/>
                    </a:cubicBezTo>
                    <a:cubicBezTo>
                      <a:pt x="93" y="197"/>
                      <a:pt x="69" y="168"/>
                      <a:pt x="69" y="130"/>
                    </a:cubicBezTo>
                    <a:cubicBezTo>
                      <a:pt x="69" y="93"/>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6" name="Freeform 182">
                <a:extLst>
                  <a:ext uri="{FF2B5EF4-FFF2-40B4-BE49-F238E27FC236}">
                    <a16:creationId xmlns:a16="http://schemas.microsoft.com/office/drawing/2014/main" id="{8139B4E5-0E21-EB0F-6253-3746D484594C}"/>
                  </a:ext>
                </a:extLst>
              </p:cNvPr>
              <p:cNvSpPr>
                <a:spLocks noChangeArrowheads="1"/>
              </p:cNvSpPr>
              <p:nvPr/>
            </p:nvSpPr>
            <p:spPr bwMode="auto">
              <a:xfrm>
                <a:off x="4454525" y="4887913"/>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7" name="Freeform 183">
                <a:extLst>
                  <a:ext uri="{FF2B5EF4-FFF2-40B4-BE49-F238E27FC236}">
                    <a16:creationId xmlns:a16="http://schemas.microsoft.com/office/drawing/2014/main" id="{83A6375E-8BAD-45C7-A049-3EF98D000066}"/>
                  </a:ext>
                </a:extLst>
              </p:cNvPr>
              <p:cNvSpPr>
                <a:spLocks noChangeArrowheads="1"/>
              </p:cNvSpPr>
              <p:nvPr/>
            </p:nvSpPr>
            <p:spPr bwMode="auto">
              <a:xfrm>
                <a:off x="4481513" y="4921250"/>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8" name="Freeform 184">
                <a:extLst>
                  <a:ext uri="{FF2B5EF4-FFF2-40B4-BE49-F238E27FC236}">
                    <a16:creationId xmlns:a16="http://schemas.microsoft.com/office/drawing/2014/main" id="{5E070C1C-168F-DC3C-D1F8-76F592A246BD}"/>
                  </a:ext>
                </a:extLst>
              </p:cNvPr>
              <p:cNvSpPr>
                <a:spLocks noChangeArrowheads="1"/>
              </p:cNvSpPr>
              <p:nvPr/>
            </p:nvSpPr>
            <p:spPr bwMode="auto">
              <a:xfrm>
                <a:off x="4579938" y="4919663"/>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9" name="Freeform 185">
                <a:extLst>
                  <a:ext uri="{FF2B5EF4-FFF2-40B4-BE49-F238E27FC236}">
                    <a16:creationId xmlns:a16="http://schemas.microsoft.com/office/drawing/2014/main" id="{F4520511-BFFB-B186-46F2-1D1C148B4218}"/>
                  </a:ext>
                </a:extLst>
              </p:cNvPr>
              <p:cNvSpPr>
                <a:spLocks noChangeArrowheads="1"/>
              </p:cNvSpPr>
              <p:nvPr/>
            </p:nvSpPr>
            <p:spPr bwMode="auto">
              <a:xfrm>
                <a:off x="4240213" y="4919663"/>
                <a:ext cx="85725" cy="93662"/>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8"/>
                      <a:pt x="147" y="205"/>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39" name="Freeform 186">
              <a:extLst>
                <a:ext uri="{FF2B5EF4-FFF2-40B4-BE49-F238E27FC236}">
                  <a16:creationId xmlns:a16="http://schemas.microsoft.com/office/drawing/2014/main" id="{8E646236-16A4-3A15-FE0D-8FD79A15ED1D}"/>
                </a:ext>
              </a:extLst>
            </p:cNvPr>
            <p:cNvSpPr>
              <a:spLocks noChangeArrowheads="1"/>
            </p:cNvSpPr>
            <p:nvPr/>
          </p:nvSpPr>
          <p:spPr bwMode="auto">
            <a:xfrm>
              <a:off x="4860925" y="4862513"/>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40" name="Group 139">
              <a:extLst>
                <a:ext uri="{FF2B5EF4-FFF2-40B4-BE49-F238E27FC236}">
                  <a16:creationId xmlns:a16="http://schemas.microsoft.com/office/drawing/2014/main" id="{6CFB8120-D581-57A2-68A8-AFCD0CD53C67}"/>
                </a:ext>
              </a:extLst>
            </p:cNvPr>
            <p:cNvGrpSpPr/>
            <p:nvPr/>
          </p:nvGrpSpPr>
          <p:grpSpPr>
            <a:xfrm>
              <a:off x="4991100" y="4862513"/>
              <a:ext cx="690563" cy="188912"/>
              <a:chOff x="4991100" y="4862513"/>
              <a:chExt cx="690563" cy="188912"/>
            </a:xfrm>
            <a:grpFill/>
          </p:grpSpPr>
          <p:sp>
            <p:nvSpPr>
              <p:cNvPr id="141" name="Freeform 187">
                <a:extLst>
                  <a:ext uri="{FF2B5EF4-FFF2-40B4-BE49-F238E27FC236}">
                    <a16:creationId xmlns:a16="http://schemas.microsoft.com/office/drawing/2014/main" id="{A3663383-9B87-EBA0-B02D-67567969F918}"/>
                  </a:ext>
                </a:extLst>
              </p:cNvPr>
              <p:cNvSpPr>
                <a:spLocks noChangeArrowheads="1"/>
              </p:cNvSpPr>
              <p:nvPr/>
            </p:nvSpPr>
            <p:spPr bwMode="auto">
              <a:xfrm>
                <a:off x="5668963" y="4919663"/>
                <a:ext cx="12700" cy="12700"/>
              </a:xfrm>
              <a:custGeom>
                <a:avLst/>
                <a:gdLst>
                  <a:gd name="T0" fmla="*/ 15 w 37"/>
                  <a:gd name="T1" fmla="*/ 12 h 37"/>
                  <a:gd name="T2" fmla="*/ 15 w 37"/>
                  <a:gd name="T3" fmla="*/ 18 h 37"/>
                  <a:gd name="T4" fmla="*/ 17 w 37"/>
                  <a:gd name="T5" fmla="*/ 18 h 37"/>
                  <a:gd name="T6" fmla="*/ 21 w 37"/>
                  <a:gd name="T7" fmla="*/ 15 h 37"/>
                  <a:gd name="T8" fmla="*/ 17 w 37"/>
                  <a:gd name="T9" fmla="*/ 12 h 37"/>
                  <a:gd name="T10" fmla="*/ 15 w 37"/>
                  <a:gd name="T11" fmla="*/ 12 h 37"/>
                  <a:gd name="T12" fmla="*/ 24 w 37"/>
                  <a:gd name="T13" fmla="*/ 29 h 37"/>
                  <a:gd name="T14" fmla="*/ 22 w 37"/>
                  <a:gd name="T15" fmla="*/ 29 h 37"/>
                  <a:gd name="T16" fmla="*/ 21 w 37"/>
                  <a:gd name="T17" fmla="*/ 29 h 37"/>
                  <a:gd name="T18" fmla="*/ 20 w 37"/>
                  <a:gd name="T19" fmla="*/ 27 h 37"/>
                  <a:gd name="T20" fmla="*/ 17 w 37"/>
                  <a:gd name="T21" fmla="*/ 21 h 37"/>
                  <a:gd name="T22" fmla="*/ 16 w 37"/>
                  <a:gd name="T23" fmla="*/ 20 h 37"/>
                  <a:gd name="T24" fmla="*/ 15 w 37"/>
                  <a:gd name="T25" fmla="*/ 20 h 37"/>
                  <a:gd name="T26" fmla="*/ 15 w 37"/>
                  <a:gd name="T27" fmla="*/ 28 h 37"/>
                  <a:gd name="T28" fmla="*/ 14 w 37"/>
                  <a:gd name="T29" fmla="*/ 29 h 37"/>
                  <a:gd name="T30" fmla="*/ 13 w 37"/>
                  <a:gd name="T31" fmla="*/ 29 h 37"/>
                  <a:gd name="T32" fmla="*/ 12 w 37"/>
                  <a:gd name="T33" fmla="*/ 28 h 37"/>
                  <a:gd name="T34" fmla="*/ 12 w 37"/>
                  <a:gd name="T35" fmla="*/ 10 h 37"/>
                  <a:gd name="T36" fmla="*/ 13 w 37"/>
                  <a:gd name="T37" fmla="*/ 8 h 37"/>
                  <a:gd name="T38" fmla="*/ 18 w 37"/>
                  <a:gd name="T39" fmla="*/ 8 h 37"/>
                  <a:gd name="T40" fmla="*/ 24 w 37"/>
                  <a:gd name="T41" fmla="*/ 14 h 37"/>
                  <a:gd name="T42" fmla="*/ 19 w 37"/>
                  <a:gd name="T43" fmla="*/ 19 h 37"/>
                  <a:gd name="T44" fmla="*/ 24 w 37"/>
                  <a:gd name="T45" fmla="*/ 27 h 37"/>
                  <a:gd name="T46" fmla="*/ 24 w 37"/>
                  <a:gd name="T47" fmla="*/ 29 h 37"/>
                  <a:gd name="T48" fmla="*/ 3 w 37"/>
                  <a:gd name="T49" fmla="*/ 18 h 37"/>
                  <a:gd name="T50" fmla="*/ 18 w 37"/>
                  <a:gd name="T51" fmla="*/ 33 h 37"/>
                  <a:gd name="T52" fmla="*/ 33 w 37"/>
                  <a:gd name="T53" fmla="*/ 18 h 37"/>
                  <a:gd name="T54" fmla="*/ 18 w 37"/>
                  <a:gd name="T55" fmla="*/ 3 h 37"/>
                  <a:gd name="T56" fmla="*/ 3 w 37"/>
                  <a:gd name="T57" fmla="*/ 18 h 37"/>
                  <a:gd name="T58" fmla="*/ 0 w 37"/>
                  <a:gd name="T59" fmla="*/ 18 h 37"/>
                  <a:gd name="T60" fmla="*/ 18 w 37"/>
                  <a:gd name="T61" fmla="*/ 0 h 37"/>
                  <a:gd name="T62" fmla="*/ 36 w 37"/>
                  <a:gd name="T63" fmla="*/ 18 h 37"/>
                  <a:gd name="T64" fmla="*/ 18 w 37"/>
                  <a:gd name="T65" fmla="*/ 36 h 37"/>
                  <a:gd name="T66" fmla="*/ 0 w 37"/>
                  <a:gd name="T67" fmla="*/ 1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 h="37">
                    <a:moveTo>
                      <a:pt x="15" y="12"/>
                    </a:moveTo>
                    <a:lnTo>
                      <a:pt x="15" y="18"/>
                    </a:lnTo>
                    <a:lnTo>
                      <a:pt x="17" y="18"/>
                    </a:lnTo>
                    <a:cubicBezTo>
                      <a:pt x="20" y="18"/>
                      <a:pt x="21" y="17"/>
                      <a:pt x="21" y="15"/>
                    </a:cubicBezTo>
                    <a:lnTo>
                      <a:pt x="17" y="12"/>
                    </a:lnTo>
                    <a:lnTo>
                      <a:pt x="15" y="12"/>
                    </a:lnTo>
                    <a:close/>
                    <a:moveTo>
                      <a:pt x="24" y="29"/>
                    </a:moveTo>
                    <a:lnTo>
                      <a:pt x="22" y="29"/>
                    </a:lnTo>
                    <a:lnTo>
                      <a:pt x="21" y="29"/>
                    </a:lnTo>
                    <a:lnTo>
                      <a:pt x="20" y="27"/>
                    </a:lnTo>
                    <a:lnTo>
                      <a:pt x="17" y="21"/>
                    </a:lnTo>
                    <a:lnTo>
                      <a:pt x="16" y="20"/>
                    </a:lnTo>
                    <a:lnTo>
                      <a:pt x="15" y="20"/>
                    </a:lnTo>
                    <a:lnTo>
                      <a:pt x="15" y="28"/>
                    </a:lnTo>
                    <a:lnTo>
                      <a:pt x="14" y="29"/>
                    </a:lnTo>
                    <a:lnTo>
                      <a:pt x="13" y="29"/>
                    </a:lnTo>
                    <a:lnTo>
                      <a:pt x="12" y="28"/>
                    </a:lnTo>
                    <a:lnTo>
                      <a:pt x="12" y="10"/>
                    </a:lnTo>
                    <a:lnTo>
                      <a:pt x="13" y="8"/>
                    </a:lnTo>
                    <a:lnTo>
                      <a:pt x="18" y="8"/>
                    </a:lnTo>
                    <a:cubicBezTo>
                      <a:pt x="22" y="8"/>
                      <a:pt x="24" y="11"/>
                      <a:pt x="24" y="14"/>
                    </a:cubicBezTo>
                    <a:cubicBezTo>
                      <a:pt x="24" y="17"/>
                      <a:pt x="22" y="19"/>
                      <a:pt x="19" y="19"/>
                    </a:cubicBezTo>
                    <a:cubicBezTo>
                      <a:pt x="20" y="19"/>
                      <a:pt x="22" y="22"/>
                      <a:pt x="24" y="27"/>
                    </a:cubicBezTo>
                    <a:lnTo>
                      <a:pt x="24" y="29"/>
                    </a:lnTo>
                    <a:close/>
                    <a:moveTo>
                      <a:pt x="3" y="18"/>
                    </a:moveTo>
                    <a:cubicBezTo>
                      <a:pt x="3" y="27"/>
                      <a:pt x="9" y="33"/>
                      <a:pt x="18" y="33"/>
                    </a:cubicBezTo>
                    <a:cubicBezTo>
                      <a:pt x="27" y="33"/>
                      <a:pt x="33" y="27"/>
                      <a:pt x="33" y="18"/>
                    </a:cubicBezTo>
                    <a:cubicBezTo>
                      <a:pt x="33" y="10"/>
                      <a:pt x="27" y="3"/>
                      <a:pt x="18" y="3"/>
                    </a:cubicBezTo>
                    <a:cubicBezTo>
                      <a:pt x="9" y="3"/>
                      <a:pt x="3" y="10"/>
                      <a:pt x="3" y="18"/>
                    </a:cubicBezTo>
                    <a:close/>
                    <a:moveTo>
                      <a:pt x="0" y="18"/>
                    </a:moveTo>
                    <a:cubicBezTo>
                      <a:pt x="0" y="8"/>
                      <a:pt x="7" y="0"/>
                      <a:pt x="18" y="0"/>
                    </a:cubicBezTo>
                    <a:cubicBezTo>
                      <a:pt x="28" y="0"/>
                      <a:pt x="36" y="7"/>
                      <a:pt x="36" y="18"/>
                    </a:cubicBezTo>
                    <a:cubicBezTo>
                      <a:pt x="36" y="29"/>
                      <a:pt x="28" y="36"/>
                      <a:pt x="18" y="36"/>
                    </a:cubicBezTo>
                    <a:cubicBezTo>
                      <a:pt x="8" y="36"/>
                      <a:pt x="0" y="29"/>
                      <a:pt x="0" y="18"/>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2" name="Freeform 188">
                <a:extLst>
                  <a:ext uri="{FF2B5EF4-FFF2-40B4-BE49-F238E27FC236}">
                    <a16:creationId xmlns:a16="http://schemas.microsoft.com/office/drawing/2014/main" id="{9A0FA671-8D0D-0573-D33F-9ADAAA2D77B4}"/>
                  </a:ext>
                </a:extLst>
              </p:cNvPr>
              <p:cNvSpPr>
                <a:spLocks noChangeArrowheads="1"/>
              </p:cNvSpPr>
              <p:nvPr/>
            </p:nvSpPr>
            <p:spPr bwMode="auto">
              <a:xfrm>
                <a:off x="5067300" y="4921250"/>
                <a:ext cx="73025" cy="73025"/>
              </a:xfrm>
              <a:custGeom>
                <a:avLst/>
                <a:gdLst>
                  <a:gd name="T0" fmla="*/ 147 w 205"/>
                  <a:gd name="T1" fmla="*/ 84 h 203"/>
                  <a:gd name="T2" fmla="*/ 147 w 205"/>
                  <a:gd name="T3" fmla="*/ 75 h 203"/>
                  <a:gd name="T4" fmla="*/ 204 w 205"/>
                  <a:gd name="T5" fmla="*/ 75 h 203"/>
                  <a:gd name="T6" fmla="*/ 185 w 205"/>
                  <a:gd name="T7" fmla="*/ 17 h 203"/>
                  <a:gd name="T8" fmla="*/ 175 w 205"/>
                  <a:gd name="T9" fmla="*/ 0 h 203"/>
                  <a:gd name="T10" fmla="*/ 118 w 205"/>
                  <a:gd name="T11" fmla="*/ 34 h 203"/>
                  <a:gd name="T12" fmla="*/ 67 w 205"/>
                  <a:gd name="T13" fmla="*/ 178 h 203"/>
                  <a:gd name="T14" fmla="*/ 0 w 205"/>
                  <a:gd name="T15" fmla="*/ 199 h 203"/>
                  <a:gd name="T16" fmla="*/ 22 w 205"/>
                  <a:gd name="T17" fmla="*/ 201 h 203"/>
                  <a:gd name="T18" fmla="*/ 108 w 205"/>
                  <a:gd name="T19" fmla="*/ 166 h 203"/>
                  <a:gd name="T20" fmla="*/ 147 w 205"/>
                  <a:gd name="T21" fmla="*/ 8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5" h="203">
                    <a:moveTo>
                      <a:pt x="147" y="84"/>
                    </a:moveTo>
                    <a:lnTo>
                      <a:pt x="147" y="75"/>
                    </a:lnTo>
                    <a:lnTo>
                      <a:pt x="204" y="75"/>
                    </a:lnTo>
                    <a:cubicBezTo>
                      <a:pt x="201" y="56"/>
                      <a:pt x="195" y="36"/>
                      <a:pt x="185" y="17"/>
                    </a:cubicBezTo>
                    <a:cubicBezTo>
                      <a:pt x="182" y="12"/>
                      <a:pt x="178" y="6"/>
                      <a:pt x="175" y="0"/>
                    </a:cubicBezTo>
                    <a:lnTo>
                      <a:pt x="118" y="34"/>
                    </a:lnTo>
                    <a:cubicBezTo>
                      <a:pt x="153" y="96"/>
                      <a:pt x="115" y="150"/>
                      <a:pt x="67" y="178"/>
                    </a:cubicBezTo>
                    <a:cubicBezTo>
                      <a:pt x="48" y="189"/>
                      <a:pt x="25" y="197"/>
                      <a:pt x="0" y="199"/>
                    </a:cubicBezTo>
                    <a:cubicBezTo>
                      <a:pt x="7" y="201"/>
                      <a:pt x="15" y="201"/>
                      <a:pt x="22" y="201"/>
                    </a:cubicBezTo>
                    <a:cubicBezTo>
                      <a:pt x="52" y="202"/>
                      <a:pt x="84" y="189"/>
                      <a:pt x="108" y="166"/>
                    </a:cubicBezTo>
                    <a:cubicBezTo>
                      <a:pt x="133" y="144"/>
                      <a:pt x="147" y="114"/>
                      <a:pt x="147" y="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3" name="Freeform 189">
                <a:extLst>
                  <a:ext uri="{FF2B5EF4-FFF2-40B4-BE49-F238E27FC236}">
                    <a16:creationId xmlns:a16="http://schemas.microsoft.com/office/drawing/2014/main" id="{A5887585-B640-B2F0-FC58-7F0CB5A9B676}"/>
                  </a:ext>
                </a:extLst>
              </p:cNvPr>
              <p:cNvSpPr>
                <a:spLocks noChangeArrowheads="1"/>
              </p:cNvSpPr>
              <p:nvPr/>
            </p:nvSpPr>
            <p:spPr bwMode="auto">
              <a:xfrm>
                <a:off x="5045075" y="4951413"/>
                <a:ext cx="96838" cy="57150"/>
              </a:xfrm>
              <a:custGeom>
                <a:avLst/>
                <a:gdLst>
                  <a:gd name="T0" fmla="*/ 217 w 270"/>
                  <a:gd name="T1" fmla="*/ 61 h 158"/>
                  <a:gd name="T2" fmla="*/ 253 w 270"/>
                  <a:gd name="T3" fmla="*/ 81 h 158"/>
                  <a:gd name="T4" fmla="*/ 269 w 270"/>
                  <a:gd name="T5" fmla="*/ 13 h 158"/>
                  <a:gd name="T6" fmla="*/ 268 w 270"/>
                  <a:gd name="T7" fmla="*/ 0 h 158"/>
                  <a:gd name="T8" fmla="*/ 218 w 270"/>
                  <a:gd name="T9" fmla="*/ 0 h 158"/>
                  <a:gd name="T10" fmla="*/ 84 w 270"/>
                  <a:gd name="T11" fmla="*/ 126 h 158"/>
                  <a:gd name="T12" fmla="*/ 0 w 270"/>
                  <a:gd name="T13" fmla="*/ 101 h 158"/>
                  <a:gd name="T14" fmla="*/ 26 w 270"/>
                  <a:gd name="T15" fmla="*/ 120 h 158"/>
                  <a:gd name="T16" fmla="*/ 213 w 270"/>
                  <a:gd name="T17" fmla="*/ 68 h 158"/>
                  <a:gd name="T18" fmla="*/ 217 w 270"/>
                  <a:gd name="T19" fmla="*/ 6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0" h="158">
                    <a:moveTo>
                      <a:pt x="217" y="61"/>
                    </a:moveTo>
                    <a:lnTo>
                      <a:pt x="253" y="81"/>
                    </a:lnTo>
                    <a:cubicBezTo>
                      <a:pt x="263" y="60"/>
                      <a:pt x="269" y="36"/>
                      <a:pt x="269" y="13"/>
                    </a:cubicBezTo>
                    <a:cubicBezTo>
                      <a:pt x="269" y="8"/>
                      <a:pt x="269" y="4"/>
                      <a:pt x="268" y="0"/>
                    </a:cubicBezTo>
                    <a:lnTo>
                      <a:pt x="218" y="0"/>
                    </a:lnTo>
                    <a:cubicBezTo>
                      <a:pt x="218" y="68"/>
                      <a:pt x="152" y="126"/>
                      <a:pt x="84" y="126"/>
                    </a:cubicBezTo>
                    <a:cubicBezTo>
                      <a:pt x="54" y="126"/>
                      <a:pt x="25" y="118"/>
                      <a:pt x="0" y="101"/>
                    </a:cubicBezTo>
                    <a:cubicBezTo>
                      <a:pt x="7" y="108"/>
                      <a:pt x="16" y="114"/>
                      <a:pt x="26" y="120"/>
                    </a:cubicBezTo>
                    <a:cubicBezTo>
                      <a:pt x="91" y="157"/>
                      <a:pt x="175" y="135"/>
                      <a:pt x="213" y="68"/>
                    </a:cubicBezTo>
                    <a:lnTo>
                      <a:pt x="217" y="6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4" name="Freeform 190">
                <a:extLst>
                  <a:ext uri="{FF2B5EF4-FFF2-40B4-BE49-F238E27FC236}">
                    <a16:creationId xmlns:a16="http://schemas.microsoft.com/office/drawing/2014/main" id="{28F9A8D5-7A0C-A5B0-1F96-9ED719D1F88F}"/>
                  </a:ext>
                </a:extLst>
              </p:cNvPr>
              <p:cNvSpPr>
                <a:spLocks noChangeArrowheads="1"/>
              </p:cNvSpPr>
              <p:nvPr/>
            </p:nvSpPr>
            <p:spPr bwMode="auto">
              <a:xfrm>
                <a:off x="5029200" y="4968875"/>
                <a:ext cx="106363" cy="52388"/>
              </a:xfrm>
              <a:custGeom>
                <a:avLst/>
                <a:gdLst>
                  <a:gd name="T0" fmla="*/ 65 w 294"/>
                  <a:gd name="T1" fmla="*/ 78 h 147"/>
                  <a:gd name="T2" fmla="*/ 0 w 294"/>
                  <a:gd name="T3" fmla="*/ 0 h 147"/>
                  <a:gd name="T4" fmla="*/ 17 w 294"/>
                  <a:gd name="T5" fmla="*/ 44 h 147"/>
                  <a:gd name="T6" fmla="*/ 233 w 294"/>
                  <a:gd name="T7" fmla="*/ 102 h 147"/>
                  <a:gd name="T8" fmla="*/ 293 w 294"/>
                  <a:gd name="T9" fmla="*/ 41 h 147"/>
                  <a:gd name="T10" fmla="*/ 265 w 294"/>
                  <a:gd name="T11" fmla="*/ 25 h 147"/>
                  <a:gd name="T12" fmla="*/ 65 w 294"/>
                  <a:gd name="T13" fmla="*/ 78 h 147"/>
                </a:gdLst>
                <a:ahLst/>
                <a:cxnLst>
                  <a:cxn ang="0">
                    <a:pos x="T0" y="T1"/>
                  </a:cxn>
                  <a:cxn ang="0">
                    <a:pos x="T2" y="T3"/>
                  </a:cxn>
                  <a:cxn ang="0">
                    <a:pos x="T4" y="T5"/>
                  </a:cxn>
                  <a:cxn ang="0">
                    <a:pos x="T6" y="T7"/>
                  </a:cxn>
                  <a:cxn ang="0">
                    <a:pos x="T8" y="T9"/>
                  </a:cxn>
                  <a:cxn ang="0">
                    <a:pos x="T10" y="T11"/>
                  </a:cxn>
                  <a:cxn ang="0">
                    <a:pos x="T12" y="T13"/>
                  </a:cxn>
                </a:cxnLst>
                <a:rect l="0" t="0" r="r" b="b"/>
                <a:pathLst>
                  <a:path w="294" h="147">
                    <a:moveTo>
                      <a:pt x="65" y="78"/>
                    </a:moveTo>
                    <a:cubicBezTo>
                      <a:pt x="34" y="60"/>
                      <a:pt x="12" y="32"/>
                      <a:pt x="0" y="0"/>
                    </a:cubicBezTo>
                    <a:cubicBezTo>
                      <a:pt x="3" y="15"/>
                      <a:pt x="10" y="30"/>
                      <a:pt x="17" y="44"/>
                    </a:cubicBezTo>
                    <a:cubicBezTo>
                      <a:pt x="61" y="120"/>
                      <a:pt x="157" y="146"/>
                      <a:pt x="233" y="102"/>
                    </a:cubicBezTo>
                    <a:cubicBezTo>
                      <a:pt x="259" y="87"/>
                      <a:pt x="279" y="65"/>
                      <a:pt x="293" y="41"/>
                    </a:cubicBezTo>
                    <a:lnTo>
                      <a:pt x="265" y="25"/>
                    </a:lnTo>
                    <a:cubicBezTo>
                      <a:pt x="225" y="95"/>
                      <a:pt x="136" y="119"/>
                      <a:pt x="65" y="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5" name="Freeform 191">
                <a:extLst>
                  <a:ext uri="{FF2B5EF4-FFF2-40B4-BE49-F238E27FC236}">
                    <a16:creationId xmlns:a16="http://schemas.microsoft.com/office/drawing/2014/main" id="{971F53E9-AEA9-3277-B967-4B61A5C99D4D}"/>
                  </a:ext>
                </a:extLst>
              </p:cNvPr>
              <p:cNvSpPr>
                <a:spLocks noChangeArrowheads="1"/>
              </p:cNvSpPr>
              <p:nvPr/>
            </p:nvSpPr>
            <p:spPr bwMode="auto">
              <a:xfrm>
                <a:off x="4991100" y="4862513"/>
                <a:ext cx="188913" cy="188912"/>
              </a:xfrm>
              <a:custGeom>
                <a:avLst/>
                <a:gdLst>
                  <a:gd name="T0" fmla="*/ 178 w 523"/>
                  <a:gd name="T1" fmla="*/ 116 h 524"/>
                  <a:gd name="T2" fmla="*/ 406 w 523"/>
                  <a:gd name="T3" fmla="*/ 177 h 524"/>
                  <a:gd name="T4" fmla="*/ 345 w 523"/>
                  <a:gd name="T5" fmla="*/ 406 h 524"/>
                  <a:gd name="T6" fmla="*/ 117 w 523"/>
                  <a:gd name="T7" fmla="*/ 345 h 524"/>
                  <a:gd name="T8" fmla="*/ 178 w 523"/>
                  <a:gd name="T9" fmla="*/ 116 h 524"/>
                  <a:gd name="T10" fmla="*/ 147 w 523"/>
                  <a:gd name="T11" fmla="*/ 63 h 524"/>
                  <a:gd name="T12" fmla="*/ 63 w 523"/>
                  <a:gd name="T13" fmla="*/ 376 h 524"/>
                  <a:gd name="T14" fmla="*/ 376 w 523"/>
                  <a:gd name="T15" fmla="*/ 460 h 524"/>
                  <a:gd name="T16" fmla="*/ 459 w 523"/>
                  <a:gd name="T17" fmla="*/ 146 h 524"/>
                  <a:gd name="T18" fmla="*/ 147 w 523"/>
                  <a:gd name="T19" fmla="*/ 63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3" h="524">
                    <a:moveTo>
                      <a:pt x="178" y="116"/>
                    </a:moveTo>
                    <a:cubicBezTo>
                      <a:pt x="258" y="70"/>
                      <a:pt x="359" y="97"/>
                      <a:pt x="406" y="177"/>
                    </a:cubicBezTo>
                    <a:cubicBezTo>
                      <a:pt x="452" y="257"/>
                      <a:pt x="425" y="359"/>
                      <a:pt x="345" y="406"/>
                    </a:cubicBezTo>
                    <a:cubicBezTo>
                      <a:pt x="264" y="452"/>
                      <a:pt x="163" y="426"/>
                      <a:pt x="117" y="345"/>
                    </a:cubicBezTo>
                    <a:cubicBezTo>
                      <a:pt x="71" y="265"/>
                      <a:pt x="97" y="163"/>
                      <a:pt x="178" y="116"/>
                    </a:cubicBezTo>
                    <a:close/>
                    <a:moveTo>
                      <a:pt x="147" y="63"/>
                    </a:moveTo>
                    <a:cubicBezTo>
                      <a:pt x="37" y="126"/>
                      <a:pt x="0" y="267"/>
                      <a:pt x="63" y="376"/>
                    </a:cubicBezTo>
                    <a:cubicBezTo>
                      <a:pt x="126" y="485"/>
                      <a:pt x="267" y="523"/>
                      <a:pt x="376" y="460"/>
                    </a:cubicBezTo>
                    <a:cubicBezTo>
                      <a:pt x="485" y="397"/>
                      <a:pt x="522" y="256"/>
                      <a:pt x="459" y="146"/>
                    </a:cubicBezTo>
                    <a:cubicBezTo>
                      <a:pt x="396" y="37"/>
                      <a:pt x="256" y="0"/>
                      <a:pt x="147"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6" name="Freeform 192">
                <a:extLst>
                  <a:ext uri="{FF2B5EF4-FFF2-40B4-BE49-F238E27FC236}">
                    <a16:creationId xmlns:a16="http://schemas.microsoft.com/office/drawing/2014/main" id="{E3A7596E-4A71-0180-48D9-9EADB8530FEB}"/>
                  </a:ext>
                </a:extLst>
              </p:cNvPr>
              <p:cNvSpPr>
                <a:spLocks noChangeArrowheads="1"/>
              </p:cNvSpPr>
              <p:nvPr/>
            </p:nvSpPr>
            <p:spPr bwMode="auto">
              <a:xfrm>
                <a:off x="5368925" y="4929188"/>
                <a:ext cx="60325" cy="66675"/>
              </a:xfrm>
              <a:custGeom>
                <a:avLst/>
                <a:gdLst>
                  <a:gd name="T0" fmla="*/ 85 w 168"/>
                  <a:gd name="T1" fmla="*/ 24 h 185"/>
                  <a:gd name="T2" fmla="*/ 129 w 168"/>
                  <a:gd name="T3" fmla="*/ 76 h 185"/>
                  <a:gd name="T4" fmla="*/ 38 w 168"/>
                  <a:gd name="T5" fmla="*/ 76 h 185"/>
                  <a:gd name="T6" fmla="*/ 85 w 168"/>
                  <a:gd name="T7" fmla="*/ 24 h 185"/>
                  <a:gd name="T8" fmla="*/ 84 w 168"/>
                  <a:gd name="T9" fmla="*/ 0 h 185"/>
                  <a:gd name="T10" fmla="*/ 0 w 168"/>
                  <a:gd name="T11" fmla="*/ 91 h 185"/>
                  <a:gd name="T12" fmla="*/ 99 w 168"/>
                  <a:gd name="T13" fmla="*/ 184 h 185"/>
                  <a:gd name="T14" fmla="*/ 143 w 168"/>
                  <a:gd name="T15" fmla="*/ 179 h 185"/>
                  <a:gd name="T16" fmla="*/ 150 w 168"/>
                  <a:gd name="T17" fmla="*/ 169 h 185"/>
                  <a:gd name="T18" fmla="*/ 147 w 168"/>
                  <a:gd name="T19" fmla="*/ 159 h 185"/>
                  <a:gd name="T20" fmla="*/ 135 w 168"/>
                  <a:gd name="T21" fmla="*/ 154 h 185"/>
                  <a:gd name="T22" fmla="*/ 100 w 168"/>
                  <a:gd name="T23" fmla="*/ 158 h 185"/>
                  <a:gd name="T24" fmla="*/ 41 w 168"/>
                  <a:gd name="T25" fmla="*/ 99 h 185"/>
                  <a:gd name="T26" fmla="*/ 159 w 168"/>
                  <a:gd name="T27" fmla="*/ 99 h 185"/>
                  <a:gd name="T28" fmla="*/ 167 w 168"/>
                  <a:gd name="T29" fmla="*/ 92 h 185"/>
                  <a:gd name="T30" fmla="*/ 84 w 168"/>
                  <a:gd name="T31"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185">
                    <a:moveTo>
                      <a:pt x="85" y="24"/>
                    </a:moveTo>
                    <a:cubicBezTo>
                      <a:pt x="117" y="24"/>
                      <a:pt x="128" y="51"/>
                      <a:pt x="129" y="76"/>
                    </a:cubicBezTo>
                    <a:lnTo>
                      <a:pt x="38" y="76"/>
                    </a:lnTo>
                    <a:cubicBezTo>
                      <a:pt x="44" y="31"/>
                      <a:pt x="69" y="24"/>
                      <a:pt x="85" y="24"/>
                    </a:cubicBezTo>
                    <a:close/>
                    <a:moveTo>
                      <a:pt x="84" y="0"/>
                    </a:moveTo>
                    <a:cubicBezTo>
                      <a:pt x="34" y="0"/>
                      <a:pt x="0" y="34"/>
                      <a:pt x="0" y="91"/>
                    </a:cubicBezTo>
                    <a:cubicBezTo>
                      <a:pt x="0" y="152"/>
                      <a:pt x="35" y="184"/>
                      <a:pt x="99" y="184"/>
                    </a:cubicBezTo>
                    <a:cubicBezTo>
                      <a:pt x="119" y="184"/>
                      <a:pt x="133" y="182"/>
                      <a:pt x="143" y="179"/>
                    </a:cubicBezTo>
                    <a:cubicBezTo>
                      <a:pt x="149" y="176"/>
                      <a:pt x="152" y="173"/>
                      <a:pt x="150" y="169"/>
                    </a:cubicBezTo>
                    <a:lnTo>
                      <a:pt x="147" y="159"/>
                    </a:lnTo>
                    <a:cubicBezTo>
                      <a:pt x="144" y="155"/>
                      <a:pt x="141" y="153"/>
                      <a:pt x="135" y="154"/>
                    </a:cubicBezTo>
                    <a:cubicBezTo>
                      <a:pt x="124" y="156"/>
                      <a:pt x="113" y="158"/>
                      <a:pt x="100" y="158"/>
                    </a:cubicBezTo>
                    <a:cubicBezTo>
                      <a:pt x="59" y="158"/>
                      <a:pt x="42" y="138"/>
                      <a:pt x="41" y="99"/>
                    </a:cubicBezTo>
                    <a:lnTo>
                      <a:pt x="159" y="99"/>
                    </a:lnTo>
                    <a:cubicBezTo>
                      <a:pt x="163" y="99"/>
                      <a:pt x="167" y="96"/>
                      <a:pt x="167" y="92"/>
                    </a:cubicBezTo>
                    <a:cubicBezTo>
                      <a:pt x="167" y="21"/>
                      <a:pt x="127" y="0"/>
                      <a:pt x="84"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7" name="Freeform 193">
                <a:extLst>
                  <a:ext uri="{FF2B5EF4-FFF2-40B4-BE49-F238E27FC236}">
                    <a16:creationId xmlns:a16="http://schemas.microsoft.com/office/drawing/2014/main" id="{8B8C1CB5-2F43-1CFB-7AB4-6F6FB7AB2947}"/>
                  </a:ext>
                </a:extLst>
              </p:cNvPr>
              <p:cNvSpPr>
                <a:spLocks noChangeArrowheads="1"/>
              </p:cNvSpPr>
              <p:nvPr/>
            </p:nvSpPr>
            <p:spPr bwMode="auto">
              <a:xfrm>
                <a:off x="5608638" y="4929188"/>
                <a:ext cx="60325" cy="66675"/>
              </a:xfrm>
              <a:custGeom>
                <a:avLst/>
                <a:gdLst>
                  <a:gd name="T0" fmla="*/ 85 w 168"/>
                  <a:gd name="T1" fmla="*/ 24 h 185"/>
                  <a:gd name="T2" fmla="*/ 129 w 168"/>
                  <a:gd name="T3" fmla="*/ 76 h 185"/>
                  <a:gd name="T4" fmla="*/ 38 w 168"/>
                  <a:gd name="T5" fmla="*/ 76 h 185"/>
                  <a:gd name="T6" fmla="*/ 85 w 168"/>
                  <a:gd name="T7" fmla="*/ 24 h 185"/>
                  <a:gd name="T8" fmla="*/ 84 w 168"/>
                  <a:gd name="T9" fmla="*/ 0 h 185"/>
                  <a:gd name="T10" fmla="*/ 0 w 168"/>
                  <a:gd name="T11" fmla="*/ 91 h 185"/>
                  <a:gd name="T12" fmla="*/ 99 w 168"/>
                  <a:gd name="T13" fmla="*/ 184 h 185"/>
                  <a:gd name="T14" fmla="*/ 143 w 168"/>
                  <a:gd name="T15" fmla="*/ 179 h 185"/>
                  <a:gd name="T16" fmla="*/ 150 w 168"/>
                  <a:gd name="T17" fmla="*/ 169 h 185"/>
                  <a:gd name="T18" fmla="*/ 146 w 168"/>
                  <a:gd name="T19" fmla="*/ 159 h 185"/>
                  <a:gd name="T20" fmla="*/ 135 w 168"/>
                  <a:gd name="T21" fmla="*/ 154 h 185"/>
                  <a:gd name="T22" fmla="*/ 100 w 168"/>
                  <a:gd name="T23" fmla="*/ 158 h 185"/>
                  <a:gd name="T24" fmla="*/ 40 w 168"/>
                  <a:gd name="T25" fmla="*/ 99 h 185"/>
                  <a:gd name="T26" fmla="*/ 159 w 168"/>
                  <a:gd name="T27" fmla="*/ 99 h 185"/>
                  <a:gd name="T28" fmla="*/ 167 w 168"/>
                  <a:gd name="T29" fmla="*/ 92 h 185"/>
                  <a:gd name="T30" fmla="*/ 84 w 168"/>
                  <a:gd name="T31"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185">
                    <a:moveTo>
                      <a:pt x="85" y="24"/>
                    </a:moveTo>
                    <a:cubicBezTo>
                      <a:pt x="116" y="24"/>
                      <a:pt x="128" y="51"/>
                      <a:pt x="129" y="76"/>
                    </a:cubicBezTo>
                    <a:lnTo>
                      <a:pt x="38" y="76"/>
                    </a:lnTo>
                    <a:cubicBezTo>
                      <a:pt x="44" y="31"/>
                      <a:pt x="69" y="24"/>
                      <a:pt x="85" y="24"/>
                    </a:cubicBezTo>
                    <a:close/>
                    <a:moveTo>
                      <a:pt x="84" y="0"/>
                    </a:moveTo>
                    <a:cubicBezTo>
                      <a:pt x="34" y="0"/>
                      <a:pt x="0" y="34"/>
                      <a:pt x="0" y="91"/>
                    </a:cubicBezTo>
                    <a:cubicBezTo>
                      <a:pt x="0" y="152"/>
                      <a:pt x="35" y="184"/>
                      <a:pt x="99" y="184"/>
                    </a:cubicBezTo>
                    <a:cubicBezTo>
                      <a:pt x="119" y="184"/>
                      <a:pt x="133" y="182"/>
                      <a:pt x="143" y="179"/>
                    </a:cubicBezTo>
                    <a:cubicBezTo>
                      <a:pt x="149" y="176"/>
                      <a:pt x="152" y="173"/>
                      <a:pt x="150" y="169"/>
                    </a:cubicBezTo>
                    <a:lnTo>
                      <a:pt x="146" y="159"/>
                    </a:lnTo>
                    <a:cubicBezTo>
                      <a:pt x="144" y="155"/>
                      <a:pt x="141" y="153"/>
                      <a:pt x="135" y="154"/>
                    </a:cubicBezTo>
                    <a:cubicBezTo>
                      <a:pt x="124" y="156"/>
                      <a:pt x="113" y="158"/>
                      <a:pt x="100" y="158"/>
                    </a:cubicBezTo>
                    <a:cubicBezTo>
                      <a:pt x="59" y="158"/>
                      <a:pt x="42" y="138"/>
                      <a:pt x="40" y="99"/>
                    </a:cubicBezTo>
                    <a:lnTo>
                      <a:pt x="159" y="99"/>
                    </a:lnTo>
                    <a:cubicBezTo>
                      <a:pt x="162" y="99"/>
                      <a:pt x="167" y="96"/>
                      <a:pt x="167" y="92"/>
                    </a:cubicBezTo>
                    <a:cubicBezTo>
                      <a:pt x="167" y="21"/>
                      <a:pt x="127" y="0"/>
                      <a:pt x="84"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8" name="Freeform 194">
                <a:extLst>
                  <a:ext uri="{FF2B5EF4-FFF2-40B4-BE49-F238E27FC236}">
                    <a16:creationId xmlns:a16="http://schemas.microsoft.com/office/drawing/2014/main" id="{C387D1E1-0E8C-FC9B-F71E-F4E07CCF3A75}"/>
                  </a:ext>
                </a:extLst>
              </p:cNvPr>
              <p:cNvSpPr>
                <a:spLocks noChangeArrowheads="1"/>
              </p:cNvSpPr>
              <p:nvPr/>
            </p:nvSpPr>
            <p:spPr bwMode="auto">
              <a:xfrm>
                <a:off x="5230813" y="4929188"/>
                <a:ext cx="50800" cy="66675"/>
              </a:xfrm>
              <a:custGeom>
                <a:avLst/>
                <a:gdLst>
                  <a:gd name="T0" fmla="*/ 7 w 143"/>
                  <a:gd name="T1" fmla="*/ 174 h 186"/>
                  <a:gd name="T2" fmla="*/ 2 w 143"/>
                  <a:gd name="T3" fmla="*/ 165 h 186"/>
                  <a:gd name="T4" fmla="*/ 6 w 143"/>
                  <a:gd name="T5" fmla="*/ 154 h 186"/>
                  <a:gd name="T6" fmla="*/ 18 w 143"/>
                  <a:gd name="T7" fmla="*/ 149 h 186"/>
                  <a:gd name="T8" fmla="*/ 69 w 143"/>
                  <a:gd name="T9" fmla="*/ 158 h 186"/>
                  <a:gd name="T10" fmla="*/ 104 w 143"/>
                  <a:gd name="T11" fmla="*/ 134 h 186"/>
                  <a:gd name="T12" fmla="*/ 8 w 143"/>
                  <a:gd name="T13" fmla="*/ 49 h 186"/>
                  <a:gd name="T14" fmla="*/ 80 w 143"/>
                  <a:gd name="T15" fmla="*/ 0 h 186"/>
                  <a:gd name="T16" fmla="*/ 128 w 143"/>
                  <a:gd name="T17" fmla="*/ 7 h 186"/>
                  <a:gd name="T18" fmla="*/ 132 w 143"/>
                  <a:gd name="T19" fmla="*/ 17 h 186"/>
                  <a:gd name="T20" fmla="*/ 128 w 143"/>
                  <a:gd name="T21" fmla="*/ 27 h 186"/>
                  <a:gd name="T22" fmla="*/ 116 w 143"/>
                  <a:gd name="T23" fmla="*/ 31 h 186"/>
                  <a:gd name="T24" fmla="*/ 79 w 143"/>
                  <a:gd name="T25" fmla="*/ 24 h 186"/>
                  <a:gd name="T26" fmla="*/ 46 w 143"/>
                  <a:gd name="T27" fmla="*/ 47 h 186"/>
                  <a:gd name="T28" fmla="*/ 142 w 143"/>
                  <a:gd name="T29" fmla="*/ 135 h 186"/>
                  <a:gd name="T30" fmla="*/ 69 w 143"/>
                  <a:gd name="T31" fmla="*/ 185 h 186"/>
                  <a:gd name="T32" fmla="*/ 7 w 143"/>
                  <a:gd name="T33" fmla="*/ 17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186">
                    <a:moveTo>
                      <a:pt x="7" y="174"/>
                    </a:moveTo>
                    <a:cubicBezTo>
                      <a:pt x="2" y="172"/>
                      <a:pt x="0" y="169"/>
                      <a:pt x="2" y="165"/>
                    </a:cubicBezTo>
                    <a:lnTo>
                      <a:pt x="6" y="154"/>
                    </a:lnTo>
                    <a:cubicBezTo>
                      <a:pt x="8" y="149"/>
                      <a:pt x="14" y="148"/>
                      <a:pt x="18" y="149"/>
                    </a:cubicBezTo>
                    <a:cubicBezTo>
                      <a:pt x="33" y="155"/>
                      <a:pt x="51" y="158"/>
                      <a:pt x="69" y="158"/>
                    </a:cubicBezTo>
                    <a:cubicBezTo>
                      <a:pt x="93" y="158"/>
                      <a:pt x="104" y="150"/>
                      <a:pt x="104" y="134"/>
                    </a:cubicBezTo>
                    <a:cubicBezTo>
                      <a:pt x="104" y="99"/>
                      <a:pt x="8" y="99"/>
                      <a:pt x="8" y="49"/>
                    </a:cubicBezTo>
                    <a:cubicBezTo>
                      <a:pt x="8" y="20"/>
                      <a:pt x="36" y="0"/>
                      <a:pt x="80" y="0"/>
                    </a:cubicBezTo>
                    <a:cubicBezTo>
                      <a:pt x="101" y="0"/>
                      <a:pt x="116" y="3"/>
                      <a:pt x="128" y="7"/>
                    </a:cubicBezTo>
                    <a:cubicBezTo>
                      <a:pt x="132" y="9"/>
                      <a:pt x="135" y="13"/>
                      <a:pt x="132" y="17"/>
                    </a:cubicBezTo>
                    <a:lnTo>
                      <a:pt x="128" y="27"/>
                    </a:lnTo>
                    <a:cubicBezTo>
                      <a:pt x="126" y="31"/>
                      <a:pt x="122" y="32"/>
                      <a:pt x="116" y="31"/>
                    </a:cubicBezTo>
                    <a:cubicBezTo>
                      <a:pt x="107" y="28"/>
                      <a:pt x="93" y="24"/>
                      <a:pt x="79" y="24"/>
                    </a:cubicBezTo>
                    <a:cubicBezTo>
                      <a:pt x="58" y="24"/>
                      <a:pt x="46" y="33"/>
                      <a:pt x="46" y="47"/>
                    </a:cubicBezTo>
                    <a:cubicBezTo>
                      <a:pt x="46" y="78"/>
                      <a:pt x="142" y="79"/>
                      <a:pt x="142" y="135"/>
                    </a:cubicBezTo>
                    <a:cubicBezTo>
                      <a:pt x="142" y="164"/>
                      <a:pt x="114" y="185"/>
                      <a:pt x="69" y="185"/>
                    </a:cubicBezTo>
                    <a:cubicBezTo>
                      <a:pt x="49" y="185"/>
                      <a:pt x="24" y="181"/>
                      <a:pt x="7" y="17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9" name="Freeform 195">
                <a:extLst>
                  <a:ext uri="{FF2B5EF4-FFF2-40B4-BE49-F238E27FC236}">
                    <a16:creationId xmlns:a16="http://schemas.microsoft.com/office/drawing/2014/main" id="{6D9A80C9-E1AE-69A2-34A3-DF1A1EB21E5C}"/>
                  </a:ext>
                </a:extLst>
              </p:cNvPr>
              <p:cNvSpPr>
                <a:spLocks noChangeArrowheads="1"/>
              </p:cNvSpPr>
              <p:nvPr/>
            </p:nvSpPr>
            <p:spPr bwMode="auto">
              <a:xfrm>
                <a:off x="5438775" y="4929188"/>
                <a:ext cx="50800" cy="66675"/>
              </a:xfrm>
              <a:custGeom>
                <a:avLst/>
                <a:gdLst>
                  <a:gd name="T0" fmla="*/ 91 w 142"/>
                  <a:gd name="T1" fmla="*/ 185 h 186"/>
                  <a:gd name="T2" fmla="*/ 0 w 142"/>
                  <a:gd name="T3" fmla="*/ 91 h 186"/>
                  <a:gd name="T4" fmla="*/ 89 w 142"/>
                  <a:gd name="T5" fmla="*/ 0 h 186"/>
                  <a:gd name="T6" fmla="*/ 129 w 142"/>
                  <a:gd name="T7" fmla="*/ 6 h 186"/>
                  <a:gd name="T8" fmla="*/ 137 w 142"/>
                  <a:gd name="T9" fmla="*/ 16 h 186"/>
                  <a:gd name="T10" fmla="*/ 132 w 142"/>
                  <a:gd name="T11" fmla="*/ 27 h 186"/>
                  <a:gd name="T12" fmla="*/ 121 w 142"/>
                  <a:gd name="T13" fmla="*/ 31 h 186"/>
                  <a:gd name="T14" fmla="*/ 88 w 142"/>
                  <a:gd name="T15" fmla="*/ 26 h 186"/>
                  <a:gd name="T16" fmla="*/ 39 w 142"/>
                  <a:gd name="T17" fmla="*/ 91 h 186"/>
                  <a:gd name="T18" fmla="*/ 93 w 142"/>
                  <a:gd name="T19" fmla="*/ 157 h 186"/>
                  <a:gd name="T20" fmla="*/ 125 w 142"/>
                  <a:gd name="T21" fmla="*/ 154 h 186"/>
                  <a:gd name="T22" fmla="*/ 137 w 142"/>
                  <a:gd name="T23" fmla="*/ 159 h 186"/>
                  <a:gd name="T24" fmla="*/ 140 w 142"/>
                  <a:gd name="T25" fmla="*/ 171 h 186"/>
                  <a:gd name="T26" fmla="*/ 133 w 142"/>
                  <a:gd name="T27" fmla="*/ 181 h 186"/>
                  <a:gd name="T28" fmla="*/ 91 w 142"/>
                  <a:gd name="T29" fmla="*/ 18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 h="186">
                    <a:moveTo>
                      <a:pt x="91" y="185"/>
                    </a:moveTo>
                    <a:cubicBezTo>
                      <a:pt x="36" y="185"/>
                      <a:pt x="0" y="152"/>
                      <a:pt x="0" y="91"/>
                    </a:cubicBezTo>
                    <a:cubicBezTo>
                      <a:pt x="0" y="37"/>
                      <a:pt x="38" y="0"/>
                      <a:pt x="89" y="0"/>
                    </a:cubicBezTo>
                    <a:cubicBezTo>
                      <a:pt x="106" y="0"/>
                      <a:pt x="121" y="3"/>
                      <a:pt x="129" y="6"/>
                    </a:cubicBezTo>
                    <a:cubicBezTo>
                      <a:pt x="136" y="8"/>
                      <a:pt x="138" y="12"/>
                      <a:pt x="137" y="16"/>
                    </a:cubicBezTo>
                    <a:lnTo>
                      <a:pt x="132" y="27"/>
                    </a:lnTo>
                    <a:cubicBezTo>
                      <a:pt x="131" y="31"/>
                      <a:pt x="128" y="33"/>
                      <a:pt x="121" y="31"/>
                    </a:cubicBezTo>
                    <a:cubicBezTo>
                      <a:pt x="113" y="29"/>
                      <a:pt x="102" y="26"/>
                      <a:pt x="88" y="26"/>
                    </a:cubicBezTo>
                    <a:cubicBezTo>
                      <a:pt x="60" y="26"/>
                      <a:pt x="39" y="50"/>
                      <a:pt x="39" y="91"/>
                    </a:cubicBezTo>
                    <a:cubicBezTo>
                      <a:pt x="39" y="135"/>
                      <a:pt x="57" y="157"/>
                      <a:pt x="93" y="157"/>
                    </a:cubicBezTo>
                    <a:cubicBezTo>
                      <a:pt x="106" y="157"/>
                      <a:pt x="116" y="156"/>
                      <a:pt x="125" y="154"/>
                    </a:cubicBezTo>
                    <a:cubicBezTo>
                      <a:pt x="131" y="153"/>
                      <a:pt x="136" y="156"/>
                      <a:pt x="137" y="159"/>
                    </a:cubicBezTo>
                    <a:lnTo>
                      <a:pt x="140" y="171"/>
                    </a:lnTo>
                    <a:cubicBezTo>
                      <a:pt x="141" y="174"/>
                      <a:pt x="139" y="179"/>
                      <a:pt x="133" y="181"/>
                    </a:cubicBezTo>
                    <a:cubicBezTo>
                      <a:pt x="121" y="184"/>
                      <a:pt x="107" y="185"/>
                      <a:pt x="91" y="18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0" name="Freeform 196">
                <a:extLst>
                  <a:ext uri="{FF2B5EF4-FFF2-40B4-BE49-F238E27FC236}">
                    <a16:creationId xmlns:a16="http://schemas.microsoft.com/office/drawing/2014/main" id="{EA4F3A21-7096-B125-F593-C5205293003E}"/>
                  </a:ext>
                </a:extLst>
              </p:cNvPr>
              <p:cNvSpPr>
                <a:spLocks noChangeArrowheads="1"/>
              </p:cNvSpPr>
              <p:nvPr/>
            </p:nvSpPr>
            <p:spPr bwMode="auto">
              <a:xfrm>
                <a:off x="5494338" y="4930775"/>
                <a:ext cx="65087" cy="66675"/>
              </a:xfrm>
              <a:custGeom>
                <a:avLst/>
                <a:gdLst>
                  <a:gd name="T0" fmla="*/ 39 w 180"/>
                  <a:gd name="T1" fmla="*/ 92 h 185"/>
                  <a:gd name="T2" fmla="*/ 89 w 180"/>
                  <a:gd name="T3" fmla="*/ 159 h 185"/>
                  <a:gd name="T4" fmla="*/ 139 w 180"/>
                  <a:gd name="T5" fmla="*/ 92 h 185"/>
                  <a:gd name="T6" fmla="*/ 89 w 180"/>
                  <a:gd name="T7" fmla="*/ 25 h 185"/>
                  <a:gd name="T8" fmla="*/ 39 w 180"/>
                  <a:gd name="T9" fmla="*/ 92 h 185"/>
                  <a:gd name="T10" fmla="*/ 0 w 180"/>
                  <a:gd name="T11" fmla="*/ 92 h 185"/>
                  <a:gd name="T12" fmla="*/ 90 w 180"/>
                  <a:gd name="T13" fmla="*/ 0 h 185"/>
                  <a:gd name="T14" fmla="*/ 179 w 180"/>
                  <a:gd name="T15" fmla="*/ 92 h 185"/>
                  <a:gd name="T16" fmla="*/ 90 w 180"/>
                  <a:gd name="T17" fmla="*/ 184 h 185"/>
                  <a:gd name="T18" fmla="*/ 0 w 180"/>
                  <a:gd name="T19" fmla="*/ 92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5">
                    <a:moveTo>
                      <a:pt x="39" y="92"/>
                    </a:moveTo>
                    <a:cubicBezTo>
                      <a:pt x="39" y="138"/>
                      <a:pt x="57" y="159"/>
                      <a:pt x="89" y="159"/>
                    </a:cubicBezTo>
                    <a:cubicBezTo>
                      <a:pt x="121" y="159"/>
                      <a:pt x="139" y="138"/>
                      <a:pt x="139" y="92"/>
                    </a:cubicBezTo>
                    <a:cubicBezTo>
                      <a:pt x="139" y="46"/>
                      <a:pt x="121" y="25"/>
                      <a:pt x="89" y="25"/>
                    </a:cubicBezTo>
                    <a:cubicBezTo>
                      <a:pt x="57" y="25"/>
                      <a:pt x="39" y="47"/>
                      <a:pt x="39" y="92"/>
                    </a:cubicBezTo>
                    <a:close/>
                    <a:moveTo>
                      <a:pt x="0" y="92"/>
                    </a:moveTo>
                    <a:cubicBezTo>
                      <a:pt x="0" y="34"/>
                      <a:pt x="35" y="0"/>
                      <a:pt x="90" y="0"/>
                    </a:cubicBezTo>
                    <a:cubicBezTo>
                      <a:pt x="143" y="0"/>
                      <a:pt x="179" y="35"/>
                      <a:pt x="179" y="92"/>
                    </a:cubicBezTo>
                    <a:cubicBezTo>
                      <a:pt x="179" y="149"/>
                      <a:pt x="145" y="184"/>
                      <a:pt x="90" y="184"/>
                    </a:cubicBezTo>
                    <a:cubicBezTo>
                      <a:pt x="36" y="184"/>
                      <a:pt x="0" y="150"/>
                      <a:pt x="0" y="9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1" name="Freeform 197">
                <a:extLst>
                  <a:ext uri="{FF2B5EF4-FFF2-40B4-BE49-F238E27FC236}">
                    <a16:creationId xmlns:a16="http://schemas.microsoft.com/office/drawing/2014/main" id="{58635288-8597-3CD2-8042-EE3B5A0389FE}"/>
                  </a:ext>
                </a:extLst>
              </p:cNvPr>
              <p:cNvSpPr>
                <a:spLocks noChangeArrowheads="1"/>
              </p:cNvSpPr>
              <p:nvPr/>
            </p:nvSpPr>
            <p:spPr bwMode="auto">
              <a:xfrm>
                <a:off x="5572125" y="4929188"/>
                <a:ext cx="33338" cy="66675"/>
              </a:xfrm>
              <a:custGeom>
                <a:avLst/>
                <a:gdLst>
                  <a:gd name="T0" fmla="*/ 90 w 91"/>
                  <a:gd name="T1" fmla="*/ 6 h 184"/>
                  <a:gd name="T2" fmla="*/ 87 w 91"/>
                  <a:gd name="T3" fmla="*/ 0 h 184"/>
                  <a:gd name="T4" fmla="*/ 65 w 91"/>
                  <a:gd name="T5" fmla="*/ 0 h 184"/>
                  <a:gd name="T6" fmla="*/ 0 w 91"/>
                  <a:gd name="T7" fmla="*/ 50 h 184"/>
                  <a:gd name="T8" fmla="*/ 0 w 91"/>
                  <a:gd name="T9" fmla="*/ 179 h 184"/>
                  <a:gd name="T10" fmla="*/ 10 w 91"/>
                  <a:gd name="T11" fmla="*/ 183 h 184"/>
                  <a:gd name="T12" fmla="*/ 27 w 91"/>
                  <a:gd name="T13" fmla="*/ 183 h 184"/>
                  <a:gd name="T14" fmla="*/ 36 w 91"/>
                  <a:gd name="T15" fmla="*/ 179 h 184"/>
                  <a:gd name="T16" fmla="*/ 36 w 91"/>
                  <a:gd name="T17" fmla="*/ 61 h 184"/>
                  <a:gd name="T18" fmla="*/ 73 w 91"/>
                  <a:gd name="T19" fmla="*/ 26 h 184"/>
                  <a:gd name="T20" fmla="*/ 87 w 91"/>
                  <a:gd name="T21" fmla="*/ 26 h 184"/>
                  <a:gd name="T22" fmla="*/ 90 w 91"/>
                  <a:gd name="T23" fmla="*/ 18 h 184"/>
                  <a:gd name="T24" fmla="*/ 90 w 91"/>
                  <a:gd name="T25" fmla="*/ 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184">
                    <a:moveTo>
                      <a:pt x="90" y="6"/>
                    </a:moveTo>
                    <a:cubicBezTo>
                      <a:pt x="90" y="3"/>
                      <a:pt x="89" y="0"/>
                      <a:pt x="87" y="0"/>
                    </a:cubicBezTo>
                    <a:lnTo>
                      <a:pt x="65" y="0"/>
                    </a:lnTo>
                    <a:cubicBezTo>
                      <a:pt x="24" y="0"/>
                      <a:pt x="0" y="18"/>
                      <a:pt x="0" y="50"/>
                    </a:cubicBezTo>
                    <a:lnTo>
                      <a:pt x="0" y="179"/>
                    </a:lnTo>
                    <a:cubicBezTo>
                      <a:pt x="0" y="181"/>
                      <a:pt x="4" y="183"/>
                      <a:pt x="10" y="183"/>
                    </a:cubicBezTo>
                    <a:lnTo>
                      <a:pt x="27" y="183"/>
                    </a:lnTo>
                    <a:cubicBezTo>
                      <a:pt x="32" y="183"/>
                      <a:pt x="36" y="181"/>
                      <a:pt x="36" y="179"/>
                    </a:cubicBezTo>
                    <a:lnTo>
                      <a:pt x="36" y="61"/>
                    </a:lnTo>
                    <a:cubicBezTo>
                      <a:pt x="36" y="32"/>
                      <a:pt x="50" y="26"/>
                      <a:pt x="73" y="26"/>
                    </a:cubicBezTo>
                    <a:lnTo>
                      <a:pt x="87" y="26"/>
                    </a:lnTo>
                    <a:cubicBezTo>
                      <a:pt x="89" y="24"/>
                      <a:pt x="90" y="21"/>
                      <a:pt x="90" y="18"/>
                    </a:cubicBezTo>
                    <a:lnTo>
                      <a:pt x="90" y="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2" name="Freeform 198">
                <a:extLst>
                  <a:ext uri="{FF2B5EF4-FFF2-40B4-BE49-F238E27FC236}">
                    <a16:creationId xmlns:a16="http://schemas.microsoft.com/office/drawing/2014/main" id="{8F4391C6-91FE-0806-84A8-B29A73412359}"/>
                  </a:ext>
                </a:extLst>
              </p:cNvPr>
              <p:cNvSpPr>
                <a:spLocks noChangeArrowheads="1"/>
              </p:cNvSpPr>
              <p:nvPr/>
            </p:nvSpPr>
            <p:spPr bwMode="auto">
              <a:xfrm>
                <a:off x="5329238" y="4911725"/>
                <a:ext cx="33337" cy="84138"/>
              </a:xfrm>
              <a:custGeom>
                <a:avLst/>
                <a:gdLst>
                  <a:gd name="T0" fmla="*/ 72 w 91"/>
                  <a:gd name="T1" fmla="*/ 207 h 235"/>
                  <a:gd name="T2" fmla="*/ 36 w 91"/>
                  <a:gd name="T3" fmla="*/ 172 h 235"/>
                  <a:gd name="T4" fmla="*/ 36 w 91"/>
                  <a:gd name="T5" fmla="*/ 76 h 235"/>
                  <a:gd name="T6" fmla="*/ 68 w 91"/>
                  <a:gd name="T7" fmla="*/ 76 h 235"/>
                  <a:gd name="T8" fmla="*/ 71 w 91"/>
                  <a:gd name="T9" fmla="*/ 69 h 235"/>
                  <a:gd name="T10" fmla="*/ 71 w 91"/>
                  <a:gd name="T11" fmla="*/ 58 h 235"/>
                  <a:gd name="T12" fmla="*/ 68 w 91"/>
                  <a:gd name="T13" fmla="*/ 52 h 235"/>
                  <a:gd name="T14" fmla="*/ 36 w 91"/>
                  <a:gd name="T15" fmla="*/ 52 h 235"/>
                  <a:gd name="T16" fmla="*/ 36 w 91"/>
                  <a:gd name="T17" fmla="*/ 6 h 235"/>
                  <a:gd name="T18" fmla="*/ 24 w 91"/>
                  <a:gd name="T19" fmla="*/ 2 h 235"/>
                  <a:gd name="T20" fmla="*/ 7 w 91"/>
                  <a:gd name="T21" fmla="*/ 7 h 235"/>
                  <a:gd name="T22" fmla="*/ 0 w 91"/>
                  <a:gd name="T23" fmla="*/ 16 h 235"/>
                  <a:gd name="T24" fmla="*/ 0 w 91"/>
                  <a:gd name="T25" fmla="*/ 55 h 235"/>
                  <a:gd name="T26" fmla="*/ 0 w 91"/>
                  <a:gd name="T27" fmla="*/ 184 h 235"/>
                  <a:gd name="T28" fmla="*/ 65 w 91"/>
                  <a:gd name="T29" fmla="*/ 234 h 235"/>
                  <a:gd name="T30" fmla="*/ 86 w 91"/>
                  <a:gd name="T31" fmla="*/ 234 h 235"/>
                  <a:gd name="T32" fmla="*/ 90 w 91"/>
                  <a:gd name="T33" fmla="*/ 228 h 235"/>
                  <a:gd name="T34" fmla="*/ 90 w 91"/>
                  <a:gd name="T35" fmla="*/ 216 h 235"/>
                  <a:gd name="T36" fmla="*/ 86 w 91"/>
                  <a:gd name="T37" fmla="*/ 207 h 235"/>
                  <a:gd name="T38" fmla="*/ 72 w 91"/>
                  <a:gd name="T39" fmla="*/ 2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 h="235">
                    <a:moveTo>
                      <a:pt x="72" y="207"/>
                    </a:moveTo>
                    <a:cubicBezTo>
                      <a:pt x="51" y="207"/>
                      <a:pt x="36" y="200"/>
                      <a:pt x="36" y="172"/>
                    </a:cubicBezTo>
                    <a:lnTo>
                      <a:pt x="36" y="76"/>
                    </a:lnTo>
                    <a:lnTo>
                      <a:pt x="68" y="76"/>
                    </a:lnTo>
                    <a:cubicBezTo>
                      <a:pt x="69" y="76"/>
                      <a:pt x="71" y="72"/>
                      <a:pt x="71" y="69"/>
                    </a:cubicBezTo>
                    <a:lnTo>
                      <a:pt x="71" y="58"/>
                    </a:lnTo>
                    <a:cubicBezTo>
                      <a:pt x="71" y="55"/>
                      <a:pt x="70" y="52"/>
                      <a:pt x="68" y="52"/>
                    </a:cubicBezTo>
                    <a:lnTo>
                      <a:pt x="36" y="52"/>
                    </a:lnTo>
                    <a:lnTo>
                      <a:pt x="36" y="6"/>
                    </a:lnTo>
                    <a:cubicBezTo>
                      <a:pt x="36" y="0"/>
                      <a:pt x="30" y="1"/>
                      <a:pt x="24" y="2"/>
                    </a:cubicBezTo>
                    <a:lnTo>
                      <a:pt x="7" y="7"/>
                    </a:lnTo>
                    <a:cubicBezTo>
                      <a:pt x="3" y="8"/>
                      <a:pt x="0" y="11"/>
                      <a:pt x="0" y="16"/>
                    </a:cubicBezTo>
                    <a:lnTo>
                      <a:pt x="0" y="55"/>
                    </a:lnTo>
                    <a:lnTo>
                      <a:pt x="0" y="184"/>
                    </a:lnTo>
                    <a:cubicBezTo>
                      <a:pt x="0" y="216"/>
                      <a:pt x="23" y="234"/>
                      <a:pt x="65" y="234"/>
                    </a:cubicBezTo>
                    <a:lnTo>
                      <a:pt x="86" y="234"/>
                    </a:lnTo>
                    <a:cubicBezTo>
                      <a:pt x="88" y="234"/>
                      <a:pt x="90" y="231"/>
                      <a:pt x="90" y="228"/>
                    </a:cubicBezTo>
                    <a:lnTo>
                      <a:pt x="90" y="216"/>
                    </a:lnTo>
                    <a:cubicBezTo>
                      <a:pt x="90" y="210"/>
                      <a:pt x="88" y="207"/>
                      <a:pt x="86" y="207"/>
                    </a:cubicBezTo>
                    <a:lnTo>
                      <a:pt x="72" y="2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3" name="Freeform 199">
                <a:extLst>
                  <a:ext uri="{FF2B5EF4-FFF2-40B4-BE49-F238E27FC236}">
                    <a16:creationId xmlns:a16="http://schemas.microsoft.com/office/drawing/2014/main" id="{ADB77B3A-176E-57B8-D041-DD683B9B66EE}"/>
                  </a:ext>
                </a:extLst>
              </p:cNvPr>
              <p:cNvSpPr>
                <a:spLocks noChangeArrowheads="1"/>
              </p:cNvSpPr>
              <p:nvPr/>
            </p:nvSpPr>
            <p:spPr bwMode="auto">
              <a:xfrm>
                <a:off x="5297488" y="4929188"/>
                <a:ext cx="12700" cy="66675"/>
              </a:xfrm>
              <a:custGeom>
                <a:avLst/>
                <a:gdLst>
                  <a:gd name="T0" fmla="*/ 7 w 37"/>
                  <a:gd name="T1" fmla="*/ 7 h 186"/>
                  <a:gd name="T2" fmla="*/ 0 w 37"/>
                  <a:gd name="T3" fmla="*/ 16 h 186"/>
                  <a:gd name="T4" fmla="*/ 0 w 37"/>
                  <a:gd name="T5" fmla="*/ 181 h 186"/>
                  <a:gd name="T6" fmla="*/ 10 w 37"/>
                  <a:gd name="T7" fmla="*/ 185 h 186"/>
                  <a:gd name="T8" fmla="*/ 27 w 37"/>
                  <a:gd name="T9" fmla="*/ 185 h 186"/>
                  <a:gd name="T10" fmla="*/ 36 w 37"/>
                  <a:gd name="T11" fmla="*/ 181 h 186"/>
                  <a:gd name="T12" fmla="*/ 36 w 37"/>
                  <a:gd name="T13" fmla="*/ 6 h 186"/>
                  <a:gd name="T14" fmla="*/ 24 w 37"/>
                  <a:gd name="T15" fmla="*/ 2 h 186"/>
                  <a:gd name="T16" fmla="*/ 7 w 37"/>
                  <a:gd name="T17" fmla="*/ 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186">
                    <a:moveTo>
                      <a:pt x="7" y="7"/>
                    </a:moveTo>
                    <a:cubicBezTo>
                      <a:pt x="3" y="8"/>
                      <a:pt x="0" y="11"/>
                      <a:pt x="0" y="16"/>
                    </a:cubicBezTo>
                    <a:lnTo>
                      <a:pt x="0" y="181"/>
                    </a:lnTo>
                    <a:cubicBezTo>
                      <a:pt x="0" y="183"/>
                      <a:pt x="4" y="185"/>
                      <a:pt x="10" y="185"/>
                    </a:cubicBezTo>
                    <a:lnTo>
                      <a:pt x="27" y="185"/>
                    </a:lnTo>
                    <a:cubicBezTo>
                      <a:pt x="32" y="185"/>
                      <a:pt x="36" y="183"/>
                      <a:pt x="36" y="181"/>
                    </a:cubicBezTo>
                    <a:lnTo>
                      <a:pt x="36" y="6"/>
                    </a:lnTo>
                    <a:cubicBezTo>
                      <a:pt x="36" y="0"/>
                      <a:pt x="30" y="1"/>
                      <a:pt x="24" y="2"/>
                    </a:cubicBezTo>
                    <a:lnTo>
                      <a:pt x="7" y="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60" name="Group 159">
            <a:extLst>
              <a:ext uri="{FF2B5EF4-FFF2-40B4-BE49-F238E27FC236}">
                <a16:creationId xmlns:a16="http://schemas.microsoft.com/office/drawing/2014/main" id="{60E1192A-6EEE-BB38-D8CB-9794168B4F56}"/>
              </a:ext>
            </a:extLst>
          </p:cNvPr>
          <p:cNvGrpSpPr/>
          <p:nvPr/>
        </p:nvGrpSpPr>
        <p:grpSpPr>
          <a:xfrm>
            <a:off x="8005476" y="1857886"/>
            <a:ext cx="2465118" cy="295913"/>
            <a:chOff x="4240213" y="5311775"/>
            <a:chExt cx="1600200" cy="192088"/>
          </a:xfrm>
          <a:solidFill>
            <a:schemeClr val="tx1"/>
          </a:solidFill>
        </p:grpSpPr>
        <p:grpSp>
          <p:nvGrpSpPr>
            <p:cNvPr id="161" name="Group 160">
              <a:extLst>
                <a:ext uri="{FF2B5EF4-FFF2-40B4-BE49-F238E27FC236}">
                  <a16:creationId xmlns:a16="http://schemas.microsoft.com/office/drawing/2014/main" id="{975F64A7-B789-C40B-8B15-7BE52790797A}"/>
                </a:ext>
              </a:extLst>
            </p:cNvPr>
            <p:cNvGrpSpPr/>
            <p:nvPr/>
          </p:nvGrpSpPr>
          <p:grpSpPr>
            <a:xfrm>
              <a:off x="4240213" y="5337175"/>
              <a:ext cx="484187" cy="128588"/>
              <a:chOff x="4240213" y="5337175"/>
              <a:chExt cx="484187" cy="128588"/>
            </a:xfrm>
            <a:grpFill/>
          </p:grpSpPr>
          <p:sp>
            <p:nvSpPr>
              <p:cNvPr id="164" name="Freeform 120">
                <a:extLst>
                  <a:ext uri="{FF2B5EF4-FFF2-40B4-BE49-F238E27FC236}">
                    <a16:creationId xmlns:a16="http://schemas.microsoft.com/office/drawing/2014/main" id="{1B0CAA42-BA0D-5D59-82C7-28E7079C4260}"/>
                  </a:ext>
                </a:extLst>
              </p:cNvPr>
              <p:cNvSpPr>
                <a:spLocks noChangeArrowheads="1"/>
              </p:cNvSpPr>
              <p:nvPr/>
            </p:nvSpPr>
            <p:spPr bwMode="auto">
              <a:xfrm>
                <a:off x="4327525" y="5337175"/>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0"/>
                      <a:pt x="12" y="342"/>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5" name="Freeform 121">
                <a:extLst>
                  <a:ext uri="{FF2B5EF4-FFF2-40B4-BE49-F238E27FC236}">
                    <a16:creationId xmlns:a16="http://schemas.microsoft.com/office/drawing/2014/main" id="{E1569C38-83EC-B02C-5CA0-CF5DA7B9B457}"/>
                  </a:ext>
                </a:extLst>
              </p:cNvPr>
              <p:cNvSpPr>
                <a:spLocks noChangeArrowheads="1"/>
              </p:cNvSpPr>
              <p:nvPr/>
            </p:nvSpPr>
            <p:spPr bwMode="auto">
              <a:xfrm>
                <a:off x="4354513" y="5370513"/>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5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5"/>
                    </a:lnTo>
                    <a:cubicBezTo>
                      <a:pt x="178" y="14"/>
                      <a:pt x="154" y="0"/>
                      <a:pt x="120" y="0"/>
                    </a:cubicBezTo>
                    <a:cubicBezTo>
                      <a:pt x="52" y="0"/>
                      <a:pt x="1" y="56"/>
                      <a:pt x="1" y="129"/>
                    </a:cubicBezTo>
                    <a:cubicBezTo>
                      <a:pt x="0" y="204"/>
                      <a:pt x="51" y="259"/>
                      <a:pt x="119" y="259"/>
                    </a:cubicBezTo>
                    <a:close/>
                    <a:moveTo>
                      <a:pt x="132" y="62"/>
                    </a:moveTo>
                    <a:cubicBezTo>
                      <a:pt x="169" y="62"/>
                      <a:pt x="195" y="92"/>
                      <a:pt x="195" y="130"/>
                    </a:cubicBezTo>
                    <a:cubicBezTo>
                      <a:pt x="195" y="169"/>
                      <a:pt x="169" y="197"/>
                      <a:pt x="132" y="197"/>
                    </a:cubicBezTo>
                    <a:cubicBezTo>
                      <a:pt x="93" y="197"/>
                      <a:pt x="69" y="167"/>
                      <a:pt x="69" y="130"/>
                    </a:cubicBezTo>
                    <a:cubicBezTo>
                      <a:pt x="69" y="92"/>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6" name="Freeform 122">
                <a:extLst>
                  <a:ext uri="{FF2B5EF4-FFF2-40B4-BE49-F238E27FC236}">
                    <a16:creationId xmlns:a16="http://schemas.microsoft.com/office/drawing/2014/main" id="{6B60DF21-5984-1F35-5DBA-4F68F44AF8AE}"/>
                  </a:ext>
                </a:extLst>
              </p:cNvPr>
              <p:cNvSpPr>
                <a:spLocks noChangeArrowheads="1"/>
              </p:cNvSpPr>
              <p:nvPr/>
            </p:nvSpPr>
            <p:spPr bwMode="auto">
              <a:xfrm>
                <a:off x="4454525" y="533717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7" name="Freeform 123">
                <a:extLst>
                  <a:ext uri="{FF2B5EF4-FFF2-40B4-BE49-F238E27FC236}">
                    <a16:creationId xmlns:a16="http://schemas.microsoft.com/office/drawing/2014/main" id="{1794B4F4-B108-DDE4-6134-987D6791A7C6}"/>
                  </a:ext>
                </a:extLst>
              </p:cNvPr>
              <p:cNvSpPr>
                <a:spLocks noChangeArrowheads="1"/>
              </p:cNvSpPr>
              <p:nvPr/>
            </p:nvSpPr>
            <p:spPr bwMode="auto">
              <a:xfrm>
                <a:off x="4481513" y="5370513"/>
                <a:ext cx="96837" cy="93662"/>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2 h 259"/>
                  <a:gd name="T12" fmla="*/ 198 w 268"/>
                  <a:gd name="T13" fmla="*/ 129 h 259"/>
                  <a:gd name="T14" fmla="*/ 133 w 268"/>
                  <a:gd name="T15" fmla="*/ 196 h 259"/>
                  <a:gd name="T16" fmla="*/ 68 w 268"/>
                  <a:gd name="T17" fmla="*/ 129 h 259"/>
                  <a:gd name="T18" fmla="*/ 133 w 268"/>
                  <a:gd name="T19" fmla="*/ 6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2"/>
                    </a:moveTo>
                    <a:cubicBezTo>
                      <a:pt x="170" y="62"/>
                      <a:pt x="198" y="89"/>
                      <a:pt x="198" y="129"/>
                    </a:cubicBezTo>
                    <a:cubicBezTo>
                      <a:pt x="198" y="169"/>
                      <a:pt x="170" y="196"/>
                      <a:pt x="133" y="196"/>
                    </a:cubicBezTo>
                    <a:cubicBezTo>
                      <a:pt x="95" y="196"/>
                      <a:pt x="68" y="169"/>
                      <a:pt x="68" y="129"/>
                    </a:cubicBezTo>
                    <a:cubicBezTo>
                      <a:pt x="68" y="89"/>
                      <a:pt x="96" y="62"/>
                      <a:pt x="133"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8" name="Freeform 124">
                <a:extLst>
                  <a:ext uri="{FF2B5EF4-FFF2-40B4-BE49-F238E27FC236}">
                    <a16:creationId xmlns:a16="http://schemas.microsoft.com/office/drawing/2014/main" id="{4F688403-E05C-25E7-41BE-40B20E739E95}"/>
                  </a:ext>
                </a:extLst>
              </p:cNvPr>
              <p:cNvSpPr>
                <a:spLocks noChangeArrowheads="1"/>
              </p:cNvSpPr>
              <p:nvPr/>
            </p:nvSpPr>
            <p:spPr bwMode="auto">
              <a:xfrm>
                <a:off x="4579938" y="5368925"/>
                <a:ext cx="144462" cy="92075"/>
              </a:xfrm>
              <a:custGeom>
                <a:avLst/>
                <a:gdLst>
                  <a:gd name="T0" fmla="*/ 27 w 400"/>
                  <a:gd name="T1" fmla="*/ 256 h 257"/>
                  <a:gd name="T2" fmla="*/ 66 w 400"/>
                  <a:gd name="T3" fmla="*/ 256 h 257"/>
                  <a:gd name="T4" fmla="*/ 66 w 400"/>
                  <a:gd name="T5" fmla="*/ 121 h 257"/>
                  <a:gd name="T6" fmla="*/ 119 w 400"/>
                  <a:gd name="T7" fmla="*/ 66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6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6"/>
                      <a:pt x="119" y="66"/>
                    </a:cubicBezTo>
                    <a:cubicBezTo>
                      <a:pt x="149" y="66"/>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6"/>
                    </a:cubicBezTo>
                    <a:lnTo>
                      <a:pt x="65" y="7"/>
                    </a:lnTo>
                    <a:lnTo>
                      <a:pt x="1" y="7"/>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9" name="Freeform 125">
                <a:extLst>
                  <a:ext uri="{FF2B5EF4-FFF2-40B4-BE49-F238E27FC236}">
                    <a16:creationId xmlns:a16="http://schemas.microsoft.com/office/drawing/2014/main" id="{2C7F1DD0-E57E-C5BD-A554-92DA15A6911D}"/>
                  </a:ext>
                </a:extLst>
              </p:cNvPr>
              <p:cNvSpPr>
                <a:spLocks noChangeArrowheads="1"/>
              </p:cNvSpPr>
              <p:nvPr/>
            </p:nvSpPr>
            <p:spPr bwMode="auto">
              <a:xfrm>
                <a:off x="4240213" y="5370513"/>
                <a:ext cx="85725" cy="95250"/>
              </a:xfrm>
              <a:custGeom>
                <a:avLst/>
                <a:gdLst>
                  <a:gd name="T0" fmla="*/ 110 w 236"/>
                  <a:gd name="T1" fmla="*/ 204 h 263"/>
                  <a:gd name="T2" fmla="*/ 24 w 236"/>
                  <a:gd name="T3" fmla="*/ 177 h 263"/>
                  <a:gd name="T4" fmla="*/ 0 w 236"/>
                  <a:gd name="T5" fmla="*/ 228 h 263"/>
                  <a:gd name="T6" fmla="*/ 109 w 236"/>
                  <a:gd name="T7" fmla="*/ 259 h 263"/>
                  <a:gd name="T8" fmla="*/ 234 w 236"/>
                  <a:gd name="T9" fmla="*/ 181 h 263"/>
                  <a:gd name="T10" fmla="*/ 142 w 236"/>
                  <a:gd name="T11" fmla="*/ 103 h 263"/>
                  <a:gd name="T12" fmla="*/ 112 w 236"/>
                  <a:gd name="T13" fmla="*/ 99 h 263"/>
                  <a:gd name="T14" fmla="*/ 76 w 236"/>
                  <a:gd name="T15" fmla="*/ 77 h 263"/>
                  <a:gd name="T16" fmla="*/ 113 w 236"/>
                  <a:gd name="T17" fmla="*/ 56 h 263"/>
                  <a:gd name="T18" fmla="*/ 182 w 236"/>
                  <a:gd name="T19" fmla="*/ 71 h 263"/>
                  <a:gd name="T20" fmla="*/ 216 w 236"/>
                  <a:gd name="T21" fmla="*/ 57 h 263"/>
                  <a:gd name="T22" fmla="*/ 228 w 236"/>
                  <a:gd name="T23" fmla="*/ 30 h 263"/>
                  <a:gd name="T24" fmla="*/ 115 w 236"/>
                  <a:gd name="T25" fmla="*/ 1 h 263"/>
                  <a:gd name="T26" fmla="*/ 7 w 236"/>
                  <a:gd name="T27" fmla="*/ 77 h 263"/>
                  <a:gd name="T28" fmla="*/ 96 w 236"/>
                  <a:gd name="T29" fmla="*/ 156 h 263"/>
                  <a:gd name="T30" fmla="*/ 111 w 236"/>
                  <a:gd name="T31" fmla="*/ 158 h 263"/>
                  <a:gd name="T32" fmla="*/ 167 w 236"/>
                  <a:gd name="T33" fmla="*/ 181 h 263"/>
                  <a:gd name="T34" fmla="*/ 110 w 236"/>
                  <a:gd name="T35" fmla="*/ 20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3">
                    <a:moveTo>
                      <a:pt x="110" y="204"/>
                    </a:moveTo>
                    <a:cubicBezTo>
                      <a:pt x="73" y="203"/>
                      <a:pt x="40" y="186"/>
                      <a:pt x="24" y="177"/>
                    </a:cubicBezTo>
                    <a:lnTo>
                      <a:pt x="0" y="228"/>
                    </a:lnTo>
                    <a:cubicBezTo>
                      <a:pt x="34" y="249"/>
                      <a:pt x="75" y="258"/>
                      <a:pt x="109" y="259"/>
                    </a:cubicBezTo>
                    <a:cubicBezTo>
                      <a:pt x="192" y="262"/>
                      <a:pt x="233" y="233"/>
                      <a:pt x="234" y="181"/>
                    </a:cubicBezTo>
                    <a:cubicBezTo>
                      <a:pt x="235" y="135"/>
                      <a:pt x="196" y="110"/>
                      <a:pt x="142" y="103"/>
                    </a:cubicBezTo>
                    <a:lnTo>
                      <a:pt x="112" y="99"/>
                    </a:lnTo>
                    <a:cubicBezTo>
                      <a:pt x="90" y="95"/>
                      <a:pt x="76" y="91"/>
                      <a:pt x="76" y="77"/>
                    </a:cubicBezTo>
                    <a:cubicBezTo>
                      <a:pt x="76" y="64"/>
                      <a:pt x="88" y="55"/>
                      <a:pt x="113" y="56"/>
                    </a:cubicBezTo>
                    <a:cubicBezTo>
                      <a:pt x="138" y="56"/>
                      <a:pt x="163" y="64"/>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6"/>
                    </a:cubicBezTo>
                    <a:lnTo>
                      <a:pt x="111" y="158"/>
                    </a:lnTo>
                    <a:cubicBezTo>
                      <a:pt x="143" y="162"/>
                      <a:pt x="167" y="164"/>
                      <a:pt x="167" y="181"/>
                    </a:cubicBezTo>
                    <a:cubicBezTo>
                      <a:pt x="165" y="198"/>
                      <a:pt x="147" y="205"/>
                      <a:pt x="110" y="2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62" name="Freeform 126">
              <a:extLst>
                <a:ext uri="{FF2B5EF4-FFF2-40B4-BE49-F238E27FC236}">
                  <a16:creationId xmlns:a16="http://schemas.microsoft.com/office/drawing/2014/main" id="{33243711-8223-023A-D90D-867458768236}"/>
                </a:ext>
              </a:extLst>
            </p:cNvPr>
            <p:cNvSpPr>
              <a:spLocks noChangeArrowheads="1"/>
            </p:cNvSpPr>
            <p:nvPr/>
          </p:nvSpPr>
          <p:spPr bwMode="auto">
            <a:xfrm>
              <a:off x="4860925" y="531177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3" name="Freeform 127">
              <a:extLst>
                <a:ext uri="{FF2B5EF4-FFF2-40B4-BE49-F238E27FC236}">
                  <a16:creationId xmlns:a16="http://schemas.microsoft.com/office/drawing/2014/main" id="{1627B682-3328-F28D-E486-6F9E2FE927D5}"/>
                </a:ext>
              </a:extLst>
            </p:cNvPr>
            <p:cNvSpPr>
              <a:spLocks noChangeArrowheads="1"/>
            </p:cNvSpPr>
            <p:nvPr/>
          </p:nvSpPr>
          <p:spPr bwMode="auto">
            <a:xfrm>
              <a:off x="5000625" y="5311775"/>
              <a:ext cx="839788" cy="192088"/>
            </a:xfrm>
            <a:custGeom>
              <a:avLst/>
              <a:gdLst>
                <a:gd name="T0" fmla="*/ 2288 w 2334"/>
                <a:gd name="T1" fmla="*/ 151 h 534"/>
                <a:gd name="T2" fmla="*/ 2302 w 2334"/>
                <a:gd name="T3" fmla="*/ 171 h 534"/>
                <a:gd name="T4" fmla="*/ 2275 w 2334"/>
                <a:gd name="T5" fmla="*/ 166 h 534"/>
                <a:gd name="T6" fmla="*/ 2333 w 2334"/>
                <a:gd name="T7" fmla="*/ 166 h 534"/>
                <a:gd name="T8" fmla="*/ 355 w 2334"/>
                <a:gd name="T9" fmla="*/ 276 h 534"/>
                <a:gd name="T10" fmla="*/ 457 w 2334"/>
                <a:gd name="T11" fmla="*/ 405 h 534"/>
                <a:gd name="T12" fmla="*/ 360 w 2334"/>
                <a:gd name="T13" fmla="*/ 427 h 534"/>
                <a:gd name="T14" fmla="*/ 272 w 2334"/>
                <a:gd name="T15" fmla="*/ 327 h 534"/>
                <a:gd name="T16" fmla="*/ 209 w 2334"/>
                <a:gd name="T17" fmla="*/ 264 h 534"/>
                <a:gd name="T18" fmla="*/ 275 w 2334"/>
                <a:gd name="T19" fmla="*/ 207 h 534"/>
                <a:gd name="T20" fmla="*/ 327 w 2334"/>
                <a:gd name="T21" fmla="*/ 279 h 534"/>
                <a:gd name="T22" fmla="*/ 249 w 2334"/>
                <a:gd name="T23" fmla="*/ 260 h 534"/>
                <a:gd name="T24" fmla="*/ 274 w 2334"/>
                <a:gd name="T25" fmla="*/ 285 h 534"/>
                <a:gd name="T26" fmla="*/ 243 w 2334"/>
                <a:gd name="T27" fmla="*/ 33 h 534"/>
                <a:gd name="T28" fmla="*/ 325 w 2334"/>
                <a:gd name="T29" fmla="*/ 196 h 534"/>
                <a:gd name="T30" fmla="*/ 327 w 2334"/>
                <a:gd name="T31" fmla="*/ 1 h 534"/>
                <a:gd name="T32" fmla="*/ 68 w 2334"/>
                <a:gd name="T33" fmla="*/ 450 h 534"/>
                <a:gd name="T34" fmla="*/ 212 w 2334"/>
                <a:gd name="T35" fmla="*/ 337 h 534"/>
                <a:gd name="T36" fmla="*/ 21 w 2334"/>
                <a:gd name="T37" fmla="*/ 231 h 534"/>
                <a:gd name="T38" fmla="*/ 1570 w 2334"/>
                <a:gd name="T39" fmla="*/ 82 h 534"/>
                <a:gd name="T40" fmla="*/ 1523 w 2334"/>
                <a:gd name="T41" fmla="*/ 97 h 534"/>
                <a:gd name="T42" fmla="*/ 1478 w 2334"/>
                <a:gd name="T43" fmla="*/ 188 h 534"/>
                <a:gd name="T44" fmla="*/ 1537 w 2334"/>
                <a:gd name="T45" fmla="*/ 353 h 534"/>
                <a:gd name="T46" fmla="*/ 1537 w 2334"/>
                <a:gd name="T47" fmla="*/ 164 h 534"/>
                <a:gd name="T48" fmla="*/ 1566 w 2334"/>
                <a:gd name="T49" fmla="*/ 109 h 534"/>
                <a:gd name="T50" fmla="*/ 2058 w 2334"/>
                <a:gd name="T51" fmla="*/ 177 h 534"/>
                <a:gd name="T52" fmla="*/ 2034 w 2334"/>
                <a:gd name="T53" fmla="*/ 168 h 534"/>
                <a:gd name="T54" fmla="*/ 1903 w 2334"/>
                <a:gd name="T55" fmla="*/ 365 h 534"/>
                <a:gd name="T56" fmla="*/ 2044 w 2334"/>
                <a:gd name="T57" fmla="*/ 369 h 534"/>
                <a:gd name="T58" fmla="*/ 1981 w 2334"/>
                <a:gd name="T59" fmla="*/ 257 h 534"/>
                <a:gd name="T60" fmla="*/ 1840 w 2334"/>
                <a:gd name="T61" fmla="*/ 364 h 534"/>
                <a:gd name="T62" fmla="*/ 1767 w 2334"/>
                <a:gd name="T63" fmla="*/ 164 h 534"/>
                <a:gd name="T64" fmla="*/ 1815 w 2334"/>
                <a:gd name="T65" fmla="*/ 215 h 534"/>
                <a:gd name="T66" fmla="*/ 1835 w 2334"/>
                <a:gd name="T67" fmla="*/ 267 h 534"/>
                <a:gd name="T68" fmla="*/ 664 w 2334"/>
                <a:gd name="T69" fmla="*/ 194 h 534"/>
                <a:gd name="T70" fmla="*/ 744 w 2334"/>
                <a:gd name="T71" fmla="*/ 209 h 534"/>
                <a:gd name="T72" fmla="*/ 635 w 2334"/>
                <a:gd name="T73" fmla="*/ 177 h 534"/>
                <a:gd name="T74" fmla="*/ 715 w 2334"/>
                <a:gd name="T75" fmla="*/ 288 h 534"/>
                <a:gd name="T76" fmla="*/ 645 w 2334"/>
                <a:gd name="T77" fmla="*/ 329 h 534"/>
                <a:gd name="T78" fmla="*/ 614 w 2334"/>
                <a:gd name="T79" fmla="*/ 331 h 534"/>
                <a:gd name="T80" fmla="*/ 735 w 2334"/>
                <a:gd name="T81" fmla="*/ 351 h 534"/>
                <a:gd name="T82" fmla="*/ 1613 w 2334"/>
                <a:gd name="T83" fmla="*/ 96 h 534"/>
                <a:gd name="T84" fmla="*/ 2262 w 2334"/>
                <a:gd name="T85" fmla="*/ 260 h 534"/>
                <a:gd name="T86" fmla="*/ 2208 w 2334"/>
                <a:gd name="T87" fmla="*/ 329 h 534"/>
                <a:gd name="T88" fmla="*/ 2259 w 2334"/>
                <a:gd name="T89" fmla="*/ 309 h 534"/>
                <a:gd name="T90" fmla="*/ 2095 w 2334"/>
                <a:gd name="T91" fmla="*/ 337 h 534"/>
                <a:gd name="T92" fmla="*/ 2165 w 2334"/>
                <a:gd name="T93" fmla="*/ 192 h 534"/>
                <a:gd name="T94" fmla="*/ 802 w 2334"/>
                <a:gd name="T95" fmla="*/ 164 h 534"/>
                <a:gd name="T96" fmla="*/ 799 w 2334"/>
                <a:gd name="T97" fmla="*/ 367 h 534"/>
                <a:gd name="T98" fmla="*/ 814 w 2334"/>
                <a:gd name="T99" fmla="*/ 363 h 534"/>
                <a:gd name="T100" fmla="*/ 914 w 2334"/>
                <a:gd name="T101" fmla="*/ 209 h 534"/>
                <a:gd name="T102" fmla="*/ 958 w 2334"/>
                <a:gd name="T103" fmla="*/ 249 h 534"/>
                <a:gd name="T104" fmla="*/ 981 w 2334"/>
                <a:gd name="T105" fmla="*/ 267 h 534"/>
                <a:gd name="T106" fmla="*/ 1030 w 2334"/>
                <a:gd name="T107" fmla="*/ 215 h 534"/>
                <a:gd name="T108" fmla="*/ 1445 w 2334"/>
                <a:gd name="T109" fmla="*/ 167 h 534"/>
                <a:gd name="T110" fmla="*/ 1333 w 2334"/>
                <a:gd name="T111" fmla="*/ 222 h 534"/>
                <a:gd name="T112" fmla="*/ 1267 w 2334"/>
                <a:gd name="T113" fmla="*/ 319 h 534"/>
                <a:gd name="T114" fmla="*/ 1195 w 2334"/>
                <a:gd name="T115" fmla="*/ 167 h 534"/>
                <a:gd name="T116" fmla="*/ 1259 w 2334"/>
                <a:gd name="T117" fmla="*/ 367 h 534"/>
                <a:gd name="T118" fmla="*/ 1322 w 2334"/>
                <a:gd name="T119" fmla="*/ 263 h 534"/>
                <a:gd name="T120" fmla="*/ 1384 w 2334"/>
                <a:gd name="T121" fmla="*/ 368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34" h="534">
                  <a:moveTo>
                    <a:pt x="2302" y="157"/>
                  </a:moveTo>
                  <a:lnTo>
                    <a:pt x="2296" y="157"/>
                  </a:lnTo>
                  <a:lnTo>
                    <a:pt x="2296" y="164"/>
                  </a:lnTo>
                  <a:lnTo>
                    <a:pt x="2302" y="164"/>
                  </a:lnTo>
                  <a:cubicBezTo>
                    <a:pt x="2305" y="164"/>
                    <a:pt x="2306" y="163"/>
                    <a:pt x="2306" y="161"/>
                  </a:cubicBezTo>
                  <a:cubicBezTo>
                    <a:pt x="2306" y="159"/>
                    <a:pt x="2304" y="157"/>
                    <a:pt x="2302" y="157"/>
                  </a:cubicBezTo>
                  <a:close/>
                  <a:moveTo>
                    <a:pt x="2288" y="151"/>
                  </a:moveTo>
                  <a:lnTo>
                    <a:pt x="2302" y="151"/>
                  </a:lnTo>
                  <a:cubicBezTo>
                    <a:pt x="2309" y="151"/>
                    <a:pt x="2315" y="155"/>
                    <a:pt x="2315" y="161"/>
                  </a:cubicBezTo>
                  <a:cubicBezTo>
                    <a:pt x="2315" y="166"/>
                    <a:pt x="2313" y="169"/>
                    <a:pt x="2309" y="170"/>
                  </a:cubicBezTo>
                  <a:lnTo>
                    <a:pt x="2315" y="177"/>
                  </a:lnTo>
                  <a:lnTo>
                    <a:pt x="2315" y="178"/>
                  </a:lnTo>
                  <a:lnTo>
                    <a:pt x="2307" y="178"/>
                  </a:lnTo>
                  <a:lnTo>
                    <a:pt x="2302" y="171"/>
                  </a:lnTo>
                  <a:lnTo>
                    <a:pt x="2296" y="171"/>
                  </a:lnTo>
                  <a:lnTo>
                    <a:pt x="2296" y="178"/>
                  </a:lnTo>
                  <a:lnTo>
                    <a:pt x="2288" y="178"/>
                  </a:lnTo>
                  <a:lnTo>
                    <a:pt x="2288" y="151"/>
                  </a:lnTo>
                  <a:close/>
                  <a:moveTo>
                    <a:pt x="2327" y="166"/>
                  </a:moveTo>
                  <a:cubicBezTo>
                    <a:pt x="2327" y="151"/>
                    <a:pt x="2316" y="139"/>
                    <a:pt x="2301" y="139"/>
                  </a:cubicBezTo>
                  <a:cubicBezTo>
                    <a:pt x="2286" y="139"/>
                    <a:pt x="2275" y="150"/>
                    <a:pt x="2275" y="166"/>
                  </a:cubicBezTo>
                  <a:cubicBezTo>
                    <a:pt x="2275" y="181"/>
                    <a:pt x="2286" y="192"/>
                    <a:pt x="2301" y="192"/>
                  </a:cubicBezTo>
                  <a:cubicBezTo>
                    <a:pt x="2316" y="192"/>
                    <a:pt x="2327" y="181"/>
                    <a:pt x="2327" y="166"/>
                  </a:cubicBezTo>
                  <a:close/>
                  <a:moveTo>
                    <a:pt x="2333" y="166"/>
                  </a:moveTo>
                  <a:cubicBezTo>
                    <a:pt x="2333" y="184"/>
                    <a:pt x="2321" y="199"/>
                    <a:pt x="2301" y="199"/>
                  </a:cubicBezTo>
                  <a:cubicBezTo>
                    <a:pt x="2281" y="199"/>
                    <a:pt x="2269" y="184"/>
                    <a:pt x="2269" y="166"/>
                  </a:cubicBezTo>
                  <a:cubicBezTo>
                    <a:pt x="2269" y="147"/>
                    <a:pt x="2281" y="132"/>
                    <a:pt x="2301" y="132"/>
                  </a:cubicBezTo>
                  <a:cubicBezTo>
                    <a:pt x="2321" y="132"/>
                    <a:pt x="2333" y="147"/>
                    <a:pt x="2333" y="166"/>
                  </a:cubicBezTo>
                  <a:close/>
                  <a:moveTo>
                    <a:pt x="516" y="230"/>
                  </a:moveTo>
                  <a:lnTo>
                    <a:pt x="454" y="266"/>
                  </a:lnTo>
                  <a:lnTo>
                    <a:pt x="516" y="303"/>
                  </a:lnTo>
                  <a:cubicBezTo>
                    <a:pt x="532" y="312"/>
                    <a:pt x="537" y="332"/>
                    <a:pt x="527" y="348"/>
                  </a:cubicBezTo>
                  <a:cubicBezTo>
                    <a:pt x="518" y="365"/>
                    <a:pt x="499" y="369"/>
                    <a:pt x="482" y="359"/>
                  </a:cubicBezTo>
                  <a:lnTo>
                    <a:pt x="370" y="295"/>
                  </a:lnTo>
                  <a:cubicBezTo>
                    <a:pt x="363" y="291"/>
                    <a:pt x="357" y="284"/>
                    <a:pt x="355" y="276"/>
                  </a:cubicBezTo>
                  <a:cubicBezTo>
                    <a:pt x="354" y="273"/>
                    <a:pt x="354" y="268"/>
                    <a:pt x="354" y="265"/>
                  </a:cubicBezTo>
                  <a:cubicBezTo>
                    <a:pt x="354" y="263"/>
                    <a:pt x="354" y="260"/>
                    <a:pt x="355" y="258"/>
                  </a:cubicBezTo>
                  <a:cubicBezTo>
                    <a:pt x="357" y="249"/>
                    <a:pt x="363" y="243"/>
                    <a:pt x="370" y="238"/>
                  </a:cubicBezTo>
                  <a:lnTo>
                    <a:pt x="482" y="174"/>
                  </a:lnTo>
                  <a:cubicBezTo>
                    <a:pt x="499" y="166"/>
                    <a:pt x="519" y="171"/>
                    <a:pt x="527" y="186"/>
                  </a:cubicBezTo>
                  <a:cubicBezTo>
                    <a:pt x="537" y="201"/>
                    <a:pt x="532" y="221"/>
                    <a:pt x="516" y="230"/>
                  </a:cubicBezTo>
                  <a:close/>
                  <a:moveTo>
                    <a:pt x="457" y="405"/>
                  </a:moveTo>
                  <a:lnTo>
                    <a:pt x="344" y="341"/>
                  </a:lnTo>
                  <a:cubicBezTo>
                    <a:pt x="338" y="338"/>
                    <a:pt x="332" y="336"/>
                    <a:pt x="325" y="337"/>
                  </a:cubicBezTo>
                  <a:cubicBezTo>
                    <a:pt x="308" y="338"/>
                    <a:pt x="294" y="352"/>
                    <a:pt x="294" y="370"/>
                  </a:cubicBezTo>
                  <a:lnTo>
                    <a:pt x="294" y="500"/>
                  </a:lnTo>
                  <a:cubicBezTo>
                    <a:pt x="294" y="518"/>
                    <a:pt x="309" y="533"/>
                    <a:pt x="327" y="533"/>
                  </a:cubicBezTo>
                  <a:cubicBezTo>
                    <a:pt x="345" y="533"/>
                    <a:pt x="360" y="518"/>
                    <a:pt x="360" y="500"/>
                  </a:cubicBezTo>
                  <a:lnTo>
                    <a:pt x="360" y="427"/>
                  </a:lnTo>
                  <a:lnTo>
                    <a:pt x="424" y="463"/>
                  </a:lnTo>
                  <a:cubicBezTo>
                    <a:pt x="440" y="473"/>
                    <a:pt x="460" y="466"/>
                    <a:pt x="469" y="451"/>
                  </a:cubicBezTo>
                  <a:cubicBezTo>
                    <a:pt x="478" y="435"/>
                    <a:pt x="473" y="415"/>
                    <a:pt x="457" y="405"/>
                  </a:cubicBezTo>
                  <a:close/>
                  <a:moveTo>
                    <a:pt x="327" y="279"/>
                  </a:moveTo>
                  <a:lnTo>
                    <a:pt x="280" y="325"/>
                  </a:lnTo>
                  <a:cubicBezTo>
                    <a:pt x="279" y="326"/>
                    <a:pt x="276" y="327"/>
                    <a:pt x="275" y="327"/>
                  </a:cubicBezTo>
                  <a:lnTo>
                    <a:pt x="272" y="327"/>
                  </a:lnTo>
                  <a:lnTo>
                    <a:pt x="265" y="327"/>
                  </a:lnTo>
                  <a:lnTo>
                    <a:pt x="262" y="327"/>
                  </a:lnTo>
                  <a:cubicBezTo>
                    <a:pt x="260" y="327"/>
                    <a:pt x="258" y="326"/>
                    <a:pt x="257" y="325"/>
                  </a:cubicBezTo>
                  <a:lnTo>
                    <a:pt x="212" y="279"/>
                  </a:lnTo>
                  <a:cubicBezTo>
                    <a:pt x="211" y="278"/>
                    <a:pt x="209" y="275"/>
                    <a:pt x="209" y="274"/>
                  </a:cubicBezTo>
                  <a:lnTo>
                    <a:pt x="209" y="270"/>
                  </a:lnTo>
                  <a:lnTo>
                    <a:pt x="209" y="264"/>
                  </a:lnTo>
                  <a:lnTo>
                    <a:pt x="209" y="261"/>
                  </a:lnTo>
                  <a:cubicBezTo>
                    <a:pt x="209" y="259"/>
                    <a:pt x="211" y="257"/>
                    <a:pt x="212" y="255"/>
                  </a:cubicBezTo>
                  <a:lnTo>
                    <a:pt x="257" y="209"/>
                  </a:lnTo>
                  <a:cubicBezTo>
                    <a:pt x="258" y="208"/>
                    <a:pt x="261" y="207"/>
                    <a:pt x="262" y="207"/>
                  </a:cubicBezTo>
                  <a:lnTo>
                    <a:pt x="265" y="207"/>
                  </a:lnTo>
                  <a:lnTo>
                    <a:pt x="272" y="207"/>
                  </a:lnTo>
                  <a:lnTo>
                    <a:pt x="275" y="207"/>
                  </a:lnTo>
                  <a:cubicBezTo>
                    <a:pt x="277" y="207"/>
                    <a:pt x="279" y="208"/>
                    <a:pt x="280" y="209"/>
                  </a:cubicBezTo>
                  <a:lnTo>
                    <a:pt x="327" y="255"/>
                  </a:lnTo>
                  <a:cubicBezTo>
                    <a:pt x="328" y="257"/>
                    <a:pt x="329" y="260"/>
                    <a:pt x="329" y="261"/>
                  </a:cubicBezTo>
                  <a:lnTo>
                    <a:pt x="329" y="264"/>
                  </a:lnTo>
                  <a:lnTo>
                    <a:pt x="329" y="270"/>
                  </a:lnTo>
                  <a:lnTo>
                    <a:pt x="329" y="274"/>
                  </a:lnTo>
                  <a:cubicBezTo>
                    <a:pt x="329" y="275"/>
                    <a:pt x="328" y="278"/>
                    <a:pt x="327" y="279"/>
                  </a:cubicBezTo>
                  <a:close/>
                  <a:moveTo>
                    <a:pt x="290" y="266"/>
                  </a:moveTo>
                  <a:cubicBezTo>
                    <a:pt x="290" y="264"/>
                    <a:pt x="289" y="262"/>
                    <a:pt x="288" y="260"/>
                  </a:cubicBezTo>
                  <a:lnTo>
                    <a:pt x="274" y="246"/>
                  </a:lnTo>
                  <a:cubicBezTo>
                    <a:pt x="273" y="245"/>
                    <a:pt x="269" y="244"/>
                    <a:pt x="268" y="244"/>
                  </a:cubicBezTo>
                  <a:lnTo>
                    <a:pt x="268" y="244"/>
                  </a:lnTo>
                  <a:cubicBezTo>
                    <a:pt x="266" y="244"/>
                    <a:pt x="264" y="245"/>
                    <a:pt x="263" y="246"/>
                  </a:cubicBezTo>
                  <a:lnTo>
                    <a:pt x="249" y="260"/>
                  </a:lnTo>
                  <a:cubicBezTo>
                    <a:pt x="248" y="261"/>
                    <a:pt x="247" y="264"/>
                    <a:pt x="247" y="266"/>
                  </a:cubicBezTo>
                  <a:lnTo>
                    <a:pt x="247" y="266"/>
                  </a:lnTo>
                  <a:cubicBezTo>
                    <a:pt x="247" y="268"/>
                    <a:pt x="248" y="270"/>
                    <a:pt x="249" y="272"/>
                  </a:cubicBezTo>
                  <a:lnTo>
                    <a:pt x="263" y="285"/>
                  </a:lnTo>
                  <a:cubicBezTo>
                    <a:pt x="264" y="287"/>
                    <a:pt x="267" y="288"/>
                    <a:pt x="268" y="288"/>
                  </a:cubicBezTo>
                  <a:lnTo>
                    <a:pt x="268" y="288"/>
                  </a:lnTo>
                  <a:cubicBezTo>
                    <a:pt x="271" y="288"/>
                    <a:pt x="273" y="287"/>
                    <a:pt x="274" y="285"/>
                  </a:cubicBezTo>
                  <a:lnTo>
                    <a:pt x="288" y="272"/>
                  </a:lnTo>
                  <a:cubicBezTo>
                    <a:pt x="289" y="270"/>
                    <a:pt x="290" y="268"/>
                    <a:pt x="290" y="266"/>
                  </a:cubicBezTo>
                  <a:close/>
                  <a:moveTo>
                    <a:pt x="81" y="127"/>
                  </a:moveTo>
                  <a:lnTo>
                    <a:pt x="193" y="191"/>
                  </a:lnTo>
                  <a:cubicBezTo>
                    <a:pt x="200" y="194"/>
                    <a:pt x="206" y="197"/>
                    <a:pt x="213" y="196"/>
                  </a:cubicBezTo>
                  <a:cubicBezTo>
                    <a:pt x="230" y="194"/>
                    <a:pt x="243" y="179"/>
                    <a:pt x="243" y="162"/>
                  </a:cubicBezTo>
                  <a:lnTo>
                    <a:pt x="243" y="33"/>
                  </a:lnTo>
                  <a:cubicBezTo>
                    <a:pt x="243" y="15"/>
                    <a:pt x="229" y="0"/>
                    <a:pt x="211" y="0"/>
                  </a:cubicBezTo>
                  <a:cubicBezTo>
                    <a:pt x="192" y="0"/>
                    <a:pt x="177" y="15"/>
                    <a:pt x="177" y="33"/>
                  </a:cubicBezTo>
                  <a:lnTo>
                    <a:pt x="177" y="106"/>
                  </a:lnTo>
                  <a:lnTo>
                    <a:pt x="114" y="69"/>
                  </a:lnTo>
                  <a:cubicBezTo>
                    <a:pt x="98" y="60"/>
                    <a:pt x="78" y="66"/>
                    <a:pt x="69" y="81"/>
                  </a:cubicBezTo>
                  <a:cubicBezTo>
                    <a:pt x="60" y="98"/>
                    <a:pt x="65" y="117"/>
                    <a:pt x="81" y="127"/>
                  </a:cubicBezTo>
                  <a:close/>
                  <a:moveTo>
                    <a:pt x="325" y="196"/>
                  </a:moveTo>
                  <a:cubicBezTo>
                    <a:pt x="332" y="196"/>
                    <a:pt x="338" y="194"/>
                    <a:pt x="344" y="191"/>
                  </a:cubicBezTo>
                  <a:lnTo>
                    <a:pt x="457" y="127"/>
                  </a:lnTo>
                  <a:cubicBezTo>
                    <a:pt x="473" y="117"/>
                    <a:pt x="478" y="98"/>
                    <a:pt x="469" y="82"/>
                  </a:cubicBezTo>
                  <a:cubicBezTo>
                    <a:pt x="460" y="66"/>
                    <a:pt x="440" y="61"/>
                    <a:pt x="424" y="70"/>
                  </a:cubicBezTo>
                  <a:lnTo>
                    <a:pt x="360" y="107"/>
                  </a:lnTo>
                  <a:lnTo>
                    <a:pt x="360" y="34"/>
                  </a:lnTo>
                  <a:cubicBezTo>
                    <a:pt x="360" y="16"/>
                    <a:pt x="345" y="1"/>
                    <a:pt x="327" y="1"/>
                  </a:cubicBezTo>
                  <a:cubicBezTo>
                    <a:pt x="309" y="1"/>
                    <a:pt x="294" y="16"/>
                    <a:pt x="294" y="34"/>
                  </a:cubicBezTo>
                  <a:lnTo>
                    <a:pt x="294" y="163"/>
                  </a:lnTo>
                  <a:cubicBezTo>
                    <a:pt x="295" y="181"/>
                    <a:pt x="308" y="194"/>
                    <a:pt x="325" y="196"/>
                  </a:cubicBezTo>
                  <a:close/>
                  <a:moveTo>
                    <a:pt x="212" y="337"/>
                  </a:moveTo>
                  <a:cubicBezTo>
                    <a:pt x="205" y="336"/>
                    <a:pt x="199" y="338"/>
                    <a:pt x="192" y="341"/>
                  </a:cubicBezTo>
                  <a:lnTo>
                    <a:pt x="80" y="405"/>
                  </a:lnTo>
                  <a:cubicBezTo>
                    <a:pt x="64" y="415"/>
                    <a:pt x="58" y="434"/>
                    <a:pt x="68" y="450"/>
                  </a:cubicBezTo>
                  <a:cubicBezTo>
                    <a:pt x="77" y="466"/>
                    <a:pt x="97" y="472"/>
                    <a:pt x="113" y="462"/>
                  </a:cubicBezTo>
                  <a:lnTo>
                    <a:pt x="176" y="426"/>
                  </a:lnTo>
                  <a:lnTo>
                    <a:pt x="176" y="498"/>
                  </a:lnTo>
                  <a:cubicBezTo>
                    <a:pt x="176" y="517"/>
                    <a:pt x="191" y="532"/>
                    <a:pt x="209" y="532"/>
                  </a:cubicBezTo>
                  <a:cubicBezTo>
                    <a:pt x="228" y="532"/>
                    <a:pt x="242" y="517"/>
                    <a:pt x="242" y="498"/>
                  </a:cubicBezTo>
                  <a:lnTo>
                    <a:pt x="242" y="369"/>
                  </a:lnTo>
                  <a:cubicBezTo>
                    <a:pt x="242" y="352"/>
                    <a:pt x="229" y="338"/>
                    <a:pt x="212" y="337"/>
                  </a:cubicBezTo>
                  <a:close/>
                  <a:moveTo>
                    <a:pt x="182" y="276"/>
                  </a:moveTo>
                  <a:cubicBezTo>
                    <a:pt x="183" y="273"/>
                    <a:pt x="183" y="268"/>
                    <a:pt x="183" y="265"/>
                  </a:cubicBezTo>
                  <a:cubicBezTo>
                    <a:pt x="183" y="263"/>
                    <a:pt x="183" y="260"/>
                    <a:pt x="182" y="258"/>
                  </a:cubicBezTo>
                  <a:cubicBezTo>
                    <a:pt x="179" y="249"/>
                    <a:pt x="174" y="243"/>
                    <a:pt x="167" y="238"/>
                  </a:cubicBezTo>
                  <a:lnTo>
                    <a:pt x="54" y="174"/>
                  </a:lnTo>
                  <a:cubicBezTo>
                    <a:pt x="38" y="166"/>
                    <a:pt x="18" y="171"/>
                    <a:pt x="9" y="186"/>
                  </a:cubicBezTo>
                  <a:cubicBezTo>
                    <a:pt x="0" y="202"/>
                    <a:pt x="5" y="222"/>
                    <a:pt x="21" y="231"/>
                  </a:cubicBezTo>
                  <a:lnTo>
                    <a:pt x="83" y="267"/>
                  </a:lnTo>
                  <a:lnTo>
                    <a:pt x="21" y="304"/>
                  </a:lnTo>
                  <a:cubicBezTo>
                    <a:pt x="5" y="313"/>
                    <a:pt x="0" y="333"/>
                    <a:pt x="9" y="349"/>
                  </a:cubicBezTo>
                  <a:cubicBezTo>
                    <a:pt x="18" y="365"/>
                    <a:pt x="38" y="370"/>
                    <a:pt x="54" y="360"/>
                  </a:cubicBezTo>
                  <a:lnTo>
                    <a:pt x="167" y="296"/>
                  </a:lnTo>
                  <a:cubicBezTo>
                    <a:pt x="174" y="291"/>
                    <a:pt x="179" y="283"/>
                    <a:pt x="182" y="276"/>
                  </a:cubicBezTo>
                  <a:close/>
                  <a:moveTo>
                    <a:pt x="1570" y="82"/>
                  </a:moveTo>
                  <a:lnTo>
                    <a:pt x="1567" y="82"/>
                  </a:lnTo>
                  <a:lnTo>
                    <a:pt x="1566" y="82"/>
                  </a:lnTo>
                  <a:lnTo>
                    <a:pt x="1565" y="82"/>
                  </a:lnTo>
                  <a:cubicBezTo>
                    <a:pt x="1557" y="82"/>
                    <a:pt x="1548" y="83"/>
                    <a:pt x="1542" y="85"/>
                  </a:cubicBezTo>
                  <a:cubicBezTo>
                    <a:pt x="1535" y="87"/>
                    <a:pt x="1528" y="92"/>
                    <a:pt x="1523" y="97"/>
                  </a:cubicBezTo>
                  <a:lnTo>
                    <a:pt x="1523" y="97"/>
                  </a:lnTo>
                  <a:lnTo>
                    <a:pt x="1523" y="97"/>
                  </a:lnTo>
                  <a:lnTo>
                    <a:pt x="1523" y="97"/>
                  </a:lnTo>
                  <a:cubicBezTo>
                    <a:pt x="1517" y="102"/>
                    <a:pt x="1514" y="110"/>
                    <a:pt x="1512" y="117"/>
                  </a:cubicBezTo>
                  <a:cubicBezTo>
                    <a:pt x="1510" y="125"/>
                    <a:pt x="1509" y="135"/>
                    <a:pt x="1509" y="144"/>
                  </a:cubicBezTo>
                  <a:lnTo>
                    <a:pt x="1509" y="163"/>
                  </a:lnTo>
                  <a:lnTo>
                    <a:pt x="1487" y="163"/>
                  </a:lnTo>
                  <a:cubicBezTo>
                    <a:pt x="1480" y="163"/>
                    <a:pt x="1474" y="170"/>
                    <a:pt x="1474" y="177"/>
                  </a:cubicBezTo>
                  <a:cubicBezTo>
                    <a:pt x="1474" y="182"/>
                    <a:pt x="1475" y="185"/>
                    <a:pt x="1478" y="188"/>
                  </a:cubicBezTo>
                  <a:cubicBezTo>
                    <a:pt x="1480" y="190"/>
                    <a:pt x="1484" y="192"/>
                    <a:pt x="1487" y="192"/>
                  </a:cubicBezTo>
                  <a:lnTo>
                    <a:pt x="1509" y="192"/>
                  </a:lnTo>
                  <a:lnTo>
                    <a:pt x="1509" y="353"/>
                  </a:lnTo>
                  <a:lnTo>
                    <a:pt x="1509" y="353"/>
                  </a:lnTo>
                  <a:cubicBezTo>
                    <a:pt x="1509" y="357"/>
                    <a:pt x="1510" y="360"/>
                    <a:pt x="1513" y="363"/>
                  </a:cubicBezTo>
                  <a:cubicBezTo>
                    <a:pt x="1515" y="365"/>
                    <a:pt x="1520" y="367"/>
                    <a:pt x="1523" y="367"/>
                  </a:cubicBezTo>
                  <a:cubicBezTo>
                    <a:pt x="1530" y="367"/>
                    <a:pt x="1536" y="360"/>
                    <a:pt x="1537" y="353"/>
                  </a:cubicBezTo>
                  <a:lnTo>
                    <a:pt x="1537" y="191"/>
                  </a:lnTo>
                  <a:lnTo>
                    <a:pt x="1560" y="191"/>
                  </a:lnTo>
                  <a:cubicBezTo>
                    <a:pt x="1565" y="191"/>
                    <a:pt x="1568" y="189"/>
                    <a:pt x="1570" y="187"/>
                  </a:cubicBezTo>
                  <a:cubicBezTo>
                    <a:pt x="1572" y="185"/>
                    <a:pt x="1574" y="181"/>
                    <a:pt x="1574" y="177"/>
                  </a:cubicBezTo>
                  <a:lnTo>
                    <a:pt x="1574" y="177"/>
                  </a:lnTo>
                  <a:cubicBezTo>
                    <a:pt x="1574" y="170"/>
                    <a:pt x="1568" y="164"/>
                    <a:pt x="1560" y="164"/>
                  </a:cubicBezTo>
                  <a:lnTo>
                    <a:pt x="1537" y="164"/>
                  </a:lnTo>
                  <a:lnTo>
                    <a:pt x="1537" y="145"/>
                  </a:lnTo>
                  <a:cubicBezTo>
                    <a:pt x="1537" y="137"/>
                    <a:pt x="1538" y="130"/>
                    <a:pt x="1539" y="125"/>
                  </a:cubicBezTo>
                  <a:cubicBezTo>
                    <a:pt x="1540" y="121"/>
                    <a:pt x="1542" y="117"/>
                    <a:pt x="1543" y="115"/>
                  </a:cubicBezTo>
                  <a:cubicBezTo>
                    <a:pt x="1544" y="113"/>
                    <a:pt x="1546" y="112"/>
                    <a:pt x="1550" y="111"/>
                  </a:cubicBezTo>
                  <a:cubicBezTo>
                    <a:pt x="1553" y="110"/>
                    <a:pt x="1557" y="109"/>
                    <a:pt x="1563" y="109"/>
                  </a:cubicBezTo>
                  <a:lnTo>
                    <a:pt x="1565" y="109"/>
                  </a:lnTo>
                  <a:lnTo>
                    <a:pt x="1566" y="109"/>
                  </a:lnTo>
                  <a:lnTo>
                    <a:pt x="1567" y="109"/>
                  </a:lnTo>
                  <a:lnTo>
                    <a:pt x="1569" y="109"/>
                  </a:lnTo>
                  <a:lnTo>
                    <a:pt x="1570" y="109"/>
                  </a:lnTo>
                  <a:cubicBezTo>
                    <a:pt x="1577" y="109"/>
                    <a:pt x="1584" y="102"/>
                    <a:pt x="1584" y="95"/>
                  </a:cubicBezTo>
                  <a:cubicBezTo>
                    <a:pt x="1584" y="88"/>
                    <a:pt x="1578" y="82"/>
                    <a:pt x="1570" y="82"/>
                  </a:cubicBezTo>
                  <a:close/>
                  <a:moveTo>
                    <a:pt x="2054" y="187"/>
                  </a:moveTo>
                  <a:cubicBezTo>
                    <a:pt x="2057" y="184"/>
                    <a:pt x="2058" y="181"/>
                    <a:pt x="2058" y="177"/>
                  </a:cubicBezTo>
                  <a:cubicBezTo>
                    <a:pt x="2058" y="174"/>
                    <a:pt x="2057" y="170"/>
                    <a:pt x="2054" y="168"/>
                  </a:cubicBezTo>
                  <a:lnTo>
                    <a:pt x="2054" y="168"/>
                  </a:lnTo>
                  <a:lnTo>
                    <a:pt x="2054" y="168"/>
                  </a:lnTo>
                  <a:lnTo>
                    <a:pt x="2054" y="168"/>
                  </a:lnTo>
                  <a:lnTo>
                    <a:pt x="2054" y="168"/>
                  </a:lnTo>
                  <a:cubicBezTo>
                    <a:pt x="2051" y="166"/>
                    <a:pt x="2047" y="163"/>
                    <a:pt x="2044" y="163"/>
                  </a:cubicBezTo>
                  <a:cubicBezTo>
                    <a:pt x="2041" y="163"/>
                    <a:pt x="2037" y="164"/>
                    <a:pt x="2034" y="168"/>
                  </a:cubicBezTo>
                  <a:lnTo>
                    <a:pt x="1926" y="273"/>
                  </a:lnTo>
                  <a:lnTo>
                    <a:pt x="1926" y="96"/>
                  </a:lnTo>
                  <a:cubicBezTo>
                    <a:pt x="1926" y="88"/>
                    <a:pt x="1920" y="82"/>
                    <a:pt x="1912" y="82"/>
                  </a:cubicBezTo>
                  <a:cubicBezTo>
                    <a:pt x="1908" y="82"/>
                    <a:pt x="1905" y="83"/>
                    <a:pt x="1903" y="86"/>
                  </a:cubicBezTo>
                  <a:cubicBezTo>
                    <a:pt x="1901" y="88"/>
                    <a:pt x="1898" y="93"/>
                    <a:pt x="1898" y="96"/>
                  </a:cubicBezTo>
                  <a:lnTo>
                    <a:pt x="1898" y="355"/>
                  </a:lnTo>
                  <a:cubicBezTo>
                    <a:pt x="1898" y="359"/>
                    <a:pt x="1901" y="363"/>
                    <a:pt x="1903" y="365"/>
                  </a:cubicBezTo>
                  <a:cubicBezTo>
                    <a:pt x="1905" y="367"/>
                    <a:pt x="1909" y="369"/>
                    <a:pt x="1912" y="369"/>
                  </a:cubicBezTo>
                  <a:cubicBezTo>
                    <a:pt x="1920" y="369"/>
                    <a:pt x="1926" y="363"/>
                    <a:pt x="1926" y="355"/>
                  </a:cubicBezTo>
                  <a:lnTo>
                    <a:pt x="1926" y="312"/>
                  </a:lnTo>
                  <a:lnTo>
                    <a:pt x="1962" y="277"/>
                  </a:lnTo>
                  <a:lnTo>
                    <a:pt x="2033" y="364"/>
                  </a:lnTo>
                  <a:cubicBezTo>
                    <a:pt x="2034" y="366"/>
                    <a:pt x="2037" y="367"/>
                    <a:pt x="2039" y="368"/>
                  </a:cubicBezTo>
                  <a:cubicBezTo>
                    <a:pt x="2041" y="369"/>
                    <a:pt x="2043" y="369"/>
                    <a:pt x="2044" y="369"/>
                  </a:cubicBezTo>
                  <a:cubicBezTo>
                    <a:pt x="2046" y="369"/>
                    <a:pt x="2050" y="369"/>
                    <a:pt x="2053" y="366"/>
                  </a:cubicBezTo>
                  <a:lnTo>
                    <a:pt x="2053" y="366"/>
                  </a:lnTo>
                  <a:lnTo>
                    <a:pt x="2053" y="366"/>
                  </a:lnTo>
                  <a:cubicBezTo>
                    <a:pt x="2056" y="363"/>
                    <a:pt x="2057" y="359"/>
                    <a:pt x="2057" y="355"/>
                  </a:cubicBezTo>
                  <a:cubicBezTo>
                    <a:pt x="2057" y="352"/>
                    <a:pt x="2056" y="349"/>
                    <a:pt x="2054" y="345"/>
                  </a:cubicBezTo>
                  <a:lnTo>
                    <a:pt x="2054" y="345"/>
                  </a:lnTo>
                  <a:lnTo>
                    <a:pt x="1981" y="257"/>
                  </a:lnTo>
                  <a:lnTo>
                    <a:pt x="2054" y="187"/>
                  </a:lnTo>
                  <a:close/>
                  <a:moveTo>
                    <a:pt x="1859" y="169"/>
                  </a:moveTo>
                  <a:cubicBezTo>
                    <a:pt x="1861" y="171"/>
                    <a:pt x="1863" y="175"/>
                    <a:pt x="1863" y="178"/>
                  </a:cubicBezTo>
                  <a:lnTo>
                    <a:pt x="1863" y="354"/>
                  </a:lnTo>
                  <a:cubicBezTo>
                    <a:pt x="1863" y="358"/>
                    <a:pt x="1861" y="361"/>
                    <a:pt x="1859" y="364"/>
                  </a:cubicBezTo>
                  <a:cubicBezTo>
                    <a:pt x="1857" y="366"/>
                    <a:pt x="1852" y="368"/>
                    <a:pt x="1849" y="368"/>
                  </a:cubicBezTo>
                  <a:cubicBezTo>
                    <a:pt x="1845" y="368"/>
                    <a:pt x="1842" y="366"/>
                    <a:pt x="1840" y="364"/>
                  </a:cubicBezTo>
                  <a:cubicBezTo>
                    <a:pt x="1837" y="361"/>
                    <a:pt x="1835" y="357"/>
                    <a:pt x="1835" y="354"/>
                  </a:cubicBezTo>
                  <a:lnTo>
                    <a:pt x="1835" y="337"/>
                  </a:lnTo>
                  <a:cubicBezTo>
                    <a:pt x="1818" y="356"/>
                    <a:pt x="1794" y="368"/>
                    <a:pt x="1767" y="368"/>
                  </a:cubicBezTo>
                  <a:cubicBezTo>
                    <a:pt x="1740" y="368"/>
                    <a:pt x="1715" y="356"/>
                    <a:pt x="1698" y="338"/>
                  </a:cubicBezTo>
                  <a:cubicBezTo>
                    <a:pt x="1681" y="320"/>
                    <a:pt x="1670" y="294"/>
                    <a:pt x="1670" y="266"/>
                  </a:cubicBezTo>
                  <a:cubicBezTo>
                    <a:pt x="1670" y="238"/>
                    <a:pt x="1681" y="213"/>
                    <a:pt x="1698" y="194"/>
                  </a:cubicBezTo>
                  <a:cubicBezTo>
                    <a:pt x="1715" y="176"/>
                    <a:pt x="1740" y="164"/>
                    <a:pt x="1767" y="164"/>
                  </a:cubicBezTo>
                  <a:cubicBezTo>
                    <a:pt x="1794" y="164"/>
                    <a:pt x="1818" y="176"/>
                    <a:pt x="1835" y="194"/>
                  </a:cubicBezTo>
                  <a:lnTo>
                    <a:pt x="1835" y="177"/>
                  </a:lnTo>
                  <a:cubicBezTo>
                    <a:pt x="1835" y="173"/>
                    <a:pt x="1836" y="170"/>
                    <a:pt x="1840" y="168"/>
                  </a:cubicBezTo>
                  <a:cubicBezTo>
                    <a:pt x="1842" y="166"/>
                    <a:pt x="1846" y="163"/>
                    <a:pt x="1849" y="163"/>
                  </a:cubicBezTo>
                  <a:cubicBezTo>
                    <a:pt x="1852" y="166"/>
                    <a:pt x="1856" y="167"/>
                    <a:pt x="1859" y="169"/>
                  </a:cubicBezTo>
                  <a:close/>
                  <a:moveTo>
                    <a:pt x="1835" y="267"/>
                  </a:moveTo>
                  <a:cubicBezTo>
                    <a:pt x="1835" y="247"/>
                    <a:pt x="1828" y="228"/>
                    <a:pt x="1815" y="215"/>
                  </a:cubicBezTo>
                  <a:cubicBezTo>
                    <a:pt x="1802" y="202"/>
                    <a:pt x="1785" y="193"/>
                    <a:pt x="1767" y="193"/>
                  </a:cubicBezTo>
                  <a:cubicBezTo>
                    <a:pt x="1749" y="193"/>
                    <a:pt x="1731" y="202"/>
                    <a:pt x="1719" y="215"/>
                  </a:cubicBezTo>
                  <a:cubicBezTo>
                    <a:pt x="1706" y="229"/>
                    <a:pt x="1698" y="247"/>
                    <a:pt x="1698" y="267"/>
                  </a:cubicBezTo>
                  <a:cubicBezTo>
                    <a:pt x="1698" y="288"/>
                    <a:pt x="1706" y="307"/>
                    <a:pt x="1719" y="320"/>
                  </a:cubicBezTo>
                  <a:cubicBezTo>
                    <a:pt x="1731" y="333"/>
                    <a:pt x="1749" y="341"/>
                    <a:pt x="1767" y="341"/>
                  </a:cubicBezTo>
                  <a:cubicBezTo>
                    <a:pt x="1786" y="341"/>
                    <a:pt x="1803" y="334"/>
                    <a:pt x="1815" y="320"/>
                  </a:cubicBezTo>
                  <a:cubicBezTo>
                    <a:pt x="1828" y="306"/>
                    <a:pt x="1835" y="288"/>
                    <a:pt x="1835" y="267"/>
                  </a:cubicBezTo>
                  <a:close/>
                  <a:moveTo>
                    <a:pt x="724" y="262"/>
                  </a:moveTo>
                  <a:cubicBezTo>
                    <a:pt x="714" y="257"/>
                    <a:pt x="701" y="252"/>
                    <a:pt x="688" y="249"/>
                  </a:cubicBezTo>
                  <a:cubicBezTo>
                    <a:pt x="676" y="245"/>
                    <a:pt x="664" y="242"/>
                    <a:pt x="656" y="237"/>
                  </a:cubicBezTo>
                  <a:cubicBezTo>
                    <a:pt x="652" y="235"/>
                    <a:pt x="648" y="233"/>
                    <a:pt x="646" y="230"/>
                  </a:cubicBezTo>
                  <a:cubicBezTo>
                    <a:pt x="644" y="227"/>
                    <a:pt x="643" y="224"/>
                    <a:pt x="643" y="220"/>
                  </a:cubicBezTo>
                  <a:cubicBezTo>
                    <a:pt x="643" y="215"/>
                    <a:pt x="644" y="211"/>
                    <a:pt x="647" y="207"/>
                  </a:cubicBezTo>
                  <a:cubicBezTo>
                    <a:pt x="652" y="202"/>
                    <a:pt x="657" y="198"/>
                    <a:pt x="664" y="194"/>
                  </a:cubicBezTo>
                  <a:cubicBezTo>
                    <a:pt x="671" y="191"/>
                    <a:pt x="678" y="190"/>
                    <a:pt x="684" y="190"/>
                  </a:cubicBezTo>
                  <a:cubicBezTo>
                    <a:pt x="700" y="190"/>
                    <a:pt x="709" y="196"/>
                    <a:pt x="717" y="201"/>
                  </a:cubicBezTo>
                  <a:cubicBezTo>
                    <a:pt x="721" y="204"/>
                    <a:pt x="723" y="206"/>
                    <a:pt x="726" y="208"/>
                  </a:cubicBezTo>
                  <a:cubicBezTo>
                    <a:pt x="728" y="209"/>
                    <a:pt x="730" y="211"/>
                    <a:pt x="731" y="212"/>
                  </a:cubicBezTo>
                  <a:cubicBezTo>
                    <a:pt x="732" y="213"/>
                    <a:pt x="734" y="213"/>
                    <a:pt x="736" y="213"/>
                  </a:cubicBezTo>
                  <a:cubicBezTo>
                    <a:pt x="737" y="213"/>
                    <a:pt x="738" y="213"/>
                    <a:pt x="740" y="212"/>
                  </a:cubicBezTo>
                  <a:cubicBezTo>
                    <a:pt x="741" y="212"/>
                    <a:pt x="743" y="211"/>
                    <a:pt x="744" y="209"/>
                  </a:cubicBezTo>
                  <a:cubicBezTo>
                    <a:pt x="745" y="208"/>
                    <a:pt x="746" y="207"/>
                    <a:pt x="746" y="206"/>
                  </a:cubicBezTo>
                  <a:cubicBezTo>
                    <a:pt x="747" y="205"/>
                    <a:pt x="747" y="204"/>
                    <a:pt x="747" y="202"/>
                  </a:cubicBezTo>
                  <a:cubicBezTo>
                    <a:pt x="747" y="200"/>
                    <a:pt x="746" y="198"/>
                    <a:pt x="745" y="196"/>
                  </a:cubicBezTo>
                  <a:cubicBezTo>
                    <a:pt x="743" y="191"/>
                    <a:pt x="739" y="188"/>
                    <a:pt x="735" y="185"/>
                  </a:cubicBezTo>
                  <a:cubicBezTo>
                    <a:pt x="729" y="179"/>
                    <a:pt x="721" y="174"/>
                    <a:pt x="713" y="171"/>
                  </a:cubicBezTo>
                  <a:cubicBezTo>
                    <a:pt x="704" y="167"/>
                    <a:pt x="694" y="164"/>
                    <a:pt x="686" y="164"/>
                  </a:cubicBezTo>
                  <a:cubicBezTo>
                    <a:pt x="665" y="164"/>
                    <a:pt x="648" y="169"/>
                    <a:pt x="635" y="177"/>
                  </a:cubicBezTo>
                  <a:cubicBezTo>
                    <a:pt x="629" y="182"/>
                    <a:pt x="624" y="187"/>
                    <a:pt x="619" y="193"/>
                  </a:cubicBezTo>
                  <a:cubicBezTo>
                    <a:pt x="615" y="200"/>
                    <a:pt x="613" y="208"/>
                    <a:pt x="613" y="219"/>
                  </a:cubicBezTo>
                  <a:lnTo>
                    <a:pt x="613" y="220"/>
                  </a:lnTo>
                  <a:cubicBezTo>
                    <a:pt x="613" y="231"/>
                    <a:pt x="616" y="239"/>
                    <a:pt x="622" y="246"/>
                  </a:cubicBezTo>
                  <a:cubicBezTo>
                    <a:pt x="630" y="257"/>
                    <a:pt x="643" y="262"/>
                    <a:pt x="654" y="266"/>
                  </a:cubicBezTo>
                  <a:cubicBezTo>
                    <a:pt x="666" y="270"/>
                    <a:pt x="677" y="273"/>
                    <a:pt x="685" y="276"/>
                  </a:cubicBezTo>
                  <a:cubicBezTo>
                    <a:pt x="695" y="279"/>
                    <a:pt x="706" y="283"/>
                    <a:pt x="715" y="288"/>
                  </a:cubicBezTo>
                  <a:cubicBezTo>
                    <a:pt x="719" y="290"/>
                    <a:pt x="722" y="293"/>
                    <a:pt x="724" y="296"/>
                  </a:cubicBezTo>
                  <a:cubicBezTo>
                    <a:pt x="726" y="299"/>
                    <a:pt x="728" y="303"/>
                    <a:pt x="728" y="307"/>
                  </a:cubicBezTo>
                  <a:lnTo>
                    <a:pt x="728" y="307"/>
                  </a:lnTo>
                  <a:cubicBezTo>
                    <a:pt x="728" y="312"/>
                    <a:pt x="725" y="318"/>
                    <a:pt x="723" y="321"/>
                  </a:cubicBezTo>
                  <a:cubicBezTo>
                    <a:pt x="719" y="326"/>
                    <a:pt x="711" y="332"/>
                    <a:pt x="704" y="334"/>
                  </a:cubicBezTo>
                  <a:cubicBezTo>
                    <a:pt x="697" y="337"/>
                    <a:pt x="689" y="338"/>
                    <a:pt x="684" y="338"/>
                  </a:cubicBezTo>
                  <a:cubicBezTo>
                    <a:pt x="665" y="338"/>
                    <a:pt x="654" y="334"/>
                    <a:pt x="645" y="329"/>
                  </a:cubicBezTo>
                  <a:cubicBezTo>
                    <a:pt x="641" y="327"/>
                    <a:pt x="638" y="325"/>
                    <a:pt x="634" y="323"/>
                  </a:cubicBezTo>
                  <a:cubicBezTo>
                    <a:pt x="633" y="322"/>
                    <a:pt x="631" y="321"/>
                    <a:pt x="630" y="321"/>
                  </a:cubicBezTo>
                  <a:cubicBezTo>
                    <a:pt x="629" y="320"/>
                    <a:pt x="627" y="320"/>
                    <a:pt x="625" y="320"/>
                  </a:cubicBezTo>
                  <a:cubicBezTo>
                    <a:pt x="624" y="320"/>
                    <a:pt x="623" y="320"/>
                    <a:pt x="622" y="321"/>
                  </a:cubicBezTo>
                  <a:cubicBezTo>
                    <a:pt x="621" y="321"/>
                    <a:pt x="619" y="322"/>
                    <a:pt x="618" y="323"/>
                  </a:cubicBezTo>
                  <a:cubicBezTo>
                    <a:pt x="617" y="324"/>
                    <a:pt x="616" y="325"/>
                    <a:pt x="615" y="327"/>
                  </a:cubicBezTo>
                  <a:cubicBezTo>
                    <a:pt x="614" y="328"/>
                    <a:pt x="614" y="330"/>
                    <a:pt x="614" y="331"/>
                  </a:cubicBezTo>
                  <a:cubicBezTo>
                    <a:pt x="614" y="335"/>
                    <a:pt x="615" y="337"/>
                    <a:pt x="616" y="339"/>
                  </a:cubicBezTo>
                  <a:cubicBezTo>
                    <a:pt x="618" y="342"/>
                    <a:pt x="622" y="345"/>
                    <a:pt x="626" y="348"/>
                  </a:cubicBezTo>
                  <a:cubicBezTo>
                    <a:pt x="630" y="351"/>
                    <a:pt x="635" y="353"/>
                    <a:pt x="641" y="356"/>
                  </a:cubicBezTo>
                  <a:cubicBezTo>
                    <a:pt x="654" y="363"/>
                    <a:pt x="671" y="366"/>
                    <a:pt x="684" y="366"/>
                  </a:cubicBezTo>
                  <a:lnTo>
                    <a:pt x="684" y="366"/>
                  </a:lnTo>
                  <a:cubicBezTo>
                    <a:pt x="703" y="366"/>
                    <a:pt x="720" y="361"/>
                    <a:pt x="735" y="351"/>
                  </a:cubicBezTo>
                  <a:lnTo>
                    <a:pt x="735" y="351"/>
                  </a:lnTo>
                  <a:lnTo>
                    <a:pt x="735" y="351"/>
                  </a:lnTo>
                  <a:cubicBezTo>
                    <a:pt x="749" y="340"/>
                    <a:pt x="758" y="324"/>
                    <a:pt x="758" y="307"/>
                  </a:cubicBezTo>
                  <a:cubicBezTo>
                    <a:pt x="758" y="297"/>
                    <a:pt x="755" y="289"/>
                    <a:pt x="751" y="282"/>
                  </a:cubicBezTo>
                  <a:cubicBezTo>
                    <a:pt x="746" y="274"/>
                    <a:pt x="736" y="267"/>
                    <a:pt x="724" y="262"/>
                  </a:cubicBezTo>
                  <a:close/>
                  <a:moveTo>
                    <a:pt x="1627" y="82"/>
                  </a:moveTo>
                  <a:cubicBezTo>
                    <a:pt x="1622" y="82"/>
                    <a:pt x="1619" y="83"/>
                    <a:pt x="1617" y="86"/>
                  </a:cubicBezTo>
                  <a:cubicBezTo>
                    <a:pt x="1615" y="88"/>
                    <a:pt x="1613" y="93"/>
                    <a:pt x="1613" y="96"/>
                  </a:cubicBezTo>
                  <a:lnTo>
                    <a:pt x="1613" y="355"/>
                  </a:lnTo>
                  <a:cubicBezTo>
                    <a:pt x="1613" y="359"/>
                    <a:pt x="1614" y="363"/>
                    <a:pt x="1617" y="365"/>
                  </a:cubicBezTo>
                  <a:cubicBezTo>
                    <a:pt x="1619" y="367"/>
                    <a:pt x="1623" y="369"/>
                    <a:pt x="1627" y="369"/>
                  </a:cubicBezTo>
                  <a:cubicBezTo>
                    <a:pt x="1634" y="369"/>
                    <a:pt x="1640" y="363"/>
                    <a:pt x="1640" y="355"/>
                  </a:cubicBezTo>
                  <a:lnTo>
                    <a:pt x="1640" y="96"/>
                  </a:lnTo>
                  <a:cubicBezTo>
                    <a:pt x="1642" y="88"/>
                    <a:pt x="1635" y="82"/>
                    <a:pt x="1627" y="82"/>
                  </a:cubicBezTo>
                  <a:close/>
                  <a:moveTo>
                    <a:pt x="2262" y="260"/>
                  </a:moveTo>
                  <a:lnTo>
                    <a:pt x="2262" y="261"/>
                  </a:lnTo>
                  <a:cubicBezTo>
                    <a:pt x="2262" y="265"/>
                    <a:pt x="2260" y="268"/>
                    <a:pt x="2258" y="270"/>
                  </a:cubicBezTo>
                  <a:cubicBezTo>
                    <a:pt x="2256" y="273"/>
                    <a:pt x="2252" y="274"/>
                    <a:pt x="2248" y="274"/>
                  </a:cubicBezTo>
                  <a:lnTo>
                    <a:pt x="2093" y="274"/>
                  </a:lnTo>
                  <a:cubicBezTo>
                    <a:pt x="2098" y="311"/>
                    <a:pt x="2127" y="339"/>
                    <a:pt x="2164" y="340"/>
                  </a:cubicBezTo>
                  <a:lnTo>
                    <a:pt x="2173" y="340"/>
                  </a:lnTo>
                  <a:cubicBezTo>
                    <a:pt x="2185" y="340"/>
                    <a:pt x="2198" y="336"/>
                    <a:pt x="2208" y="329"/>
                  </a:cubicBezTo>
                  <a:cubicBezTo>
                    <a:pt x="2219" y="323"/>
                    <a:pt x="2227" y="313"/>
                    <a:pt x="2233" y="303"/>
                  </a:cubicBezTo>
                  <a:cubicBezTo>
                    <a:pt x="2235" y="300"/>
                    <a:pt x="2237" y="298"/>
                    <a:pt x="2239" y="297"/>
                  </a:cubicBezTo>
                  <a:cubicBezTo>
                    <a:pt x="2241" y="296"/>
                    <a:pt x="2243" y="295"/>
                    <a:pt x="2245" y="295"/>
                  </a:cubicBezTo>
                  <a:cubicBezTo>
                    <a:pt x="2247" y="295"/>
                    <a:pt x="2251" y="296"/>
                    <a:pt x="2253" y="297"/>
                  </a:cubicBezTo>
                  <a:lnTo>
                    <a:pt x="2253" y="297"/>
                  </a:lnTo>
                  <a:lnTo>
                    <a:pt x="2253" y="297"/>
                  </a:lnTo>
                  <a:cubicBezTo>
                    <a:pt x="2257" y="300"/>
                    <a:pt x="2259" y="305"/>
                    <a:pt x="2259" y="309"/>
                  </a:cubicBezTo>
                  <a:cubicBezTo>
                    <a:pt x="2259" y="311"/>
                    <a:pt x="2258" y="314"/>
                    <a:pt x="2257" y="316"/>
                  </a:cubicBezTo>
                  <a:lnTo>
                    <a:pt x="2257" y="316"/>
                  </a:lnTo>
                  <a:lnTo>
                    <a:pt x="2257" y="316"/>
                  </a:lnTo>
                  <a:cubicBezTo>
                    <a:pt x="2248" y="330"/>
                    <a:pt x="2237" y="343"/>
                    <a:pt x="2223" y="352"/>
                  </a:cubicBezTo>
                  <a:cubicBezTo>
                    <a:pt x="2209" y="361"/>
                    <a:pt x="2193" y="367"/>
                    <a:pt x="2175" y="367"/>
                  </a:cubicBezTo>
                  <a:lnTo>
                    <a:pt x="2165" y="367"/>
                  </a:lnTo>
                  <a:cubicBezTo>
                    <a:pt x="2138" y="367"/>
                    <a:pt x="2114" y="355"/>
                    <a:pt x="2095" y="337"/>
                  </a:cubicBezTo>
                  <a:cubicBezTo>
                    <a:pt x="2077" y="319"/>
                    <a:pt x="2066" y="293"/>
                    <a:pt x="2066" y="266"/>
                  </a:cubicBezTo>
                  <a:cubicBezTo>
                    <a:pt x="2066" y="238"/>
                    <a:pt x="2077" y="213"/>
                    <a:pt x="2095" y="194"/>
                  </a:cubicBezTo>
                  <a:cubicBezTo>
                    <a:pt x="2114" y="176"/>
                    <a:pt x="2138" y="164"/>
                    <a:pt x="2165" y="164"/>
                  </a:cubicBezTo>
                  <a:cubicBezTo>
                    <a:pt x="2191" y="164"/>
                    <a:pt x="2214" y="175"/>
                    <a:pt x="2232" y="192"/>
                  </a:cubicBezTo>
                  <a:cubicBezTo>
                    <a:pt x="2248" y="209"/>
                    <a:pt x="2260" y="233"/>
                    <a:pt x="2262" y="260"/>
                  </a:cubicBezTo>
                  <a:close/>
                  <a:moveTo>
                    <a:pt x="2232" y="247"/>
                  </a:moveTo>
                  <a:cubicBezTo>
                    <a:pt x="2225" y="215"/>
                    <a:pt x="2197" y="192"/>
                    <a:pt x="2165" y="192"/>
                  </a:cubicBezTo>
                  <a:cubicBezTo>
                    <a:pt x="2132" y="192"/>
                    <a:pt x="2105" y="215"/>
                    <a:pt x="2096" y="247"/>
                  </a:cubicBezTo>
                  <a:lnTo>
                    <a:pt x="2232" y="247"/>
                  </a:lnTo>
                  <a:close/>
                  <a:moveTo>
                    <a:pt x="872" y="166"/>
                  </a:moveTo>
                  <a:cubicBezTo>
                    <a:pt x="851" y="166"/>
                    <a:pt x="830" y="174"/>
                    <a:pt x="816" y="187"/>
                  </a:cubicBezTo>
                  <a:lnTo>
                    <a:pt x="816" y="178"/>
                  </a:lnTo>
                  <a:cubicBezTo>
                    <a:pt x="816" y="175"/>
                    <a:pt x="815" y="171"/>
                    <a:pt x="812" y="169"/>
                  </a:cubicBezTo>
                  <a:cubicBezTo>
                    <a:pt x="810" y="167"/>
                    <a:pt x="807" y="164"/>
                    <a:pt x="802" y="164"/>
                  </a:cubicBezTo>
                  <a:cubicBezTo>
                    <a:pt x="798" y="164"/>
                    <a:pt x="795" y="166"/>
                    <a:pt x="793" y="169"/>
                  </a:cubicBezTo>
                  <a:cubicBezTo>
                    <a:pt x="791" y="171"/>
                    <a:pt x="789" y="175"/>
                    <a:pt x="789" y="178"/>
                  </a:cubicBezTo>
                  <a:lnTo>
                    <a:pt x="789" y="357"/>
                  </a:lnTo>
                  <a:lnTo>
                    <a:pt x="790" y="358"/>
                  </a:lnTo>
                  <a:lnTo>
                    <a:pt x="790" y="358"/>
                  </a:lnTo>
                  <a:cubicBezTo>
                    <a:pt x="790" y="359"/>
                    <a:pt x="790" y="359"/>
                    <a:pt x="791" y="360"/>
                  </a:cubicBezTo>
                  <a:cubicBezTo>
                    <a:pt x="793" y="364"/>
                    <a:pt x="796" y="366"/>
                    <a:pt x="799" y="367"/>
                  </a:cubicBezTo>
                  <a:lnTo>
                    <a:pt x="800" y="367"/>
                  </a:lnTo>
                  <a:lnTo>
                    <a:pt x="804" y="367"/>
                  </a:lnTo>
                  <a:cubicBezTo>
                    <a:pt x="806" y="367"/>
                    <a:pt x="808" y="367"/>
                    <a:pt x="810" y="366"/>
                  </a:cubicBezTo>
                  <a:cubicBezTo>
                    <a:pt x="811" y="365"/>
                    <a:pt x="813" y="364"/>
                    <a:pt x="814" y="363"/>
                  </a:cubicBezTo>
                  <a:lnTo>
                    <a:pt x="814" y="363"/>
                  </a:lnTo>
                  <a:lnTo>
                    <a:pt x="814" y="363"/>
                  </a:lnTo>
                  <a:lnTo>
                    <a:pt x="814" y="363"/>
                  </a:lnTo>
                  <a:cubicBezTo>
                    <a:pt x="815" y="361"/>
                    <a:pt x="815" y="360"/>
                    <a:pt x="816" y="359"/>
                  </a:cubicBezTo>
                  <a:cubicBezTo>
                    <a:pt x="816" y="358"/>
                    <a:pt x="817" y="357"/>
                    <a:pt x="817" y="356"/>
                  </a:cubicBezTo>
                  <a:lnTo>
                    <a:pt x="817" y="356"/>
                  </a:lnTo>
                  <a:lnTo>
                    <a:pt x="817" y="249"/>
                  </a:lnTo>
                  <a:cubicBezTo>
                    <a:pt x="817" y="234"/>
                    <a:pt x="824" y="220"/>
                    <a:pt x="835" y="209"/>
                  </a:cubicBezTo>
                  <a:cubicBezTo>
                    <a:pt x="844" y="200"/>
                    <a:pt x="858" y="193"/>
                    <a:pt x="874" y="193"/>
                  </a:cubicBezTo>
                  <a:cubicBezTo>
                    <a:pt x="890" y="193"/>
                    <a:pt x="903" y="200"/>
                    <a:pt x="914" y="209"/>
                  </a:cubicBezTo>
                  <a:cubicBezTo>
                    <a:pt x="923" y="219"/>
                    <a:pt x="930" y="233"/>
                    <a:pt x="930" y="249"/>
                  </a:cubicBezTo>
                  <a:lnTo>
                    <a:pt x="930" y="355"/>
                  </a:lnTo>
                  <a:cubicBezTo>
                    <a:pt x="930" y="359"/>
                    <a:pt x="932" y="363"/>
                    <a:pt x="934" y="365"/>
                  </a:cubicBezTo>
                  <a:cubicBezTo>
                    <a:pt x="936" y="367"/>
                    <a:pt x="941" y="369"/>
                    <a:pt x="944" y="369"/>
                  </a:cubicBezTo>
                  <a:cubicBezTo>
                    <a:pt x="947" y="369"/>
                    <a:pt x="951" y="368"/>
                    <a:pt x="953" y="365"/>
                  </a:cubicBezTo>
                  <a:cubicBezTo>
                    <a:pt x="956" y="363"/>
                    <a:pt x="958" y="358"/>
                    <a:pt x="958" y="355"/>
                  </a:cubicBezTo>
                  <a:lnTo>
                    <a:pt x="958" y="249"/>
                  </a:lnTo>
                  <a:cubicBezTo>
                    <a:pt x="956" y="203"/>
                    <a:pt x="918" y="166"/>
                    <a:pt x="872" y="166"/>
                  </a:cubicBezTo>
                  <a:close/>
                  <a:moveTo>
                    <a:pt x="1146" y="196"/>
                  </a:moveTo>
                  <a:cubicBezTo>
                    <a:pt x="1163" y="214"/>
                    <a:pt x="1174" y="239"/>
                    <a:pt x="1174" y="267"/>
                  </a:cubicBezTo>
                  <a:cubicBezTo>
                    <a:pt x="1174" y="295"/>
                    <a:pt x="1163" y="320"/>
                    <a:pt x="1146" y="339"/>
                  </a:cubicBezTo>
                  <a:cubicBezTo>
                    <a:pt x="1129" y="357"/>
                    <a:pt x="1105" y="369"/>
                    <a:pt x="1078" y="369"/>
                  </a:cubicBezTo>
                  <a:cubicBezTo>
                    <a:pt x="1052" y="369"/>
                    <a:pt x="1026" y="357"/>
                    <a:pt x="1009" y="339"/>
                  </a:cubicBezTo>
                  <a:cubicBezTo>
                    <a:pt x="992" y="321"/>
                    <a:pt x="981" y="295"/>
                    <a:pt x="981" y="267"/>
                  </a:cubicBezTo>
                  <a:cubicBezTo>
                    <a:pt x="981" y="239"/>
                    <a:pt x="992" y="215"/>
                    <a:pt x="1009" y="196"/>
                  </a:cubicBezTo>
                  <a:cubicBezTo>
                    <a:pt x="1026" y="177"/>
                    <a:pt x="1051" y="166"/>
                    <a:pt x="1078" y="166"/>
                  </a:cubicBezTo>
                  <a:cubicBezTo>
                    <a:pt x="1104" y="166"/>
                    <a:pt x="1129" y="177"/>
                    <a:pt x="1146" y="196"/>
                  </a:cubicBezTo>
                  <a:close/>
                  <a:moveTo>
                    <a:pt x="1147" y="267"/>
                  </a:moveTo>
                  <a:cubicBezTo>
                    <a:pt x="1147" y="247"/>
                    <a:pt x="1140" y="228"/>
                    <a:pt x="1127" y="215"/>
                  </a:cubicBezTo>
                  <a:cubicBezTo>
                    <a:pt x="1114" y="201"/>
                    <a:pt x="1098" y="193"/>
                    <a:pt x="1079" y="193"/>
                  </a:cubicBezTo>
                  <a:cubicBezTo>
                    <a:pt x="1061" y="193"/>
                    <a:pt x="1043" y="202"/>
                    <a:pt x="1030" y="215"/>
                  </a:cubicBezTo>
                  <a:cubicBezTo>
                    <a:pt x="1018" y="229"/>
                    <a:pt x="1010" y="247"/>
                    <a:pt x="1010" y="267"/>
                  </a:cubicBezTo>
                  <a:cubicBezTo>
                    <a:pt x="1010" y="288"/>
                    <a:pt x="1018" y="306"/>
                    <a:pt x="1030" y="320"/>
                  </a:cubicBezTo>
                  <a:cubicBezTo>
                    <a:pt x="1043" y="334"/>
                    <a:pt x="1061" y="341"/>
                    <a:pt x="1079" y="341"/>
                  </a:cubicBezTo>
                  <a:cubicBezTo>
                    <a:pt x="1098" y="341"/>
                    <a:pt x="1114" y="333"/>
                    <a:pt x="1127" y="320"/>
                  </a:cubicBezTo>
                  <a:cubicBezTo>
                    <a:pt x="1139" y="306"/>
                    <a:pt x="1147" y="288"/>
                    <a:pt x="1147" y="267"/>
                  </a:cubicBezTo>
                  <a:close/>
                  <a:moveTo>
                    <a:pt x="1445" y="167"/>
                  </a:moveTo>
                  <a:lnTo>
                    <a:pt x="1445" y="167"/>
                  </a:lnTo>
                  <a:lnTo>
                    <a:pt x="1445" y="167"/>
                  </a:lnTo>
                  <a:cubicBezTo>
                    <a:pt x="1442" y="166"/>
                    <a:pt x="1441" y="166"/>
                    <a:pt x="1439" y="166"/>
                  </a:cubicBezTo>
                  <a:cubicBezTo>
                    <a:pt x="1436" y="166"/>
                    <a:pt x="1434" y="167"/>
                    <a:pt x="1432" y="168"/>
                  </a:cubicBezTo>
                  <a:cubicBezTo>
                    <a:pt x="1430" y="169"/>
                    <a:pt x="1428" y="171"/>
                    <a:pt x="1426" y="174"/>
                  </a:cubicBezTo>
                  <a:lnTo>
                    <a:pt x="1426" y="174"/>
                  </a:lnTo>
                  <a:lnTo>
                    <a:pt x="1374" y="319"/>
                  </a:lnTo>
                  <a:lnTo>
                    <a:pt x="1333" y="222"/>
                  </a:lnTo>
                  <a:lnTo>
                    <a:pt x="1333" y="222"/>
                  </a:lnTo>
                  <a:cubicBezTo>
                    <a:pt x="1332" y="219"/>
                    <a:pt x="1330" y="218"/>
                    <a:pt x="1328" y="216"/>
                  </a:cubicBezTo>
                  <a:cubicBezTo>
                    <a:pt x="1326" y="215"/>
                    <a:pt x="1323" y="214"/>
                    <a:pt x="1320" y="214"/>
                  </a:cubicBezTo>
                  <a:cubicBezTo>
                    <a:pt x="1317" y="214"/>
                    <a:pt x="1315" y="215"/>
                    <a:pt x="1313" y="216"/>
                  </a:cubicBezTo>
                  <a:cubicBezTo>
                    <a:pt x="1311" y="217"/>
                    <a:pt x="1309" y="219"/>
                    <a:pt x="1308" y="222"/>
                  </a:cubicBezTo>
                  <a:lnTo>
                    <a:pt x="1308" y="222"/>
                  </a:lnTo>
                  <a:lnTo>
                    <a:pt x="1267" y="319"/>
                  </a:lnTo>
                  <a:lnTo>
                    <a:pt x="1213" y="174"/>
                  </a:lnTo>
                  <a:lnTo>
                    <a:pt x="1213" y="174"/>
                  </a:lnTo>
                  <a:cubicBezTo>
                    <a:pt x="1212" y="171"/>
                    <a:pt x="1210" y="169"/>
                    <a:pt x="1208" y="168"/>
                  </a:cubicBezTo>
                  <a:cubicBezTo>
                    <a:pt x="1206" y="167"/>
                    <a:pt x="1204" y="166"/>
                    <a:pt x="1201" y="166"/>
                  </a:cubicBezTo>
                  <a:cubicBezTo>
                    <a:pt x="1199" y="166"/>
                    <a:pt x="1197" y="166"/>
                    <a:pt x="1195" y="167"/>
                  </a:cubicBezTo>
                  <a:lnTo>
                    <a:pt x="1195" y="167"/>
                  </a:lnTo>
                  <a:lnTo>
                    <a:pt x="1195" y="167"/>
                  </a:lnTo>
                  <a:cubicBezTo>
                    <a:pt x="1190" y="169"/>
                    <a:pt x="1188" y="174"/>
                    <a:pt x="1188" y="179"/>
                  </a:cubicBezTo>
                  <a:cubicBezTo>
                    <a:pt x="1188" y="182"/>
                    <a:pt x="1188" y="183"/>
                    <a:pt x="1189" y="185"/>
                  </a:cubicBezTo>
                  <a:lnTo>
                    <a:pt x="1189" y="185"/>
                  </a:lnTo>
                  <a:lnTo>
                    <a:pt x="1254" y="360"/>
                  </a:lnTo>
                  <a:lnTo>
                    <a:pt x="1254" y="360"/>
                  </a:lnTo>
                  <a:cubicBezTo>
                    <a:pt x="1254" y="361"/>
                    <a:pt x="1255" y="363"/>
                    <a:pt x="1256" y="365"/>
                  </a:cubicBezTo>
                  <a:cubicBezTo>
                    <a:pt x="1257" y="366"/>
                    <a:pt x="1258" y="367"/>
                    <a:pt x="1259" y="367"/>
                  </a:cubicBezTo>
                  <a:cubicBezTo>
                    <a:pt x="1259" y="367"/>
                    <a:pt x="1261" y="367"/>
                    <a:pt x="1261" y="368"/>
                  </a:cubicBezTo>
                  <a:cubicBezTo>
                    <a:pt x="1262" y="368"/>
                    <a:pt x="1262" y="369"/>
                    <a:pt x="1263" y="369"/>
                  </a:cubicBezTo>
                  <a:cubicBezTo>
                    <a:pt x="1264" y="369"/>
                    <a:pt x="1266" y="370"/>
                    <a:pt x="1267" y="370"/>
                  </a:cubicBezTo>
                  <a:cubicBezTo>
                    <a:pt x="1269" y="370"/>
                    <a:pt x="1272" y="369"/>
                    <a:pt x="1274" y="368"/>
                  </a:cubicBezTo>
                  <a:cubicBezTo>
                    <a:pt x="1277" y="367"/>
                    <a:pt x="1279" y="365"/>
                    <a:pt x="1280" y="361"/>
                  </a:cubicBezTo>
                  <a:lnTo>
                    <a:pt x="1280" y="361"/>
                  </a:lnTo>
                  <a:lnTo>
                    <a:pt x="1322" y="263"/>
                  </a:lnTo>
                  <a:lnTo>
                    <a:pt x="1363" y="361"/>
                  </a:lnTo>
                  <a:lnTo>
                    <a:pt x="1363" y="361"/>
                  </a:lnTo>
                  <a:cubicBezTo>
                    <a:pt x="1364" y="364"/>
                    <a:pt x="1365" y="366"/>
                    <a:pt x="1368" y="368"/>
                  </a:cubicBezTo>
                  <a:cubicBezTo>
                    <a:pt x="1370" y="369"/>
                    <a:pt x="1372" y="370"/>
                    <a:pt x="1374" y="371"/>
                  </a:cubicBezTo>
                  <a:lnTo>
                    <a:pt x="1376" y="371"/>
                  </a:lnTo>
                  <a:cubicBezTo>
                    <a:pt x="1378" y="371"/>
                    <a:pt x="1379" y="371"/>
                    <a:pt x="1380" y="370"/>
                  </a:cubicBezTo>
                  <a:cubicBezTo>
                    <a:pt x="1381" y="369"/>
                    <a:pt x="1383" y="369"/>
                    <a:pt x="1384" y="368"/>
                  </a:cubicBezTo>
                  <a:cubicBezTo>
                    <a:pt x="1386" y="366"/>
                    <a:pt x="1388" y="364"/>
                    <a:pt x="1389" y="361"/>
                  </a:cubicBezTo>
                  <a:lnTo>
                    <a:pt x="1389" y="361"/>
                  </a:lnTo>
                  <a:lnTo>
                    <a:pt x="1454" y="187"/>
                  </a:lnTo>
                  <a:cubicBezTo>
                    <a:pt x="1455" y="185"/>
                    <a:pt x="1455" y="184"/>
                    <a:pt x="1455" y="182"/>
                  </a:cubicBezTo>
                  <a:cubicBezTo>
                    <a:pt x="1453" y="174"/>
                    <a:pt x="1450" y="169"/>
                    <a:pt x="1445" y="16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170" name="Group 169">
            <a:extLst>
              <a:ext uri="{FF2B5EF4-FFF2-40B4-BE49-F238E27FC236}">
                <a16:creationId xmlns:a16="http://schemas.microsoft.com/office/drawing/2014/main" id="{EE50315C-D02C-C60B-43FB-0629C10A0BD7}"/>
              </a:ext>
            </a:extLst>
          </p:cNvPr>
          <p:cNvGrpSpPr/>
          <p:nvPr/>
        </p:nvGrpSpPr>
        <p:grpSpPr>
          <a:xfrm>
            <a:off x="8005493" y="2617088"/>
            <a:ext cx="2602071" cy="295912"/>
            <a:chOff x="4240213" y="5762625"/>
            <a:chExt cx="1689100" cy="192088"/>
          </a:xfrm>
          <a:solidFill>
            <a:schemeClr val="tx1"/>
          </a:solidFill>
        </p:grpSpPr>
        <p:grpSp>
          <p:nvGrpSpPr>
            <p:cNvPr id="171" name="Group 170">
              <a:extLst>
                <a:ext uri="{FF2B5EF4-FFF2-40B4-BE49-F238E27FC236}">
                  <a16:creationId xmlns:a16="http://schemas.microsoft.com/office/drawing/2014/main" id="{AAB9F36B-C27C-76DC-837B-1F5CC34858A7}"/>
                </a:ext>
              </a:extLst>
            </p:cNvPr>
            <p:cNvGrpSpPr/>
            <p:nvPr/>
          </p:nvGrpSpPr>
          <p:grpSpPr>
            <a:xfrm>
              <a:off x="4240213" y="5788025"/>
              <a:ext cx="484187" cy="127000"/>
              <a:chOff x="4240213" y="5788025"/>
              <a:chExt cx="484187" cy="127000"/>
            </a:xfrm>
            <a:grpFill/>
          </p:grpSpPr>
          <p:sp>
            <p:nvSpPr>
              <p:cNvPr id="191" name="Freeform 128">
                <a:extLst>
                  <a:ext uri="{FF2B5EF4-FFF2-40B4-BE49-F238E27FC236}">
                    <a16:creationId xmlns:a16="http://schemas.microsoft.com/office/drawing/2014/main" id="{38722B0A-29F3-6FE3-CBAB-C3EE0F0CA319}"/>
                  </a:ext>
                </a:extLst>
              </p:cNvPr>
              <p:cNvSpPr>
                <a:spLocks noChangeArrowheads="1"/>
              </p:cNvSpPr>
              <p:nvPr/>
            </p:nvSpPr>
            <p:spPr bwMode="auto">
              <a:xfrm>
                <a:off x="4327525" y="5788025"/>
                <a:ext cx="23813" cy="123825"/>
              </a:xfrm>
              <a:custGeom>
                <a:avLst/>
                <a:gdLst>
                  <a:gd name="T0" fmla="*/ 27 w 68"/>
                  <a:gd name="T1" fmla="*/ 342 h 343"/>
                  <a:gd name="T2" fmla="*/ 66 w 68"/>
                  <a:gd name="T3" fmla="*/ 342 h 343"/>
                  <a:gd name="T4" fmla="*/ 67 w 68"/>
                  <a:gd name="T5" fmla="*/ 0 h 343"/>
                  <a:gd name="T6" fmla="*/ 1 w 68"/>
                  <a:gd name="T7" fmla="*/ 0 h 343"/>
                  <a:gd name="T8" fmla="*/ 0 w 68"/>
                  <a:gd name="T9" fmla="*/ 316 h 343"/>
                  <a:gd name="T10" fmla="*/ 27 w 68"/>
                  <a:gd name="T11" fmla="*/ 342 h 343"/>
                </a:gdLst>
                <a:ahLst/>
                <a:cxnLst>
                  <a:cxn ang="0">
                    <a:pos x="T0" y="T1"/>
                  </a:cxn>
                  <a:cxn ang="0">
                    <a:pos x="T2" y="T3"/>
                  </a:cxn>
                  <a:cxn ang="0">
                    <a:pos x="T4" y="T5"/>
                  </a:cxn>
                  <a:cxn ang="0">
                    <a:pos x="T6" y="T7"/>
                  </a:cxn>
                  <a:cxn ang="0">
                    <a:pos x="T8" y="T9"/>
                  </a:cxn>
                  <a:cxn ang="0">
                    <a:pos x="T10" y="T11"/>
                  </a:cxn>
                </a:cxnLst>
                <a:rect l="0" t="0" r="r" b="b"/>
                <a:pathLst>
                  <a:path w="68" h="343">
                    <a:moveTo>
                      <a:pt x="27" y="342"/>
                    </a:moveTo>
                    <a:lnTo>
                      <a:pt x="66" y="342"/>
                    </a:lnTo>
                    <a:lnTo>
                      <a:pt x="67" y="0"/>
                    </a:lnTo>
                    <a:lnTo>
                      <a:pt x="1" y="0"/>
                    </a:lnTo>
                    <a:lnTo>
                      <a:pt x="0" y="316"/>
                    </a:lnTo>
                    <a:cubicBezTo>
                      <a:pt x="0" y="330"/>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2" name="Freeform 129">
                <a:extLst>
                  <a:ext uri="{FF2B5EF4-FFF2-40B4-BE49-F238E27FC236}">
                    <a16:creationId xmlns:a16="http://schemas.microsoft.com/office/drawing/2014/main" id="{82000BA9-237A-81DD-ACD7-FB39E9A143F4}"/>
                  </a:ext>
                </a:extLst>
              </p:cNvPr>
              <p:cNvSpPr>
                <a:spLocks noChangeArrowheads="1"/>
              </p:cNvSpPr>
              <p:nvPr/>
            </p:nvSpPr>
            <p:spPr bwMode="auto">
              <a:xfrm>
                <a:off x="4354513" y="5819775"/>
                <a:ext cx="93662" cy="93663"/>
              </a:xfrm>
              <a:custGeom>
                <a:avLst/>
                <a:gdLst>
                  <a:gd name="T0" fmla="*/ 119 w 259"/>
                  <a:gd name="T1" fmla="*/ 259 h 260"/>
                  <a:gd name="T2" fmla="*/ 193 w 259"/>
                  <a:gd name="T3" fmla="*/ 226 h 260"/>
                  <a:gd name="T4" fmla="*/ 193 w 259"/>
                  <a:gd name="T5" fmla="*/ 226 h 260"/>
                  <a:gd name="T6" fmla="*/ 219 w 259"/>
                  <a:gd name="T7" fmla="*/ 252 h 260"/>
                  <a:gd name="T8" fmla="*/ 257 w 259"/>
                  <a:gd name="T9" fmla="*/ 252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2 h 260"/>
                  <a:gd name="T24" fmla="*/ 195 w 259"/>
                  <a:gd name="T25" fmla="*/ 129 h 260"/>
                  <a:gd name="T26" fmla="*/ 132 w 259"/>
                  <a:gd name="T27" fmla="*/ 197 h 260"/>
                  <a:gd name="T28" fmla="*/ 69 w 259"/>
                  <a:gd name="T29" fmla="*/ 129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0"/>
                      <a:pt x="204" y="252"/>
                      <a:pt x="219" y="252"/>
                    </a:cubicBezTo>
                    <a:lnTo>
                      <a:pt x="257" y="252"/>
                    </a:lnTo>
                    <a:lnTo>
                      <a:pt x="258" y="7"/>
                    </a:lnTo>
                    <a:lnTo>
                      <a:pt x="194" y="7"/>
                    </a:lnTo>
                    <a:lnTo>
                      <a:pt x="194" y="34"/>
                    </a:lnTo>
                    <a:cubicBezTo>
                      <a:pt x="178" y="14"/>
                      <a:pt x="154" y="0"/>
                      <a:pt x="120" y="0"/>
                    </a:cubicBezTo>
                    <a:cubicBezTo>
                      <a:pt x="52" y="0"/>
                      <a:pt x="1" y="55"/>
                      <a:pt x="1" y="128"/>
                    </a:cubicBezTo>
                    <a:cubicBezTo>
                      <a:pt x="0" y="203"/>
                      <a:pt x="51" y="259"/>
                      <a:pt x="119" y="259"/>
                    </a:cubicBezTo>
                    <a:close/>
                    <a:moveTo>
                      <a:pt x="132" y="62"/>
                    </a:moveTo>
                    <a:cubicBezTo>
                      <a:pt x="169" y="62"/>
                      <a:pt x="195" y="91"/>
                      <a:pt x="195" y="129"/>
                    </a:cubicBezTo>
                    <a:cubicBezTo>
                      <a:pt x="195" y="168"/>
                      <a:pt x="169" y="197"/>
                      <a:pt x="132" y="197"/>
                    </a:cubicBezTo>
                    <a:cubicBezTo>
                      <a:pt x="93" y="197"/>
                      <a:pt x="69" y="167"/>
                      <a:pt x="69" y="129"/>
                    </a:cubicBezTo>
                    <a:cubicBezTo>
                      <a:pt x="69" y="92"/>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3" name="Freeform 130">
                <a:extLst>
                  <a:ext uri="{FF2B5EF4-FFF2-40B4-BE49-F238E27FC236}">
                    <a16:creationId xmlns:a16="http://schemas.microsoft.com/office/drawing/2014/main" id="{A993933E-FD56-A495-8A68-90034549849E}"/>
                  </a:ext>
                </a:extLst>
              </p:cNvPr>
              <p:cNvSpPr>
                <a:spLocks noChangeArrowheads="1"/>
              </p:cNvSpPr>
              <p:nvPr/>
            </p:nvSpPr>
            <p:spPr bwMode="auto">
              <a:xfrm>
                <a:off x="4454525" y="5788025"/>
                <a:ext cx="25400" cy="123825"/>
              </a:xfrm>
              <a:custGeom>
                <a:avLst/>
                <a:gdLst>
                  <a:gd name="T0" fmla="*/ 27 w 69"/>
                  <a:gd name="T1" fmla="*/ 342 h 343"/>
                  <a:gd name="T2" fmla="*/ 66 w 69"/>
                  <a:gd name="T3" fmla="*/ 342 h 343"/>
                  <a:gd name="T4" fmla="*/ 68 w 69"/>
                  <a:gd name="T5" fmla="*/ 0 h 343"/>
                  <a:gd name="T6" fmla="*/ 1 w 69"/>
                  <a:gd name="T7" fmla="*/ 0 h 343"/>
                  <a:gd name="T8" fmla="*/ 0 w 69"/>
                  <a:gd name="T9" fmla="*/ 316 h 343"/>
                  <a:gd name="T10" fmla="*/ 27 w 69"/>
                  <a:gd name="T11" fmla="*/ 342 h 343"/>
                </a:gdLst>
                <a:ahLst/>
                <a:cxnLst>
                  <a:cxn ang="0">
                    <a:pos x="T0" y="T1"/>
                  </a:cxn>
                  <a:cxn ang="0">
                    <a:pos x="T2" y="T3"/>
                  </a:cxn>
                  <a:cxn ang="0">
                    <a:pos x="T4" y="T5"/>
                  </a:cxn>
                  <a:cxn ang="0">
                    <a:pos x="T6" y="T7"/>
                  </a:cxn>
                  <a:cxn ang="0">
                    <a:pos x="T8" y="T9"/>
                  </a:cxn>
                  <a:cxn ang="0">
                    <a:pos x="T10" y="T11"/>
                  </a:cxn>
                </a:cxnLst>
                <a:rect l="0" t="0" r="r" b="b"/>
                <a:pathLst>
                  <a:path w="69" h="343">
                    <a:moveTo>
                      <a:pt x="27" y="342"/>
                    </a:moveTo>
                    <a:lnTo>
                      <a:pt x="66" y="342"/>
                    </a:lnTo>
                    <a:lnTo>
                      <a:pt x="68" y="0"/>
                    </a:lnTo>
                    <a:lnTo>
                      <a:pt x="1" y="0"/>
                    </a:lnTo>
                    <a:lnTo>
                      <a:pt x="0" y="316"/>
                    </a:lnTo>
                    <a:cubicBezTo>
                      <a:pt x="0" y="329"/>
                      <a:pt x="12" y="342"/>
                      <a:pt x="27" y="34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4" name="Freeform 131">
                <a:extLst>
                  <a:ext uri="{FF2B5EF4-FFF2-40B4-BE49-F238E27FC236}">
                    <a16:creationId xmlns:a16="http://schemas.microsoft.com/office/drawing/2014/main" id="{86A2921A-C334-59F5-1D60-5531443ACA90}"/>
                  </a:ext>
                </a:extLst>
              </p:cNvPr>
              <p:cNvSpPr>
                <a:spLocks noChangeArrowheads="1"/>
              </p:cNvSpPr>
              <p:nvPr/>
            </p:nvSpPr>
            <p:spPr bwMode="auto">
              <a:xfrm>
                <a:off x="4481513" y="5821363"/>
                <a:ext cx="96837" cy="93662"/>
              </a:xfrm>
              <a:custGeom>
                <a:avLst/>
                <a:gdLst>
                  <a:gd name="T0" fmla="*/ 133 w 268"/>
                  <a:gd name="T1" fmla="*/ 258 h 259"/>
                  <a:gd name="T2" fmla="*/ 267 w 268"/>
                  <a:gd name="T3" fmla="*/ 129 h 259"/>
                  <a:gd name="T4" fmla="*/ 134 w 268"/>
                  <a:gd name="T5" fmla="*/ 0 h 259"/>
                  <a:gd name="T6" fmla="*/ 1 w 268"/>
                  <a:gd name="T7" fmla="*/ 128 h 259"/>
                  <a:gd name="T8" fmla="*/ 133 w 268"/>
                  <a:gd name="T9" fmla="*/ 258 h 259"/>
                  <a:gd name="T10" fmla="*/ 133 w 268"/>
                  <a:gd name="T11" fmla="*/ 61 h 259"/>
                  <a:gd name="T12" fmla="*/ 198 w 268"/>
                  <a:gd name="T13" fmla="*/ 128 h 259"/>
                  <a:gd name="T14" fmla="*/ 133 w 268"/>
                  <a:gd name="T15" fmla="*/ 196 h 259"/>
                  <a:gd name="T16" fmla="*/ 68 w 268"/>
                  <a:gd name="T17" fmla="*/ 128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29"/>
                    </a:cubicBezTo>
                    <a:cubicBezTo>
                      <a:pt x="267" y="55"/>
                      <a:pt x="211" y="0"/>
                      <a:pt x="134" y="0"/>
                    </a:cubicBezTo>
                    <a:cubicBezTo>
                      <a:pt x="58" y="0"/>
                      <a:pt x="1" y="54"/>
                      <a:pt x="1" y="128"/>
                    </a:cubicBezTo>
                    <a:cubicBezTo>
                      <a:pt x="0" y="202"/>
                      <a:pt x="57" y="258"/>
                      <a:pt x="133" y="258"/>
                    </a:cubicBezTo>
                    <a:close/>
                    <a:moveTo>
                      <a:pt x="133" y="61"/>
                    </a:moveTo>
                    <a:cubicBezTo>
                      <a:pt x="170" y="61"/>
                      <a:pt x="198" y="89"/>
                      <a:pt x="198" y="128"/>
                    </a:cubicBezTo>
                    <a:cubicBezTo>
                      <a:pt x="198" y="168"/>
                      <a:pt x="170" y="196"/>
                      <a:pt x="133" y="196"/>
                    </a:cubicBezTo>
                    <a:cubicBezTo>
                      <a:pt x="95" y="196"/>
                      <a:pt x="68" y="168"/>
                      <a:pt x="68" y="128"/>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5" name="Freeform 132">
                <a:extLst>
                  <a:ext uri="{FF2B5EF4-FFF2-40B4-BE49-F238E27FC236}">
                    <a16:creationId xmlns:a16="http://schemas.microsoft.com/office/drawing/2014/main" id="{4AFFB844-D43D-2B31-60CB-AC963CB5B126}"/>
                  </a:ext>
                </a:extLst>
              </p:cNvPr>
              <p:cNvSpPr>
                <a:spLocks noChangeArrowheads="1"/>
              </p:cNvSpPr>
              <p:nvPr/>
            </p:nvSpPr>
            <p:spPr bwMode="auto">
              <a:xfrm>
                <a:off x="4579938" y="5819775"/>
                <a:ext cx="144462" cy="92075"/>
              </a:xfrm>
              <a:custGeom>
                <a:avLst/>
                <a:gdLst>
                  <a:gd name="T0" fmla="*/ 27 w 400"/>
                  <a:gd name="T1" fmla="*/ 255 h 256"/>
                  <a:gd name="T2" fmla="*/ 66 w 400"/>
                  <a:gd name="T3" fmla="*/ 255 h 256"/>
                  <a:gd name="T4" fmla="*/ 66 w 400"/>
                  <a:gd name="T5" fmla="*/ 121 h 256"/>
                  <a:gd name="T6" fmla="*/ 119 w 400"/>
                  <a:gd name="T7" fmla="*/ 65 h 256"/>
                  <a:gd name="T8" fmla="*/ 167 w 400"/>
                  <a:gd name="T9" fmla="*/ 119 h 256"/>
                  <a:gd name="T10" fmla="*/ 167 w 400"/>
                  <a:gd name="T11" fmla="*/ 228 h 256"/>
                  <a:gd name="T12" fmla="*/ 194 w 400"/>
                  <a:gd name="T13" fmla="*/ 254 h 256"/>
                  <a:gd name="T14" fmla="*/ 233 w 400"/>
                  <a:gd name="T15" fmla="*/ 254 h 256"/>
                  <a:gd name="T16" fmla="*/ 233 w 400"/>
                  <a:gd name="T17" fmla="*/ 119 h 256"/>
                  <a:gd name="T18" fmla="*/ 286 w 400"/>
                  <a:gd name="T19" fmla="*/ 64 h 256"/>
                  <a:gd name="T20" fmla="*/ 334 w 400"/>
                  <a:gd name="T21" fmla="*/ 118 h 256"/>
                  <a:gd name="T22" fmla="*/ 334 w 400"/>
                  <a:gd name="T23" fmla="*/ 227 h 256"/>
                  <a:gd name="T24" fmla="*/ 361 w 400"/>
                  <a:gd name="T25" fmla="*/ 253 h 256"/>
                  <a:gd name="T26" fmla="*/ 399 w 400"/>
                  <a:gd name="T27" fmla="*/ 253 h 256"/>
                  <a:gd name="T28" fmla="*/ 399 w 400"/>
                  <a:gd name="T29" fmla="*/ 97 h 256"/>
                  <a:gd name="T30" fmla="*/ 303 w 400"/>
                  <a:gd name="T31" fmla="*/ 1 h 256"/>
                  <a:gd name="T32" fmla="*/ 219 w 400"/>
                  <a:gd name="T33" fmla="*/ 42 h 256"/>
                  <a:gd name="T34" fmla="*/ 138 w 400"/>
                  <a:gd name="T35" fmla="*/ 0 h 256"/>
                  <a:gd name="T36" fmla="*/ 65 w 400"/>
                  <a:gd name="T37" fmla="*/ 35 h 256"/>
                  <a:gd name="T38" fmla="*/ 65 w 400"/>
                  <a:gd name="T39" fmla="*/ 6 h 256"/>
                  <a:gd name="T40" fmla="*/ 1 w 400"/>
                  <a:gd name="T41" fmla="*/ 6 h 256"/>
                  <a:gd name="T42" fmla="*/ 0 w 400"/>
                  <a:gd name="T43" fmla="*/ 224 h 256"/>
                  <a:gd name="T44" fmla="*/ 27 w 400"/>
                  <a:gd name="T45" fmla="*/ 25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6">
                    <a:moveTo>
                      <a:pt x="27" y="255"/>
                    </a:moveTo>
                    <a:lnTo>
                      <a:pt x="66" y="255"/>
                    </a:lnTo>
                    <a:lnTo>
                      <a:pt x="66" y="121"/>
                    </a:lnTo>
                    <a:cubicBezTo>
                      <a:pt x="66" y="83"/>
                      <a:pt x="90" y="65"/>
                      <a:pt x="119" y="65"/>
                    </a:cubicBezTo>
                    <a:cubicBezTo>
                      <a:pt x="149" y="65"/>
                      <a:pt x="167" y="84"/>
                      <a:pt x="167" y="119"/>
                    </a:cubicBezTo>
                    <a:lnTo>
                      <a:pt x="167" y="228"/>
                    </a:lnTo>
                    <a:cubicBezTo>
                      <a:pt x="167" y="243"/>
                      <a:pt x="179" y="254"/>
                      <a:pt x="194" y="254"/>
                    </a:cubicBezTo>
                    <a:lnTo>
                      <a:pt x="233" y="254"/>
                    </a:lnTo>
                    <a:lnTo>
                      <a:pt x="233" y="119"/>
                    </a:lnTo>
                    <a:cubicBezTo>
                      <a:pt x="233" y="82"/>
                      <a:pt x="257" y="64"/>
                      <a:pt x="286" y="64"/>
                    </a:cubicBezTo>
                    <a:cubicBezTo>
                      <a:pt x="316" y="64"/>
                      <a:pt x="334" y="83"/>
                      <a:pt x="334" y="118"/>
                    </a:cubicBezTo>
                    <a:lnTo>
                      <a:pt x="334" y="227"/>
                    </a:lnTo>
                    <a:cubicBezTo>
                      <a:pt x="334" y="241"/>
                      <a:pt x="346" y="253"/>
                      <a:pt x="361" y="253"/>
                    </a:cubicBezTo>
                    <a:lnTo>
                      <a:pt x="399" y="253"/>
                    </a:lnTo>
                    <a:lnTo>
                      <a:pt x="399" y="97"/>
                    </a:lnTo>
                    <a:cubicBezTo>
                      <a:pt x="399" y="40"/>
                      <a:pt x="361" y="1"/>
                      <a:pt x="303" y="1"/>
                    </a:cubicBezTo>
                    <a:cubicBezTo>
                      <a:pt x="271" y="1"/>
                      <a:pt x="239" y="11"/>
                      <a:pt x="219" y="42"/>
                    </a:cubicBezTo>
                    <a:cubicBezTo>
                      <a:pt x="203" y="17"/>
                      <a:pt x="175" y="1"/>
                      <a:pt x="138" y="0"/>
                    </a:cubicBezTo>
                    <a:cubicBezTo>
                      <a:pt x="110" y="0"/>
                      <a:pt x="84" y="9"/>
                      <a:pt x="65" y="35"/>
                    </a:cubicBezTo>
                    <a:lnTo>
                      <a:pt x="65" y="6"/>
                    </a:lnTo>
                    <a:lnTo>
                      <a:pt x="1" y="6"/>
                    </a:lnTo>
                    <a:lnTo>
                      <a:pt x="0" y="224"/>
                    </a:lnTo>
                    <a:cubicBezTo>
                      <a:pt x="0" y="243"/>
                      <a:pt x="13" y="255"/>
                      <a:pt x="27" y="2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6" name="Freeform 133">
                <a:extLst>
                  <a:ext uri="{FF2B5EF4-FFF2-40B4-BE49-F238E27FC236}">
                    <a16:creationId xmlns:a16="http://schemas.microsoft.com/office/drawing/2014/main" id="{9246AF2E-AB2C-58BC-762D-1C55D782CFF2}"/>
                  </a:ext>
                </a:extLst>
              </p:cNvPr>
              <p:cNvSpPr>
                <a:spLocks noChangeArrowheads="1"/>
              </p:cNvSpPr>
              <p:nvPr/>
            </p:nvSpPr>
            <p:spPr bwMode="auto">
              <a:xfrm>
                <a:off x="4240213" y="5819775"/>
                <a:ext cx="85725" cy="93663"/>
              </a:xfrm>
              <a:custGeom>
                <a:avLst/>
                <a:gdLst>
                  <a:gd name="T0" fmla="*/ 110 w 236"/>
                  <a:gd name="T1" fmla="*/ 203 h 262"/>
                  <a:gd name="T2" fmla="*/ 24 w 236"/>
                  <a:gd name="T3" fmla="*/ 176 h 262"/>
                  <a:gd name="T4" fmla="*/ 0 w 236"/>
                  <a:gd name="T5" fmla="*/ 228 h 262"/>
                  <a:gd name="T6" fmla="*/ 109 w 236"/>
                  <a:gd name="T7" fmla="*/ 259 h 262"/>
                  <a:gd name="T8" fmla="*/ 234 w 236"/>
                  <a:gd name="T9" fmla="*/ 181 h 262"/>
                  <a:gd name="T10" fmla="*/ 142 w 236"/>
                  <a:gd name="T11" fmla="*/ 102 h 262"/>
                  <a:gd name="T12" fmla="*/ 112 w 236"/>
                  <a:gd name="T13" fmla="*/ 98 h 262"/>
                  <a:gd name="T14" fmla="*/ 76 w 236"/>
                  <a:gd name="T15" fmla="*/ 77 h 262"/>
                  <a:gd name="T16" fmla="*/ 113 w 236"/>
                  <a:gd name="T17" fmla="*/ 55 h 262"/>
                  <a:gd name="T18" fmla="*/ 182 w 236"/>
                  <a:gd name="T19" fmla="*/ 70 h 262"/>
                  <a:gd name="T20" fmla="*/ 216 w 236"/>
                  <a:gd name="T21" fmla="*/ 56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6"/>
                    </a:cubicBezTo>
                    <a:lnTo>
                      <a:pt x="0" y="228"/>
                    </a:lnTo>
                    <a:cubicBezTo>
                      <a:pt x="34" y="248"/>
                      <a:pt x="75" y="258"/>
                      <a:pt x="109" y="259"/>
                    </a:cubicBezTo>
                    <a:cubicBezTo>
                      <a:pt x="192" y="261"/>
                      <a:pt x="233" y="232"/>
                      <a:pt x="234" y="181"/>
                    </a:cubicBezTo>
                    <a:cubicBezTo>
                      <a:pt x="235" y="135"/>
                      <a:pt x="196" y="109"/>
                      <a:pt x="142" y="102"/>
                    </a:cubicBezTo>
                    <a:lnTo>
                      <a:pt x="112" y="98"/>
                    </a:lnTo>
                    <a:cubicBezTo>
                      <a:pt x="90" y="94"/>
                      <a:pt x="76" y="91"/>
                      <a:pt x="76" y="77"/>
                    </a:cubicBezTo>
                    <a:cubicBezTo>
                      <a:pt x="76" y="63"/>
                      <a:pt x="88" y="54"/>
                      <a:pt x="113" y="55"/>
                    </a:cubicBezTo>
                    <a:cubicBezTo>
                      <a:pt x="138" y="55"/>
                      <a:pt x="163" y="63"/>
                      <a:pt x="182" y="70"/>
                    </a:cubicBezTo>
                    <a:cubicBezTo>
                      <a:pt x="195" y="76"/>
                      <a:pt x="210" y="69"/>
                      <a:pt x="216" y="56"/>
                    </a:cubicBezTo>
                    <a:lnTo>
                      <a:pt x="228" y="30"/>
                    </a:lnTo>
                    <a:cubicBezTo>
                      <a:pt x="196" y="12"/>
                      <a:pt x="158" y="2"/>
                      <a:pt x="115" y="1"/>
                    </a:cubicBezTo>
                    <a:cubicBezTo>
                      <a:pt x="57" y="0"/>
                      <a:pt x="9" y="26"/>
                      <a:pt x="7" y="77"/>
                    </a:cubicBezTo>
                    <a:cubicBezTo>
                      <a:pt x="6" y="116"/>
                      <a:pt x="25" y="144"/>
                      <a:pt x="96" y="155"/>
                    </a:cubicBezTo>
                    <a:lnTo>
                      <a:pt x="111" y="157"/>
                    </a:lnTo>
                    <a:cubicBezTo>
                      <a:pt x="143" y="161"/>
                      <a:pt x="167" y="163"/>
                      <a:pt x="167" y="181"/>
                    </a:cubicBezTo>
                    <a:cubicBezTo>
                      <a:pt x="165" y="198"/>
                      <a:pt x="147" y="204"/>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72" name="Freeform 134">
              <a:extLst>
                <a:ext uri="{FF2B5EF4-FFF2-40B4-BE49-F238E27FC236}">
                  <a16:creationId xmlns:a16="http://schemas.microsoft.com/office/drawing/2014/main" id="{8E95A4AA-2391-53D1-D0FB-8A3D09DB0453}"/>
                </a:ext>
              </a:extLst>
            </p:cNvPr>
            <p:cNvSpPr>
              <a:spLocks noChangeArrowheads="1"/>
            </p:cNvSpPr>
            <p:nvPr/>
          </p:nvSpPr>
          <p:spPr bwMode="auto">
            <a:xfrm>
              <a:off x="4860925" y="5762625"/>
              <a:ext cx="4763" cy="192088"/>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73" name="Group 172">
              <a:extLst>
                <a:ext uri="{FF2B5EF4-FFF2-40B4-BE49-F238E27FC236}">
                  <a16:creationId xmlns:a16="http://schemas.microsoft.com/office/drawing/2014/main" id="{280F9637-C655-EFC6-2DF5-8907955FD070}"/>
                </a:ext>
              </a:extLst>
            </p:cNvPr>
            <p:cNvGrpSpPr/>
            <p:nvPr/>
          </p:nvGrpSpPr>
          <p:grpSpPr>
            <a:xfrm>
              <a:off x="5002213" y="5762625"/>
              <a:ext cx="927100" cy="190500"/>
              <a:chOff x="5002213" y="5762625"/>
              <a:chExt cx="927100" cy="190500"/>
            </a:xfrm>
            <a:grpFill/>
          </p:grpSpPr>
          <p:sp>
            <p:nvSpPr>
              <p:cNvPr id="174" name="Freeform 135">
                <a:extLst>
                  <a:ext uri="{FF2B5EF4-FFF2-40B4-BE49-F238E27FC236}">
                    <a16:creationId xmlns:a16="http://schemas.microsoft.com/office/drawing/2014/main" id="{06B7B215-08D0-94D1-14C0-80A3BF097CE2}"/>
                  </a:ext>
                </a:extLst>
              </p:cNvPr>
              <p:cNvSpPr>
                <a:spLocks noChangeArrowheads="1"/>
              </p:cNvSpPr>
              <p:nvPr/>
            </p:nvSpPr>
            <p:spPr bwMode="auto">
              <a:xfrm>
                <a:off x="5067300" y="5822950"/>
                <a:ext cx="63500" cy="68263"/>
              </a:xfrm>
              <a:custGeom>
                <a:avLst/>
                <a:gdLst>
                  <a:gd name="T0" fmla="*/ 177 w 178"/>
                  <a:gd name="T1" fmla="*/ 80 h 191"/>
                  <a:gd name="T2" fmla="*/ 103 w 178"/>
                  <a:gd name="T3" fmla="*/ 80 h 191"/>
                  <a:gd name="T4" fmla="*/ 103 w 178"/>
                  <a:gd name="T5" fmla="*/ 0 h 191"/>
                  <a:gd name="T6" fmla="*/ 74 w 178"/>
                  <a:gd name="T7" fmla="*/ 0 h 191"/>
                  <a:gd name="T8" fmla="*/ 74 w 178"/>
                  <a:gd name="T9" fmla="*/ 80 h 191"/>
                  <a:gd name="T10" fmla="*/ 0 w 178"/>
                  <a:gd name="T11" fmla="*/ 80 h 191"/>
                  <a:gd name="T12" fmla="*/ 0 w 178"/>
                  <a:gd name="T13" fmla="*/ 109 h 191"/>
                  <a:gd name="T14" fmla="*/ 74 w 178"/>
                  <a:gd name="T15" fmla="*/ 109 h 191"/>
                  <a:gd name="T16" fmla="*/ 74 w 178"/>
                  <a:gd name="T17" fmla="*/ 190 h 191"/>
                  <a:gd name="T18" fmla="*/ 103 w 178"/>
                  <a:gd name="T19" fmla="*/ 190 h 191"/>
                  <a:gd name="T20" fmla="*/ 103 w 178"/>
                  <a:gd name="T21" fmla="*/ 109 h 191"/>
                  <a:gd name="T22" fmla="*/ 177 w 178"/>
                  <a:gd name="T23" fmla="*/ 109 h 191"/>
                  <a:gd name="T24" fmla="*/ 177 w 178"/>
                  <a:gd name="T25" fmla="*/ 8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8" h="191">
                    <a:moveTo>
                      <a:pt x="177" y="80"/>
                    </a:moveTo>
                    <a:lnTo>
                      <a:pt x="103" y="80"/>
                    </a:lnTo>
                    <a:lnTo>
                      <a:pt x="103" y="0"/>
                    </a:lnTo>
                    <a:lnTo>
                      <a:pt x="74" y="0"/>
                    </a:lnTo>
                    <a:lnTo>
                      <a:pt x="74" y="80"/>
                    </a:lnTo>
                    <a:lnTo>
                      <a:pt x="0" y="80"/>
                    </a:lnTo>
                    <a:lnTo>
                      <a:pt x="0" y="109"/>
                    </a:lnTo>
                    <a:lnTo>
                      <a:pt x="74" y="109"/>
                    </a:lnTo>
                    <a:lnTo>
                      <a:pt x="74" y="190"/>
                    </a:lnTo>
                    <a:lnTo>
                      <a:pt x="103" y="190"/>
                    </a:lnTo>
                    <a:lnTo>
                      <a:pt x="103" y="109"/>
                    </a:lnTo>
                    <a:lnTo>
                      <a:pt x="177" y="109"/>
                    </a:lnTo>
                    <a:lnTo>
                      <a:pt x="177" y="8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5" name="Freeform 136">
                <a:extLst>
                  <a:ext uri="{FF2B5EF4-FFF2-40B4-BE49-F238E27FC236}">
                    <a16:creationId xmlns:a16="http://schemas.microsoft.com/office/drawing/2014/main" id="{77136E5E-9A19-ED22-E1E5-D8E134F44189}"/>
                  </a:ext>
                </a:extLst>
              </p:cNvPr>
              <p:cNvSpPr>
                <a:spLocks noChangeArrowheads="1"/>
              </p:cNvSpPr>
              <p:nvPr/>
            </p:nvSpPr>
            <p:spPr bwMode="auto">
              <a:xfrm>
                <a:off x="5021263" y="5873750"/>
                <a:ext cx="57150" cy="60325"/>
              </a:xfrm>
              <a:custGeom>
                <a:avLst/>
                <a:gdLst>
                  <a:gd name="T0" fmla="*/ 159 w 160"/>
                  <a:gd name="T1" fmla="*/ 72 h 167"/>
                  <a:gd name="T2" fmla="*/ 93 w 160"/>
                  <a:gd name="T3" fmla="*/ 72 h 167"/>
                  <a:gd name="T4" fmla="*/ 93 w 160"/>
                  <a:gd name="T5" fmla="*/ 0 h 167"/>
                  <a:gd name="T6" fmla="*/ 67 w 160"/>
                  <a:gd name="T7" fmla="*/ 0 h 167"/>
                  <a:gd name="T8" fmla="*/ 67 w 160"/>
                  <a:gd name="T9" fmla="*/ 72 h 167"/>
                  <a:gd name="T10" fmla="*/ 0 w 160"/>
                  <a:gd name="T11" fmla="*/ 72 h 167"/>
                  <a:gd name="T12" fmla="*/ 0 w 160"/>
                  <a:gd name="T13" fmla="*/ 95 h 167"/>
                  <a:gd name="T14" fmla="*/ 67 w 160"/>
                  <a:gd name="T15" fmla="*/ 95 h 167"/>
                  <a:gd name="T16" fmla="*/ 67 w 160"/>
                  <a:gd name="T17" fmla="*/ 166 h 167"/>
                  <a:gd name="T18" fmla="*/ 93 w 160"/>
                  <a:gd name="T19" fmla="*/ 166 h 167"/>
                  <a:gd name="T20" fmla="*/ 93 w 160"/>
                  <a:gd name="T21" fmla="*/ 95 h 167"/>
                  <a:gd name="T22" fmla="*/ 159 w 160"/>
                  <a:gd name="T23" fmla="*/ 95 h 167"/>
                  <a:gd name="T24" fmla="*/ 159 w 160"/>
                  <a:gd name="T25" fmla="*/ 7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7">
                    <a:moveTo>
                      <a:pt x="159" y="72"/>
                    </a:moveTo>
                    <a:lnTo>
                      <a:pt x="93" y="72"/>
                    </a:lnTo>
                    <a:lnTo>
                      <a:pt x="93" y="0"/>
                    </a:lnTo>
                    <a:lnTo>
                      <a:pt x="67" y="0"/>
                    </a:lnTo>
                    <a:lnTo>
                      <a:pt x="67" y="72"/>
                    </a:lnTo>
                    <a:lnTo>
                      <a:pt x="0" y="72"/>
                    </a:lnTo>
                    <a:lnTo>
                      <a:pt x="0" y="95"/>
                    </a:lnTo>
                    <a:lnTo>
                      <a:pt x="67" y="95"/>
                    </a:lnTo>
                    <a:lnTo>
                      <a:pt x="67" y="166"/>
                    </a:lnTo>
                    <a:lnTo>
                      <a:pt x="93" y="166"/>
                    </a:lnTo>
                    <a:lnTo>
                      <a:pt x="93" y="95"/>
                    </a:lnTo>
                    <a:lnTo>
                      <a:pt x="159" y="95"/>
                    </a:lnTo>
                    <a:lnTo>
                      <a:pt x="159" y="7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6" name="Freeform 137">
                <a:extLst>
                  <a:ext uri="{FF2B5EF4-FFF2-40B4-BE49-F238E27FC236}">
                    <a16:creationId xmlns:a16="http://schemas.microsoft.com/office/drawing/2014/main" id="{EED628A1-2B97-9E3E-743E-9B0B0A982702}"/>
                  </a:ext>
                </a:extLst>
              </p:cNvPr>
              <p:cNvSpPr>
                <a:spLocks noChangeArrowheads="1"/>
              </p:cNvSpPr>
              <p:nvPr/>
            </p:nvSpPr>
            <p:spPr bwMode="auto">
              <a:xfrm>
                <a:off x="5121275" y="5780088"/>
                <a:ext cx="57150" cy="60325"/>
              </a:xfrm>
              <a:custGeom>
                <a:avLst/>
                <a:gdLst>
                  <a:gd name="T0" fmla="*/ 157 w 158"/>
                  <a:gd name="T1" fmla="*/ 73 h 168"/>
                  <a:gd name="T2" fmla="*/ 91 w 158"/>
                  <a:gd name="T3" fmla="*/ 73 h 168"/>
                  <a:gd name="T4" fmla="*/ 91 w 158"/>
                  <a:gd name="T5" fmla="*/ 0 h 168"/>
                  <a:gd name="T6" fmla="*/ 66 w 158"/>
                  <a:gd name="T7" fmla="*/ 0 h 168"/>
                  <a:gd name="T8" fmla="*/ 66 w 158"/>
                  <a:gd name="T9" fmla="*/ 73 h 168"/>
                  <a:gd name="T10" fmla="*/ 0 w 158"/>
                  <a:gd name="T11" fmla="*/ 73 h 168"/>
                  <a:gd name="T12" fmla="*/ 0 w 158"/>
                  <a:gd name="T13" fmla="*/ 95 h 168"/>
                  <a:gd name="T14" fmla="*/ 66 w 158"/>
                  <a:gd name="T15" fmla="*/ 95 h 168"/>
                  <a:gd name="T16" fmla="*/ 66 w 158"/>
                  <a:gd name="T17" fmla="*/ 167 h 168"/>
                  <a:gd name="T18" fmla="*/ 91 w 158"/>
                  <a:gd name="T19" fmla="*/ 167 h 168"/>
                  <a:gd name="T20" fmla="*/ 91 w 158"/>
                  <a:gd name="T21" fmla="*/ 95 h 168"/>
                  <a:gd name="T22" fmla="*/ 157 w 158"/>
                  <a:gd name="T23" fmla="*/ 95 h 168"/>
                  <a:gd name="T24" fmla="*/ 157 w 158"/>
                  <a:gd name="T2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68">
                    <a:moveTo>
                      <a:pt x="157" y="73"/>
                    </a:moveTo>
                    <a:lnTo>
                      <a:pt x="91" y="73"/>
                    </a:lnTo>
                    <a:lnTo>
                      <a:pt x="91" y="0"/>
                    </a:lnTo>
                    <a:lnTo>
                      <a:pt x="66" y="0"/>
                    </a:lnTo>
                    <a:lnTo>
                      <a:pt x="66" y="73"/>
                    </a:lnTo>
                    <a:lnTo>
                      <a:pt x="0" y="73"/>
                    </a:lnTo>
                    <a:lnTo>
                      <a:pt x="0" y="95"/>
                    </a:lnTo>
                    <a:lnTo>
                      <a:pt x="66" y="95"/>
                    </a:lnTo>
                    <a:lnTo>
                      <a:pt x="66" y="167"/>
                    </a:lnTo>
                    <a:lnTo>
                      <a:pt x="91" y="167"/>
                    </a:lnTo>
                    <a:lnTo>
                      <a:pt x="91" y="95"/>
                    </a:lnTo>
                    <a:lnTo>
                      <a:pt x="157" y="95"/>
                    </a:lnTo>
                    <a:lnTo>
                      <a:pt x="157" y="7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7" name="Freeform 138">
                <a:extLst>
                  <a:ext uri="{FF2B5EF4-FFF2-40B4-BE49-F238E27FC236}">
                    <a16:creationId xmlns:a16="http://schemas.microsoft.com/office/drawing/2014/main" id="{C3C27A3C-65BE-AECF-B6BE-A7994799BD6B}"/>
                  </a:ext>
                </a:extLst>
              </p:cNvPr>
              <p:cNvSpPr>
                <a:spLocks noChangeArrowheads="1"/>
              </p:cNvSpPr>
              <p:nvPr/>
            </p:nvSpPr>
            <p:spPr bwMode="auto">
              <a:xfrm>
                <a:off x="5080000" y="5910263"/>
                <a:ext cx="41275" cy="42862"/>
              </a:xfrm>
              <a:custGeom>
                <a:avLst/>
                <a:gdLst>
                  <a:gd name="T0" fmla="*/ 112 w 113"/>
                  <a:gd name="T1" fmla="*/ 50 h 121"/>
                  <a:gd name="T2" fmla="*/ 67 w 113"/>
                  <a:gd name="T3" fmla="*/ 50 h 121"/>
                  <a:gd name="T4" fmla="*/ 67 w 113"/>
                  <a:gd name="T5" fmla="*/ 0 h 121"/>
                  <a:gd name="T6" fmla="*/ 45 w 113"/>
                  <a:gd name="T7" fmla="*/ 0 h 121"/>
                  <a:gd name="T8" fmla="*/ 45 w 113"/>
                  <a:gd name="T9" fmla="*/ 50 h 121"/>
                  <a:gd name="T10" fmla="*/ 0 w 113"/>
                  <a:gd name="T11" fmla="*/ 50 h 121"/>
                  <a:gd name="T12" fmla="*/ 0 w 113"/>
                  <a:gd name="T13" fmla="*/ 70 h 121"/>
                  <a:gd name="T14" fmla="*/ 45 w 113"/>
                  <a:gd name="T15" fmla="*/ 70 h 121"/>
                  <a:gd name="T16" fmla="*/ 45 w 113"/>
                  <a:gd name="T17" fmla="*/ 120 h 121"/>
                  <a:gd name="T18" fmla="*/ 67 w 113"/>
                  <a:gd name="T19" fmla="*/ 120 h 121"/>
                  <a:gd name="T20" fmla="*/ 67 w 113"/>
                  <a:gd name="T21" fmla="*/ 70 h 121"/>
                  <a:gd name="T22" fmla="*/ 112 w 113"/>
                  <a:gd name="T23" fmla="*/ 70 h 121"/>
                  <a:gd name="T24" fmla="*/ 112 w 113"/>
                  <a:gd name="T25" fmla="*/ 5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21">
                    <a:moveTo>
                      <a:pt x="112" y="50"/>
                    </a:moveTo>
                    <a:lnTo>
                      <a:pt x="67" y="50"/>
                    </a:lnTo>
                    <a:lnTo>
                      <a:pt x="67" y="0"/>
                    </a:lnTo>
                    <a:lnTo>
                      <a:pt x="45" y="0"/>
                    </a:lnTo>
                    <a:lnTo>
                      <a:pt x="45" y="50"/>
                    </a:lnTo>
                    <a:lnTo>
                      <a:pt x="0" y="50"/>
                    </a:lnTo>
                    <a:lnTo>
                      <a:pt x="0" y="70"/>
                    </a:lnTo>
                    <a:lnTo>
                      <a:pt x="45" y="70"/>
                    </a:lnTo>
                    <a:lnTo>
                      <a:pt x="45" y="120"/>
                    </a:lnTo>
                    <a:lnTo>
                      <a:pt x="67" y="120"/>
                    </a:lnTo>
                    <a:lnTo>
                      <a:pt x="67" y="70"/>
                    </a:lnTo>
                    <a:lnTo>
                      <a:pt x="112" y="70"/>
                    </a:lnTo>
                    <a:lnTo>
                      <a:pt x="112" y="5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8" name="Freeform 139">
                <a:extLst>
                  <a:ext uri="{FF2B5EF4-FFF2-40B4-BE49-F238E27FC236}">
                    <a16:creationId xmlns:a16="http://schemas.microsoft.com/office/drawing/2014/main" id="{08011EEF-5FFE-BA2D-FAEF-904252EDAC08}"/>
                  </a:ext>
                </a:extLst>
              </p:cNvPr>
              <p:cNvSpPr>
                <a:spLocks noChangeArrowheads="1"/>
              </p:cNvSpPr>
              <p:nvPr/>
            </p:nvSpPr>
            <p:spPr bwMode="auto">
              <a:xfrm>
                <a:off x="5021263" y="5780088"/>
                <a:ext cx="57150" cy="60325"/>
              </a:xfrm>
              <a:custGeom>
                <a:avLst/>
                <a:gdLst>
                  <a:gd name="T0" fmla="*/ 159 w 160"/>
                  <a:gd name="T1" fmla="*/ 73 h 168"/>
                  <a:gd name="T2" fmla="*/ 91 w 160"/>
                  <a:gd name="T3" fmla="*/ 73 h 168"/>
                  <a:gd name="T4" fmla="*/ 91 w 160"/>
                  <a:gd name="T5" fmla="*/ 0 h 168"/>
                  <a:gd name="T6" fmla="*/ 68 w 160"/>
                  <a:gd name="T7" fmla="*/ 0 h 168"/>
                  <a:gd name="T8" fmla="*/ 68 w 160"/>
                  <a:gd name="T9" fmla="*/ 73 h 168"/>
                  <a:gd name="T10" fmla="*/ 0 w 160"/>
                  <a:gd name="T11" fmla="*/ 73 h 168"/>
                  <a:gd name="T12" fmla="*/ 0 w 160"/>
                  <a:gd name="T13" fmla="*/ 95 h 168"/>
                  <a:gd name="T14" fmla="*/ 68 w 160"/>
                  <a:gd name="T15" fmla="*/ 95 h 168"/>
                  <a:gd name="T16" fmla="*/ 68 w 160"/>
                  <a:gd name="T17" fmla="*/ 167 h 168"/>
                  <a:gd name="T18" fmla="*/ 91 w 160"/>
                  <a:gd name="T19" fmla="*/ 167 h 168"/>
                  <a:gd name="T20" fmla="*/ 91 w 160"/>
                  <a:gd name="T21" fmla="*/ 95 h 168"/>
                  <a:gd name="T22" fmla="*/ 159 w 160"/>
                  <a:gd name="T23" fmla="*/ 95 h 168"/>
                  <a:gd name="T24" fmla="*/ 159 w 160"/>
                  <a:gd name="T2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 h="168">
                    <a:moveTo>
                      <a:pt x="159" y="73"/>
                    </a:moveTo>
                    <a:lnTo>
                      <a:pt x="91" y="73"/>
                    </a:lnTo>
                    <a:lnTo>
                      <a:pt x="91" y="0"/>
                    </a:lnTo>
                    <a:lnTo>
                      <a:pt x="68" y="0"/>
                    </a:lnTo>
                    <a:lnTo>
                      <a:pt x="68" y="73"/>
                    </a:lnTo>
                    <a:lnTo>
                      <a:pt x="0" y="73"/>
                    </a:lnTo>
                    <a:lnTo>
                      <a:pt x="0" y="95"/>
                    </a:lnTo>
                    <a:lnTo>
                      <a:pt x="68" y="95"/>
                    </a:lnTo>
                    <a:lnTo>
                      <a:pt x="68" y="167"/>
                    </a:lnTo>
                    <a:lnTo>
                      <a:pt x="91" y="167"/>
                    </a:lnTo>
                    <a:lnTo>
                      <a:pt x="91" y="95"/>
                    </a:lnTo>
                    <a:lnTo>
                      <a:pt x="159" y="95"/>
                    </a:lnTo>
                    <a:lnTo>
                      <a:pt x="159" y="7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9" name="Freeform 140">
                <a:extLst>
                  <a:ext uri="{FF2B5EF4-FFF2-40B4-BE49-F238E27FC236}">
                    <a16:creationId xmlns:a16="http://schemas.microsoft.com/office/drawing/2014/main" id="{2497C84B-2361-56A5-4916-0B0353D0B112}"/>
                  </a:ext>
                </a:extLst>
              </p:cNvPr>
              <p:cNvSpPr>
                <a:spLocks noChangeArrowheads="1"/>
              </p:cNvSpPr>
              <p:nvPr/>
            </p:nvSpPr>
            <p:spPr bwMode="auto">
              <a:xfrm>
                <a:off x="5156200" y="5835650"/>
                <a:ext cx="41275" cy="44450"/>
              </a:xfrm>
              <a:custGeom>
                <a:avLst/>
                <a:gdLst>
                  <a:gd name="T0" fmla="*/ 112 w 113"/>
                  <a:gd name="T1" fmla="*/ 51 h 122"/>
                  <a:gd name="T2" fmla="*/ 67 w 113"/>
                  <a:gd name="T3" fmla="*/ 51 h 122"/>
                  <a:gd name="T4" fmla="*/ 67 w 113"/>
                  <a:gd name="T5" fmla="*/ 0 h 122"/>
                  <a:gd name="T6" fmla="*/ 45 w 113"/>
                  <a:gd name="T7" fmla="*/ 0 h 122"/>
                  <a:gd name="T8" fmla="*/ 45 w 113"/>
                  <a:gd name="T9" fmla="*/ 51 h 122"/>
                  <a:gd name="T10" fmla="*/ 0 w 113"/>
                  <a:gd name="T11" fmla="*/ 51 h 122"/>
                  <a:gd name="T12" fmla="*/ 0 w 113"/>
                  <a:gd name="T13" fmla="*/ 71 h 122"/>
                  <a:gd name="T14" fmla="*/ 45 w 113"/>
                  <a:gd name="T15" fmla="*/ 71 h 122"/>
                  <a:gd name="T16" fmla="*/ 45 w 113"/>
                  <a:gd name="T17" fmla="*/ 121 h 122"/>
                  <a:gd name="T18" fmla="*/ 67 w 113"/>
                  <a:gd name="T19" fmla="*/ 121 h 122"/>
                  <a:gd name="T20" fmla="*/ 67 w 113"/>
                  <a:gd name="T21" fmla="*/ 71 h 122"/>
                  <a:gd name="T22" fmla="*/ 112 w 113"/>
                  <a:gd name="T23" fmla="*/ 71 h 122"/>
                  <a:gd name="T24" fmla="*/ 112 w 113"/>
                  <a:gd name="T25" fmla="*/ 5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22">
                    <a:moveTo>
                      <a:pt x="112" y="51"/>
                    </a:moveTo>
                    <a:lnTo>
                      <a:pt x="67" y="51"/>
                    </a:lnTo>
                    <a:lnTo>
                      <a:pt x="67" y="0"/>
                    </a:lnTo>
                    <a:lnTo>
                      <a:pt x="45" y="0"/>
                    </a:lnTo>
                    <a:lnTo>
                      <a:pt x="45" y="51"/>
                    </a:lnTo>
                    <a:lnTo>
                      <a:pt x="0" y="51"/>
                    </a:lnTo>
                    <a:lnTo>
                      <a:pt x="0" y="71"/>
                    </a:lnTo>
                    <a:lnTo>
                      <a:pt x="45" y="71"/>
                    </a:lnTo>
                    <a:lnTo>
                      <a:pt x="45" y="121"/>
                    </a:lnTo>
                    <a:lnTo>
                      <a:pt x="67" y="121"/>
                    </a:lnTo>
                    <a:lnTo>
                      <a:pt x="67" y="71"/>
                    </a:lnTo>
                    <a:lnTo>
                      <a:pt x="112" y="71"/>
                    </a:lnTo>
                    <a:lnTo>
                      <a:pt x="112" y="5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0" name="Freeform 141">
                <a:extLst>
                  <a:ext uri="{FF2B5EF4-FFF2-40B4-BE49-F238E27FC236}">
                    <a16:creationId xmlns:a16="http://schemas.microsoft.com/office/drawing/2014/main" id="{81644AB2-4D0B-B30C-20E7-4E06AF615F44}"/>
                  </a:ext>
                </a:extLst>
              </p:cNvPr>
              <p:cNvSpPr>
                <a:spLocks noChangeArrowheads="1"/>
              </p:cNvSpPr>
              <p:nvPr/>
            </p:nvSpPr>
            <p:spPr bwMode="auto">
              <a:xfrm>
                <a:off x="5121275" y="5873750"/>
                <a:ext cx="57150" cy="60325"/>
              </a:xfrm>
              <a:custGeom>
                <a:avLst/>
                <a:gdLst>
                  <a:gd name="T0" fmla="*/ 157 w 158"/>
                  <a:gd name="T1" fmla="*/ 72 h 167"/>
                  <a:gd name="T2" fmla="*/ 91 w 158"/>
                  <a:gd name="T3" fmla="*/ 72 h 167"/>
                  <a:gd name="T4" fmla="*/ 91 w 158"/>
                  <a:gd name="T5" fmla="*/ 0 h 167"/>
                  <a:gd name="T6" fmla="*/ 66 w 158"/>
                  <a:gd name="T7" fmla="*/ 0 h 167"/>
                  <a:gd name="T8" fmla="*/ 66 w 158"/>
                  <a:gd name="T9" fmla="*/ 72 h 167"/>
                  <a:gd name="T10" fmla="*/ 0 w 158"/>
                  <a:gd name="T11" fmla="*/ 72 h 167"/>
                  <a:gd name="T12" fmla="*/ 0 w 158"/>
                  <a:gd name="T13" fmla="*/ 95 h 167"/>
                  <a:gd name="T14" fmla="*/ 66 w 158"/>
                  <a:gd name="T15" fmla="*/ 95 h 167"/>
                  <a:gd name="T16" fmla="*/ 66 w 158"/>
                  <a:gd name="T17" fmla="*/ 166 h 167"/>
                  <a:gd name="T18" fmla="*/ 91 w 158"/>
                  <a:gd name="T19" fmla="*/ 166 h 167"/>
                  <a:gd name="T20" fmla="*/ 91 w 158"/>
                  <a:gd name="T21" fmla="*/ 95 h 167"/>
                  <a:gd name="T22" fmla="*/ 157 w 158"/>
                  <a:gd name="T23" fmla="*/ 95 h 167"/>
                  <a:gd name="T24" fmla="*/ 157 w 158"/>
                  <a:gd name="T25" fmla="*/ 7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67">
                    <a:moveTo>
                      <a:pt x="157" y="72"/>
                    </a:moveTo>
                    <a:lnTo>
                      <a:pt x="91" y="72"/>
                    </a:lnTo>
                    <a:lnTo>
                      <a:pt x="91" y="0"/>
                    </a:lnTo>
                    <a:lnTo>
                      <a:pt x="66" y="0"/>
                    </a:lnTo>
                    <a:lnTo>
                      <a:pt x="66" y="72"/>
                    </a:lnTo>
                    <a:lnTo>
                      <a:pt x="0" y="72"/>
                    </a:lnTo>
                    <a:lnTo>
                      <a:pt x="0" y="95"/>
                    </a:lnTo>
                    <a:lnTo>
                      <a:pt x="66" y="95"/>
                    </a:lnTo>
                    <a:lnTo>
                      <a:pt x="66" y="166"/>
                    </a:lnTo>
                    <a:lnTo>
                      <a:pt x="91" y="166"/>
                    </a:lnTo>
                    <a:lnTo>
                      <a:pt x="91" y="95"/>
                    </a:lnTo>
                    <a:lnTo>
                      <a:pt x="157" y="95"/>
                    </a:lnTo>
                    <a:lnTo>
                      <a:pt x="157" y="7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1" name="Freeform 142">
                <a:extLst>
                  <a:ext uri="{FF2B5EF4-FFF2-40B4-BE49-F238E27FC236}">
                    <a16:creationId xmlns:a16="http://schemas.microsoft.com/office/drawing/2014/main" id="{7EC7441E-E89E-0174-31A5-D6DE26FEA0BB}"/>
                  </a:ext>
                </a:extLst>
              </p:cNvPr>
              <p:cNvSpPr>
                <a:spLocks noChangeArrowheads="1"/>
              </p:cNvSpPr>
              <p:nvPr/>
            </p:nvSpPr>
            <p:spPr bwMode="auto">
              <a:xfrm>
                <a:off x="5080000" y="5762625"/>
                <a:ext cx="38100" cy="41275"/>
              </a:xfrm>
              <a:custGeom>
                <a:avLst/>
                <a:gdLst>
                  <a:gd name="T0" fmla="*/ 105 w 106"/>
                  <a:gd name="T1" fmla="*/ 49 h 114"/>
                  <a:gd name="T2" fmla="*/ 60 w 106"/>
                  <a:gd name="T3" fmla="*/ 49 h 114"/>
                  <a:gd name="T4" fmla="*/ 60 w 106"/>
                  <a:gd name="T5" fmla="*/ 0 h 114"/>
                  <a:gd name="T6" fmla="*/ 44 w 106"/>
                  <a:gd name="T7" fmla="*/ 0 h 114"/>
                  <a:gd name="T8" fmla="*/ 44 w 106"/>
                  <a:gd name="T9" fmla="*/ 49 h 114"/>
                  <a:gd name="T10" fmla="*/ 0 w 106"/>
                  <a:gd name="T11" fmla="*/ 49 h 114"/>
                  <a:gd name="T12" fmla="*/ 0 w 106"/>
                  <a:gd name="T13" fmla="*/ 64 h 114"/>
                  <a:gd name="T14" fmla="*/ 44 w 106"/>
                  <a:gd name="T15" fmla="*/ 64 h 114"/>
                  <a:gd name="T16" fmla="*/ 44 w 106"/>
                  <a:gd name="T17" fmla="*/ 113 h 114"/>
                  <a:gd name="T18" fmla="*/ 60 w 106"/>
                  <a:gd name="T19" fmla="*/ 113 h 114"/>
                  <a:gd name="T20" fmla="*/ 60 w 106"/>
                  <a:gd name="T21" fmla="*/ 64 h 114"/>
                  <a:gd name="T22" fmla="*/ 105 w 106"/>
                  <a:gd name="T23" fmla="*/ 64 h 114"/>
                  <a:gd name="T24" fmla="*/ 105 w 106"/>
                  <a:gd name="T25" fmla="*/ 4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4">
                    <a:moveTo>
                      <a:pt x="105" y="49"/>
                    </a:moveTo>
                    <a:lnTo>
                      <a:pt x="60" y="49"/>
                    </a:lnTo>
                    <a:lnTo>
                      <a:pt x="60" y="0"/>
                    </a:lnTo>
                    <a:lnTo>
                      <a:pt x="44" y="0"/>
                    </a:lnTo>
                    <a:lnTo>
                      <a:pt x="44" y="49"/>
                    </a:lnTo>
                    <a:lnTo>
                      <a:pt x="0" y="49"/>
                    </a:lnTo>
                    <a:lnTo>
                      <a:pt x="0" y="64"/>
                    </a:lnTo>
                    <a:lnTo>
                      <a:pt x="44" y="64"/>
                    </a:lnTo>
                    <a:lnTo>
                      <a:pt x="44" y="113"/>
                    </a:lnTo>
                    <a:lnTo>
                      <a:pt x="60" y="113"/>
                    </a:lnTo>
                    <a:lnTo>
                      <a:pt x="60" y="64"/>
                    </a:lnTo>
                    <a:lnTo>
                      <a:pt x="105" y="64"/>
                    </a:lnTo>
                    <a:lnTo>
                      <a:pt x="105" y="49"/>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2" name="Freeform 143">
                <a:extLst>
                  <a:ext uri="{FF2B5EF4-FFF2-40B4-BE49-F238E27FC236}">
                    <a16:creationId xmlns:a16="http://schemas.microsoft.com/office/drawing/2014/main" id="{6F028D23-A0F0-40DA-95A4-F869CCB017F9}"/>
                  </a:ext>
                </a:extLst>
              </p:cNvPr>
              <p:cNvSpPr>
                <a:spLocks noChangeArrowheads="1"/>
              </p:cNvSpPr>
              <p:nvPr/>
            </p:nvSpPr>
            <p:spPr bwMode="auto">
              <a:xfrm>
                <a:off x="5002213" y="5837238"/>
                <a:ext cx="38100" cy="41275"/>
              </a:xfrm>
              <a:custGeom>
                <a:avLst/>
                <a:gdLst>
                  <a:gd name="T0" fmla="*/ 105 w 106"/>
                  <a:gd name="T1" fmla="*/ 48 h 113"/>
                  <a:gd name="T2" fmla="*/ 60 w 106"/>
                  <a:gd name="T3" fmla="*/ 48 h 113"/>
                  <a:gd name="T4" fmla="*/ 60 w 106"/>
                  <a:gd name="T5" fmla="*/ 0 h 113"/>
                  <a:gd name="T6" fmla="*/ 45 w 106"/>
                  <a:gd name="T7" fmla="*/ 0 h 113"/>
                  <a:gd name="T8" fmla="*/ 45 w 106"/>
                  <a:gd name="T9" fmla="*/ 48 h 113"/>
                  <a:gd name="T10" fmla="*/ 0 w 106"/>
                  <a:gd name="T11" fmla="*/ 48 h 113"/>
                  <a:gd name="T12" fmla="*/ 0 w 106"/>
                  <a:gd name="T13" fmla="*/ 64 h 113"/>
                  <a:gd name="T14" fmla="*/ 45 w 106"/>
                  <a:gd name="T15" fmla="*/ 64 h 113"/>
                  <a:gd name="T16" fmla="*/ 45 w 106"/>
                  <a:gd name="T17" fmla="*/ 112 h 113"/>
                  <a:gd name="T18" fmla="*/ 60 w 106"/>
                  <a:gd name="T19" fmla="*/ 112 h 113"/>
                  <a:gd name="T20" fmla="*/ 60 w 106"/>
                  <a:gd name="T21" fmla="*/ 63 h 113"/>
                  <a:gd name="T22" fmla="*/ 105 w 106"/>
                  <a:gd name="T23" fmla="*/ 63 h 113"/>
                  <a:gd name="T24" fmla="*/ 105 w 106"/>
                  <a:gd name="T25" fmla="*/ 4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6" h="113">
                    <a:moveTo>
                      <a:pt x="105" y="48"/>
                    </a:moveTo>
                    <a:lnTo>
                      <a:pt x="60" y="48"/>
                    </a:lnTo>
                    <a:lnTo>
                      <a:pt x="60" y="0"/>
                    </a:lnTo>
                    <a:lnTo>
                      <a:pt x="45" y="0"/>
                    </a:lnTo>
                    <a:lnTo>
                      <a:pt x="45" y="48"/>
                    </a:lnTo>
                    <a:lnTo>
                      <a:pt x="0" y="48"/>
                    </a:lnTo>
                    <a:lnTo>
                      <a:pt x="0" y="64"/>
                    </a:lnTo>
                    <a:lnTo>
                      <a:pt x="45" y="64"/>
                    </a:lnTo>
                    <a:lnTo>
                      <a:pt x="45" y="112"/>
                    </a:lnTo>
                    <a:lnTo>
                      <a:pt x="60" y="112"/>
                    </a:lnTo>
                    <a:lnTo>
                      <a:pt x="60" y="63"/>
                    </a:lnTo>
                    <a:lnTo>
                      <a:pt x="105" y="63"/>
                    </a:lnTo>
                    <a:lnTo>
                      <a:pt x="105" y="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3" name="Freeform 144">
                <a:extLst>
                  <a:ext uri="{FF2B5EF4-FFF2-40B4-BE49-F238E27FC236}">
                    <a16:creationId xmlns:a16="http://schemas.microsoft.com/office/drawing/2014/main" id="{737FA7D2-F39C-350F-A4BD-A0D27D00E705}"/>
                  </a:ext>
                </a:extLst>
              </p:cNvPr>
              <p:cNvSpPr>
                <a:spLocks noChangeArrowheads="1"/>
              </p:cNvSpPr>
              <p:nvPr/>
            </p:nvSpPr>
            <p:spPr bwMode="auto">
              <a:xfrm>
                <a:off x="5480050" y="5811838"/>
                <a:ext cx="53975" cy="87312"/>
              </a:xfrm>
              <a:custGeom>
                <a:avLst/>
                <a:gdLst>
                  <a:gd name="T0" fmla="*/ 34 w 152"/>
                  <a:gd name="T1" fmla="*/ 85 h 244"/>
                  <a:gd name="T2" fmla="*/ 74 w 152"/>
                  <a:gd name="T3" fmla="*/ 76 h 244"/>
                  <a:gd name="T4" fmla="*/ 151 w 152"/>
                  <a:gd name="T5" fmla="*/ 160 h 244"/>
                  <a:gd name="T6" fmla="*/ 61 w 152"/>
                  <a:gd name="T7" fmla="*/ 243 h 244"/>
                  <a:gd name="T8" fmla="*/ 1 w 152"/>
                  <a:gd name="T9" fmla="*/ 233 h 244"/>
                  <a:gd name="T10" fmla="*/ 0 w 152"/>
                  <a:gd name="T11" fmla="*/ 0 h 244"/>
                  <a:gd name="T12" fmla="*/ 34 w 152"/>
                  <a:gd name="T13" fmla="*/ 0 h 244"/>
                  <a:gd name="T14" fmla="*/ 34 w 152"/>
                  <a:gd name="T15" fmla="*/ 85 h 244"/>
                  <a:gd name="T16" fmla="*/ 64 w 152"/>
                  <a:gd name="T17" fmla="*/ 211 h 244"/>
                  <a:gd name="T18" fmla="*/ 115 w 152"/>
                  <a:gd name="T19" fmla="*/ 160 h 244"/>
                  <a:gd name="T20" fmla="*/ 68 w 152"/>
                  <a:gd name="T21" fmla="*/ 108 h 244"/>
                  <a:gd name="T22" fmla="*/ 34 w 152"/>
                  <a:gd name="T23" fmla="*/ 117 h 244"/>
                  <a:gd name="T24" fmla="*/ 34 w 152"/>
                  <a:gd name="T25" fmla="*/ 206 h 244"/>
                  <a:gd name="T26" fmla="*/ 64 w 152"/>
                  <a:gd name="T27" fmla="*/ 21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244">
                    <a:moveTo>
                      <a:pt x="34" y="85"/>
                    </a:moveTo>
                    <a:cubicBezTo>
                      <a:pt x="50" y="78"/>
                      <a:pt x="65" y="76"/>
                      <a:pt x="74" y="76"/>
                    </a:cubicBezTo>
                    <a:cubicBezTo>
                      <a:pt x="120" y="76"/>
                      <a:pt x="151" y="108"/>
                      <a:pt x="151" y="160"/>
                    </a:cubicBezTo>
                    <a:cubicBezTo>
                      <a:pt x="151" y="212"/>
                      <a:pt x="118" y="243"/>
                      <a:pt x="61" y="243"/>
                    </a:cubicBezTo>
                    <a:cubicBezTo>
                      <a:pt x="41" y="243"/>
                      <a:pt x="22" y="239"/>
                      <a:pt x="1" y="233"/>
                    </a:cubicBezTo>
                    <a:lnTo>
                      <a:pt x="0" y="0"/>
                    </a:lnTo>
                    <a:lnTo>
                      <a:pt x="34" y="0"/>
                    </a:lnTo>
                    <a:lnTo>
                      <a:pt x="34" y="85"/>
                    </a:lnTo>
                    <a:close/>
                    <a:moveTo>
                      <a:pt x="64" y="211"/>
                    </a:moveTo>
                    <a:cubicBezTo>
                      <a:pt x="97" y="211"/>
                      <a:pt x="115" y="193"/>
                      <a:pt x="115" y="160"/>
                    </a:cubicBezTo>
                    <a:cubicBezTo>
                      <a:pt x="115" y="128"/>
                      <a:pt x="97" y="108"/>
                      <a:pt x="68" y="108"/>
                    </a:cubicBezTo>
                    <a:cubicBezTo>
                      <a:pt x="55" y="108"/>
                      <a:pt x="43" y="113"/>
                      <a:pt x="34" y="117"/>
                    </a:cubicBezTo>
                    <a:lnTo>
                      <a:pt x="34" y="206"/>
                    </a:lnTo>
                    <a:cubicBezTo>
                      <a:pt x="45" y="209"/>
                      <a:pt x="55" y="211"/>
                      <a:pt x="64" y="21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4" name="Freeform 145">
                <a:extLst>
                  <a:ext uri="{FF2B5EF4-FFF2-40B4-BE49-F238E27FC236}">
                    <a16:creationId xmlns:a16="http://schemas.microsoft.com/office/drawing/2014/main" id="{26EEECA1-17F5-39C0-9030-A4F1CFB64738}"/>
                  </a:ext>
                </a:extLst>
              </p:cNvPr>
              <p:cNvSpPr>
                <a:spLocks noChangeArrowheads="1"/>
              </p:cNvSpPr>
              <p:nvPr/>
            </p:nvSpPr>
            <p:spPr bwMode="auto">
              <a:xfrm>
                <a:off x="5581650" y="5800725"/>
                <a:ext cx="12700" cy="109538"/>
              </a:xfrm>
              <a:custGeom>
                <a:avLst/>
                <a:gdLst>
                  <a:gd name="T0" fmla="*/ 17 w 35"/>
                  <a:gd name="T1" fmla="*/ 305 h 306"/>
                  <a:gd name="T2" fmla="*/ 0 w 35"/>
                  <a:gd name="T3" fmla="*/ 305 h 306"/>
                  <a:gd name="T4" fmla="*/ 0 w 35"/>
                  <a:gd name="T5" fmla="*/ 0 h 306"/>
                  <a:gd name="T6" fmla="*/ 34 w 35"/>
                  <a:gd name="T7" fmla="*/ 0 h 306"/>
                  <a:gd name="T8" fmla="*/ 34 w 35"/>
                  <a:gd name="T9" fmla="*/ 305 h 306"/>
                  <a:gd name="T10" fmla="*/ 17 w 35"/>
                  <a:gd name="T11" fmla="*/ 305 h 306"/>
                </a:gdLst>
                <a:ahLst/>
                <a:cxnLst>
                  <a:cxn ang="0">
                    <a:pos x="T0" y="T1"/>
                  </a:cxn>
                  <a:cxn ang="0">
                    <a:pos x="T2" y="T3"/>
                  </a:cxn>
                  <a:cxn ang="0">
                    <a:pos x="T4" y="T5"/>
                  </a:cxn>
                  <a:cxn ang="0">
                    <a:pos x="T6" y="T7"/>
                  </a:cxn>
                  <a:cxn ang="0">
                    <a:pos x="T8" y="T9"/>
                  </a:cxn>
                  <a:cxn ang="0">
                    <a:pos x="T10" y="T11"/>
                  </a:cxn>
                </a:cxnLst>
                <a:rect l="0" t="0" r="r" b="b"/>
                <a:pathLst>
                  <a:path w="35" h="306">
                    <a:moveTo>
                      <a:pt x="17" y="305"/>
                    </a:moveTo>
                    <a:lnTo>
                      <a:pt x="0" y="305"/>
                    </a:lnTo>
                    <a:lnTo>
                      <a:pt x="0" y="0"/>
                    </a:lnTo>
                    <a:lnTo>
                      <a:pt x="34" y="0"/>
                    </a:lnTo>
                    <a:lnTo>
                      <a:pt x="34" y="305"/>
                    </a:lnTo>
                    <a:lnTo>
                      <a:pt x="17" y="30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5" name="Freeform 146">
                <a:extLst>
                  <a:ext uri="{FF2B5EF4-FFF2-40B4-BE49-F238E27FC236}">
                    <a16:creationId xmlns:a16="http://schemas.microsoft.com/office/drawing/2014/main" id="{75AEA178-4A9A-EEC9-10CA-2E2DB935ABA4}"/>
                  </a:ext>
                </a:extLst>
              </p:cNvPr>
              <p:cNvSpPr>
                <a:spLocks noChangeArrowheads="1"/>
              </p:cNvSpPr>
              <p:nvPr/>
            </p:nvSpPr>
            <p:spPr bwMode="auto">
              <a:xfrm>
                <a:off x="5643563" y="5840413"/>
                <a:ext cx="57150" cy="61912"/>
              </a:xfrm>
              <a:custGeom>
                <a:avLst/>
                <a:gdLst>
                  <a:gd name="T0" fmla="*/ 40 w 158"/>
                  <a:gd name="T1" fmla="*/ 65 h 170"/>
                  <a:gd name="T2" fmla="*/ 118 w 158"/>
                  <a:gd name="T3" fmla="*/ 65 h 170"/>
                  <a:gd name="T4" fmla="*/ 86 w 158"/>
                  <a:gd name="T5" fmla="*/ 31 h 170"/>
                  <a:gd name="T6" fmla="*/ 40 w 158"/>
                  <a:gd name="T7" fmla="*/ 65 h 170"/>
                  <a:gd name="T8" fmla="*/ 78 w 158"/>
                  <a:gd name="T9" fmla="*/ 166 h 170"/>
                  <a:gd name="T10" fmla="*/ 1 w 158"/>
                  <a:gd name="T11" fmla="*/ 81 h 170"/>
                  <a:gd name="T12" fmla="*/ 80 w 158"/>
                  <a:gd name="T13" fmla="*/ 0 h 170"/>
                  <a:gd name="T14" fmla="*/ 155 w 158"/>
                  <a:gd name="T15" fmla="*/ 90 h 170"/>
                  <a:gd name="T16" fmla="*/ 38 w 158"/>
                  <a:gd name="T17" fmla="*/ 90 h 170"/>
                  <a:gd name="T18" fmla="*/ 82 w 158"/>
                  <a:gd name="T19" fmla="*/ 135 h 170"/>
                  <a:gd name="T20" fmla="*/ 147 w 158"/>
                  <a:gd name="T21" fmla="*/ 122 h 170"/>
                  <a:gd name="T22" fmla="*/ 147 w 158"/>
                  <a:gd name="T23" fmla="*/ 154 h 170"/>
                  <a:gd name="T24" fmla="*/ 78 w 158"/>
                  <a:gd name="T25" fmla="*/ 16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70">
                    <a:moveTo>
                      <a:pt x="40" y="65"/>
                    </a:moveTo>
                    <a:lnTo>
                      <a:pt x="118" y="65"/>
                    </a:lnTo>
                    <a:cubicBezTo>
                      <a:pt x="117" y="44"/>
                      <a:pt x="106" y="32"/>
                      <a:pt x="86" y="31"/>
                    </a:cubicBezTo>
                    <a:cubicBezTo>
                      <a:pt x="65" y="30"/>
                      <a:pt x="46" y="43"/>
                      <a:pt x="40" y="65"/>
                    </a:cubicBezTo>
                    <a:close/>
                    <a:moveTo>
                      <a:pt x="78" y="166"/>
                    </a:moveTo>
                    <a:cubicBezTo>
                      <a:pt x="26" y="161"/>
                      <a:pt x="0" y="124"/>
                      <a:pt x="1" y="81"/>
                    </a:cubicBezTo>
                    <a:cubicBezTo>
                      <a:pt x="2" y="33"/>
                      <a:pt x="33" y="0"/>
                      <a:pt x="80" y="0"/>
                    </a:cubicBezTo>
                    <a:cubicBezTo>
                      <a:pt x="130" y="0"/>
                      <a:pt x="157" y="37"/>
                      <a:pt x="155" y="90"/>
                    </a:cubicBezTo>
                    <a:lnTo>
                      <a:pt x="38" y="90"/>
                    </a:lnTo>
                    <a:cubicBezTo>
                      <a:pt x="41" y="120"/>
                      <a:pt x="58" y="134"/>
                      <a:pt x="82" y="135"/>
                    </a:cubicBezTo>
                    <a:cubicBezTo>
                      <a:pt x="103" y="136"/>
                      <a:pt x="132" y="132"/>
                      <a:pt x="147" y="122"/>
                    </a:cubicBezTo>
                    <a:lnTo>
                      <a:pt x="147" y="154"/>
                    </a:lnTo>
                    <a:cubicBezTo>
                      <a:pt x="126" y="165"/>
                      <a:pt x="105" y="169"/>
                      <a:pt x="78" y="16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6" name="Freeform 147">
                <a:extLst>
                  <a:ext uri="{FF2B5EF4-FFF2-40B4-BE49-F238E27FC236}">
                    <a16:creationId xmlns:a16="http://schemas.microsoft.com/office/drawing/2014/main" id="{CDC65FAC-1EE2-8A34-5483-A3560A1D9DC9}"/>
                  </a:ext>
                </a:extLst>
              </p:cNvPr>
              <p:cNvSpPr>
                <a:spLocks noChangeArrowheads="1"/>
              </p:cNvSpPr>
              <p:nvPr/>
            </p:nvSpPr>
            <p:spPr bwMode="auto">
              <a:xfrm>
                <a:off x="5849938" y="5842000"/>
                <a:ext cx="50800" cy="58738"/>
              </a:xfrm>
              <a:custGeom>
                <a:avLst/>
                <a:gdLst>
                  <a:gd name="T0" fmla="*/ 70 w 142"/>
                  <a:gd name="T1" fmla="*/ 135 h 162"/>
                  <a:gd name="T2" fmla="*/ 107 w 142"/>
                  <a:gd name="T3" fmla="*/ 100 h 162"/>
                  <a:gd name="T4" fmla="*/ 107 w 142"/>
                  <a:gd name="T5" fmla="*/ 0 h 162"/>
                  <a:gd name="T6" fmla="*/ 141 w 142"/>
                  <a:gd name="T7" fmla="*/ 0 h 162"/>
                  <a:gd name="T8" fmla="*/ 141 w 142"/>
                  <a:gd name="T9" fmla="*/ 104 h 162"/>
                  <a:gd name="T10" fmla="*/ 70 w 142"/>
                  <a:gd name="T11" fmla="*/ 161 h 162"/>
                  <a:gd name="T12" fmla="*/ 0 w 142"/>
                  <a:gd name="T13" fmla="*/ 104 h 162"/>
                  <a:gd name="T14" fmla="*/ 0 w 142"/>
                  <a:gd name="T15" fmla="*/ 0 h 162"/>
                  <a:gd name="T16" fmla="*/ 34 w 142"/>
                  <a:gd name="T17" fmla="*/ 0 h 162"/>
                  <a:gd name="T18" fmla="*/ 34 w 142"/>
                  <a:gd name="T19" fmla="*/ 100 h 162"/>
                  <a:gd name="T20" fmla="*/ 70 w 142"/>
                  <a:gd name="T21" fmla="*/ 135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 h="162">
                    <a:moveTo>
                      <a:pt x="70" y="135"/>
                    </a:moveTo>
                    <a:cubicBezTo>
                      <a:pt x="92" y="135"/>
                      <a:pt x="107" y="125"/>
                      <a:pt x="107" y="100"/>
                    </a:cubicBezTo>
                    <a:lnTo>
                      <a:pt x="107" y="0"/>
                    </a:lnTo>
                    <a:lnTo>
                      <a:pt x="141" y="0"/>
                    </a:lnTo>
                    <a:lnTo>
                      <a:pt x="141" y="104"/>
                    </a:lnTo>
                    <a:cubicBezTo>
                      <a:pt x="141" y="140"/>
                      <a:pt x="114" y="161"/>
                      <a:pt x="70" y="161"/>
                    </a:cubicBezTo>
                    <a:cubicBezTo>
                      <a:pt x="27" y="161"/>
                      <a:pt x="0" y="140"/>
                      <a:pt x="0" y="104"/>
                    </a:cubicBezTo>
                    <a:lnTo>
                      <a:pt x="0" y="0"/>
                    </a:lnTo>
                    <a:lnTo>
                      <a:pt x="34" y="0"/>
                    </a:lnTo>
                    <a:lnTo>
                      <a:pt x="34" y="100"/>
                    </a:lnTo>
                    <a:cubicBezTo>
                      <a:pt x="34" y="125"/>
                      <a:pt x="49" y="135"/>
                      <a:pt x="70" y="13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7" name="Freeform 148">
                <a:extLst>
                  <a:ext uri="{FF2B5EF4-FFF2-40B4-BE49-F238E27FC236}">
                    <a16:creationId xmlns:a16="http://schemas.microsoft.com/office/drawing/2014/main" id="{B3DC9774-74DF-070B-F8B4-46CA9D11FFD1}"/>
                  </a:ext>
                </a:extLst>
              </p:cNvPr>
              <p:cNvSpPr>
                <a:spLocks noChangeArrowheads="1"/>
              </p:cNvSpPr>
              <p:nvPr/>
            </p:nvSpPr>
            <p:spPr bwMode="auto">
              <a:xfrm>
                <a:off x="5365750" y="5838825"/>
                <a:ext cx="53975" cy="60325"/>
              </a:xfrm>
              <a:custGeom>
                <a:avLst/>
                <a:gdLst>
                  <a:gd name="T0" fmla="*/ 90 w 152"/>
                  <a:gd name="T1" fmla="*/ 168 h 169"/>
                  <a:gd name="T2" fmla="*/ 0 w 152"/>
                  <a:gd name="T3" fmla="*/ 85 h 169"/>
                  <a:gd name="T4" fmla="*/ 77 w 152"/>
                  <a:gd name="T5" fmla="*/ 1 h 169"/>
                  <a:gd name="T6" fmla="*/ 117 w 152"/>
                  <a:gd name="T7" fmla="*/ 12 h 169"/>
                  <a:gd name="T8" fmla="*/ 117 w 152"/>
                  <a:gd name="T9" fmla="*/ 0 h 169"/>
                  <a:gd name="T10" fmla="*/ 151 w 152"/>
                  <a:gd name="T11" fmla="*/ 0 h 169"/>
                  <a:gd name="T12" fmla="*/ 150 w 152"/>
                  <a:gd name="T13" fmla="*/ 156 h 169"/>
                  <a:gd name="T14" fmla="*/ 90 w 152"/>
                  <a:gd name="T15" fmla="*/ 168 h 169"/>
                  <a:gd name="T16" fmla="*/ 87 w 152"/>
                  <a:gd name="T17" fmla="*/ 136 h 169"/>
                  <a:gd name="T18" fmla="*/ 117 w 152"/>
                  <a:gd name="T19" fmla="*/ 132 h 169"/>
                  <a:gd name="T20" fmla="*/ 118 w 152"/>
                  <a:gd name="T21" fmla="*/ 44 h 169"/>
                  <a:gd name="T22" fmla="*/ 85 w 152"/>
                  <a:gd name="T23" fmla="*/ 33 h 169"/>
                  <a:gd name="T24" fmla="*/ 38 w 152"/>
                  <a:gd name="T25" fmla="*/ 85 h 169"/>
                  <a:gd name="T26" fmla="*/ 87 w 152"/>
                  <a:gd name="T27" fmla="*/ 13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69">
                    <a:moveTo>
                      <a:pt x="90" y="168"/>
                    </a:moveTo>
                    <a:cubicBezTo>
                      <a:pt x="32" y="168"/>
                      <a:pt x="0" y="137"/>
                      <a:pt x="0" y="85"/>
                    </a:cubicBezTo>
                    <a:cubicBezTo>
                      <a:pt x="0" y="34"/>
                      <a:pt x="31" y="1"/>
                      <a:pt x="77" y="1"/>
                    </a:cubicBezTo>
                    <a:cubicBezTo>
                      <a:pt x="92" y="1"/>
                      <a:pt x="105" y="4"/>
                      <a:pt x="117" y="12"/>
                    </a:cubicBezTo>
                    <a:lnTo>
                      <a:pt x="117" y="0"/>
                    </a:lnTo>
                    <a:lnTo>
                      <a:pt x="151" y="0"/>
                    </a:lnTo>
                    <a:lnTo>
                      <a:pt x="150" y="156"/>
                    </a:lnTo>
                    <a:cubicBezTo>
                      <a:pt x="136" y="163"/>
                      <a:pt x="113" y="168"/>
                      <a:pt x="90" y="168"/>
                    </a:cubicBezTo>
                    <a:close/>
                    <a:moveTo>
                      <a:pt x="87" y="136"/>
                    </a:moveTo>
                    <a:cubicBezTo>
                      <a:pt x="95" y="136"/>
                      <a:pt x="104" y="135"/>
                      <a:pt x="117" y="132"/>
                    </a:cubicBezTo>
                    <a:lnTo>
                      <a:pt x="118" y="44"/>
                    </a:lnTo>
                    <a:cubicBezTo>
                      <a:pt x="107" y="37"/>
                      <a:pt x="97" y="33"/>
                      <a:pt x="85" y="33"/>
                    </a:cubicBezTo>
                    <a:cubicBezTo>
                      <a:pt x="56" y="33"/>
                      <a:pt x="38" y="53"/>
                      <a:pt x="38" y="85"/>
                    </a:cubicBezTo>
                    <a:cubicBezTo>
                      <a:pt x="37" y="118"/>
                      <a:pt x="55" y="137"/>
                      <a:pt x="87" y="13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8" name="Freeform 149">
                <a:extLst>
                  <a:ext uri="{FF2B5EF4-FFF2-40B4-BE49-F238E27FC236}">
                    <a16:creationId xmlns:a16="http://schemas.microsoft.com/office/drawing/2014/main" id="{28D8F5CA-0F4A-EE25-0FE2-487B0FC73B01}"/>
                  </a:ext>
                </a:extLst>
              </p:cNvPr>
              <p:cNvSpPr>
                <a:spLocks noChangeArrowheads="1"/>
              </p:cNvSpPr>
              <p:nvPr/>
            </p:nvSpPr>
            <p:spPr bwMode="auto">
              <a:xfrm>
                <a:off x="5746750" y="5838825"/>
                <a:ext cx="53975" cy="60325"/>
              </a:xfrm>
              <a:custGeom>
                <a:avLst/>
                <a:gdLst>
                  <a:gd name="T0" fmla="*/ 90 w 152"/>
                  <a:gd name="T1" fmla="*/ 168 h 169"/>
                  <a:gd name="T2" fmla="*/ 0 w 152"/>
                  <a:gd name="T3" fmla="*/ 85 h 169"/>
                  <a:gd name="T4" fmla="*/ 77 w 152"/>
                  <a:gd name="T5" fmla="*/ 1 h 169"/>
                  <a:gd name="T6" fmla="*/ 117 w 152"/>
                  <a:gd name="T7" fmla="*/ 12 h 169"/>
                  <a:gd name="T8" fmla="*/ 117 w 152"/>
                  <a:gd name="T9" fmla="*/ 0 h 169"/>
                  <a:gd name="T10" fmla="*/ 151 w 152"/>
                  <a:gd name="T11" fmla="*/ 0 h 169"/>
                  <a:gd name="T12" fmla="*/ 150 w 152"/>
                  <a:gd name="T13" fmla="*/ 156 h 169"/>
                  <a:gd name="T14" fmla="*/ 90 w 152"/>
                  <a:gd name="T15" fmla="*/ 168 h 169"/>
                  <a:gd name="T16" fmla="*/ 87 w 152"/>
                  <a:gd name="T17" fmla="*/ 136 h 169"/>
                  <a:gd name="T18" fmla="*/ 117 w 152"/>
                  <a:gd name="T19" fmla="*/ 132 h 169"/>
                  <a:gd name="T20" fmla="*/ 118 w 152"/>
                  <a:gd name="T21" fmla="*/ 44 h 169"/>
                  <a:gd name="T22" fmla="*/ 85 w 152"/>
                  <a:gd name="T23" fmla="*/ 33 h 169"/>
                  <a:gd name="T24" fmla="*/ 37 w 152"/>
                  <a:gd name="T25" fmla="*/ 85 h 169"/>
                  <a:gd name="T26" fmla="*/ 87 w 152"/>
                  <a:gd name="T27" fmla="*/ 13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2" h="169">
                    <a:moveTo>
                      <a:pt x="90" y="168"/>
                    </a:moveTo>
                    <a:cubicBezTo>
                      <a:pt x="32" y="168"/>
                      <a:pt x="0" y="137"/>
                      <a:pt x="0" y="85"/>
                    </a:cubicBezTo>
                    <a:cubicBezTo>
                      <a:pt x="0" y="34"/>
                      <a:pt x="31" y="1"/>
                      <a:pt x="77" y="1"/>
                    </a:cubicBezTo>
                    <a:cubicBezTo>
                      <a:pt x="92" y="1"/>
                      <a:pt x="105" y="4"/>
                      <a:pt x="117" y="12"/>
                    </a:cubicBezTo>
                    <a:lnTo>
                      <a:pt x="117" y="0"/>
                    </a:lnTo>
                    <a:lnTo>
                      <a:pt x="151" y="0"/>
                    </a:lnTo>
                    <a:lnTo>
                      <a:pt x="150" y="156"/>
                    </a:lnTo>
                    <a:cubicBezTo>
                      <a:pt x="136" y="163"/>
                      <a:pt x="112" y="168"/>
                      <a:pt x="90" y="168"/>
                    </a:cubicBezTo>
                    <a:close/>
                    <a:moveTo>
                      <a:pt x="87" y="136"/>
                    </a:moveTo>
                    <a:cubicBezTo>
                      <a:pt x="93" y="136"/>
                      <a:pt x="104" y="135"/>
                      <a:pt x="117" y="132"/>
                    </a:cubicBezTo>
                    <a:lnTo>
                      <a:pt x="118" y="44"/>
                    </a:lnTo>
                    <a:cubicBezTo>
                      <a:pt x="107" y="37"/>
                      <a:pt x="96" y="33"/>
                      <a:pt x="85" y="33"/>
                    </a:cubicBezTo>
                    <a:cubicBezTo>
                      <a:pt x="56" y="33"/>
                      <a:pt x="37" y="53"/>
                      <a:pt x="37" y="85"/>
                    </a:cubicBezTo>
                    <a:cubicBezTo>
                      <a:pt x="36" y="118"/>
                      <a:pt x="55" y="136"/>
                      <a:pt x="87" y="13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9" name="Freeform 150">
                <a:extLst>
                  <a:ext uri="{FF2B5EF4-FFF2-40B4-BE49-F238E27FC236}">
                    <a16:creationId xmlns:a16="http://schemas.microsoft.com/office/drawing/2014/main" id="{AB22A8B4-BE23-10E3-14DE-4C39EA2C474F}"/>
                  </a:ext>
                </a:extLst>
              </p:cNvPr>
              <p:cNvSpPr>
                <a:spLocks noChangeArrowheads="1"/>
              </p:cNvSpPr>
              <p:nvPr/>
            </p:nvSpPr>
            <p:spPr bwMode="auto">
              <a:xfrm>
                <a:off x="5241925" y="5816600"/>
                <a:ext cx="79375" cy="84138"/>
              </a:xfrm>
              <a:custGeom>
                <a:avLst/>
                <a:gdLst>
                  <a:gd name="T0" fmla="*/ 92 w 219"/>
                  <a:gd name="T1" fmla="*/ 0 h 234"/>
                  <a:gd name="T2" fmla="*/ 126 w 219"/>
                  <a:gd name="T3" fmla="*/ 0 h 234"/>
                  <a:gd name="T4" fmla="*/ 126 w 219"/>
                  <a:gd name="T5" fmla="*/ 96 h 234"/>
                  <a:gd name="T6" fmla="*/ 218 w 219"/>
                  <a:gd name="T7" fmla="*/ 96 h 234"/>
                  <a:gd name="T8" fmla="*/ 218 w 219"/>
                  <a:gd name="T9" fmla="*/ 128 h 234"/>
                  <a:gd name="T10" fmla="*/ 126 w 219"/>
                  <a:gd name="T11" fmla="*/ 128 h 234"/>
                  <a:gd name="T12" fmla="*/ 126 w 219"/>
                  <a:gd name="T13" fmla="*/ 233 h 234"/>
                  <a:gd name="T14" fmla="*/ 92 w 219"/>
                  <a:gd name="T15" fmla="*/ 233 h 234"/>
                  <a:gd name="T16" fmla="*/ 92 w 219"/>
                  <a:gd name="T17" fmla="*/ 128 h 234"/>
                  <a:gd name="T18" fmla="*/ 0 w 219"/>
                  <a:gd name="T19" fmla="*/ 128 h 234"/>
                  <a:gd name="T20" fmla="*/ 0 w 219"/>
                  <a:gd name="T21" fmla="*/ 96 h 234"/>
                  <a:gd name="T22" fmla="*/ 92 w 219"/>
                  <a:gd name="T23" fmla="*/ 96 h 234"/>
                  <a:gd name="T24" fmla="*/ 92 w 219"/>
                  <a:gd name="T25"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234">
                    <a:moveTo>
                      <a:pt x="92" y="0"/>
                    </a:moveTo>
                    <a:lnTo>
                      <a:pt x="126" y="0"/>
                    </a:lnTo>
                    <a:lnTo>
                      <a:pt x="126" y="96"/>
                    </a:lnTo>
                    <a:lnTo>
                      <a:pt x="218" y="96"/>
                    </a:lnTo>
                    <a:lnTo>
                      <a:pt x="218" y="128"/>
                    </a:lnTo>
                    <a:lnTo>
                      <a:pt x="126" y="128"/>
                    </a:lnTo>
                    <a:lnTo>
                      <a:pt x="126" y="233"/>
                    </a:lnTo>
                    <a:lnTo>
                      <a:pt x="92" y="233"/>
                    </a:lnTo>
                    <a:lnTo>
                      <a:pt x="92" y="128"/>
                    </a:lnTo>
                    <a:lnTo>
                      <a:pt x="0" y="128"/>
                    </a:lnTo>
                    <a:lnTo>
                      <a:pt x="0" y="96"/>
                    </a:lnTo>
                    <a:lnTo>
                      <a:pt x="92" y="96"/>
                    </a:lnTo>
                    <a:lnTo>
                      <a:pt x="9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0" name="Freeform 151">
                <a:extLst>
                  <a:ext uri="{FF2B5EF4-FFF2-40B4-BE49-F238E27FC236}">
                    <a16:creationId xmlns:a16="http://schemas.microsoft.com/office/drawing/2014/main" id="{8292B615-26FD-9BB7-3DE7-1D0163F1AD15}"/>
                  </a:ext>
                </a:extLst>
              </p:cNvPr>
              <p:cNvSpPr>
                <a:spLocks noChangeArrowheads="1"/>
              </p:cNvSpPr>
              <p:nvPr/>
            </p:nvSpPr>
            <p:spPr bwMode="auto">
              <a:xfrm>
                <a:off x="5913438" y="5840413"/>
                <a:ext cx="15875" cy="15875"/>
              </a:xfrm>
              <a:custGeom>
                <a:avLst/>
                <a:gdLst>
                  <a:gd name="T0" fmla="*/ 21 w 42"/>
                  <a:gd name="T1" fmla="*/ 0 h 42"/>
                  <a:gd name="T2" fmla="*/ 41 w 42"/>
                  <a:gd name="T3" fmla="*/ 21 h 42"/>
                  <a:gd name="T4" fmla="*/ 21 w 42"/>
                  <a:gd name="T5" fmla="*/ 41 h 42"/>
                  <a:gd name="T6" fmla="*/ 0 w 42"/>
                  <a:gd name="T7" fmla="*/ 21 h 42"/>
                  <a:gd name="T8" fmla="*/ 21 w 42"/>
                  <a:gd name="T9" fmla="*/ 0 h 42"/>
                  <a:gd name="T10" fmla="*/ 21 w 42"/>
                  <a:gd name="T11" fmla="*/ 4 h 42"/>
                  <a:gd name="T12" fmla="*/ 5 w 42"/>
                  <a:gd name="T13" fmla="*/ 21 h 42"/>
                  <a:gd name="T14" fmla="*/ 21 w 42"/>
                  <a:gd name="T15" fmla="*/ 38 h 42"/>
                  <a:gd name="T16" fmla="*/ 37 w 42"/>
                  <a:gd name="T17" fmla="*/ 21 h 42"/>
                  <a:gd name="T18" fmla="*/ 21 w 42"/>
                  <a:gd name="T19" fmla="*/ 4 h 42"/>
                  <a:gd name="T20" fmla="*/ 17 w 42"/>
                  <a:gd name="T21" fmla="*/ 34 h 42"/>
                  <a:gd name="T22" fmla="*/ 14 w 42"/>
                  <a:gd name="T23" fmla="*/ 34 h 42"/>
                  <a:gd name="T24" fmla="*/ 14 w 42"/>
                  <a:gd name="T25" fmla="*/ 11 h 42"/>
                  <a:gd name="T26" fmla="*/ 21 w 42"/>
                  <a:gd name="T27" fmla="*/ 10 h 42"/>
                  <a:gd name="T28" fmla="*/ 28 w 42"/>
                  <a:gd name="T29" fmla="*/ 12 h 42"/>
                  <a:gd name="T30" fmla="*/ 30 w 42"/>
                  <a:gd name="T31" fmla="*/ 16 h 42"/>
                  <a:gd name="T32" fmla="*/ 26 w 42"/>
                  <a:gd name="T33" fmla="*/ 22 h 42"/>
                  <a:gd name="T34" fmla="*/ 26 w 42"/>
                  <a:gd name="T35" fmla="*/ 22 h 42"/>
                  <a:gd name="T36" fmla="*/ 30 w 42"/>
                  <a:gd name="T37" fmla="*/ 27 h 42"/>
                  <a:gd name="T38" fmla="*/ 31 w 42"/>
                  <a:gd name="T39" fmla="*/ 32 h 42"/>
                  <a:gd name="T40" fmla="*/ 27 w 42"/>
                  <a:gd name="T41" fmla="*/ 32 h 42"/>
                  <a:gd name="T42" fmla="*/ 26 w 42"/>
                  <a:gd name="T43" fmla="*/ 27 h 42"/>
                  <a:gd name="T44" fmla="*/ 21 w 42"/>
                  <a:gd name="T45" fmla="*/ 23 h 42"/>
                  <a:gd name="T46" fmla="*/ 19 w 42"/>
                  <a:gd name="T47" fmla="*/ 23 h 42"/>
                  <a:gd name="T48" fmla="*/ 19 w 42"/>
                  <a:gd name="T49" fmla="*/ 34 h 42"/>
                  <a:gd name="T50" fmla="*/ 17 w 42"/>
                  <a:gd name="T51" fmla="*/ 34 h 42"/>
                  <a:gd name="T52" fmla="*/ 17 w 42"/>
                  <a:gd name="T53" fmla="*/ 21 h 42"/>
                  <a:gd name="T54" fmla="*/ 20 w 42"/>
                  <a:gd name="T55" fmla="*/ 21 h 42"/>
                  <a:gd name="T56" fmla="*/ 25 w 42"/>
                  <a:gd name="T57" fmla="*/ 16 h 42"/>
                  <a:gd name="T58" fmla="*/ 20 w 42"/>
                  <a:gd name="T59" fmla="*/ 12 h 42"/>
                  <a:gd name="T60" fmla="*/ 17 w 42"/>
                  <a:gd name="T61" fmla="*/ 12 h 42"/>
                  <a:gd name="T62" fmla="*/ 17 w 42"/>
                  <a:gd name="T6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42">
                    <a:moveTo>
                      <a:pt x="21" y="0"/>
                    </a:moveTo>
                    <a:cubicBezTo>
                      <a:pt x="31" y="0"/>
                      <a:pt x="41" y="9"/>
                      <a:pt x="41" y="21"/>
                    </a:cubicBezTo>
                    <a:cubicBezTo>
                      <a:pt x="41" y="32"/>
                      <a:pt x="32" y="41"/>
                      <a:pt x="21" y="41"/>
                    </a:cubicBezTo>
                    <a:cubicBezTo>
                      <a:pt x="10" y="41"/>
                      <a:pt x="0" y="32"/>
                      <a:pt x="0" y="21"/>
                    </a:cubicBezTo>
                    <a:cubicBezTo>
                      <a:pt x="0" y="10"/>
                      <a:pt x="10" y="0"/>
                      <a:pt x="21" y="0"/>
                    </a:cubicBezTo>
                    <a:close/>
                    <a:moveTo>
                      <a:pt x="21" y="4"/>
                    </a:moveTo>
                    <a:cubicBezTo>
                      <a:pt x="12" y="4"/>
                      <a:pt x="5" y="11"/>
                      <a:pt x="5" y="21"/>
                    </a:cubicBezTo>
                    <a:cubicBezTo>
                      <a:pt x="5" y="30"/>
                      <a:pt x="13" y="38"/>
                      <a:pt x="21" y="38"/>
                    </a:cubicBezTo>
                    <a:cubicBezTo>
                      <a:pt x="30" y="38"/>
                      <a:pt x="37" y="30"/>
                      <a:pt x="37" y="21"/>
                    </a:cubicBezTo>
                    <a:cubicBezTo>
                      <a:pt x="38" y="11"/>
                      <a:pt x="30" y="4"/>
                      <a:pt x="21" y="4"/>
                    </a:cubicBezTo>
                    <a:close/>
                    <a:moveTo>
                      <a:pt x="17" y="34"/>
                    </a:moveTo>
                    <a:lnTo>
                      <a:pt x="14" y="34"/>
                    </a:lnTo>
                    <a:lnTo>
                      <a:pt x="14" y="11"/>
                    </a:lnTo>
                    <a:cubicBezTo>
                      <a:pt x="16" y="11"/>
                      <a:pt x="17" y="10"/>
                      <a:pt x="21" y="10"/>
                    </a:cubicBezTo>
                    <a:cubicBezTo>
                      <a:pt x="24" y="10"/>
                      <a:pt x="26" y="11"/>
                      <a:pt x="28" y="12"/>
                    </a:cubicBezTo>
                    <a:cubicBezTo>
                      <a:pt x="29" y="13"/>
                      <a:pt x="30" y="14"/>
                      <a:pt x="30" y="16"/>
                    </a:cubicBezTo>
                    <a:cubicBezTo>
                      <a:pt x="30" y="20"/>
                      <a:pt x="28" y="21"/>
                      <a:pt x="26" y="22"/>
                    </a:cubicBezTo>
                    <a:lnTo>
                      <a:pt x="26" y="22"/>
                    </a:lnTo>
                    <a:cubicBezTo>
                      <a:pt x="28" y="22"/>
                      <a:pt x="29" y="24"/>
                      <a:pt x="30" y="27"/>
                    </a:cubicBezTo>
                    <a:cubicBezTo>
                      <a:pt x="31" y="30"/>
                      <a:pt x="31" y="32"/>
                      <a:pt x="31" y="32"/>
                    </a:cubicBezTo>
                    <a:lnTo>
                      <a:pt x="27" y="32"/>
                    </a:lnTo>
                    <a:cubicBezTo>
                      <a:pt x="26" y="31"/>
                      <a:pt x="26" y="29"/>
                      <a:pt x="26" y="27"/>
                    </a:cubicBezTo>
                    <a:cubicBezTo>
                      <a:pt x="25" y="24"/>
                      <a:pt x="24" y="23"/>
                      <a:pt x="21" y="23"/>
                    </a:cubicBezTo>
                    <a:lnTo>
                      <a:pt x="19" y="23"/>
                    </a:lnTo>
                    <a:lnTo>
                      <a:pt x="19" y="34"/>
                    </a:lnTo>
                    <a:lnTo>
                      <a:pt x="17" y="34"/>
                    </a:lnTo>
                    <a:close/>
                    <a:moveTo>
                      <a:pt x="17" y="21"/>
                    </a:moveTo>
                    <a:lnTo>
                      <a:pt x="20" y="21"/>
                    </a:lnTo>
                    <a:cubicBezTo>
                      <a:pt x="23" y="21"/>
                      <a:pt x="25" y="20"/>
                      <a:pt x="25" y="16"/>
                    </a:cubicBezTo>
                    <a:cubicBezTo>
                      <a:pt x="25" y="14"/>
                      <a:pt x="24" y="12"/>
                      <a:pt x="20" y="12"/>
                    </a:cubicBezTo>
                    <a:cubicBezTo>
                      <a:pt x="19" y="12"/>
                      <a:pt x="17" y="12"/>
                      <a:pt x="17" y="12"/>
                    </a:cubicBezTo>
                    <a:lnTo>
                      <a:pt x="17" y="2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197" name="Group 196">
            <a:extLst>
              <a:ext uri="{FF2B5EF4-FFF2-40B4-BE49-F238E27FC236}">
                <a16:creationId xmlns:a16="http://schemas.microsoft.com/office/drawing/2014/main" id="{ADB11D0C-4533-9685-E826-0988780F2D6F}"/>
              </a:ext>
            </a:extLst>
          </p:cNvPr>
          <p:cNvGrpSpPr/>
          <p:nvPr/>
        </p:nvGrpSpPr>
        <p:grpSpPr>
          <a:xfrm>
            <a:off x="8005463" y="4881877"/>
            <a:ext cx="1909976" cy="298358"/>
            <a:chOff x="4240213" y="6661150"/>
            <a:chExt cx="1239837" cy="193675"/>
          </a:xfrm>
          <a:solidFill>
            <a:schemeClr val="tx1"/>
          </a:solidFill>
        </p:grpSpPr>
        <p:grpSp>
          <p:nvGrpSpPr>
            <p:cNvPr id="198" name="Group 197">
              <a:extLst>
                <a:ext uri="{FF2B5EF4-FFF2-40B4-BE49-F238E27FC236}">
                  <a16:creationId xmlns:a16="http://schemas.microsoft.com/office/drawing/2014/main" id="{CC1C54F3-4334-F709-B215-2AB4147332AB}"/>
                </a:ext>
              </a:extLst>
            </p:cNvPr>
            <p:cNvGrpSpPr/>
            <p:nvPr/>
          </p:nvGrpSpPr>
          <p:grpSpPr>
            <a:xfrm>
              <a:off x="4240213" y="6688138"/>
              <a:ext cx="484187" cy="127000"/>
              <a:chOff x="4240213" y="6688138"/>
              <a:chExt cx="484187" cy="127000"/>
            </a:xfrm>
            <a:grpFill/>
          </p:grpSpPr>
          <p:sp>
            <p:nvSpPr>
              <p:cNvPr id="211" name="Freeform 152">
                <a:extLst>
                  <a:ext uri="{FF2B5EF4-FFF2-40B4-BE49-F238E27FC236}">
                    <a16:creationId xmlns:a16="http://schemas.microsoft.com/office/drawing/2014/main" id="{2A379269-92F8-F077-262F-BAF2223AD1B2}"/>
                  </a:ext>
                </a:extLst>
              </p:cNvPr>
              <p:cNvSpPr>
                <a:spLocks noChangeArrowheads="1"/>
              </p:cNvSpPr>
              <p:nvPr/>
            </p:nvSpPr>
            <p:spPr bwMode="auto">
              <a:xfrm>
                <a:off x="4327525" y="66881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2" name="Freeform 153">
                <a:extLst>
                  <a:ext uri="{FF2B5EF4-FFF2-40B4-BE49-F238E27FC236}">
                    <a16:creationId xmlns:a16="http://schemas.microsoft.com/office/drawing/2014/main" id="{4EBE1804-758F-AC56-9B71-A6A46E9393DB}"/>
                  </a:ext>
                </a:extLst>
              </p:cNvPr>
              <p:cNvSpPr>
                <a:spLocks noChangeArrowheads="1"/>
              </p:cNvSpPr>
              <p:nvPr/>
            </p:nvSpPr>
            <p:spPr bwMode="auto">
              <a:xfrm>
                <a:off x="4354513" y="67198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8 h 260"/>
                  <a:gd name="T12" fmla="*/ 194 w 259"/>
                  <a:gd name="T13" fmla="*/ 8 h 260"/>
                  <a:gd name="T14" fmla="*/ 194 w 259"/>
                  <a:gd name="T15" fmla="*/ 34 h 260"/>
                  <a:gd name="T16" fmla="*/ 120 w 259"/>
                  <a:gd name="T17" fmla="*/ 0 h 260"/>
                  <a:gd name="T18" fmla="*/ 1 w 259"/>
                  <a:gd name="T19" fmla="*/ 129 h 260"/>
                  <a:gd name="T20" fmla="*/ 119 w 259"/>
                  <a:gd name="T21" fmla="*/ 259 h 260"/>
                  <a:gd name="T22" fmla="*/ 132 w 259"/>
                  <a:gd name="T23" fmla="*/ 62 h 260"/>
                  <a:gd name="T24" fmla="*/ 195 w 259"/>
                  <a:gd name="T25" fmla="*/ 130 h 260"/>
                  <a:gd name="T26" fmla="*/ 132 w 259"/>
                  <a:gd name="T27" fmla="*/ 197 h 260"/>
                  <a:gd name="T28" fmla="*/ 69 w 259"/>
                  <a:gd name="T29" fmla="*/ 130 h 260"/>
                  <a:gd name="T30" fmla="*/ 132 w 259"/>
                  <a:gd name="T31" fmla="*/ 6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8"/>
                    </a:lnTo>
                    <a:lnTo>
                      <a:pt x="194" y="8"/>
                    </a:lnTo>
                    <a:lnTo>
                      <a:pt x="194" y="34"/>
                    </a:lnTo>
                    <a:cubicBezTo>
                      <a:pt x="178" y="14"/>
                      <a:pt x="154" y="0"/>
                      <a:pt x="120" y="0"/>
                    </a:cubicBezTo>
                    <a:cubicBezTo>
                      <a:pt x="52" y="0"/>
                      <a:pt x="1" y="56"/>
                      <a:pt x="1" y="129"/>
                    </a:cubicBezTo>
                    <a:cubicBezTo>
                      <a:pt x="0" y="204"/>
                      <a:pt x="51" y="259"/>
                      <a:pt x="119" y="259"/>
                    </a:cubicBezTo>
                    <a:close/>
                    <a:moveTo>
                      <a:pt x="132" y="62"/>
                    </a:moveTo>
                    <a:cubicBezTo>
                      <a:pt x="169" y="62"/>
                      <a:pt x="195" y="92"/>
                      <a:pt x="195" y="130"/>
                    </a:cubicBezTo>
                    <a:cubicBezTo>
                      <a:pt x="195" y="169"/>
                      <a:pt x="169" y="197"/>
                      <a:pt x="132" y="197"/>
                    </a:cubicBezTo>
                    <a:cubicBezTo>
                      <a:pt x="93" y="197"/>
                      <a:pt x="69" y="168"/>
                      <a:pt x="69" y="130"/>
                    </a:cubicBezTo>
                    <a:cubicBezTo>
                      <a:pt x="69" y="93"/>
                      <a:pt x="93" y="62"/>
                      <a:pt x="132"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3" name="Freeform 154">
                <a:extLst>
                  <a:ext uri="{FF2B5EF4-FFF2-40B4-BE49-F238E27FC236}">
                    <a16:creationId xmlns:a16="http://schemas.microsoft.com/office/drawing/2014/main" id="{FCC47796-C58B-9586-3C5F-95B1D4B1EDE7}"/>
                  </a:ext>
                </a:extLst>
              </p:cNvPr>
              <p:cNvSpPr>
                <a:spLocks noChangeArrowheads="1"/>
              </p:cNvSpPr>
              <p:nvPr/>
            </p:nvSpPr>
            <p:spPr bwMode="auto">
              <a:xfrm>
                <a:off x="4454525" y="66881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4" name="Freeform 155">
                <a:extLst>
                  <a:ext uri="{FF2B5EF4-FFF2-40B4-BE49-F238E27FC236}">
                    <a16:creationId xmlns:a16="http://schemas.microsoft.com/office/drawing/2014/main" id="{BF7A6D39-23FF-E5FE-406A-287D36D05097}"/>
                  </a:ext>
                </a:extLst>
              </p:cNvPr>
              <p:cNvSpPr>
                <a:spLocks noChangeArrowheads="1"/>
              </p:cNvSpPr>
              <p:nvPr/>
            </p:nvSpPr>
            <p:spPr bwMode="auto">
              <a:xfrm>
                <a:off x="4481513" y="67214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4"/>
                      <a:pt x="267" y="130"/>
                    </a:cubicBezTo>
                    <a:cubicBezTo>
                      <a:pt x="267" y="56"/>
                      <a:pt x="211" y="0"/>
                      <a:pt x="134" y="0"/>
                    </a:cubicBezTo>
                    <a:cubicBezTo>
                      <a:pt x="58" y="0"/>
                      <a:pt x="1" y="55"/>
                      <a:pt x="1" y="129"/>
                    </a:cubicBezTo>
                    <a:cubicBezTo>
                      <a:pt x="0" y="203"/>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5" name="Freeform 156">
                <a:extLst>
                  <a:ext uri="{FF2B5EF4-FFF2-40B4-BE49-F238E27FC236}">
                    <a16:creationId xmlns:a16="http://schemas.microsoft.com/office/drawing/2014/main" id="{F7C69CC2-DA25-887D-133C-F510F56622EE}"/>
                  </a:ext>
                </a:extLst>
              </p:cNvPr>
              <p:cNvSpPr>
                <a:spLocks noChangeArrowheads="1"/>
              </p:cNvSpPr>
              <p:nvPr/>
            </p:nvSpPr>
            <p:spPr bwMode="auto">
              <a:xfrm>
                <a:off x="4579938" y="67198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8 h 257"/>
                  <a:gd name="T30" fmla="*/ 303 w 400"/>
                  <a:gd name="T31" fmla="*/ 1 h 257"/>
                  <a:gd name="T32" fmla="*/ 219 w 400"/>
                  <a:gd name="T33" fmla="*/ 43 h 257"/>
                  <a:gd name="T34" fmla="*/ 138 w 400"/>
                  <a:gd name="T35" fmla="*/ 0 h 257"/>
                  <a:gd name="T36" fmla="*/ 65 w 400"/>
                  <a:gd name="T37" fmla="*/ 35 h 257"/>
                  <a:gd name="T38" fmla="*/ 65 w 400"/>
                  <a:gd name="T39" fmla="*/ 7 h 257"/>
                  <a:gd name="T40" fmla="*/ 1 w 400"/>
                  <a:gd name="T41" fmla="*/ 7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4"/>
                      <a:pt x="90" y="65"/>
                      <a:pt x="119" y="65"/>
                    </a:cubicBezTo>
                    <a:cubicBezTo>
                      <a:pt x="149" y="65"/>
                      <a:pt x="167" y="85"/>
                      <a:pt x="167" y="120"/>
                    </a:cubicBezTo>
                    <a:lnTo>
                      <a:pt x="167" y="228"/>
                    </a:lnTo>
                    <a:cubicBezTo>
                      <a:pt x="167" y="243"/>
                      <a:pt x="179" y="255"/>
                      <a:pt x="194" y="255"/>
                    </a:cubicBezTo>
                    <a:lnTo>
                      <a:pt x="233" y="255"/>
                    </a:lnTo>
                    <a:lnTo>
                      <a:pt x="233" y="120"/>
                    </a:lnTo>
                    <a:cubicBezTo>
                      <a:pt x="233" y="83"/>
                      <a:pt x="257" y="64"/>
                      <a:pt x="286" y="64"/>
                    </a:cubicBezTo>
                    <a:cubicBezTo>
                      <a:pt x="316" y="64"/>
                      <a:pt x="334" y="84"/>
                      <a:pt x="334" y="119"/>
                    </a:cubicBezTo>
                    <a:lnTo>
                      <a:pt x="334" y="227"/>
                    </a:lnTo>
                    <a:cubicBezTo>
                      <a:pt x="334" y="242"/>
                      <a:pt x="346" y="254"/>
                      <a:pt x="361" y="254"/>
                    </a:cubicBezTo>
                    <a:lnTo>
                      <a:pt x="399" y="254"/>
                    </a:lnTo>
                    <a:lnTo>
                      <a:pt x="399" y="98"/>
                    </a:lnTo>
                    <a:cubicBezTo>
                      <a:pt x="399" y="41"/>
                      <a:pt x="361" y="1"/>
                      <a:pt x="303" y="1"/>
                    </a:cubicBezTo>
                    <a:cubicBezTo>
                      <a:pt x="271" y="1"/>
                      <a:pt x="239" y="12"/>
                      <a:pt x="219" y="43"/>
                    </a:cubicBezTo>
                    <a:cubicBezTo>
                      <a:pt x="203" y="17"/>
                      <a:pt x="175" y="1"/>
                      <a:pt x="138" y="0"/>
                    </a:cubicBezTo>
                    <a:cubicBezTo>
                      <a:pt x="110" y="0"/>
                      <a:pt x="84" y="10"/>
                      <a:pt x="65" y="35"/>
                    </a:cubicBezTo>
                    <a:lnTo>
                      <a:pt x="65" y="7"/>
                    </a:lnTo>
                    <a:lnTo>
                      <a:pt x="1" y="7"/>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6" name="Freeform 157">
                <a:extLst>
                  <a:ext uri="{FF2B5EF4-FFF2-40B4-BE49-F238E27FC236}">
                    <a16:creationId xmlns:a16="http://schemas.microsoft.com/office/drawing/2014/main" id="{9FECD632-C3B0-4A3D-3FE8-ACA2F0466052}"/>
                  </a:ext>
                </a:extLst>
              </p:cNvPr>
              <p:cNvSpPr>
                <a:spLocks noChangeArrowheads="1"/>
              </p:cNvSpPr>
              <p:nvPr/>
            </p:nvSpPr>
            <p:spPr bwMode="auto">
              <a:xfrm>
                <a:off x="4240213" y="6719888"/>
                <a:ext cx="85725" cy="93662"/>
              </a:xfrm>
              <a:custGeom>
                <a:avLst/>
                <a:gdLst>
                  <a:gd name="T0" fmla="*/ 110 w 236"/>
                  <a:gd name="T1" fmla="*/ 204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8 h 262"/>
                  <a:gd name="T32" fmla="*/ 167 w 236"/>
                  <a:gd name="T33" fmla="*/ 181 h 262"/>
                  <a:gd name="T34" fmla="*/ 110 w 236"/>
                  <a:gd name="T35" fmla="*/ 20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4"/>
                    </a:moveTo>
                    <a:cubicBezTo>
                      <a:pt x="73" y="203"/>
                      <a:pt x="40" y="185"/>
                      <a:pt x="24" y="177"/>
                    </a:cubicBezTo>
                    <a:lnTo>
                      <a:pt x="0" y="228"/>
                    </a:lnTo>
                    <a:cubicBezTo>
                      <a:pt x="34" y="249"/>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8"/>
                    </a:lnTo>
                    <a:cubicBezTo>
                      <a:pt x="143" y="162"/>
                      <a:pt x="167" y="164"/>
                      <a:pt x="167" y="181"/>
                    </a:cubicBezTo>
                    <a:cubicBezTo>
                      <a:pt x="165" y="198"/>
                      <a:pt x="147" y="205"/>
                      <a:pt x="110" y="2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99" name="Freeform 158">
              <a:extLst>
                <a:ext uri="{FF2B5EF4-FFF2-40B4-BE49-F238E27FC236}">
                  <a16:creationId xmlns:a16="http://schemas.microsoft.com/office/drawing/2014/main" id="{4ABDC953-C3A0-8369-9586-0726A22CE1E6}"/>
                </a:ext>
              </a:extLst>
            </p:cNvPr>
            <p:cNvSpPr>
              <a:spLocks noChangeArrowheads="1"/>
            </p:cNvSpPr>
            <p:nvPr/>
          </p:nvSpPr>
          <p:spPr bwMode="auto">
            <a:xfrm>
              <a:off x="4860925" y="6662738"/>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00" name="Group 199">
              <a:extLst>
                <a:ext uri="{FF2B5EF4-FFF2-40B4-BE49-F238E27FC236}">
                  <a16:creationId xmlns:a16="http://schemas.microsoft.com/office/drawing/2014/main" id="{72FBDFF1-5729-6597-1159-2EF4DDA6EB5C}"/>
                </a:ext>
              </a:extLst>
            </p:cNvPr>
            <p:cNvGrpSpPr/>
            <p:nvPr/>
          </p:nvGrpSpPr>
          <p:grpSpPr>
            <a:xfrm>
              <a:off x="5002213" y="6661150"/>
              <a:ext cx="477837" cy="193675"/>
              <a:chOff x="5002213" y="6661150"/>
              <a:chExt cx="477837" cy="193675"/>
            </a:xfrm>
            <a:grpFill/>
          </p:grpSpPr>
          <p:sp>
            <p:nvSpPr>
              <p:cNvPr id="201" name="Freeform 159">
                <a:extLst>
                  <a:ext uri="{FF2B5EF4-FFF2-40B4-BE49-F238E27FC236}">
                    <a16:creationId xmlns:a16="http://schemas.microsoft.com/office/drawing/2014/main" id="{CD292A52-1CD2-2D68-D87C-03CB27AA4AE5}"/>
                  </a:ext>
                </a:extLst>
              </p:cNvPr>
              <p:cNvSpPr>
                <a:spLocks noChangeArrowheads="1"/>
              </p:cNvSpPr>
              <p:nvPr/>
            </p:nvSpPr>
            <p:spPr bwMode="auto">
              <a:xfrm>
                <a:off x="5126038" y="6661150"/>
                <a:ext cx="252412" cy="93663"/>
              </a:xfrm>
              <a:custGeom>
                <a:avLst/>
                <a:gdLst>
                  <a:gd name="T0" fmla="*/ 337 w 702"/>
                  <a:gd name="T1" fmla="*/ 3 h 262"/>
                  <a:gd name="T2" fmla="*/ 477 w 702"/>
                  <a:gd name="T3" fmla="*/ 24 h 262"/>
                  <a:gd name="T4" fmla="*/ 648 w 702"/>
                  <a:gd name="T5" fmla="*/ 147 h 262"/>
                  <a:gd name="T6" fmla="*/ 696 w 702"/>
                  <a:gd name="T7" fmla="*/ 227 h 262"/>
                  <a:gd name="T8" fmla="*/ 699 w 702"/>
                  <a:gd name="T9" fmla="*/ 242 h 262"/>
                  <a:gd name="T10" fmla="*/ 681 w 702"/>
                  <a:gd name="T11" fmla="*/ 260 h 262"/>
                  <a:gd name="T12" fmla="*/ 659 w 702"/>
                  <a:gd name="T13" fmla="*/ 247 h 262"/>
                  <a:gd name="T14" fmla="*/ 537 w 702"/>
                  <a:gd name="T15" fmla="*/ 100 h 262"/>
                  <a:gd name="T16" fmla="*/ 428 w 702"/>
                  <a:gd name="T17" fmla="*/ 53 h 262"/>
                  <a:gd name="T18" fmla="*/ 275 w 702"/>
                  <a:gd name="T19" fmla="*/ 53 h 262"/>
                  <a:gd name="T20" fmla="*/ 90 w 702"/>
                  <a:gd name="T21" fmla="*/ 167 h 262"/>
                  <a:gd name="T22" fmla="*/ 42 w 702"/>
                  <a:gd name="T23" fmla="*/ 247 h 262"/>
                  <a:gd name="T24" fmla="*/ 26 w 702"/>
                  <a:gd name="T25" fmla="*/ 260 h 262"/>
                  <a:gd name="T26" fmla="*/ 7 w 702"/>
                  <a:gd name="T27" fmla="*/ 253 h 262"/>
                  <a:gd name="T28" fmla="*/ 3 w 702"/>
                  <a:gd name="T29" fmla="*/ 231 h 262"/>
                  <a:gd name="T30" fmla="*/ 175 w 702"/>
                  <a:gd name="T31" fmla="*/ 44 h 262"/>
                  <a:gd name="T32" fmla="*/ 337 w 702"/>
                  <a:gd name="T33" fmla="*/ 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2" h="262">
                    <a:moveTo>
                      <a:pt x="337" y="3"/>
                    </a:moveTo>
                    <a:cubicBezTo>
                      <a:pt x="384" y="0"/>
                      <a:pt x="432" y="8"/>
                      <a:pt x="477" y="24"/>
                    </a:cubicBezTo>
                    <a:cubicBezTo>
                      <a:pt x="544" y="48"/>
                      <a:pt x="604" y="91"/>
                      <a:pt x="648" y="147"/>
                    </a:cubicBezTo>
                    <a:cubicBezTo>
                      <a:pt x="667" y="172"/>
                      <a:pt x="683" y="199"/>
                      <a:pt x="696" y="227"/>
                    </a:cubicBezTo>
                    <a:cubicBezTo>
                      <a:pt x="698" y="232"/>
                      <a:pt x="701" y="237"/>
                      <a:pt x="699" y="242"/>
                    </a:cubicBezTo>
                    <a:cubicBezTo>
                      <a:pt x="698" y="251"/>
                      <a:pt x="690" y="258"/>
                      <a:pt x="681" y="260"/>
                    </a:cubicBezTo>
                    <a:cubicBezTo>
                      <a:pt x="672" y="261"/>
                      <a:pt x="662" y="255"/>
                      <a:pt x="659" y="247"/>
                    </a:cubicBezTo>
                    <a:cubicBezTo>
                      <a:pt x="633" y="187"/>
                      <a:pt x="590" y="135"/>
                      <a:pt x="537" y="100"/>
                    </a:cubicBezTo>
                    <a:cubicBezTo>
                      <a:pt x="504" y="78"/>
                      <a:pt x="466" y="62"/>
                      <a:pt x="428" y="53"/>
                    </a:cubicBezTo>
                    <a:cubicBezTo>
                      <a:pt x="377" y="41"/>
                      <a:pt x="325" y="41"/>
                      <a:pt x="275" y="53"/>
                    </a:cubicBezTo>
                    <a:cubicBezTo>
                      <a:pt x="203" y="69"/>
                      <a:pt x="137" y="111"/>
                      <a:pt x="90" y="167"/>
                    </a:cubicBezTo>
                    <a:cubicBezTo>
                      <a:pt x="71" y="192"/>
                      <a:pt x="54" y="219"/>
                      <a:pt x="42" y="247"/>
                    </a:cubicBezTo>
                    <a:cubicBezTo>
                      <a:pt x="40" y="253"/>
                      <a:pt x="34" y="258"/>
                      <a:pt x="26" y="260"/>
                    </a:cubicBezTo>
                    <a:cubicBezTo>
                      <a:pt x="20" y="261"/>
                      <a:pt x="12" y="258"/>
                      <a:pt x="7" y="253"/>
                    </a:cubicBezTo>
                    <a:cubicBezTo>
                      <a:pt x="2" y="248"/>
                      <a:pt x="0" y="238"/>
                      <a:pt x="3" y="231"/>
                    </a:cubicBezTo>
                    <a:cubicBezTo>
                      <a:pt x="36" y="151"/>
                      <a:pt x="99" y="84"/>
                      <a:pt x="175" y="44"/>
                    </a:cubicBezTo>
                    <a:cubicBezTo>
                      <a:pt x="224" y="19"/>
                      <a:pt x="280" y="5"/>
                      <a:pt x="337" y="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2" name="Freeform 160">
                <a:extLst>
                  <a:ext uri="{FF2B5EF4-FFF2-40B4-BE49-F238E27FC236}">
                    <a16:creationId xmlns:a16="http://schemas.microsoft.com/office/drawing/2014/main" id="{229CBA62-8A54-7130-9E93-4B140E3D03BC}"/>
                  </a:ext>
                </a:extLst>
              </p:cNvPr>
              <p:cNvSpPr>
                <a:spLocks noChangeArrowheads="1"/>
              </p:cNvSpPr>
              <p:nvPr/>
            </p:nvSpPr>
            <p:spPr bwMode="auto">
              <a:xfrm>
                <a:off x="5224463" y="6748463"/>
                <a:ext cx="46037" cy="84137"/>
              </a:xfrm>
              <a:custGeom>
                <a:avLst/>
                <a:gdLst>
                  <a:gd name="T0" fmla="*/ 0 w 130"/>
                  <a:gd name="T1" fmla="*/ 8 h 232"/>
                  <a:gd name="T2" fmla="*/ 7 w 130"/>
                  <a:gd name="T3" fmla="*/ 0 h 232"/>
                  <a:gd name="T4" fmla="*/ 22 w 130"/>
                  <a:gd name="T5" fmla="*/ 0 h 232"/>
                  <a:gd name="T6" fmla="*/ 29 w 130"/>
                  <a:gd name="T7" fmla="*/ 7 h 232"/>
                  <a:gd name="T8" fmla="*/ 29 w 130"/>
                  <a:gd name="T9" fmla="*/ 146 h 232"/>
                  <a:gd name="T10" fmla="*/ 86 w 130"/>
                  <a:gd name="T11" fmla="*/ 84 h 232"/>
                  <a:gd name="T12" fmla="*/ 99 w 130"/>
                  <a:gd name="T13" fmla="*/ 74 h 232"/>
                  <a:gd name="T14" fmla="*/ 123 w 130"/>
                  <a:gd name="T15" fmla="*/ 74 h 232"/>
                  <a:gd name="T16" fmla="*/ 128 w 130"/>
                  <a:gd name="T17" fmla="*/ 79 h 232"/>
                  <a:gd name="T18" fmla="*/ 123 w 130"/>
                  <a:gd name="T19" fmla="*/ 86 h 232"/>
                  <a:gd name="T20" fmla="*/ 62 w 130"/>
                  <a:gd name="T21" fmla="*/ 147 h 232"/>
                  <a:gd name="T22" fmla="*/ 119 w 130"/>
                  <a:gd name="T23" fmla="*/ 214 h 232"/>
                  <a:gd name="T24" fmla="*/ 127 w 130"/>
                  <a:gd name="T25" fmla="*/ 224 h 232"/>
                  <a:gd name="T26" fmla="*/ 123 w 130"/>
                  <a:gd name="T27" fmla="*/ 230 h 232"/>
                  <a:gd name="T28" fmla="*/ 103 w 130"/>
                  <a:gd name="T29" fmla="*/ 230 h 232"/>
                  <a:gd name="T30" fmla="*/ 94 w 130"/>
                  <a:gd name="T31" fmla="*/ 229 h 232"/>
                  <a:gd name="T32" fmla="*/ 86 w 130"/>
                  <a:gd name="T33" fmla="*/ 222 h 232"/>
                  <a:gd name="T34" fmla="*/ 29 w 130"/>
                  <a:gd name="T35" fmla="*/ 151 h 232"/>
                  <a:gd name="T36" fmla="*/ 29 w 130"/>
                  <a:gd name="T37" fmla="*/ 221 h 232"/>
                  <a:gd name="T38" fmla="*/ 27 w 130"/>
                  <a:gd name="T39" fmla="*/ 228 h 232"/>
                  <a:gd name="T40" fmla="*/ 13 w 130"/>
                  <a:gd name="T41" fmla="*/ 230 h 232"/>
                  <a:gd name="T42" fmla="*/ 2 w 130"/>
                  <a:gd name="T43" fmla="*/ 228 h 232"/>
                  <a:gd name="T44" fmla="*/ 0 w 130"/>
                  <a:gd name="T45" fmla="*/ 222 h 232"/>
                  <a:gd name="T46" fmla="*/ 0 w 130"/>
                  <a:gd name="T47" fmla="*/ 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0" h="232">
                    <a:moveTo>
                      <a:pt x="0" y="8"/>
                    </a:moveTo>
                    <a:cubicBezTo>
                      <a:pt x="0" y="3"/>
                      <a:pt x="3" y="0"/>
                      <a:pt x="7" y="0"/>
                    </a:cubicBezTo>
                    <a:cubicBezTo>
                      <a:pt x="12" y="0"/>
                      <a:pt x="17" y="0"/>
                      <a:pt x="22" y="0"/>
                    </a:cubicBezTo>
                    <a:cubicBezTo>
                      <a:pt x="25" y="0"/>
                      <a:pt x="29" y="2"/>
                      <a:pt x="29" y="7"/>
                    </a:cubicBezTo>
                    <a:cubicBezTo>
                      <a:pt x="29" y="53"/>
                      <a:pt x="29" y="99"/>
                      <a:pt x="29" y="146"/>
                    </a:cubicBezTo>
                    <a:cubicBezTo>
                      <a:pt x="49" y="126"/>
                      <a:pt x="67" y="104"/>
                      <a:pt x="86" y="84"/>
                    </a:cubicBezTo>
                    <a:cubicBezTo>
                      <a:pt x="89" y="81"/>
                      <a:pt x="93" y="74"/>
                      <a:pt x="99" y="74"/>
                    </a:cubicBezTo>
                    <a:cubicBezTo>
                      <a:pt x="107" y="74"/>
                      <a:pt x="115" y="74"/>
                      <a:pt x="123" y="74"/>
                    </a:cubicBezTo>
                    <a:cubicBezTo>
                      <a:pt x="126" y="74"/>
                      <a:pt x="129" y="76"/>
                      <a:pt x="128" y="79"/>
                    </a:cubicBezTo>
                    <a:cubicBezTo>
                      <a:pt x="127" y="82"/>
                      <a:pt x="125" y="84"/>
                      <a:pt x="123" y="86"/>
                    </a:cubicBezTo>
                    <a:cubicBezTo>
                      <a:pt x="102" y="106"/>
                      <a:pt x="82" y="127"/>
                      <a:pt x="62" y="147"/>
                    </a:cubicBezTo>
                    <a:cubicBezTo>
                      <a:pt x="81" y="169"/>
                      <a:pt x="100" y="192"/>
                      <a:pt x="119" y="214"/>
                    </a:cubicBezTo>
                    <a:cubicBezTo>
                      <a:pt x="122" y="218"/>
                      <a:pt x="125" y="221"/>
                      <a:pt x="127" y="224"/>
                    </a:cubicBezTo>
                    <a:cubicBezTo>
                      <a:pt x="128" y="227"/>
                      <a:pt x="126" y="230"/>
                      <a:pt x="123" y="230"/>
                    </a:cubicBezTo>
                    <a:cubicBezTo>
                      <a:pt x="116" y="230"/>
                      <a:pt x="110" y="230"/>
                      <a:pt x="103" y="230"/>
                    </a:cubicBezTo>
                    <a:cubicBezTo>
                      <a:pt x="100" y="230"/>
                      <a:pt x="96" y="230"/>
                      <a:pt x="94" y="229"/>
                    </a:cubicBezTo>
                    <a:cubicBezTo>
                      <a:pt x="90" y="227"/>
                      <a:pt x="88" y="224"/>
                      <a:pt x="86" y="222"/>
                    </a:cubicBezTo>
                    <a:cubicBezTo>
                      <a:pt x="67" y="198"/>
                      <a:pt x="49" y="175"/>
                      <a:pt x="29" y="151"/>
                    </a:cubicBezTo>
                    <a:cubicBezTo>
                      <a:pt x="29" y="175"/>
                      <a:pt x="29" y="197"/>
                      <a:pt x="29" y="221"/>
                    </a:cubicBezTo>
                    <a:cubicBezTo>
                      <a:pt x="29" y="224"/>
                      <a:pt x="29" y="227"/>
                      <a:pt x="27" y="228"/>
                    </a:cubicBezTo>
                    <a:cubicBezTo>
                      <a:pt x="24" y="231"/>
                      <a:pt x="18" y="230"/>
                      <a:pt x="13" y="230"/>
                    </a:cubicBezTo>
                    <a:cubicBezTo>
                      <a:pt x="9" y="230"/>
                      <a:pt x="5" y="231"/>
                      <a:pt x="2" y="228"/>
                    </a:cubicBezTo>
                    <a:cubicBezTo>
                      <a:pt x="0" y="227"/>
                      <a:pt x="0" y="224"/>
                      <a:pt x="0" y="222"/>
                    </a:cubicBezTo>
                    <a:cubicBezTo>
                      <a:pt x="0" y="150"/>
                      <a:pt x="0" y="78"/>
                      <a:pt x="0" y="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3" name="Freeform 161">
                <a:extLst>
                  <a:ext uri="{FF2B5EF4-FFF2-40B4-BE49-F238E27FC236}">
                    <a16:creationId xmlns:a16="http://schemas.microsoft.com/office/drawing/2014/main" id="{51EA7099-C00D-DA45-9E81-E3F51E92358C}"/>
                  </a:ext>
                </a:extLst>
              </p:cNvPr>
              <p:cNvSpPr>
                <a:spLocks noChangeArrowheads="1"/>
              </p:cNvSpPr>
              <p:nvPr/>
            </p:nvSpPr>
            <p:spPr bwMode="auto">
              <a:xfrm>
                <a:off x="5172075" y="6773863"/>
                <a:ext cx="34925" cy="57150"/>
              </a:xfrm>
              <a:custGeom>
                <a:avLst/>
                <a:gdLst>
                  <a:gd name="T0" fmla="*/ 60 w 97"/>
                  <a:gd name="T1" fmla="*/ 3 h 160"/>
                  <a:gd name="T2" fmla="*/ 89 w 97"/>
                  <a:gd name="T3" fmla="*/ 3 h 160"/>
                  <a:gd name="T4" fmla="*/ 94 w 97"/>
                  <a:gd name="T5" fmla="*/ 12 h 160"/>
                  <a:gd name="T6" fmla="*/ 90 w 97"/>
                  <a:gd name="T7" fmla="*/ 27 h 160"/>
                  <a:gd name="T8" fmla="*/ 81 w 97"/>
                  <a:gd name="T9" fmla="*/ 31 h 160"/>
                  <a:gd name="T10" fmla="*/ 58 w 97"/>
                  <a:gd name="T11" fmla="*/ 28 h 160"/>
                  <a:gd name="T12" fmla="*/ 43 w 97"/>
                  <a:gd name="T13" fmla="*/ 34 h 160"/>
                  <a:gd name="T14" fmla="*/ 32 w 97"/>
                  <a:gd name="T15" fmla="*/ 57 h 160"/>
                  <a:gd name="T16" fmla="*/ 31 w 97"/>
                  <a:gd name="T17" fmla="*/ 75 h 160"/>
                  <a:gd name="T18" fmla="*/ 31 w 97"/>
                  <a:gd name="T19" fmla="*/ 152 h 160"/>
                  <a:gd name="T20" fmla="*/ 24 w 97"/>
                  <a:gd name="T21" fmla="*/ 159 h 160"/>
                  <a:gd name="T22" fmla="*/ 7 w 97"/>
                  <a:gd name="T23" fmla="*/ 159 h 160"/>
                  <a:gd name="T24" fmla="*/ 0 w 97"/>
                  <a:gd name="T25" fmla="*/ 152 h 160"/>
                  <a:gd name="T26" fmla="*/ 0 w 97"/>
                  <a:gd name="T27" fmla="*/ 11 h 160"/>
                  <a:gd name="T28" fmla="*/ 9 w 97"/>
                  <a:gd name="T29" fmla="*/ 4 h 160"/>
                  <a:gd name="T30" fmla="*/ 24 w 97"/>
                  <a:gd name="T31" fmla="*/ 7 h 160"/>
                  <a:gd name="T32" fmla="*/ 30 w 97"/>
                  <a:gd name="T33" fmla="*/ 26 h 160"/>
                  <a:gd name="T34" fmla="*/ 60 w 97"/>
                  <a:gd name="T35" fmla="*/ 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7" h="160">
                    <a:moveTo>
                      <a:pt x="60" y="3"/>
                    </a:moveTo>
                    <a:cubicBezTo>
                      <a:pt x="70" y="0"/>
                      <a:pt x="80" y="0"/>
                      <a:pt x="89" y="3"/>
                    </a:cubicBezTo>
                    <a:cubicBezTo>
                      <a:pt x="92" y="4"/>
                      <a:pt x="96" y="7"/>
                      <a:pt x="94" y="12"/>
                    </a:cubicBezTo>
                    <a:cubicBezTo>
                      <a:pt x="93" y="17"/>
                      <a:pt x="91" y="21"/>
                      <a:pt x="90" y="27"/>
                    </a:cubicBezTo>
                    <a:cubicBezTo>
                      <a:pt x="89" y="30"/>
                      <a:pt x="85" y="32"/>
                      <a:pt x="81" y="31"/>
                    </a:cubicBezTo>
                    <a:cubicBezTo>
                      <a:pt x="74" y="30"/>
                      <a:pt x="66" y="27"/>
                      <a:pt x="58" y="28"/>
                    </a:cubicBezTo>
                    <a:cubicBezTo>
                      <a:pt x="52" y="28"/>
                      <a:pt x="47" y="31"/>
                      <a:pt x="43" y="34"/>
                    </a:cubicBezTo>
                    <a:cubicBezTo>
                      <a:pt x="36" y="41"/>
                      <a:pt x="33" y="48"/>
                      <a:pt x="32" y="57"/>
                    </a:cubicBezTo>
                    <a:cubicBezTo>
                      <a:pt x="31" y="63"/>
                      <a:pt x="31" y="68"/>
                      <a:pt x="31" y="75"/>
                    </a:cubicBezTo>
                    <a:cubicBezTo>
                      <a:pt x="31" y="100"/>
                      <a:pt x="31" y="126"/>
                      <a:pt x="31" y="152"/>
                    </a:cubicBezTo>
                    <a:cubicBezTo>
                      <a:pt x="31" y="156"/>
                      <a:pt x="27" y="159"/>
                      <a:pt x="24" y="159"/>
                    </a:cubicBezTo>
                    <a:cubicBezTo>
                      <a:pt x="18" y="159"/>
                      <a:pt x="13" y="159"/>
                      <a:pt x="7" y="159"/>
                    </a:cubicBezTo>
                    <a:cubicBezTo>
                      <a:pt x="3" y="159"/>
                      <a:pt x="0" y="156"/>
                      <a:pt x="0" y="152"/>
                    </a:cubicBezTo>
                    <a:cubicBezTo>
                      <a:pt x="0" y="105"/>
                      <a:pt x="0" y="58"/>
                      <a:pt x="0" y="11"/>
                    </a:cubicBezTo>
                    <a:cubicBezTo>
                      <a:pt x="0" y="6"/>
                      <a:pt x="5" y="3"/>
                      <a:pt x="9" y="4"/>
                    </a:cubicBezTo>
                    <a:cubicBezTo>
                      <a:pt x="14" y="4"/>
                      <a:pt x="20" y="3"/>
                      <a:pt x="24" y="7"/>
                    </a:cubicBezTo>
                    <a:cubicBezTo>
                      <a:pt x="26" y="14"/>
                      <a:pt x="27" y="20"/>
                      <a:pt x="30" y="26"/>
                    </a:cubicBezTo>
                    <a:cubicBezTo>
                      <a:pt x="38" y="16"/>
                      <a:pt x="48" y="7"/>
                      <a:pt x="60" y="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4" name="Freeform 162">
                <a:extLst>
                  <a:ext uri="{FF2B5EF4-FFF2-40B4-BE49-F238E27FC236}">
                    <a16:creationId xmlns:a16="http://schemas.microsoft.com/office/drawing/2014/main" id="{EF4F7C3A-2DE3-864C-4683-85B7753FC7BA}"/>
                  </a:ext>
                </a:extLst>
              </p:cNvPr>
              <p:cNvSpPr>
                <a:spLocks noChangeArrowheads="1"/>
              </p:cNvSpPr>
              <p:nvPr/>
            </p:nvSpPr>
            <p:spPr bwMode="auto">
              <a:xfrm>
                <a:off x="5002213" y="6773863"/>
                <a:ext cx="84137" cy="55562"/>
              </a:xfrm>
              <a:custGeom>
                <a:avLst/>
                <a:gdLst>
                  <a:gd name="T0" fmla="*/ 0 w 234"/>
                  <a:gd name="T1" fmla="*/ 4 h 156"/>
                  <a:gd name="T2" fmla="*/ 5 w 234"/>
                  <a:gd name="T3" fmla="*/ 1 h 156"/>
                  <a:gd name="T4" fmla="*/ 27 w 234"/>
                  <a:gd name="T5" fmla="*/ 1 h 156"/>
                  <a:gd name="T6" fmla="*/ 33 w 234"/>
                  <a:gd name="T7" fmla="*/ 7 h 156"/>
                  <a:gd name="T8" fmla="*/ 54 w 234"/>
                  <a:gd name="T9" fmla="*/ 92 h 156"/>
                  <a:gd name="T10" fmla="*/ 59 w 234"/>
                  <a:gd name="T11" fmla="*/ 118 h 156"/>
                  <a:gd name="T12" fmla="*/ 62 w 234"/>
                  <a:gd name="T13" fmla="*/ 141 h 156"/>
                  <a:gd name="T14" fmla="*/ 69 w 234"/>
                  <a:gd name="T15" fmla="*/ 107 h 156"/>
                  <a:gd name="T16" fmla="*/ 95 w 234"/>
                  <a:gd name="T17" fmla="*/ 6 h 156"/>
                  <a:gd name="T18" fmla="*/ 104 w 234"/>
                  <a:gd name="T19" fmla="*/ 0 h 156"/>
                  <a:gd name="T20" fmla="*/ 127 w 234"/>
                  <a:gd name="T21" fmla="*/ 0 h 156"/>
                  <a:gd name="T22" fmla="*/ 137 w 234"/>
                  <a:gd name="T23" fmla="*/ 6 h 156"/>
                  <a:gd name="T24" fmla="*/ 157 w 234"/>
                  <a:gd name="T25" fmla="*/ 80 h 156"/>
                  <a:gd name="T26" fmla="*/ 169 w 234"/>
                  <a:gd name="T27" fmla="*/ 128 h 156"/>
                  <a:gd name="T28" fmla="*/ 171 w 234"/>
                  <a:gd name="T29" fmla="*/ 142 h 156"/>
                  <a:gd name="T30" fmla="*/ 186 w 234"/>
                  <a:gd name="T31" fmla="*/ 66 h 156"/>
                  <a:gd name="T32" fmla="*/ 200 w 234"/>
                  <a:gd name="T33" fmla="*/ 6 h 156"/>
                  <a:gd name="T34" fmla="*/ 209 w 234"/>
                  <a:gd name="T35" fmla="*/ 0 h 156"/>
                  <a:gd name="T36" fmla="*/ 228 w 234"/>
                  <a:gd name="T37" fmla="*/ 0 h 156"/>
                  <a:gd name="T38" fmla="*/ 231 w 234"/>
                  <a:gd name="T39" fmla="*/ 7 h 156"/>
                  <a:gd name="T40" fmla="*/ 194 w 234"/>
                  <a:gd name="T41" fmla="*/ 149 h 156"/>
                  <a:gd name="T42" fmla="*/ 186 w 234"/>
                  <a:gd name="T43" fmla="*/ 155 h 156"/>
                  <a:gd name="T44" fmla="*/ 156 w 234"/>
                  <a:gd name="T45" fmla="*/ 155 h 156"/>
                  <a:gd name="T46" fmla="*/ 149 w 234"/>
                  <a:gd name="T47" fmla="*/ 150 h 156"/>
                  <a:gd name="T48" fmla="*/ 123 w 234"/>
                  <a:gd name="T49" fmla="*/ 52 h 156"/>
                  <a:gd name="T50" fmla="*/ 118 w 234"/>
                  <a:gd name="T51" fmla="*/ 18 h 156"/>
                  <a:gd name="T52" fmla="*/ 112 w 234"/>
                  <a:gd name="T53" fmla="*/ 49 h 156"/>
                  <a:gd name="T54" fmla="*/ 86 w 234"/>
                  <a:gd name="T55" fmla="*/ 149 h 156"/>
                  <a:gd name="T56" fmla="*/ 74 w 234"/>
                  <a:gd name="T57" fmla="*/ 155 h 156"/>
                  <a:gd name="T58" fmla="*/ 46 w 234"/>
                  <a:gd name="T59" fmla="*/ 155 h 156"/>
                  <a:gd name="T60" fmla="*/ 40 w 234"/>
                  <a:gd name="T61" fmla="*/ 150 h 156"/>
                  <a:gd name="T62" fmla="*/ 1 w 234"/>
                  <a:gd name="T63" fmla="*/ 10 h 156"/>
                  <a:gd name="T64" fmla="*/ 0 w 234"/>
                  <a:gd name="T65" fmla="*/ 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4" h="156">
                    <a:moveTo>
                      <a:pt x="0" y="4"/>
                    </a:moveTo>
                    <a:cubicBezTo>
                      <a:pt x="1" y="2"/>
                      <a:pt x="3" y="1"/>
                      <a:pt x="5" y="1"/>
                    </a:cubicBezTo>
                    <a:cubicBezTo>
                      <a:pt x="13" y="1"/>
                      <a:pt x="19" y="1"/>
                      <a:pt x="27" y="1"/>
                    </a:cubicBezTo>
                    <a:cubicBezTo>
                      <a:pt x="30" y="1"/>
                      <a:pt x="33" y="4"/>
                      <a:pt x="33" y="7"/>
                    </a:cubicBezTo>
                    <a:cubicBezTo>
                      <a:pt x="40" y="35"/>
                      <a:pt x="47" y="64"/>
                      <a:pt x="54" y="92"/>
                    </a:cubicBezTo>
                    <a:cubicBezTo>
                      <a:pt x="56" y="101"/>
                      <a:pt x="58" y="109"/>
                      <a:pt x="59" y="118"/>
                    </a:cubicBezTo>
                    <a:cubicBezTo>
                      <a:pt x="60" y="125"/>
                      <a:pt x="61" y="134"/>
                      <a:pt x="62" y="141"/>
                    </a:cubicBezTo>
                    <a:cubicBezTo>
                      <a:pt x="64" y="130"/>
                      <a:pt x="65" y="119"/>
                      <a:pt x="69" y="107"/>
                    </a:cubicBezTo>
                    <a:cubicBezTo>
                      <a:pt x="77" y="74"/>
                      <a:pt x="87" y="40"/>
                      <a:pt x="95" y="6"/>
                    </a:cubicBezTo>
                    <a:cubicBezTo>
                      <a:pt x="96" y="2"/>
                      <a:pt x="100" y="0"/>
                      <a:pt x="104" y="0"/>
                    </a:cubicBezTo>
                    <a:cubicBezTo>
                      <a:pt x="111" y="0"/>
                      <a:pt x="120" y="0"/>
                      <a:pt x="127" y="0"/>
                    </a:cubicBezTo>
                    <a:cubicBezTo>
                      <a:pt x="132" y="0"/>
                      <a:pt x="136" y="2"/>
                      <a:pt x="137" y="6"/>
                    </a:cubicBezTo>
                    <a:cubicBezTo>
                      <a:pt x="143" y="31"/>
                      <a:pt x="151" y="56"/>
                      <a:pt x="157" y="80"/>
                    </a:cubicBezTo>
                    <a:cubicBezTo>
                      <a:pt x="162" y="96"/>
                      <a:pt x="167" y="112"/>
                      <a:pt x="169" y="128"/>
                    </a:cubicBezTo>
                    <a:cubicBezTo>
                      <a:pt x="170" y="133"/>
                      <a:pt x="170" y="137"/>
                      <a:pt x="171" y="142"/>
                    </a:cubicBezTo>
                    <a:cubicBezTo>
                      <a:pt x="173" y="117"/>
                      <a:pt x="181" y="92"/>
                      <a:pt x="186" y="66"/>
                    </a:cubicBezTo>
                    <a:cubicBezTo>
                      <a:pt x="191" y="46"/>
                      <a:pt x="195" y="27"/>
                      <a:pt x="200" y="6"/>
                    </a:cubicBezTo>
                    <a:cubicBezTo>
                      <a:pt x="201" y="2"/>
                      <a:pt x="206" y="0"/>
                      <a:pt x="209" y="0"/>
                    </a:cubicBezTo>
                    <a:cubicBezTo>
                      <a:pt x="215" y="0"/>
                      <a:pt x="222" y="0"/>
                      <a:pt x="228" y="0"/>
                    </a:cubicBezTo>
                    <a:cubicBezTo>
                      <a:pt x="231" y="0"/>
                      <a:pt x="233" y="4"/>
                      <a:pt x="231" y="7"/>
                    </a:cubicBezTo>
                    <a:cubicBezTo>
                      <a:pt x="219" y="55"/>
                      <a:pt x="207" y="102"/>
                      <a:pt x="194" y="149"/>
                    </a:cubicBezTo>
                    <a:cubicBezTo>
                      <a:pt x="193" y="153"/>
                      <a:pt x="189" y="155"/>
                      <a:pt x="186" y="155"/>
                    </a:cubicBezTo>
                    <a:cubicBezTo>
                      <a:pt x="177" y="155"/>
                      <a:pt x="167" y="155"/>
                      <a:pt x="156" y="155"/>
                    </a:cubicBezTo>
                    <a:cubicBezTo>
                      <a:pt x="153" y="155"/>
                      <a:pt x="149" y="153"/>
                      <a:pt x="149" y="150"/>
                    </a:cubicBezTo>
                    <a:cubicBezTo>
                      <a:pt x="140" y="118"/>
                      <a:pt x="132" y="85"/>
                      <a:pt x="123" y="52"/>
                    </a:cubicBezTo>
                    <a:cubicBezTo>
                      <a:pt x="120" y="41"/>
                      <a:pt x="119" y="30"/>
                      <a:pt x="118" y="18"/>
                    </a:cubicBezTo>
                    <a:cubicBezTo>
                      <a:pt x="116" y="29"/>
                      <a:pt x="116" y="39"/>
                      <a:pt x="112" y="49"/>
                    </a:cubicBezTo>
                    <a:cubicBezTo>
                      <a:pt x="104" y="82"/>
                      <a:pt x="94" y="116"/>
                      <a:pt x="86" y="149"/>
                    </a:cubicBezTo>
                    <a:cubicBezTo>
                      <a:pt x="85" y="154"/>
                      <a:pt x="78" y="155"/>
                      <a:pt x="74" y="155"/>
                    </a:cubicBezTo>
                    <a:cubicBezTo>
                      <a:pt x="64" y="155"/>
                      <a:pt x="56" y="155"/>
                      <a:pt x="46" y="155"/>
                    </a:cubicBezTo>
                    <a:cubicBezTo>
                      <a:pt x="43" y="155"/>
                      <a:pt x="41" y="153"/>
                      <a:pt x="40" y="150"/>
                    </a:cubicBezTo>
                    <a:cubicBezTo>
                      <a:pt x="27" y="103"/>
                      <a:pt x="14" y="56"/>
                      <a:pt x="1" y="10"/>
                    </a:cubicBezTo>
                    <a:cubicBezTo>
                      <a:pt x="0" y="9"/>
                      <a:pt x="0" y="6"/>
                      <a:pt x="0"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5" name="Freeform 163">
                <a:extLst>
                  <a:ext uri="{FF2B5EF4-FFF2-40B4-BE49-F238E27FC236}">
                    <a16:creationId xmlns:a16="http://schemas.microsoft.com/office/drawing/2014/main" id="{EA7F1FFB-AB24-A537-2938-DF001DF14BBE}"/>
                  </a:ext>
                </a:extLst>
              </p:cNvPr>
              <p:cNvSpPr>
                <a:spLocks noChangeArrowheads="1"/>
              </p:cNvSpPr>
              <p:nvPr/>
            </p:nvSpPr>
            <p:spPr bwMode="auto">
              <a:xfrm>
                <a:off x="5416550" y="6773863"/>
                <a:ext cx="52388" cy="80962"/>
              </a:xfrm>
              <a:custGeom>
                <a:avLst/>
                <a:gdLst>
                  <a:gd name="T0" fmla="*/ 6 w 146"/>
                  <a:gd name="T1" fmla="*/ 0 h 223"/>
                  <a:gd name="T2" fmla="*/ 26 w 146"/>
                  <a:gd name="T3" fmla="*/ 0 h 223"/>
                  <a:gd name="T4" fmla="*/ 36 w 146"/>
                  <a:gd name="T5" fmla="*/ 6 h 223"/>
                  <a:gd name="T6" fmla="*/ 70 w 146"/>
                  <a:gd name="T7" fmla="*/ 97 h 223"/>
                  <a:gd name="T8" fmla="*/ 76 w 146"/>
                  <a:gd name="T9" fmla="*/ 117 h 223"/>
                  <a:gd name="T10" fmla="*/ 93 w 146"/>
                  <a:gd name="T11" fmla="*/ 63 h 223"/>
                  <a:gd name="T12" fmla="*/ 111 w 146"/>
                  <a:gd name="T13" fmla="*/ 5 h 223"/>
                  <a:gd name="T14" fmla="*/ 118 w 146"/>
                  <a:gd name="T15" fmla="*/ 0 h 223"/>
                  <a:gd name="T16" fmla="*/ 134 w 146"/>
                  <a:gd name="T17" fmla="*/ 0 h 223"/>
                  <a:gd name="T18" fmla="*/ 144 w 146"/>
                  <a:gd name="T19" fmla="*/ 2 h 223"/>
                  <a:gd name="T20" fmla="*/ 145 w 146"/>
                  <a:gd name="T21" fmla="*/ 8 h 223"/>
                  <a:gd name="T22" fmla="*/ 89 w 146"/>
                  <a:gd name="T23" fmla="*/ 166 h 223"/>
                  <a:gd name="T24" fmla="*/ 79 w 146"/>
                  <a:gd name="T25" fmla="*/ 192 h 223"/>
                  <a:gd name="T26" fmla="*/ 47 w 146"/>
                  <a:gd name="T27" fmla="*/ 217 h 223"/>
                  <a:gd name="T28" fmla="*/ 33 w 146"/>
                  <a:gd name="T29" fmla="*/ 221 h 223"/>
                  <a:gd name="T30" fmla="*/ 26 w 146"/>
                  <a:gd name="T31" fmla="*/ 213 h 223"/>
                  <a:gd name="T32" fmla="*/ 23 w 146"/>
                  <a:gd name="T33" fmla="*/ 206 h 223"/>
                  <a:gd name="T34" fmla="*/ 28 w 146"/>
                  <a:gd name="T35" fmla="*/ 199 h 223"/>
                  <a:gd name="T36" fmla="*/ 44 w 146"/>
                  <a:gd name="T37" fmla="*/ 192 h 223"/>
                  <a:gd name="T38" fmla="*/ 65 w 146"/>
                  <a:gd name="T39" fmla="*/ 155 h 223"/>
                  <a:gd name="T40" fmla="*/ 57 w 146"/>
                  <a:gd name="T41" fmla="*/ 137 h 223"/>
                  <a:gd name="T42" fmla="*/ 5 w 146"/>
                  <a:gd name="T43" fmla="*/ 14 h 223"/>
                  <a:gd name="T44" fmla="*/ 2 w 146"/>
                  <a:gd name="T45" fmla="*/ 5 h 223"/>
                  <a:gd name="T46" fmla="*/ 6 w 146"/>
                  <a:gd name="T47"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6" h="223">
                    <a:moveTo>
                      <a:pt x="6" y="0"/>
                    </a:moveTo>
                    <a:cubicBezTo>
                      <a:pt x="12" y="0"/>
                      <a:pt x="20" y="0"/>
                      <a:pt x="26" y="0"/>
                    </a:cubicBezTo>
                    <a:cubicBezTo>
                      <a:pt x="31" y="0"/>
                      <a:pt x="34" y="3"/>
                      <a:pt x="36" y="6"/>
                    </a:cubicBezTo>
                    <a:cubicBezTo>
                      <a:pt x="48" y="36"/>
                      <a:pt x="59" y="66"/>
                      <a:pt x="70" y="97"/>
                    </a:cubicBezTo>
                    <a:cubicBezTo>
                      <a:pt x="72" y="104"/>
                      <a:pt x="74" y="110"/>
                      <a:pt x="76" y="117"/>
                    </a:cubicBezTo>
                    <a:cubicBezTo>
                      <a:pt x="80" y="99"/>
                      <a:pt x="86" y="81"/>
                      <a:pt x="93" y="63"/>
                    </a:cubicBezTo>
                    <a:cubicBezTo>
                      <a:pt x="99" y="44"/>
                      <a:pt x="105" y="25"/>
                      <a:pt x="111" y="5"/>
                    </a:cubicBezTo>
                    <a:cubicBezTo>
                      <a:pt x="112" y="2"/>
                      <a:pt x="115" y="0"/>
                      <a:pt x="118" y="0"/>
                    </a:cubicBezTo>
                    <a:cubicBezTo>
                      <a:pt x="124" y="0"/>
                      <a:pt x="129" y="0"/>
                      <a:pt x="134" y="0"/>
                    </a:cubicBezTo>
                    <a:cubicBezTo>
                      <a:pt x="138" y="0"/>
                      <a:pt x="142" y="0"/>
                      <a:pt x="144" y="2"/>
                    </a:cubicBezTo>
                    <a:cubicBezTo>
                      <a:pt x="145" y="3"/>
                      <a:pt x="145" y="5"/>
                      <a:pt x="145" y="8"/>
                    </a:cubicBezTo>
                    <a:cubicBezTo>
                      <a:pt x="127" y="60"/>
                      <a:pt x="109" y="112"/>
                      <a:pt x="89" y="166"/>
                    </a:cubicBezTo>
                    <a:cubicBezTo>
                      <a:pt x="86" y="175"/>
                      <a:pt x="84" y="184"/>
                      <a:pt x="79" y="192"/>
                    </a:cubicBezTo>
                    <a:cubicBezTo>
                      <a:pt x="71" y="203"/>
                      <a:pt x="59" y="212"/>
                      <a:pt x="47" y="217"/>
                    </a:cubicBezTo>
                    <a:cubicBezTo>
                      <a:pt x="42" y="218"/>
                      <a:pt x="37" y="222"/>
                      <a:pt x="33" y="221"/>
                    </a:cubicBezTo>
                    <a:cubicBezTo>
                      <a:pt x="29" y="220"/>
                      <a:pt x="27" y="216"/>
                      <a:pt x="26" y="213"/>
                    </a:cubicBezTo>
                    <a:cubicBezTo>
                      <a:pt x="25" y="211"/>
                      <a:pt x="22" y="209"/>
                      <a:pt x="23" y="206"/>
                    </a:cubicBezTo>
                    <a:cubicBezTo>
                      <a:pt x="23" y="202"/>
                      <a:pt x="25" y="200"/>
                      <a:pt x="28" y="199"/>
                    </a:cubicBezTo>
                    <a:cubicBezTo>
                      <a:pt x="34" y="197"/>
                      <a:pt x="39" y="195"/>
                      <a:pt x="44" y="192"/>
                    </a:cubicBezTo>
                    <a:cubicBezTo>
                      <a:pt x="55" y="182"/>
                      <a:pt x="63" y="169"/>
                      <a:pt x="65" y="155"/>
                    </a:cubicBezTo>
                    <a:cubicBezTo>
                      <a:pt x="63" y="149"/>
                      <a:pt x="59" y="144"/>
                      <a:pt x="57" y="137"/>
                    </a:cubicBezTo>
                    <a:cubicBezTo>
                      <a:pt x="40" y="96"/>
                      <a:pt x="22" y="56"/>
                      <a:pt x="5" y="14"/>
                    </a:cubicBezTo>
                    <a:cubicBezTo>
                      <a:pt x="4" y="12"/>
                      <a:pt x="3" y="9"/>
                      <a:pt x="2" y="5"/>
                    </a:cubicBezTo>
                    <a:cubicBezTo>
                      <a:pt x="0" y="2"/>
                      <a:pt x="3" y="0"/>
                      <a:pt x="6"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6" name="Freeform 164">
                <a:extLst>
                  <a:ext uri="{FF2B5EF4-FFF2-40B4-BE49-F238E27FC236}">
                    <a16:creationId xmlns:a16="http://schemas.microsoft.com/office/drawing/2014/main" id="{28174135-A5E1-DA15-B465-132F5E0DA652}"/>
                  </a:ext>
                </a:extLst>
              </p:cNvPr>
              <p:cNvSpPr>
                <a:spLocks noChangeArrowheads="1"/>
              </p:cNvSpPr>
              <p:nvPr/>
            </p:nvSpPr>
            <p:spPr bwMode="auto">
              <a:xfrm>
                <a:off x="5099050" y="6773863"/>
                <a:ext cx="53975" cy="58737"/>
              </a:xfrm>
              <a:custGeom>
                <a:avLst/>
                <a:gdLst>
                  <a:gd name="T0" fmla="*/ 69 w 152"/>
                  <a:gd name="T1" fmla="*/ 1 h 164"/>
                  <a:gd name="T2" fmla="*/ 120 w 152"/>
                  <a:gd name="T3" fmla="*/ 14 h 164"/>
                  <a:gd name="T4" fmla="*/ 145 w 152"/>
                  <a:gd name="T5" fmla="*/ 52 h 164"/>
                  <a:gd name="T6" fmla="*/ 145 w 152"/>
                  <a:gd name="T7" fmla="*/ 108 h 164"/>
                  <a:gd name="T8" fmla="*/ 116 w 152"/>
                  <a:gd name="T9" fmla="*/ 150 h 164"/>
                  <a:gd name="T10" fmla="*/ 63 w 152"/>
                  <a:gd name="T11" fmla="*/ 160 h 164"/>
                  <a:gd name="T12" fmla="*/ 21 w 152"/>
                  <a:gd name="T13" fmla="*/ 140 h 164"/>
                  <a:gd name="T14" fmla="*/ 1 w 152"/>
                  <a:gd name="T15" fmla="*/ 90 h 164"/>
                  <a:gd name="T16" fmla="*/ 14 w 152"/>
                  <a:gd name="T17" fmla="*/ 31 h 164"/>
                  <a:gd name="T18" fmla="*/ 50 w 152"/>
                  <a:gd name="T19" fmla="*/ 4 h 164"/>
                  <a:gd name="T20" fmla="*/ 69 w 152"/>
                  <a:gd name="T21" fmla="*/ 1 h 164"/>
                  <a:gd name="T22" fmla="*/ 65 w 152"/>
                  <a:gd name="T23" fmla="*/ 23 h 164"/>
                  <a:gd name="T24" fmla="*/ 41 w 152"/>
                  <a:gd name="T25" fmla="*/ 39 h 164"/>
                  <a:gd name="T26" fmla="*/ 33 w 152"/>
                  <a:gd name="T27" fmla="*/ 85 h 164"/>
                  <a:gd name="T28" fmla="*/ 45 w 152"/>
                  <a:gd name="T29" fmla="*/ 126 h 164"/>
                  <a:gd name="T30" fmla="*/ 74 w 152"/>
                  <a:gd name="T31" fmla="*/ 139 h 164"/>
                  <a:gd name="T32" fmla="*/ 101 w 152"/>
                  <a:gd name="T33" fmla="*/ 128 h 164"/>
                  <a:gd name="T34" fmla="*/ 114 w 152"/>
                  <a:gd name="T35" fmla="*/ 92 h 164"/>
                  <a:gd name="T36" fmla="*/ 112 w 152"/>
                  <a:gd name="T37" fmla="*/ 54 h 164"/>
                  <a:gd name="T38" fmla="*/ 95 w 152"/>
                  <a:gd name="T39" fmla="*/ 28 h 164"/>
                  <a:gd name="T40" fmla="*/ 65 w 152"/>
                  <a:gd name="T41" fmla="*/ 2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164">
                    <a:moveTo>
                      <a:pt x="69" y="1"/>
                    </a:moveTo>
                    <a:cubicBezTo>
                      <a:pt x="86" y="0"/>
                      <a:pt x="105" y="3"/>
                      <a:pt x="120" y="14"/>
                    </a:cubicBezTo>
                    <a:cubicBezTo>
                      <a:pt x="132" y="23"/>
                      <a:pt x="141" y="37"/>
                      <a:pt x="145" y="52"/>
                    </a:cubicBezTo>
                    <a:cubicBezTo>
                      <a:pt x="151" y="71"/>
                      <a:pt x="150" y="90"/>
                      <a:pt x="145" y="108"/>
                    </a:cubicBezTo>
                    <a:cubicBezTo>
                      <a:pt x="141" y="125"/>
                      <a:pt x="131" y="140"/>
                      <a:pt x="116" y="150"/>
                    </a:cubicBezTo>
                    <a:cubicBezTo>
                      <a:pt x="100" y="160"/>
                      <a:pt x="81" y="163"/>
                      <a:pt x="63" y="160"/>
                    </a:cubicBezTo>
                    <a:cubicBezTo>
                      <a:pt x="47" y="158"/>
                      <a:pt x="32" y="152"/>
                      <a:pt x="21" y="140"/>
                    </a:cubicBezTo>
                    <a:cubicBezTo>
                      <a:pt x="8" y="127"/>
                      <a:pt x="2" y="108"/>
                      <a:pt x="1" y="90"/>
                    </a:cubicBezTo>
                    <a:cubicBezTo>
                      <a:pt x="0" y="69"/>
                      <a:pt x="2" y="48"/>
                      <a:pt x="14" y="31"/>
                    </a:cubicBezTo>
                    <a:cubicBezTo>
                      <a:pt x="22" y="18"/>
                      <a:pt x="35" y="8"/>
                      <a:pt x="50" y="4"/>
                    </a:cubicBezTo>
                    <a:cubicBezTo>
                      <a:pt x="56" y="2"/>
                      <a:pt x="63" y="1"/>
                      <a:pt x="69" y="1"/>
                    </a:cubicBezTo>
                    <a:close/>
                    <a:moveTo>
                      <a:pt x="65" y="23"/>
                    </a:moveTo>
                    <a:cubicBezTo>
                      <a:pt x="55" y="26"/>
                      <a:pt x="47" y="31"/>
                      <a:pt x="41" y="39"/>
                    </a:cubicBezTo>
                    <a:cubicBezTo>
                      <a:pt x="33" y="53"/>
                      <a:pt x="33" y="69"/>
                      <a:pt x="33" y="85"/>
                    </a:cubicBezTo>
                    <a:cubicBezTo>
                      <a:pt x="34" y="99"/>
                      <a:pt x="36" y="114"/>
                      <a:pt x="45" y="126"/>
                    </a:cubicBezTo>
                    <a:cubicBezTo>
                      <a:pt x="51" y="135"/>
                      <a:pt x="64" y="139"/>
                      <a:pt x="74" y="139"/>
                    </a:cubicBezTo>
                    <a:cubicBezTo>
                      <a:pt x="85" y="139"/>
                      <a:pt x="95" y="136"/>
                      <a:pt x="101" y="128"/>
                    </a:cubicBezTo>
                    <a:cubicBezTo>
                      <a:pt x="110" y="119"/>
                      <a:pt x="113" y="105"/>
                      <a:pt x="114" y="92"/>
                    </a:cubicBezTo>
                    <a:cubicBezTo>
                      <a:pt x="115" y="79"/>
                      <a:pt x="115" y="66"/>
                      <a:pt x="112" y="54"/>
                    </a:cubicBezTo>
                    <a:cubicBezTo>
                      <a:pt x="110" y="44"/>
                      <a:pt x="104" y="34"/>
                      <a:pt x="95" y="28"/>
                    </a:cubicBezTo>
                    <a:cubicBezTo>
                      <a:pt x="86" y="22"/>
                      <a:pt x="75" y="21"/>
                      <a:pt x="65" y="2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7" name="Freeform 165">
                <a:extLst>
                  <a:ext uri="{FF2B5EF4-FFF2-40B4-BE49-F238E27FC236}">
                    <a16:creationId xmlns:a16="http://schemas.microsoft.com/office/drawing/2014/main" id="{7DF953A9-E306-3656-30AC-0EAA9BB59391}"/>
                  </a:ext>
                </a:extLst>
              </p:cNvPr>
              <p:cNvSpPr>
                <a:spLocks noChangeArrowheads="1"/>
              </p:cNvSpPr>
              <p:nvPr/>
            </p:nvSpPr>
            <p:spPr bwMode="auto">
              <a:xfrm>
                <a:off x="5284788" y="6748463"/>
                <a:ext cx="49212" cy="84137"/>
              </a:xfrm>
              <a:custGeom>
                <a:avLst/>
                <a:gdLst>
                  <a:gd name="T0" fmla="*/ 107 w 138"/>
                  <a:gd name="T1" fmla="*/ 7 h 235"/>
                  <a:gd name="T2" fmla="*/ 113 w 138"/>
                  <a:gd name="T3" fmla="*/ 0 h 235"/>
                  <a:gd name="T4" fmla="*/ 128 w 138"/>
                  <a:gd name="T5" fmla="*/ 0 h 235"/>
                  <a:gd name="T6" fmla="*/ 136 w 138"/>
                  <a:gd name="T7" fmla="*/ 8 h 235"/>
                  <a:gd name="T8" fmla="*/ 136 w 138"/>
                  <a:gd name="T9" fmla="*/ 222 h 235"/>
                  <a:gd name="T10" fmla="*/ 129 w 138"/>
                  <a:gd name="T11" fmla="*/ 228 h 235"/>
                  <a:gd name="T12" fmla="*/ 116 w 138"/>
                  <a:gd name="T13" fmla="*/ 228 h 235"/>
                  <a:gd name="T14" fmla="*/ 110 w 138"/>
                  <a:gd name="T15" fmla="*/ 224 h 235"/>
                  <a:gd name="T16" fmla="*/ 107 w 138"/>
                  <a:gd name="T17" fmla="*/ 210 h 235"/>
                  <a:gd name="T18" fmla="*/ 84 w 138"/>
                  <a:gd name="T19" fmla="*/ 228 h 235"/>
                  <a:gd name="T20" fmla="*/ 44 w 138"/>
                  <a:gd name="T21" fmla="*/ 230 h 235"/>
                  <a:gd name="T22" fmla="*/ 11 w 138"/>
                  <a:gd name="T23" fmla="*/ 206 h 235"/>
                  <a:gd name="T24" fmla="*/ 1 w 138"/>
                  <a:gd name="T25" fmla="*/ 145 h 235"/>
                  <a:gd name="T26" fmla="*/ 16 w 138"/>
                  <a:gd name="T27" fmla="*/ 94 h 235"/>
                  <a:gd name="T28" fmla="*/ 53 w 138"/>
                  <a:gd name="T29" fmla="*/ 74 h 235"/>
                  <a:gd name="T30" fmla="*/ 92 w 138"/>
                  <a:gd name="T31" fmla="*/ 83 h 235"/>
                  <a:gd name="T32" fmla="*/ 105 w 138"/>
                  <a:gd name="T33" fmla="*/ 97 h 235"/>
                  <a:gd name="T34" fmla="*/ 107 w 138"/>
                  <a:gd name="T35" fmla="*/ 7 h 235"/>
                  <a:gd name="T36" fmla="*/ 65 w 138"/>
                  <a:gd name="T37" fmla="*/ 93 h 235"/>
                  <a:gd name="T38" fmla="*/ 42 w 138"/>
                  <a:gd name="T39" fmla="*/ 108 h 235"/>
                  <a:gd name="T40" fmla="*/ 34 w 138"/>
                  <a:gd name="T41" fmla="*/ 161 h 235"/>
                  <a:gd name="T42" fmla="*/ 41 w 138"/>
                  <a:gd name="T43" fmla="*/ 195 h 235"/>
                  <a:gd name="T44" fmla="*/ 60 w 138"/>
                  <a:gd name="T45" fmla="*/ 209 h 235"/>
                  <a:gd name="T46" fmla="*/ 94 w 138"/>
                  <a:gd name="T47" fmla="*/ 200 h 235"/>
                  <a:gd name="T48" fmla="*/ 106 w 138"/>
                  <a:gd name="T49" fmla="*/ 166 h 235"/>
                  <a:gd name="T50" fmla="*/ 103 w 138"/>
                  <a:gd name="T51" fmla="*/ 125 h 235"/>
                  <a:gd name="T52" fmla="*/ 91 w 138"/>
                  <a:gd name="T53" fmla="*/ 101 h 235"/>
                  <a:gd name="T54" fmla="*/ 65 w 138"/>
                  <a:gd name="T55" fmla="*/ 9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8" h="235">
                    <a:moveTo>
                      <a:pt x="107" y="7"/>
                    </a:moveTo>
                    <a:cubicBezTo>
                      <a:pt x="107" y="3"/>
                      <a:pt x="110" y="0"/>
                      <a:pt x="113" y="0"/>
                    </a:cubicBezTo>
                    <a:cubicBezTo>
                      <a:pt x="118" y="0"/>
                      <a:pt x="124" y="0"/>
                      <a:pt x="128" y="0"/>
                    </a:cubicBezTo>
                    <a:cubicBezTo>
                      <a:pt x="132" y="0"/>
                      <a:pt x="137" y="3"/>
                      <a:pt x="136" y="8"/>
                    </a:cubicBezTo>
                    <a:cubicBezTo>
                      <a:pt x="136" y="79"/>
                      <a:pt x="136" y="150"/>
                      <a:pt x="136" y="222"/>
                    </a:cubicBezTo>
                    <a:cubicBezTo>
                      <a:pt x="136" y="225"/>
                      <a:pt x="132" y="228"/>
                      <a:pt x="129" y="228"/>
                    </a:cubicBezTo>
                    <a:cubicBezTo>
                      <a:pt x="125" y="228"/>
                      <a:pt x="121" y="228"/>
                      <a:pt x="116" y="228"/>
                    </a:cubicBezTo>
                    <a:cubicBezTo>
                      <a:pt x="113" y="228"/>
                      <a:pt x="111" y="226"/>
                      <a:pt x="110" y="224"/>
                    </a:cubicBezTo>
                    <a:cubicBezTo>
                      <a:pt x="109" y="220"/>
                      <a:pt x="108" y="214"/>
                      <a:pt x="107" y="210"/>
                    </a:cubicBezTo>
                    <a:cubicBezTo>
                      <a:pt x="101" y="218"/>
                      <a:pt x="94" y="225"/>
                      <a:pt x="84" y="228"/>
                    </a:cubicBezTo>
                    <a:cubicBezTo>
                      <a:pt x="71" y="232"/>
                      <a:pt x="56" y="234"/>
                      <a:pt x="44" y="230"/>
                    </a:cubicBezTo>
                    <a:cubicBezTo>
                      <a:pt x="30" y="227"/>
                      <a:pt x="18" y="218"/>
                      <a:pt x="11" y="206"/>
                    </a:cubicBezTo>
                    <a:cubicBezTo>
                      <a:pt x="1" y="188"/>
                      <a:pt x="0" y="165"/>
                      <a:pt x="1" y="145"/>
                    </a:cubicBezTo>
                    <a:cubicBezTo>
                      <a:pt x="1" y="127"/>
                      <a:pt x="4" y="108"/>
                      <a:pt x="16" y="94"/>
                    </a:cubicBezTo>
                    <a:cubicBezTo>
                      <a:pt x="24" y="83"/>
                      <a:pt x="38" y="75"/>
                      <a:pt x="53" y="74"/>
                    </a:cubicBezTo>
                    <a:cubicBezTo>
                      <a:pt x="67" y="72"/>
                      <a:pt x="81" y="74"/>
                      <a:pt x="92" y="83"/>
                    </a:cubicBezTo>
                    <a:cubicBezTo>
                      <a:pt x="97" y="86"/>
                      <a:pt x="101" y="91"/>
                      <a:pt x="105" y="97"/>
                    </a:cubicBezTo>
                    <a:cubicBezTo>
                      <a:pt x="107" y="66"/>
                      <a:pt x="107" y="36"/>
                      <a:pt x="107" y="7"/>
                    </a:cubicBezTo>
                    <a:close/>
                    <a:moveTo>
                      <a:pt x="65" y="93"/>
                    </a:moveTo>
                    <a:cubicBezTo>
                      <a:pt x="55" y="94"/>
                      <a:pt x="47" y="100"/>
                      <a:pt x="42" y="108"/>
                    </a:cubicBezTo>
                    <a:cubicBezTo>
                      <a:pt x="34" y="124"/>
                      <a:pt x="34" y="143"/>
                      <a:pt x="34" y="161"/>
                    </a:cubicBezTo>
                    <a:cubicBezTo>
                      <a:pt x="35" y="173"/>
                      <a:pt x="36" y="184"/>
                      <a:pt x="41" y="195"/>
                    </a:cubicBezTo>
                    <a:cubicBezTo>
                      <a:pt x="45" y="203"/>
                      <a:pt x="52" y="208"/>
                      <a:pt x="60" y="209"/>
                    </a:cubicBezTo>
                    <a:cubicBezTo>
                      <a:pt x="71" y="212"/>
                      <a:pt x="85" y="209"/>
                      <a:pt x="94" y="200"/>
                    </a:cubicBezTo>
                    <a:cubicBezTo>
                      <a:pt x="102" y="191"/>
                      <a:pt x="105" y="178"/>
                      <a:pt x="106" y="166"/>
                    </a:cubicBezTo>
                    <a:cubicBezTo>
                      <a:pt x="107" y="152"/>
                      <a:pt x="107" y="138"/>
                      <a:pt x="103" y="125"/>
                    </a:cubicBezTo>
                    <a:cubicBezTo>
                      <a:pt x="101" y="117"/>
                      <a:pt x="97" y="107"/>
                      <a:pt x="91" y="101"/>
                    </a:cubicBezTo>
                    <a:cubicBezTo>
                      <a:pt x="84" y="94"/>
                      <a:pt x="75" y="92"/>
                      <a:pt x="65" y="9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8" name="Freeform 166">
                <a:extLst>
                  <a:ext uri="{FF2B5EF4-FFF2-40B4-BE49-F238E27FC236}">
                    <a16:creationId xmlns:a16="http://schemas.microsoft.com/office/drawing/2014/main" id="{DCE5C4EA-368B-0E88-1620-F334A584FA33}"/>
                  </a:ext>
                </a:extLst>
              </p:cNvPr>
              <p:cNvSpPr>
                <a:spLocks noChangeArrowheads="1"/>
              </p:cNvSpPr>
              <p:nvPr/>
            </p:nvSpPr>
            <p:spPr bwMode="auto">
              <a:xfrm>
                <a:off x="5353050" y="6773863"/>
                <a:ext cx="50800" cy="58737"/>
              </a:xfrm>
              <a:custGeom>
                <a:avLst/>
                <a:gdLst>
                  <a:gd name="T0" fmla="*/ 48 w 140"/>
                  <a:gd name="T1" fmla="*/ 4 h 162"/>
                  <a:gd name="T2" fmla="*/ 91 w 140"/>
                  <a:gd name="T3" fmla="*/ 3 h 162"/>
                  <a:gd name="T4" fmla="*/ 124 w 140"/>
                  <a:gd name="T5" fmla="*/ 24 h 162"/>
                  <a:gd name="T6" fmla="*/ 138 w 140"/>
                  <a:gd name="T7" fmla="*/ 63 h 162"/>
                  <a:gd name="T8" fmla="*/ 139 w 140"/>
                  <a:gd name="T9" fmla="*/ 95 h 162"/>
                  <a:gd name="T10" fmla="*/ 139 w 140"/>
                  <a:gd name="T11" fmla="*/ 152 h 162"/>
                  <a:gd name="T12" fmla="*/ 136 w 140"/>
                  <a:gd name="T13" fmla="*/ 157 h 162"/>
                  <a:gd name="T14" fmla="*/ 125 w 140"/>
                  <a:gd name="T15" fmla="*/ 158 h 162"/>
                  <a:gd name="T16" fmla="*/ 114 w 140"/>
                  <a:gd name="T17" fmla="*/ 154 h 162"/>
                  <a:gd name="T18" fmla="*/ 109 w 140"/>
                  <a:gd name="T19" fmla="*/ 139 h 162"/>
                  <a:gd name="T20" fmla="*/ 91 w 140"/>
                  <a:gd name="T21" fmla="*/ 156 h 162"/>
                  <a:gd name="T22" fmla="*/ 53 w 140"/>
                  <a:gd name="T23" fmla="*/ 159 h 162"/>
                  <a:gd name="T24" fmla="*/ 14 w 140"/>
                  <a:gd name="T25" fmla="*/ 134 h 162"/>
                  <a:gd name="T26" fmla="*/ 0 w 140"/>
                  <a:gd name="T27" fmla="*/ 81 h 162"/>
                  <a:gd name="T28" fmla="*/ 13 w 140"/>
                  <a:gd name="T29" fmla="*/ 30 h 162"/>
                  <a:gd name="T30" fmla="*/ 48 w 140"/>
                  <a:gd name="T31" fmla="*/ 4 h 162"/>
                  <a:gd name="T32" fmla="*/ 61 w 140"/>
                  <a:gd name="T33" fmla="*/ 23 h 162"/>
                  <a:gd name="T34" fmla="*/ 48 w 140"/>
                  <a:gd name="T35" fmla="*/ 29 h 162"/>
                  <a:gd name="T36" fmla="*/ 34 w 140"/>
                  <a:gd name="T37" fmla="*/ 53 h 162"/>
                  <a:gd name="T38" fmla="*/ 33 w 140"/>
                  <a:gd name="T39" fmla="*/ 98 h 162"/>
                  <a:gd name="T40" fmla="*/ 45 w 140"/>
                  <a:gd name="T41" fmla="*/ 129 h 162"/>
                  <a:gd name="T42" fmla="*/ 71 w 140"/>
                  <a:gd name="T43" fmla="*/ 138 h 162"/>
                  <a:gd name="T44" fmla="*/ 97 w 140"/>
                  <a:gd name="T45" fmla="*/ 127 h 162"/>
                  <a:gd name="T46" fmla="*/ 109 w 140"/>
                  <a:gd name="T47" fmla="*/ 93 h 162"/>
                  <a:gd name="T48" fmla="*/ 106 w 140"/>
                  <a:gd name="T49" fmla="*/ 50 h 162"/>
                  <a:gd name="T50" fmla="*/ 91 w 140"/>
                  <a:gd name="T51" fmla="*/ 28 h 162"/>
                  <a:gd name="T52" fmla="*/ 61 w 140"/>
                  <a:gd name="T53" fmla="*/ 2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162">
                    <a:moveTo>
                      <a:pt x="48" y="4"/>
                    </a:moveTo>
                    <a:cubicBezTo>
                      <a:pt x="62" y="0"/>
                      <a:pt x="77" y="0"/>
                      <a:pt x="91" y="3"/>
                    </a:cubicBezTo>
                    <a:cubicBezTo>
                      <a:pt x="104" y="6"/>
                      <a:pt x="116" y="14"/>
                      <a:pt x="124" y="24"/>
                    </a:cubicBezTo>
                    <a:cubicBezTo>
                      <a:pt x="133" y="35"/>
                      <a:pt x="137" y="49"/>
                      <a:pt x="138" y="63"/>
                    </a:cubicBezTo>
                    <a:cubicBezTo>
                      <a:pt x="139" y="74"/>
                      <a:pt x="139" y="84"/>
                      <a:pt x="139" y="95"/>
                    </a:cubicBezTo>
                    <a:cubicBezTo>
                      <a:pt x="139" y="114"/>
                      <a:pt x="139" y="134"/>
                      <a:pt x="139" y="152"/>
                    </a:cubicBezTo>
                    <a:cubicBezTo>
                      <a:pt x="139" y="154"/>
                      <a:pt x="138" y="156"/>
                      <a:pt x="136" y="157"/>
                    </a:cubicBezTo>
                    <a:cubicBezTo>
                      <a:pt x="133" y="159"/>
                      <a:pt x="128" y="158"/>
                      <a:pt x="125" y="158"/>
                    </a:cubicBezTo>
                    <a:cubicBezTo>
                      <a:pt x="121" y="158"/>
                      <a:pt x="116" y="158"/>
                      <a:pt x="114" y="154"/>
                    </a:cubicBezTo>
                    <a:cubicBezTo>
                      <a:pt x="111" y="149"/>
                      <a:pt x="111" y="143"/>
                      <a:pt x="109" y="139"/>
                    </a:cubicBezTo>
                    <a:cubicBezTo>
                      <a:pt x="104" y="145"/>
                      <a:pt x="99" y="152"/>
                      <a:pt x="91" y="156"/>
                    </a:cubicBezTo>
                    <a:cubicBezTo>
                      <a:pt x="79" y="161"/>
                      <a:pt x="65" y="161"/>
                      <a:pt x="53" y="159"/>
                    </a:cubicBezTo>
                    <a:cubicBezTo>
                      <a:pt x="38" y="156"/>
                      <a:pt x="23" y="148"/>
                      <a:pt x="14" y="134"/>
                    </a:cubicBezTo>
                    <a:cubicBezTo>
                      <a:pt x="3" y="119"/>
                      <a:pt x="0" y="99"/>
                      <a:pt x="0" y="81"/>
                    </a:cubicBezTo>
                    <a:cubicBezTo>
                      <a:pt x="0" y="63"/>
                      <a:pt x="3" y="45"/>
                      <a:pt x="13" y="30"/>
                    </a:cubicBezTo>
                    <a:cubicBezTo>
                      <a:pt x="21" y="17"/>
                      <a:pt x="34" y="7"/>
                      <a:pt x="48" y="4"/>
                    </a:cubicBezTo>
                    <a:close/>
                    <a:moveTo>
                      <a:pt x="61" y="23"/>
                    </a:moveTo>
                    <a:cubicBezTo>
                      <a:pt x="57" y="24"/>
                      <a:pt x="51" y="27"/>
                      <a:pt x="48" y="29"/>
                    </a:cubicBezTo>
                    <a:cubicBezTo>
                      <a:pt x="41" y="35"/>
                      <a:pt x="36" y="45"/>
                      <a:pt x="34" y="53"/>
                    </a:cubicBezTo>
                    <a:cubicBezTo>
                      <a:pt x="31" y="68"/>
                      <a:pt x="31" y="83"/>
                      <a:pt x="33" y="98"/>
                    </a:cubicBezTo>
                    <a:cubicBezTo>
                      <a:pt x="34" y="109"/>
                      <a:pt x="38" y="121"/>
                      <a:pt x="45" y="129"/>
                    </a:cubicBezTo>
                    <a:cubicBezTo>
                      <a:pt x="51" y="136"/>
                      <a:pt x="61" y="139"/>
                      <a:pt x="71" y="138"/>
                    </a:cubicBezTo>
                    <a:cubicBezTo>
                      <a:pt x="80" y="138"/>
                      <a:pt x="91" y="135"/>
                      <a:pt x="97" y="127"/>
                    </a:cubicBezTo>
                    <a:cubicBezTo>
                      <a:pt x="105" y="118"/>
                      <a:pt x="108" y="105"/>
                      <a:pt x="109" y="93"/>
                    </a:cubicBezTo>
                    <a:cubicBezTo>
                      <a:pt x="110" y="79"/>
                      <a:pt x="110" y="64"/>
                      <a:pt x="106" y="50"/>
                    </a:cubicBezTo>
                    <a:cubicBezTo>
                      <a:pt x="104" y="42"/>
                      <a:pt x="99" y="33"/>
                      <a:pt x="91" y="28"/>
                    </a:cubicBezTo>
                    <a:cubicBezTo>
                      <a:pt x="82" y="22"/>
                      <a:pt x="72" y="21"/>
                      <a:pt x="61" y="2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9" name="Freeform 167">
                <a:extLst>
                  <a:ext uri="{FF2B5EF4-FFF2-40B4-BE49-F238E27FC236}">
                    <a16:creationId xmlns:a16="http://schemas.microsoft.com/office/drawing/2014/main" id="{49A9686C-3E14-723B-9999-84839676D68F}"/>
                  </a:ext>
                </a:extLst>
              </p:cNvPr>
              <p:cNvSpPr>
                <a:spLocks noChangeArrowheads="1"/>
              </p:cNvSpPr>
              <p:nvPr/>
            </p:nvSpPr>
            <p:spPr bwMode="auto">
              <a:xfrm>
                <a:off x="5464175" y="6815138"/>
                <a:ext cx="15875" cy="15875"/>
              </a:xfrm>
              <a:custGeom>
                <a:avLst/>
                <a:gdLst>
                  <a:gd name="T0" fmla="*/ 18 w 46"/>
                  <a:gd name="T1" fmla="*/ 2 h 45"/>
                  <a:gd name="T2" fmla="*/ 32 w 46"/>
                  <a:gd name="T3" fmla="*/ 3 h 45"/>
                  <a:gd name="T4" fmla="*/ 44 w 46"/>
                  <a:gd name="T5" fmla="*/ 22 h 45"/>
                  <a:gd name="T6" fmla="*/ 27 w 46"/>
                  <a:gd name="T7" fmla="*/ 42 h 45"/>
                  <a:gd name="T8" fmla="*/ 2 w 46"/>
                  <a:gd name="T9" fmla="*/ 26 h 45"/>
                  <a:gd name="T10" fmla="*/ 18 w 46"/>
                  <a:gd name="T11" fmla="*/ 2 h 45"/>
                  <a:gd name="T12" fmla="*/ 17 w 46"/>
                  <a:gd name="T13" fmla="*/ 6 h 45"/>
                  <a:gd name="T14" fmla="*/ 7 w 46"/>
                  <a:gd name="T15" fmla="*/ 26 h 45"/>
                  <a:gd name="T16" fmla="*/ 29 w 46"/>
                  <a:gd name="T17" fmla="*/ 39 h 45"/>
                  <a:gd name="T18" fmla="*/ 41 w 46"/>
                  <a:gd name="T19" fmla="*/ 18 h 45"/>
                  <a:gd name="T20" fmla="*/ 17 w 46"/>
                  <a:gd name="T21" fmla="*/ 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45">
                    <a:moveTo>
                      <a:pt x="18" y="2"/>
                    </a:moveTo>
                    <a:cubicBezTo>
                      <a:pt x="23" y="0"/>
                      <a:pt x="28" y="0"/>
                      <a:pt x="32" y="3"/>
                    </a:cubicBezTo>
                    <a:cubicBezTo>
                      <a:pt x="40" y="6"/>
                      <a:pt x="45" y="14"/>
                      <a:pt x="44" y="22"/>
                    </a:cubicBezTo>
                    <a:cubicBezTo>
                      <a:pt x="45" y="32"/>
                      <a:pt x="37" y="40"/>
                      <a:pt x="27" y="42"/>
                    </a:cubicBezTo>
                    <a:cubicBezTo>
                      <a:pt x="16" y="44"/>
                      <a:pt x="5" y="37"/>
                      <a:pt x="2" y="26"/>
                    </a:cubicBezTo>
                    <a:cubicBezTo>
                      <a:pt x="0" y="17"/>
                      <a:pt x="8" y="4"/>
                      <a:pt x="18" y="2"/>
                    </a:cubicBezTo>
                    <a:close/>
                    <a:moveTo>
                      <a:pt x="17" y="6"/>
                    </a:moveTo>
                    <a:cubicBezTo>
                      <a:pt x="10" y="9"/>
                      <a:pt x="5" y="18"/>
                      <a:pt x="7" y="26"/>
                    </a:cubicBezTo>
                    <a:cubicBezTo>
                      <a:pt x="9" y="36"/>
                      <a:pt x="20" y="42"/>
                      <a:pt x="29" y="39"/>
                    </a:cubicBezTo>
                    <a:cubicBezTo>
                      <a:pt x="38" y="37"/>
                      <a:pt x="43" y="26"/>
                      <a:pt x="41" y="18"/>
                    </a:cubicBezTo>
                    <a:cubicBezTo>
                      <a:pt x="38" y="8"/>
                      <a:pt x="26" y="2"/>
                      <a:pt x="17" y="6"/>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0" name="Freeform 168">
                <a:extLst>
                  <a:ext uri="{FF2B5EF4-FFF2-40B4-BE49-F238E27FC236}">
                    <a16:creationId xmlns:a16="http://schemas.microsoft.com/office/drawing/2014/main" id="{868CCC57-02D6-3943-EBE1-6B74ADBBDCFB}"/>
                  </a:ext>
                </a:extLst>
              </p:cNvPr>
              <p:cNvSpPr>
                <a:spLocks noChangeArrowheads="1"/>
              </p:cNvSpPr>
              <p:nvPr/>
            </p:nvSpPr>
            <p:spPr bwMode="auto">
              <a:xfrm>
                <a:off x="5468938" y="6818313"/>
                <a:ext cx="7937" cy="9525"/>
              </a:xfrm>
              <a:custGeom>
                <a:avLst/>
                <a:gdLst>
                  <a:gd name="T0" fmla="*/ 0 w 23"/>
                  <a:gd name="T1" fmla="*/ 1 h 25"/>
                  <a:gd name="T2" fmla="*/ 17 w 23"/>
                  <a:gd name="T3" fmla="*/ 3 h 25"/>
                  <a:gd name="T4" fmla="*/ 15 w 23"/>
                  <a:gd name="T5" fmla="*/ 14 h 25"/>
                  <a:gd name="T6" fmla="*/ 21 w 23"/>
                  <a:gd name="T7" fmla="*/ 24 h 25"/>
                  <a:gd name="T8" fmla="*/ 14 w 23"/>
                  <a:gd name="T9" fmla="*/ 24 h 25"/>
                  <a:gd name="T10" fmla="*/ 10 w 23"/>
                  <a:gd name="T11" fmla="*/ 14 h 25"/>
                  <a:gd name="T12" fmla="*/ 7 w 23"/>
                  <a:gd name="T13" fmla="*/ 14 h 25"/>
                  <a:gd name="T14" fmla="*/ 7 w 23"/>
                  <a:gd name="T15" fmla="*/ 24 h 25"/>
                  <a:gd name="T16" fmla="*/ 0 w 23"/>
                  <a:gd name="T17" fmla="*/ 24 h 25"/>
                  <a:gd name="T18" fmla="*/ 0 w 23"/>
                  <a:gd name="T19" fmla="*/ 1 h 25"/>
                  <a:gd name="T20" fmla="*/ 7 w 23"/>
                  <a:gd name="T21" fmla="*/ 4 h 25"/>
                  <a:gd name="T22" fmla="*/ 7 w 23"/>
                  <a:gd name="T23" fmla="*/ 11 h 25"/>
                  <a:gd name="T24" fmla="*/ 13 w 23"/>
                  <a:gd name="T25" fmla="*/ 11 h 25"/>
                  <a:gd name="T26" fmla="*/ 14 w 23"/>
                  <a:gd name="T27" fmla="*/ 6 h 25"/>
                  <a:gd name="T28" fmla="*/ 7 w 23"/>
                  <a:gd name="T29" fmla="*/ 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25">
                    <a:moveTo>
                      <a:pt x="0" y="1"/>
                    </a:moveTo>
                    <a:cubicBezTo>
                      <a:pt x="6" y="1"/>
                      <a:pt x="12" y="0"/>
                      <a:pt x="17" y="3"/>
                    </a:cubicBezTo>
                    <a:cubicBezTo>
                      <a:pt x="22" y="6"/>
                      <a:pt x="19" y="13"/>
                      <a:pt x="15" y="14"/>
                    </a:cubicBezTo>
                    <a:cubicBezTo>
                      <a:pt x="16" y="17"/>
                      <a:pt x="18" y="20"/>
                      <a:pt x="21" y="24"/>
                    </a:cubicBezTo>
                    <a:cubicBezTo>
                      <a:pt x="18" y="24"/>
                      <a:pt x="16" y="24"/>
                      <a:pt x="14" y="24"/>
                    </a:cubicBezTo>
                    <a:cubicBezTo>
                      <a:pt x="13" y="20"/>
                      <a:pt x="11" y="17"/>
                      <a:pt x="10" y="14"/>
                    </a:cubicBezTo>
                    <a:cubicBezTo>
                      <a:pt x="9" y="14"/>
                      <a:pt x="8" y="14"/>
                      <a:pt x="7" y="14"/>
                    </a:cubicBezTo>
                    <a:cubicBezTo>
                      <a:pt x="7" y="17"/>
                      <a:pt x="7" y="20"/>
                      <a:pt x="7" y="24"/>
                    </a:cubicBezTo>
                    <a:cubicBezTo>
                      <a:pt x="4" y="24"/>
                      <a:pt x="2" y="24"/>
                      <a:pt x="0" y="24"/>
                    </a:cubicBezTo>
                    <a:cubicBezTo>
                      <a:pt x="0" y="16"/>
                      <a:pt x="0" y="9"/>
                      <a:pt x="0" y="1"/>
                    </a:cubicBezTo>
                    <a:close/>
                    <a:moveTo>
                      <a:pt x="7" y="4"/>
                    </a:moveTo>
                    <a:cubicBezTo>
                      <a:pt x="7" y="6"/>
                      <a:pt x="7" y="9"/>
                      <a:pt x="7" y="11"/>
                    </a:cubicBezTo>
                    <a:cubicBezTo>
                      <a:pt x="9" y="11"/>
                      <a:pt x="11" y="11"/>
                      <a:pt x="13" y="11"/>
                    </a:cubicBezTo>
                    <a:cubicBezTo>
                      <a:pt x="15" y="10"/>
                      <a:pt x="15" y="8"/>
                      <a:pt x="14" y="6"/>
                    </a:cubicBezTo>
                    <a:cubicBezTo>
                      <a:pt x="12" y="4"/>
                      <a:pt x="9" y="5"/>
                      <a:pt x="7" y="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17" name="Group 216">
            <a:extLst>
              <a:ext uri="{FF2B5EF4-FFF2-40B4-BE49-F238E27FC236}">
                <a16:creationId xmlns:a16="http://schemas.microsoft.com/office/drawing/2014/main" id="{3B4504F9-E087-F965-B884-EE1C16960D7F}"/>
              </a:ext>
            </a:extLst>
          </p:cNvPr>
          <p:cNvGrpSpPr/>
          <p:nvPr/>
        </p:nvGrpSpPr>
        <p:grpSpPr>
          <a:xfrm>
            <a:off x="8005476" y="3376318"/>
            <a:ext cx="1961332" cy="295912"/>
            <a:chOff x="4240213" y="6211888"/>
            <a:chExt cx="1273175" cy="192087"/>
          </a:xfrm>
          <a:solidFill>
            <a:schemeClr val="tx1"/>
          </a:solidFill>
        </p:grpSpPr>
        <p:grpSp>
          <p:nvGrpSpPr>
            <p:cNvPr id="218" name="Group 217">
              <a:extLst>
                <a:ext uri="{FF2B5EF4-FFF2-40B4-BE49-F238E27FC236}">
                  <a16:creationId xmlns:a16="http://schemas.microsoft.com/office/drawing/2014/main" id="{E38C46F8-8587-4E20-6584-C42D72349B22}"/>
                </a:ext>
              </a:extLst>
            </p:cNvPr>
            <p:cNvGrpSpPr/>
            <p:nvPr/>
          </p:nvGrpSpPr>
          <p:grpSpPr>
            <a:xfrm>
              <a:off x="4240213" y="6237288"/>
              <a:ext cx="484187" cy="127000"/>
              <a:chOff x="4240213" y="6237288"/>
              <a:chExt cx="484187" cy="127000"/>
            </a:xfrm>
            <a:grpFill/>
          </p:grpSpPr>
          <p:sp>
            <p:nvSpPr>
              <p:cNvPr id="225" name="Freeform 200">
                <a:extLst>
                  <a:ext uri="{FF2B5EF4-FFF2-40B4-BE49-F238E27FC236}">
                    <a16:creationId xmlns:a16="http://schemas.microsoft.com/office/drawing/2014/main" id="{29501C0C-FCC4-AB3F-B459-06328731361A}"/>
                  </a:ext>
                </a:extLst>
              </p:cNvPr>
              <p:cNvSpPr>
                <a:spLocks noChangeArrowheads="1"/>
              </p:cNvSpPr>
              <p:nvPr/>
            </p:nvSpPr>
            <p:spPr bwMode="auto">
              <a:xfrm>
                <a:off x="4327525" y="623728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6" name="Freeform 201">
                <a:extLst>
                  <a:ext uri="{FF2B5EF4-FFF2-40B4-BE49-F238E27FC236}">
                    <a16:creationId xmlns:a16="http://schemas.microsoft.com/office/drawing/2014/main" id="{F17856C5-FFE6-D3F8-80F4-42B6ECA3EDAA}"/>
                  </a:ext>
                </a:extLst>
              </p:cNvPr>
              <p:cNvSpPr>
                <a:spLocks noChangeArrowheads="1"/>
              </p:cNvSpPr>
              <p:nvPr/>
            </p:nvSpPr>
            <p:spPr bwMode="auto">
              <a:xfrm>
                <a:off x="4354513" y="6270625"/>
                <a:ext cx="93662" cy="93663"/>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9"/>
                      <a:pt x="69" y="131"/>
                    </a:cubicBezTo>
                    <a:cubicBezTo>
                      <a:pt x="69" y="94"/>
                      <a:pt x="93" y="63"/>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7" name="Freeform 202">
                <a:extLst>
                  <a:ext uri="{FF2B5EF4-FFF2-40B4-BE49-F238E27FC236}">
                    <a16:creationId xmlns:a16="http://schemas.microsoft.com/office/drawing/2014/main" id="{42916AB3-1ECF-BB47-D97B-0A67EECB88E7}"/>
                  </a:ext>
                </a:extLst>
              </p:cNvPr>
              <p:cNvSpPr>
                <a:spLocks noChangeArrowheads="1"/>
              </p:cNvSpPr>
              <p:nvPr/>
            </p:nvSpPr>
            <p:spPr bwMode="auto">
              <a:xfrm>
                <a:off x="4454525" y="6238875"/>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8" name="Freeform 203">
                <a:extLst>
                  <a:ext uri="{FF2B5EF4-FFF2-40B4-BE49-F238E27FC236}">
                    <a16:creationId xmlns:a16="http://schemas.microsoft.com/office/drawing/2014/main" id="{955B7118-8ADE-71CC-4D14-41F91478035A}"/>
                  </a:ext>
                </a:extLst>
              </p:cNvPr>
              <p:cNvSpPr>
                <a:spLocks noChangeArrowheads="1"/>
              </p:cNvSpPr>
              <p:nvPr/>
            </p:nvSpPr>
            <p:spPr bwMode="auto">
              <a:xfrm>
                <a:off x="4481513" y="627062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2 h 259"/>
                  <a:gd name="T12" fmla="*/ 198 w 268"/>
                  <a:gd name="T13" fmla="*/ 130 h 259"/>
                  <a:gd name="T14" fmla="*/ 133 w 268"/>
                  <a:gd name="T15" fmla="*/ 197 h 259"/>
                  <a:gd name="T16" fmla="*/ 68 w 268"/>
                  <a:gd name="T17" fmla="*/ 130 h 259"/>
                  <a:gd name="T18" fmla="*/ 133 w 268"/>
                  <a:gd name="T19" fmla="*/ 6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3"/>
                      <a:pt x="57" y="258"/>
                      <a:pt x="133" y="258"/>
                    </a:cubicBezTo>
                    <a:close/>
                    <a:moveTo>
                      <a:pt x="133" y="62"/>
                    </a:moveTo>
                    <a:cubicBezTo>
                      <a:pt x="170" y="62"/>
                      <a:pt x="198" y="91"/>
                      <a:pt x="198" y="130"/>
                    </a:cubicBezTo>
                    <a:cubicBezTo>
                      <a:pt x="198" y="170"/>
                      <a:pt x="170" y="197"/>
                      <a:pt x="133" y="197"/>
                    </a:cubicBezTo>
                    <a:cubicBezTo>
                      <a:pt x="95" y="197"/>
                      <a:pt x="68" y="169"/>
                      <a:pt x="68" y="130"/>
                    </a:cubicBezTo>
                    <a:cubicBezTo>
                      <a:pt x="68" y="89"/>
                      <a:pt x="96" y="61"/>
                      <a:pt x="133" y="6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9" name="Freeform 204">
                <a:extLst>
                  <a:ext uri="{FF2B5EF4-FFF2-40B4-BE49-F238E27FC236}">
                    <a16:creationId xmlns:a16="http://schemas.microsoft.com/office/drawing/2014/main" id="{77AAF46F-D758-CD23-B720-A4245FAD4D77}"/>
                  </a:ext>
                </a:extLst>
              </p:cNvPr>
              <p:cNvSpPr>
                <a:spLocks noChangeArrowheads="1"/>
              </p:cNvSpPr>
              <p:nvPr/>
            </p:nvSpPr>
            <p:spPr bwMode="auto">
              <a:xfrm>
                <a:off x="4579938" y="6270625"/>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9"/>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0" name="Freeform 205">
                <a:extLst>
                  <a:ext uri="{FF2B5EF4-FFF2-40B4-BE49-F238E27FC236}">
                    <a16:creationId xmlns:a16="http://schemas.microsoft.com/office/drawing/2014/main" id="{B24A2A05-0683-80FB-B8AC-082A7160876F}"/>
                  </a:ext>
                </a:extLst>
              </p:cNvPr>
              <p:cNvSpPr>
                <a:spLocks noChangeArrowheads="1"/>
              </p:cNvSpPr>
              <p:nvPr/>
            </p:nvSpPr>
            <p:spPr bwMode="auto">
              <a:xfrm>
                <a:off x="4240213" y="627062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8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8"/>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8"/>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19" name="Freeform 206">
              <a:extLst>
                <a:ext uri="{FF2B5EF4-FFF2-40B4-BE49-F238E27FC236}">
                  <a16:creationId xmlns:a16="http://schemas.microsoft.com/office/drawing/2014/main" id="{190B1913-38A5-CBFD-8803-1307F34211D1}"/>
                </a:ext>
              </a:extLst>
            </p:cNvPr>
            <p:cNvSpPr>
              <a:spLocks noChangeArrowheads="1"/>
            </p:cNvSpPr>
            <p:nvPr/>
          </p:nvSpPr>
          <p:spPr bwMode="auto">
            <a:xfrm>
              <a:off x="4860925" y="6211888"/>
              <a:ext cx="4763" cy="192087"/>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20" name="Group 219">
              <a:extLst>
                <a:ext uri="{FF2B5EF4-FFF2-40B4-BE49-F238E27FC236}">
                  <a16:creationId xmlns:a16="http://schemas.microsoft.com/office/drawing/2014/main" id="{56079201-8AB1-1275-1BFB-D893F777926C}"/>
                </a:ext>
              </a:extLst>
            </p:cNvPr>
            <p:cNvGrpSpPr/>
            <p:nvPr/>
          </p:nvGrpSpPr>
          <p:grpSpPr>
            <a:xfrm>
              <a:off x="5002213" y="6229350"/>
              <a:ext cx="511175" cy="160338"/>
              <a:chOff x="5002213" y="6229350"/>
              <a:chExt cx="511175" cy="160338"/>
            </a:xfrm>
            <a:grpFill/>
          </p:grpSpPr>
          <p:sp>
            <p:nvSpPr>
              <p:cNvPr id="221" name="Freeform 207">
                <a:extLst>
                  <a:ext uri="{FF2B5EF4-FFF2-40B4-BE49-F238E27FC236}">
                    <a16:creationId xmlns:a16="http://schemas.microsoft.com/office/drawing/2014/main" id="{09BA8B52-5181-CC50-0E61-DE00A33222AE}"/>
                  </a:ext>
                </a:extLst>
              </p:cNvPr>
              <p:cNvSpPr>
                <a:spLocks noChangeArrowheads="1"/>
              </p:cNvSpPr>
              <p:nvPr/>
            </p:nvSpPr>
            <p:spPr bwMode="auto">
              <a:xfrm>
                <a:off x="5002213" y="6248400"/>
                <a:ext cx="307975" cy="122238"/>
              </a:xfrm>
              <a:custGeom>
                <a:avLst/>
                <a:gdLst>
                  <a:gd name="T0" fmla="*/ 69 w 857"/>
                  <a:gd name="T1" fmla="*/ 161 h 341"/>
                  <a:gd name="T2" fmla="*/ 254 w 857"/>
                  <a:gd name="T3" fmla="*/ 161 h 341"/>
                  <a:gd name="T4" fmla="*/ 334 w 857"/>
                  <a:gd name="T5" fmla="*/ 298 h 341"/>
                  <a:gd name="T6" fmla="*/ 294 w 857"/>
                  <a:gd name="T7" fmla="*/ 251 h 341"/>
                  <a:gd name="T8" fmla="*/ 162 w 857"/>
                  <a:gd name="T9" fmla="*/ 0 h 341"/>
                  <a:gd name="T10" fmla="*/ 162 w 857"/>
                  <a:gd name="T11" fmla="*/ 323 h 341"/>
                  <a:gd name="T12" fmla="*/ 292 w 857"/>
                  <a:gd name="T13" fmla="*/ 334 h 341"/>
                  <a:gd name="T14" fmla="*/ 334 w 857"/>
                  <a:gd name="T15" fmla="*/ 298 h 341"/>
                  <a:gd name="T16" fmla="*/ 432 w 857"/>
                  <a:gd name="T17" fmla="*/ 0 h 341"/>
                  <a:gd name="T18" fmla="*/ 373 w 857"/>
                  <a:gd name="T19" fmla="*/ 10 h 341"/>
                  <a:gd name="T20" fmla="*/ 383 w 857"/>
                  <a:gd name="T21" fmla="*/ 322 h 341"/>
                  <a:gd name="T22" fmla="*/ 443 w 857"/>
                  <a:gd name="T23" fmla="*/ 311 h 341"/>
                  <a:gd name="T24" fmla="*/ 562 w 857"/>
                  <a:gd name="T25" fmla="*/ 10 h 341"/>
                  <a:gd name="T26" fmla="*/ 504 w 857"/>
                  <a:gd name="T27" fmla="*/ 0 h 341"/>
                  <a:gd name="T28" fmla="*/ 494 w 857"/>
                  <a:gd name="T29" fmla="*/ 42 h 341"/>
                  <a:gd name="T30" fmla="*/ 551 w 857"/>
                  <a:gd name="T31" fmla="*/ 52 h 341"/>
                  <a:gd name="T32" fmla="*/ 562 w 857"/>
                  <a:gd name="T33" fmla="*/ 10 h 341"/>
                  <a:gd name="T34" fmla="*/ 553 w 857"/>
                  <a:gd name="T35" fmla="*/ 83 h 341"/>
                  <a:gd name="T36" fmla="*/ 496 w 857"/>
                  <a:gd name="T37" fmla="*/ 94 h 341"/>
                  <a:gd name="T38" fmla="*/ 506 w 857"/>
                  <a:gd name="T39" fmla="*/ 322 h 341"/>
                  <a:gd name="T40" fmla="*/ 564 w 857"/>
                  <a:gd name="T41" fmla="*/ 311 h 341"/>
                  <a:gd name="T42" fmla="*/ 767 w 857"/>
                  <a:gd name="T43" fmla="*/ 179 h 341"/>
                  <a:gd name="T44" fmla="*/ 837 w 857"/>
                  <a:gd name="T45" fmla="*/ 92 h 341"/>
                  <a:gd name="T46" fmla="*/ 772 w 857"/>
                  <a:gd name="T47" fmla="*/ 84 h 341"/>
                  <a:gd name="T48" fmla="*/ 692 w 857"/>
                  <a:gd name="T49" fmla="*/ 158 h 341"/>
                  <a:gd name="T50" fmla="*/ 684 w 857"/>
                  <a:gd name="T51" fmla="*/ 10 h 341"/>
                  <a:gd name="T52" fmla="*/ 626 w 857"/>
                  <a:gd name="T53" fmla="*/ 0 h 341"/>
                  <a:gd name="T54" fmla="*/ 616 w 857"/>
                  <a:gd name="T55" fmla="*/ 312 h 341"/>
                  <a:gd name="T56" fmla="*/ 673 w 857"/>
                  <a:gd name="T57" fmla="*/ 323 h 341"/>
                  <a:gd name="T58" fmla="*/ 684 w 857"/>
                  <a:gd name="T59" fmla="*/ 260 h 341"/>
                  <a:gd name="T60" fmla="*/ 714 w 857"/>
                  <a:gd name="T61" fmla="*/ 221 h 341"/>
                  <a:gd name="T62" fmla="*/ 787 w 857"/>
                  <a:gd name="T63" fmla="*/ 324 h 341"/>
                  <a:gd name="T64" fmla="*/ 851 w 857"/>
                  <a:gd name="T65" fmla="*/ 314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57" h="341">
                    <a:moveTo>
                      <a:pt x="162" y="255"/>
                    </a:moveTo>
                    <a:cubicBezTo>
                      <a:pt x="110" y="255"/>
                      <a:pt x="69" y="213"/>
                      <a:pt x="69" y="161"/>
                    </a:cubicBezTo>
                    <a:cubicBezTo>
                      <a:pt x="69" y="110"/>
                      <a:pt x="110" y="68"/>
                      <a:pt x="162" y="68"/>
                    </a:cubicBezTo>
                    <a:cubicBezTo>
                      <a:pt x="213" y="68"/>
                      <a:pt x="254" y="110"/>
                      <a:pt x="254" y="161"/>
                    </a:cubicBezTo>
                    <a:cubicBezTo>
                      <a:pt x="254" y="213"/>
                      <a:pt x="213" y="255"/>
                      <a:pt x="162" y="255"/>
                    </a:cubicBezTo>
                    <a:close/>
                    <a:moveTo>
                      <a:pt x="334" y="298"/>
                    </a:moveTo>
                    <a:cubicBezTo>
                      <a:pt x="334" y="298"/>
                      <a:pt x="340" y="291"/>
                      <a:pt x="333" y="286"/>
                    </a:cubicBezTo>
                    <a:lnTo>
                      <a:pt x="294" y="251"/>
                    </a:lnTo>
                    <a:cubicBezTo>
                      <a:pt x="312" y="226"/>
                      <a:pt x="322" y="195"/>
                      <a:pt x="322" y="161"/>
                    </a:cubicBezTo>
                    <a:cubicBezTo>
                      <a:pt x="322" y="73"/>
                      <a:pt x="250" y="0"/>
                      <a:pt x="162" y="0"/>
                    </a:cubicBezTo>
                    <a:cubicBezTo>
                      <a:pt x="73" y="0"/>
                      <a:pt x="0" y="73"/>
                      <a:pt x="0" y="161"/>
                    </a:cubicBezTo>
                    <a:cubicBezTo>
                      <a:pt x="0" y="250"/>
                      <a:pt x="73" y="323"/>
                      <a:pt x="162" y="323"/>
                    </a:cubicBezTo>
                    <a:cubicBezTo>
                      <a:pt x="195" y="323"/>
                      <a:pt x="225" y="313"/>
                      <a:pt x="249" y="296"/>
                    </a:cubicBezTo>
                    <a:lnTo>
                      <a:pt x="292" y="334"/>
                    </a:lnTo>
                    <a:cubicBezTo>
                      <a:pt x="292" y="334"/>
                      <a:pt x="300" y="340"/>
                      <a:pt x="305" y="333"/>
                    </a:cubicBezTo>
                    <a:lnTo>
                      <a:pt x="334" y="298"/>
                    </a:lnTo>
                    <a:close/>
                    <a:moveTo>
                      <a:pt x="443" y="10"/>
                    </a:moveTo>
                    <a:cubicBezTo>
                      <a:pt x="443" y="0"/>
                      <a:pt x="432" y="0"/>
                      <a:pt x="432" y="0"/>
                    </a:cubicBezTo>
                    <a:lnTo>
                      <a:pt x="383" y="0"/>
                    </a:lnTo>
                    <a:cubicBezTo>
                      <a:pt x="373" y="0"/>
                      <a:pt x="373" y="10"/>
                      <a:pt x="373" y="10"/>
                    </a:cubicBezTo>
                    <a:lnTo>
                      <a:pt x="373" y="311"/>
                    </a:lnTo>
                    <a:cubicBezTo>
                      <a:pt x="373" y="322"/>
                      <a:pt x="383" y="322"/>
                      <a:pt x="383" y="322"/>
                    </a:cubicBezTo>
                    <a:lnTo>
                      <a:pt x="431" y="322"/>
                    </a:lnTo>
                    <a:cubicBezTo>
                      <a:pt x="443" y="323"/>
                      <a:pt x="443" y="311"/>
                      <a:pt x="443" y="311"/>
                    </a:cubicBezTo>
                    <a:lnTo>
                      <a:pt x="443" y="10"/>
                    </a:lnTo>
                    <a:close/>
                    <a:moveTo>
                      <a:pt x="562" y="10"/>
                    </a:moveTo>
                    <a:cubicBezTo>
                      <a:pt x="562" y="10"/>
                      <a:pt x="562" y="0"/>
                      <a:pt x="551" y="0"/>
                    </a:cubicBezTo>
                    <a:lnTo>
                      <a:pt x="504" y="0"/>
                    </a:lnTo>
                    <a:cubicBezTo>
                      <a:pt x="504" y="0"/>
                      <a:pt x="494" y="0"/>
                      <a:pt x="494" y="10"/>
                    </a:cubicBezTo>
                    <a:lnTo>
                      <a:pt x="494" y="42"/>
                    </a:lnTo>
                    <a:cubicBezTo>
                      <a:pt x="494" y="42"/>
                      <a:pt x="494" y="52"/>
                      <a:pt x="504" y="52"/>
                    </a:cubicBezTo>
                    <a:lnTo>
                      <a:pt x="551" y="52"/>
                    </a:lnTo>
                    <a:cubicBezTo>
                      <a:pt x="551" y="52"/>
                      <a:pt x="562" y="52"/>
                      <a:pt x="562" y="42"/>
                    </a:cubicBezTo>
                    <a:lnTo>
                      <a:pt x="562" y="10"/>
                    </a:lnTo>
                    <a:close/>
                    <a:moveTo>
                      <a:pt x="564" y="94"/>
                    </a:moveTo>
                    <a:cubicBezTo>
                      <a:pt x="564" y="83"/>
                      <a:pt x="553" y="83"/>
                      <a:pt x="553" y="83"/>
                    </a:cubicBezTo>
                    <a:lnTo>
                      <a:pt x="506" y="83"/>
                    </a:lnTo>
                    <a:cubicBezTo>
                      <a:pt x="496" y="83"/>
                      <a:pt x="496" y="94"/>
                      <a:pt x="496" y="94"/>
                    </a:cubicBezTo>
                    <a:lnTo>
                      <a:pt x="496" y="311"/>
                    </a:lnTo>
                    <a:cubicBezTo>
                      <a:pt x="496" y="322"/>
                      <a:pt x="506" y="322"/>
                      <a:pt x="506" y="322"/>
                    </a:cubicBezTo>
                    <a:lnTo>
                      <a:pt x="553" y="322"/>
                    </a:lnTo>
                    <a:cubicBezTo>
                      <a:pt x="564" y="323"/>
                      <a:pt x="564" y="311"/>
                      <a:pt x="564" y="311"/>
                    </a:cubicBezTo>
                    <a:lnTo>
                      <a:pt x="564" y="94"/>
                    </a:lnTo>
                    <a:close/>
                    <a:moveTo>
                      <a:pt x="767" y="179"/>
                    </a:moveTo>
                    <a:cubicBezTo>
                      <a:pt x="762" y="169"/>
                      <a:pt x="770" y="161"/>
                      <a:pt x="770" y="161"/>
                    </a:cubicBezTo>
                    <a:lnTo>
                      <a:pt x="837" y="92"/>
                    </a:lnTo>
                    <a:cubicBezTo>
                      <a:pt x="845" y="84"/>
                      <a:pt x="834" y="84"/>
                      <a:pt x="834" y="84"/>
                    </a:cubicBezTo>
                    <a:lnTo>
                      <a:pt x="772" y="84"/>
                    </a:lnTo>
                    <a:cubicBezTo>
                      <a:pt x="761" y="84"/>
                      <a:pt x="754" y="92"/>
                      <a:pt x="754" y="92"/>
                    </a:cubicBezTo>
                    <a:lnTo>
                      <a:pt x="692" y="158"/>
                    </a:lnTo>
                    <a:cubicBezTo>
                      <a:pt x="684" y="166"/>
                      <a:pt x="684" y="155"/>
                      <a:pt x="684" y="155"/>
                    </a:cubicBezTo>
                    <a:lnTo>
                      <a:pt x="684" y="10"/>
                    </a:lnTo>
                    <a:cubicBezTo>
                      <a:pt x="684" y="0"/>
                      <a:pt x="673" y="0"/>
                      <a:pt x="673" y="0"/>
                    </a:cubicBezTo>
                    <a:lnTo>
                      <a:pt x="626" y="0"/>
                    </a:lnTo>
                    <a:cubicBezTo>
                      <a:pt x="616" y="0"/>
                      <a:pt x="616" y="10"/>
                      <a:pt x="616" y="10"/>
                    </a:cubicBezTo>
                    <a:lnTo>
                      <a:pt x="616" y="312"/>
                    </a:lnTo>
                    <a:cubicBezTo>
                      <a:pt x="616" y="323"/>
                      <a:pt x="626" y="323"/>
                      <a:pt x="626" y="323"/>
                    </a:cubicBezTo>
                    <a:lnTo>
                      <a:pt x="673" y="323"/>
                    </a:lnTo>
                    <a:cubicBezTo>
                      <a:pt x="684" y="323"/>
                      <a:pt x="684" y="312"/>
                      <a:pt x="684" y="312"/>
                    </a:cubicBezTo>
                    <a:lnTo>
                      <a:pt x="684" y="260"/>
                    </a:lnTo>
                    <a:cubicBezTo>
                      <a:pt x="684" y="249"/>
                      <a:pt x="692" y="242"/>
                      <a:pt x="692" y="242"/>
                    </a:cubicBezTo>
                    <a:lnTo>
                      <a:pt x="714" y="221"/>
                    </a:lnTo>
                    <a:lnTo>
                      <a:pt x="770" y="314"/>
                    </a:lnTo>
                    <a:cubicBezTo>
                      <a:pt x="775" y="324"/>
                      <a:pt x="787" y="324"/>
                      <a:pt x="787" y="324"/>
                    </a:cubicBezTo>
                    <a:lnTo>
                      <a:pt x="846" y="324"/>
                    </a:lnTo>
                    <a:cubicBezTo>
                      <a:pt x="856" y="324"/>
                      <a:pt x="851" y="314"/>
                      <a:pt x="851" y="314"/>
                    </a:cubicBezTo>
                    <a:lnTo>
                      <a:pt x="767" y="1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2" name="Freeform 208">
                <a:extLst>
                  <a:ext uri="{FF2B5EF4-FFF2-40B4-BE49-F238E27FC236}">
                    <a16:creationId xmlns:a16="http://schemas.microsoft.com/office/drawing/2014/main" id="{847180D8-E0B0-B0E2-1CE9-ED58E0D0F62D}"/>
                  </a:ext>
                </a:extLst>
              </p:cNvPr>
              <p:cNvSpPr>
                <a:spLocks noChangeArrowheads="1"/>
              </p:cNvSpPr>
              <p:nvPr/>
            </p:nvSpPr>
            <p:spPr bwMode="auto">
              <a:xfrm>
                <a:off x="5337175" y="6229350"/>
                <a:ext cx="165100" cy="160338"/>
              </a:xfrm>
              <a:custGeom>
                <a:avLst/>
                <a:gdLst>
                  <a:gd name="T0" fmla="*/ 211 w 459"/>
                  <a:gd name="T1" fmla="*/ 341 h 445"/>
                  <a:gd name="T2" fmla="*/ 82 w 459"/>
                  <a:gd name="T3" fmla="*/ 211 h 445"/>
                  <a:gd name="T4" fmla="*/ 211 w 459"/>
                  <a:gd name="T5" fmla="*/ 82 h 445"/>
                  <a:gd name="T6" fmla="*/ 341 w 459"/>
                  <a:gd name="T7" fmla="*/ 211 h 445"/>
                  <a:gd name="T8" fmla="*/ 211 w 459"/>
                  <a:gd name="T9" fmla="*/ 341 h 445"/>
                  <a:gd name="T10" fmla="*/ 390 w 459"/>
                  <a:gd name="T11" fmla="*/ 324 h 445"/>
                  <a:gd name="T12" fmla="*/ 422 w 459"/>
                  <a:gd name="T13" fmla="*/ 211 h 445"/>
                  <a:gd name="T14" fmla="*/ 211 w 459"/>
                  <a:gd name="T15" fmla="*/ 0 h 445"/>
                  <a:gd name="T16" fmla="*/ 0 w 459"/>
                  <a:gd name="T17" fmla="*/ 211 h 445"/>
                  <a:gd name="T18" fmla="*/ 211 w 459"/>
                  <a:gd name="T19" fmla="*/ 422 h 445"/>
                  <a:gd name="T20" fmla="*/ 332 w 459"/>
                  <a:gd name="T21" fmla="*/ 384 h 445"/>
                  <a:gd name="T22" fmla="*/ 395 w 459"/>
                  <a:gd name="T23" fmla="*/ 436 h 445"/>
                  <a:gd name="T24" fmla="*/ 412 w 459"/>
                  <a:gd name="T25" fmla="*/ 435 h 445"/>
                  <a:gd name="T26" fmla="*/ 450 w 459"/>
                  <a:gd name="T27" fmla="*/ 390 h 445"/>
                  <a:gd name="T28" fmla="*/ 449 w 459"/>
                  <a:gd name="T29" fmla="*/ 373 h 445"/>
                  <a:gd name="T30" fmla="*/ 390 w 459"/>
                  <a:gd name="T31" fmla="*/ 324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9" h="445">
                    <a:moveTo>
                      <a:pt x="211" y="341"/>
                    </a:moveTo>
                    <a:cubicBezTo>
                      <a:pt x="139" y="341"/>
                      <a:pt x="82" y="283"/>
                      <a:pt x="82" y="211"/>
                    </a:cubicBezTo>
                    <a:cubicBezTo>
                      <a:pt x="82" y="140"/>
                      <a:pt x="139" y="82"/>
                      <a:pt x="211" y="82"/>
                    </a:cubicBezTo>
                    <a:cubicBezTo>
                      <a:pt x="283" y="82"/>
                      <a:pt x="341" y="140"/>
                      <a:pt x="341" y="211"/>
                    </a:cubicBezTo>
                    <a:cubicBezTo>
                      <a:pt x="341" y="283"/>
                      <a:pt x="283" y="341"/>
                      <a:pt x="211" y="341"/>
                    </a:cubicBezTo>
                    <a:close/>
                    <a:moveTo>
                      <a:pt x="390" y="324"/>
                    </a:moveTo>
                    <a:cubicBezTo>
                      <a:pt x="410" y="292"/>
                      <a:pt x="422" y="253"/>
                      <a:pt x="422" y="211"/>
                    </a:cubicBezTo>
                    <a:cubicBezTo>
                      <a:pt x="422" y="95"/>
                      <a:pt x="328" y="0"/>
                      <a:pt x="211" y="0"/>
                    </a:cubicBezTo>
                    <a:cubicBezTo>
                      <a:pt x="95" y="0"/>
                      <a:pt x="0" y="95"/>
                      <a:pt x="0" y="211"/>
                    </a:cubicBezTo>
                    <a:cubicBezTo>
                      <a:pt x="0" y="328"/>
                      <a:pt x="95" y="422"/>
                      <a:pt x="211" y="422"/>
                    </a:cubicBezTo>
                    <a:cubicBezTo>
                      <a:pt x="256" y="422"/>
                      <a:pt x="298" y="408"/>
                      <a:pt x="332" y="384"/>
                    </a:cubicBezTo>
                    <a:lnTo>
                      <a:pt x="395" y="436"/>
                    </a:lnTo>
                    <a:cubicBezTo>
                      <a:pt x="395" y="436"/>
                      <a:pt x="405" y="444"/>
                      <a:pt x="412" y="435"/>
                    </a:cubicBezTo>
                    <a:lnTo>
                      <a:pt x="450" y="390"/>
                    </a:lnTo>
                    <a:cubicBezTo>
                      <a:pt x="450" y="390"/>
                      <a:pt x="458" y="380"/>
                      <a:pt x="449" y="373"/>
                    </a:cubicBezTo>
                    <a:lnTo>
                      <a:pt x="390" y="32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3" name="Freeform 209">
                <a:extLst>
                  <a:ext uri="{FF2B5EF4-FFF2-40B4-BE49-F238E27FC236}">
                    <a16:creationId xmlns:a16="http://schemas.microsoft.com/office/drawing/2014/main" id="{2E5205ED-9D2E-0A7C-49C9-D3B4D390855B}"/>
                  </a:ext>
                </a:extLst>
              </p:cNvPr>
              <p:cNvSpPr>
                <a:spLocks noChangeArrowheads="1"/>
              </p:cNvSpPr>
              <p:nvPr/>
            </p:nvSpPr>
            <p:spPr bwMode="auto">
              <a:xfrm>
                <a:off x="5384800" y="6275388"/>
                <a:ext cx="60325" cy="60325"/>
              </a:xfrm>
              <a:custGeom>
                <a:avLst/>
                <a:gdLst>
                  <a:gd name="T0" fmla="*/ 83 w 168"/>
                  <a:gd name="T1" fmla="*/ 0 h 168"/>
                  <a:gd name="T2" fmla="*/ 167 w 168"/>
                  <a:gd name="T3" fmla="*/ 83 h 168"/>
                  <a:gd name="T4" fmla="*/ 83 w 168"/>
                  <a:gd name="T5" fmla="*/ 167 h 168"/>
                  <a:gd name="T6" fmla="*/ 0 w 168"/>
                  <a:gd name="T7" fmla="*/ 83 h 168"/>
                  <a:gd name="T8" fmla="*/ 83 w 168"/>
                  <a:gd name="T9" fmla="*/ 0 h 168"/>
                </a:gdLst>
                <a:ahLst/>
                <a:cxnLst>
                  <a:cxn ang="0">
                    <a:pos x="T0" y="T1"/>
                  </a:cxn>
                  <a:cxn ang="0">
                    <a:pos x="T2" y="T3"/>
                  </a:cxn>
                  <a:cxn ang="0">
                    <a:pos x="T4" y="T5"/>
                  </a:cxn>
                  <a:cxn ang="0">
                    <a:pos x="T6" y="T7"/>
                  </a:cxn>
                  <a:cxn ang="0">
                    <a:pos x="T8" y="T9"/>
                  </a:cxn>
                </a:cxnLst>
                <a:rect l="0" t="0" r="r" b="b"/>
                <a:pathLst>
                  <a:path w="168" h="168">
                    <a:moveTo>
                      <a:pt x="83" y="0"/>
                    </a:moveTo>
                    <a:cubicBezTo>
                      <a:pt x="129" y="0"/>
                      <a:pt x="167" y="37"/>
                      <a:pt x="167" y="83"/>
                    </a:cubicBezTo>
                    <a:cubicBezTo>
                      <a:pt x="167" y="129"/>
                      <a:pt x="129" y="167"/>
                      <a:pt x="83" y="167"/>
                    </a:cubicBezTo>
                    <a:cubicBezTo>
                      <a:pt x="36" y="166"/>
                      <a:pt x="0" y="129"/>
                      <a:pt x="0" y="83"/>
                    </a:cubicBezTo>
                    <a:cubicBezTo>
                      <a:pt x="0" y="37"/>
                      <a:pt x="37" y="0"/>
                      <a:pt x="83"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4" name="Freeform 210">
                <a:extLst>
                  <a:ext uri="{FF2B5EF4-FFF2-40B4-BE49-F238E27FC236}">
                    <a16:creationId xmlns:a16="http://schemas.microsoft.com/office/drawing/2014/main" id="{63A597BD-A2D0-5013-7799-F36BA7392B0D}"/>
                  </a:ext>
                </a:extLst>
              </p:cNvPr>
              <p:cNvSpPr>
                <a:spLocks noChangeArrowheads="1"/>
              </p:cNvSpPr>
              <p:nvPr/>
            </p:nvSpPr>
            <p:spPr bwMode="auto">
              <a:xfrm>
                <a:off x="5497513" y="6245225"/>
                <a:ext cx="15875" cy="15875"/>
              </a:xfrm>
              <a:custGeom>
                <a:avLst/>
                <a:gdLst>
                  <a:gd name="T0" fmla="*/ 15 w 42"/>
                  <a:gd name="T1" fmla="*/ 20 h 42"/>
                  <a:gd name="T2" fmla="*/ 21 w 42"/>
                  <a:gd name="T3" fmla="*/ 20 h 42"/>
                  <a:gd name="T4" fmla="*/ 26 w 42"/>
                  <a:gd name="T5" fmla="*/ 15 h 42"/>
                  <a:gd name="T6" fmla="*/ 21 w 42"/>
                  <a:gd name="T7" fmla="*/ 11 h 42"/>
                  <a:gd name="T8" fmla="*/ 15 w 42"/>
                  <a:gd name="T9" fmla="*/ 11 h 42"/>
                  <a:gd name="T10" fmla="*/ 15 w 42"/>
                  <a:gd name="T11" fmla="*/ 20 h 42"/>
                  <a:gd name="T12" fmla="*/ 15 w 42"/>
                  <a:gd name="T13" fmla="*/ 33 h 42"/>
                  <a:gd name="T14" fmla="*/ 12 w 42"/>
                  <a:gd name="T15" fmla="*/ 33 h 42"/>
                  <a:gd name="T16" fmla="*/ 12 w 42"/>
                  <a:gd name="T17" fmla="*/ 8 h 42"/>
                  <a:gd name="T18" fmla="*/ 21 w 42"/>
                  <a:gd name="T19" fmla="*/ 8 h 42"/>
                  <a:gd name="T20" fmla="*/ 28 w 42"/>
                  <a:gd name="T21" fmla="*/ 14 h 42"/>
                  <a:gd name="T22" fmla="*/ 23 w 42"/>
                  <a:gd name="T23" fmla="*/ 21 h 42"/>
                  <a:gd name="T24" fmla="*/ 29 w 42"/>
                  <a:gd name="T25" fmla="*/ 32 h 42"/>
                  <a:gd name="T26" fmla="*/ 26 w 42"/>
                  <a:gd name="T27" fmla="*/ 32 h 42"/>
                  <a:gd name="T28" fmla="*/ 20 w 42"/>
                  <a:gd name="T29" fmla="*/ 21 h 42"/>
                  <a:gd name="T30" fmla="*/ 15 w 42"/>
                  <a:gd name="T31" fmla="*/ 21 h 42"/>
                  <a:gd name="T32" fmla="*/ 15 w 42"/>
                  <a:gd name="T33" fmla="*/ 33 h 42"/>
                  <a:gd name="T34" fmla="*/ 4 w 42"/>
                  <a:gd name="T35" fmla="*/ 21 h 42"/>
                  <a:gd name="T36" fmla="*/ 21 w 42"/>
                  <a:gd name="T37" fmla="*/ 38 h 42"/>
                  <a:gd name="T38" fmla="*/ 38 w 42"/>
                  <a:gd name="T39" fmla="*/ 21 h 42"/>
                  <a:gd name="T40" fmla="*/ 21 w 42"/>
                  <a:gd name="T41" fmla="*/ 4 h 42"/>
                  <a:gd name="T42" fmla="*/ 4 w 42"/>
                  <a:gd name="T43" fmla="*/ 21 h 42"/>
                  <a:gd name="T44" fmla="*/ 21 w 42"/>
                  <a:gd name="T45" fmla="*/ 0 h 42"/>
                  <a:gd name="T46" fmla="*/ 41 w 42"/>
                  <a:gd name="T47" fmla="*/ 21 h 42"/>
                  <a:gd name="T48" fmla="*/ 21 w 42"/>
                  <a:gd name="T49" fmla="*/ 41 h 42"/>
                  <a:gd name="T50" fmla="*/ 0 w 42"/>
                  <a:gd name="T51" fmla="*/ 21 h 42"/>
                  <a:gd name="T52" fmla="*/ 21 w 42"/>
                  <a:gd name="T53"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 h="42">
                    <a:moveTo>
                      <a:pt x="15" y="20"/>
                    </a:moveTo>
                    <a:lnTo>
                      <a:pt x="21" y="20"/>
                    </a:lnTo>
                    <a:cubicBezTo>
                      <a:pt x="24" y="20"/>
                      <a:pt x="26" y="19"/>
                      <a:pt x="26" y="15"/>
                    </a:cubicBezTo>
                    <a:cubicBezTo>
                      <a:pt x="26" y="12"/>
                      <a:pt x="24" y="11"/>
                      <a:pt x="21" y="11"/>
                    </a:cubicBezTo>
                    <a:lnTo>
                      <a:pt x="15" y="11"/>
                    </a:lnTo>
                    <a:lnTo>
                      <a:pt x="15" y="20"/>
                    </a:lnTo>
                    <a:close/>
                    <a:moveTo>
                      <a:pt x="15" y="33"/>
                    </a:moveTo>
                    <a:lnTo>
                      <a:pt x="12" y="33"/>
                    </a:lnTo>
                    <a:lnTo>
                      <a:pt x="12" y="8"/>
                    </a:lnTo>
                    <a:lnTo>
                      <a:pt x="21" y="8"/>
                    </a:lnTo>
                    <a:cubicBezTo>
                      <a:pt x="25" y="8"/>
                      <a:pt x="28" y="10"/>
                      <a:pt x="28" y="14"/>
                    </a:cubicBezTo>
                    <a:cubicBezTo>
                      <a:pt x="28" y="19"/>
                      <a:pt x="26" y="21"/>
                      <a:pt x="23" y="21"/>
                    </a:cubicBezTo>
                    <a:lnTo>
                      <a:pt x="29" y="32"/>
                    </a:lnTo>
                    <a:lnTo>
                      <a:pt x="26" y="32"/>
                    </a:lnTo>
                    <a:lnTo>
                      <a:pt x="20" y="21"/>
                    </a:lnTo>
                    <a:lnTo>
                      <a:pt x="15" y="21"/>
                    </a:lnTo>
                    <a:lnTo>
                      <a:pt x="15" y="33"/>
                    </a:lnTo>
                    <a:close/>
                    <a:moveTo>
                      <a:pt x="4" y="21"/>
                    </a:moveTo>
                    <a:cubicBezTo>
                      <a:pt x="4" y="30"/>
                      <a:pt x="12" y="38"/>
                      <a:pt x="21" y="38"/>
                    </a:cubicBezTo>
                    <a:cubicBezTo>
                      <a:pt x="31" y="38"/>
                      <a:pt x="38" y="30"/>
                      <a:pt x="38" y="21"/>
                    </a:cubicBezTo>
                    <a:cubicBezTo>
                      <a:pt x="37" y="11"/>
                      <a:pt x="31" y="4"/>
                      <a:pt x="21" y="4"/>
                    </a:cubicBezTo>
                    <a:cubicBezTo>
                      <a:pt x="12" y="4"/>
                      <a:pt x="4" y="11"/>
                      <a:pt x="4" y="21"/>
                    </a:cubicBezTo>
                    <a:close/>
                    <a:moveTo>
                      <a:pt x="21" y="0"/>
                    </a:moveTo>
                    <a:cubicBezTo>
                      <a:pt x="32" y="0"/>
                      <a:pt x="41" y="10"/>
                      <a:pt x="41" y="21"/>
                    </a:cubicBezTo>
                    <a:cubicBezTo>
                      <a:pt x="41" y="32"/>
                      <a:pt x="33" y="41"/>
                      <a:pt x="21" y="41"/>
                    </a:cubicBezTo>
                    <a:cubicBezTo>
                      <a:pt x="10" y="41"/>
                      <a:pt x="0" y="32"/>
                      <a:pt x="0" y="21"/>
                    </a:cubicBezTo>
                    <a:cubicBezTo>
                      <a:pt x="0" y="10"/>
                      <a:pt x="11" y="0"/>
                      <a:pt x="21"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31" name="Group 230">
            <a:extLst>
              <a:ext uri="{FF2B5EF4-FFF2-40B4-BE49-F238E27FC236}">
                <a16:creationId xmlns:a16="http://schemas.microsoft.com/office/drawing/2014/main" id="{93A44A2A-F62E-5399-FAF0-52F456D86D3A}"/>
              </a:ext>
            </a:extLst>
          </p:cNvPr>
          <p:cNvGrpSpPr/>
          <p:nvPr/>
        </p:nvGrpSpPr>
        <p:grpSpPr>
          <a:xfrm>
            <a:off x="1288045" y="5629524"/>
            <a:ext cx="2320156" cy="300691"/>
            <a:chOff x="3522663" y="2286000"/>
            <a:chExt cx="3883025" cy="503238"/>
          </a:xfrm>
          <a:solidFill>
            <a:schemeClr val="tx1"/>
          </a:solidFill>
        </p:grpSpPr>
        <p:grpSp>
          <p:nvGrpSpPr>
            <p:cNvPr id="232" name="Group 231">
              <a:extLst>
                <a:ext uri="{FF2B5EF4-FFF2-40B4-BE49-F238E27FC236}">
                  <a16:creationId xmlns:a16="http://schemas.microsoft.com/office/drawing/2014/main" id="{37640699-45D6-C6C1-8E37-74F62D25CA30}"/>
                </a:ext>
              </a:extLst>
            </p:cNvPr>
            <p:cNvGrpSpPr/>
            <p:nvPr/>
          </p:nvGrpSpPr>
          <p:grpSpPr>
            <a:xfrm>
              <a:off x="3522663" y="2352675"/>
              <a:ext cx="1277937" cy="333375"/>
              <a:chOff x="3522663" y="2352675"/>
              <a:chExt cx="1277937" cy="333375"/>
            </a:xfrm>
            <a:grpFill/>
          </p:grpSpPr>
          <p:sp>
            <p:nvSpPr>
              <p:cNvPr id="247" name="Freeform 1">
                <a:extLst>
                  <a:ext uri="{FF2B5EF4-FFF2-40B4-BE49-F238E27FC236}">
                    <a16:creationId xmlns:a16="http://schemas.microsoft.com/office/drawing/2014/main" id="{117B5CC7-AB20-A0FE-D9D7-2EA68CCAE3B6}"/>
                  </a:ext>
                </a:extLst>
              </p:cNvPr>
              <p:cNvSpPr>
                <a:spLocks noChangeArrowheads="1"/>
              </p:cNvSpPr>
              <p:nvPr/>
            </p:nvSpPr>
            <p:spPr bwMode="auto">
              <a:xfrm>
                <a:off x="3756025" y="2352675"/>
                <a:ext cx="65088" cy="325438"/>
              </a:xfrm>
              <a:custGeom>
                <a:avLst/>
                <a:gdLst>
                  <a:gd name="T0" fmla="*/ 71 w 179"/>
                  <a:gd name="T1" fmla="*/ 901 h 902"/>
                  <a:gd name="T2" fmla="*/ 175 w 179"/>
                  <a:gd name="T3" fmla="*/ 901 h 902"/>
                  <a:gd name="T4" fmla="*/ 178 w 179"/>
                  <a:gd name="T5" fmla="*/ 0 h 902"/>
                  <a:gd name="T6" fmla="*/ 3 w 179"/>
                  <a:gd name="T7" fmla="*/ 0 h 902"/>
                  <a:gd name="T8" fmla="*/ 0 w 179"/>
                  <a:gd name="T9" fmla="*/ 831 h 902"/>
                  <a:gd name="T10" fmla="*/ 71 w 179"/>
                  <a:gd name="T11" fmla="*/ 901 h 902"/>
                </a:gdLst>
                <a:ahLst/>
                <a:cxnLst>
                  <a:cxn ang="0">
                    <a:pos x="T0" y="T1"/>
                  </a:cxn>
                  <a:cxn ang="0">
                    <a:pos x="T2" y="T3"/>
                  </a:cxn>
                  <a:cxn ang="0">
                    <a:pos x="T4" y="T5"/>
                  </a:cxn>
                  <a:cxn ang="0">
                    <a:pos x="T6" y="T7"/>
                  </a:cxn>
                  <a:cxn ang="0">
                    <a:pos x="T8" y="T9"/>
                  </a:cxn>
                  <a:cxn ang="0">
                    <a:pos x="T10" y="T11"/>
                  </a:cxn>
                </a:cxnLst>
                <a:rect l="0" t="0" r="r" b="b"/>
                <a:pathLst>
                  <a:path w="179" h="902">
                    <a:moveTo>
                      <a:pt x="71" y="901"/>
                    </a:moveTo>
                    <a:lnTo>
                      <a:pt x="175" y="901"/>
                    </a:lnTo>
                    <a:lnTo>
                      <a:pt x="178" y="0"/>
                    </a:lnTo>
                    <a:lnTo>
                      <a:pt x="3" y="0"/>
                    </a:lnTo>
                    <a:lnTo>
                      <a:pt x="0" y="831"/>
                    </a:lnTo>
                    <a:cubicBezTo>
                      <a:pt x="0" y="870"/>
                      <a:pt x="31" y="901"/>
                      <a:pt x="71" y="90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8" name="Freeform 2">
                <a:extLst>
                  <a:ext uri="{FF2B5EF4-FFF2-40B4-BE49-F238E27FC236}">
                    <a16:creationId xmlns:a16="http://schemas.microsoft.com/office/drawing/2014/main" id="{3DEE61A8-DA66-38D6-1026-833EC83CAF09}"/>
                  </a:ext>
                </a:extLst>
              </p:cNvPr>
              <p:cNvSpPr>
                <a:spLocks noChangeArrowheads="1"/>
              </p:cNvSpPr>
              <p:nvPr/>
            </p:nvSpPr>
            <p:spPr bwMode="auto">
              <a:xfrm>
                <a:off x="3827463" y="2438400"/>
                <a:ext cx="244475" cy="246063"/>
              </a:xfrm>
              <a:custGeom>
                <a:avLst/>
                <a:gdLst>
                  <a:gd name="T0" fmla="*/ 314 w 681"/>
                  <a:gd name="T1" fmla="*/ 681 h 682"/>
                  <a:gd name="T2" fmla="*/ 508 w 681"/>
                  <a:gd name="T3" fmla="*/ 594 h 682"/>
                  <a:gd name="T4" fmla="*/ 508 w 681"/>
                  <a:gd name="T5" fmla="*/ 594 h 682"/>
                  <a:gd name="T6" fmla="*/ 579 w 681"/>
                  <a:gd name="T7" fmla="*/ 664 h 682"/>
                  <a:gd name="T8" fmla="*/ 678 w 681"/>
                  <a:gd name="T9" fmla="*/ 664 h 682"/>
                  <a:gd name="T10" fmla="*/ 680 w 681"/>
                  <a:gd name="T11" fmla="*/ 19 h 682"/>
                  <a:gd name="T12" fmla="*/ 511 w 681"/>
                  <a:gd name="T13" fmla="*/ 19 h 682"/>
                  <a:gd name="T14" fmla="*/ 511 w 681"/>
                  <a:gd name="T15" fmla="*/ 90 h 682"/>
                  <a:gd name="T16" fmla="*/ 316 w 681"/>
                  <a:gd name="T17" fmla="*/ 0 h 682"/>
                  <a:gd name="T18" fmla="*/ 3 w 681"/>
                  <a:gd name="T19" fmla="*/ 337 h 682"/>
                  <a:gd name="T20" fmla="*/ 314 w 681"/>
                  <a:gd name="T21" fmla="*/ 681 h 682"/>
                  <a:gd name="T22" fmla="*/ 347 w 681"/>
                  <a:gd name="T23" fmla="*/ 163 h 682"/>
                  <a:gd name="T24" fmla="*/ 514 w 681"/>
                  <a:gd name="T25" fmla="*/ 340 h 682"/>
                  <a:gd name="T26" fmla="*/ 347 w 681"/>
                  <a:gd name="T27" fmla="*/ 517 h 682"/>
                  <a:gd name="T28" fmla="*/ 181 w 681"/>
                  <a:gd name="T29" fmla="*/ 340 h 682"/>
                  <a:gd name="T30" fmla="*/ 347 w 681"/>
                  <a:gd name="T31" fmla="*/ 163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81" h="682">
                    <a:moveTo>
                      <a:pt x="314" y="681"/>
                    </a:moveTo>
                    <a:cubicBezTo>
                      <a:pt x="401" y="681"/>
                      <a:pt x="466" y="644"/>
                      <a:pt x="508" y="594"/>
                    </a:cubicBezTo>
                    <a:lnTo>
                      <a:pt x="508" y="594"/>
                    </a:lnTo>
                    <a:cubicBezTo>
                      <a:pt x="508" y="633"/>
                      <a:pt x="539" y="664"/>
                      <a:pt x="579" y="664"/>
                    </a:cubicBezTo>
                    <a:lnTo>
                      <a:pt x="678" y="664"/>
                    </a:lnTo>
                    <a:lnTo>
                      <a:pt x="680" y="19"/>
                    </a:lnTo>
                    <a:lnTo>
                      <a:pt x="511" y="19"/>
                    </a:lnTo>
                    <a:lnTo>
                      <a:pt x="511" y="90"/>
                    </a:lnTo>
                    <a:cubicBezTo>
                      <a:pt x="469" y="36"/>
                      <a:pt x="407" y="0"/>
                      <a:pt x="316" y="0"/>
                    </a:cubicBezTo>
                    <a:cubicBezTo>
                      <a:pt x="139" y="0"/>
                      <a:pt x="3" y="146"/>
                      <a:pt x="3" y="337"/>
                    </a:cubicBezTo>
                    <a:cubicBezTo>
                      <a:pt x="0" y="534"/>
                      <a:pt x="136" y="681"/>
                      <a:pt x="314" y="681"/>
                    </a:cubicBezTo>
                    <a:close/>
                    <a:moveTo>
                      <a:pt x="347" y="163"/>
                    </a:moveTo>
                    <a:cubicBezTo>
                      <a:pt x="446" y="163"/>
                      <a:pt x="514" y="239"/>
                      <a:pt x="514" y="340"/>
                    </a:cubicBezTo>
                    <a:cubicBezTo>
                      <a:pt x="514" y="442"/>
                      <a:pt x="446" y="517"/>
                      <a:pt x="347" y="517"/>
                    </a:cubicBezTo>
                    <a:cubicBezTo>
                      <a:pt x="246" y="517"/>
                      <a:pt x="181" y="439"/>
                      <a:pt x="181" y="340"/>
                    </a:cubicBezTo>
                    <a:cubicBezTo>
                      <a:pt x="181" y="242"/>
                      <a:pt x="246" y="163"/>
                      <a:pt x="347" y="1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9" name="Freeform 3">
                <a:extLst>
                  <a:ext uri="{FF2B5EF4-FFF2-40B4-BE49-F238E27FC236}">
                    <a16:creationId xmlns:a16="http://schemas.microsoft.com/office/drawing/2014/main" id="{003FE6BD-097C-6848-6709-734F1CC79483}"/>
                  </a:ext>
                </a:extLst>
              </p:cNvPr>
              <p:cNvSpPr>
                <a:spLocks noChangeArrowheads="1"/>
              </p:cNvSpPr>
              <p:nvPr/>
            </p:nvSpPr>
            <p:spPr bwMode="auto">
              <a:xfrm>
                <a:off x="4087813" y="2354263"/>
                <a:ext cx="65087" cy="325437"/>
              </a:xfrm>
              <a:custGeom>
                <a:avLst/>
                <a:gdLst>
                  <a:gd name="T0" fmla="*/ 70 w 179"/>
                  <a:gd name="T1" fmla="*/ 902 h 903"/>
                  <a:gd name="T2" fmla="*/ 175 w 179"/>
                  <a:gd name="T3" fmla="*/ 902 h 903"/>
                  <a:gd name="T4" fmla="*/ 178 w 179"/>
                  <a:gd name="T5" fmla="*/ 0 h 903"/>
                  <a:gd name="T6" fmla="*/ 3 w 179"/>
                  <a:gd name="T7" fmla="*/ 0 h 903"/>
                  <a:gd name="T8" fmla="*/ 0 w 179"/>
                  <a:gd name="T9" fmla="*/ 831 h 903"/>
                  <a:gd name="T10" fmla="*/ 70 w 179"/>
                  <a:gd name="T11" fmla="*/ 902 h 903"/>
                </a:gdLst>
                <a:ahLst/>
                <a:cxnLst>
                  <a:cxn ang="0">
                    <a:pos x="T0" y="T1"/>
                  </a:cxn>
                  <a:cxn ang="0">
                    <a:pos x="T2" y="T3"/>
                  </a:cxn>
                  <a:cxn ang="0">
                    <a:pos x="T4" y="T5"/>
                  </a:cxn>
                  <a:cxn ang="0">
                    <a:pos x="T6" y="T7"/>
                  </a:cxn>
                  <a:cxn ang="0">
                    <a:pos x="T8" y="T9"/>
                  </a:cxn>
                  <a:cxn ang="0">
                    <a:pos x="T10" y="T11"/>
                  </a:cxn>
                </a:cxnLst>
                <a:rect l="0" t="0" r="r" b="b"/>
                <a:pathLst>
                  <a:path w="179" h="903">
                    <a:moveTo>
                      <a:pt x="70" y="902"/>
                    </a:moveTo>
                    <a:lnTo>
                      <a:pt x="175" y="902"/>
                    </a:lnTo>
                    <a:lnTo>
                      <a:pt x="178" y="0"/>
                    </a:lnTo>
                    <a:lnTo>
                      <a:pt x="3" y="0"/>
                    </a:lnTo>
                    <a:lnTo>
                      <a:pt x="0" y="831"/>
                    </a:lnTo>
                    <a:cubicBezTo>
                      <a:pt x="0" y="871"/>
                      <a:pt x="34" y="902"/>
                      <a:pt x="70" y="9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0" name="Freeform 4">
                <a:extLst>
                  <a:ext uri="{FF2B5EF4-FFF2-40B4-BE49-F238E27FC236}">
                    <a16:creationId xmlns:a16="http://schemas.microsoft.com/office/drawing/2014/main" id="{D4B01BCB-905B-1040-B7EC-5ADAEE03BDCC}"/>
                  </a:ext>
                </a:extLst>
              </p:cNvPr>
              <p:cNvSpPr>
                <a:spLocks noChangeArrowheads="1"/>
              </p:cNvSpPr>
              <p:nvPr/>
            </p:nvSpPr>
            <p:spPr bwMode="auto">
              <a:xfrm>
                <a:off x="4160838" y="2439988"/>
                <a:ext cx="254000" cy="244475"/>
              </a:xfrm>
              <a:custGeom>
                <a:avLst/>
                <a:gdLst>
                  <a:gd name="T0" fmla="*/ 350 w 704"/>
                  <a:gd name="T1" fmla="*/ 679 h 680"/>
                  <a:gd name="T2" fmla="*/ 703 w 704"/>
                  <a:gd name="T3" fmla="*/ 340 h 680"/>
                  <a:gd name="T4" fmla="*/ 353 w 704"/>
                  <a:gd name="T5" fmla="*/ 0 h 680"/>
                  <a:gd name="T6" fmla="*/ 3 w 704"/>
                  <a:gd name="T7" fmla="*/ 338 h 680"/>
                  <a:gd name="T8" fmla="*/ 350 w 704"/>
                  <a:gd name="T9" fmla="*/ 679 h 680"/>
                  <a:gd name="T10" fmla="*/ 350 w 704"/>
                  <a:gd name="T11" fmla="*/ 161 h 680"/>
                  <a:gd name="T12" fmla="*/ 522 w 704"/>
                  <a:gd name="T13" fmla="*/ 338 h 680"/>
                  <a:gd name="T14" fmla="*/ 350 w 704"/>
                  <a:gd name="T15" fmla="*/ 515 h 680"/>
                  <a:gd name="T16" fmla="*/ 178 w 704"/>
                  <a:gd name="T17" fmla="*/ 338 h 680"/>
                  <a:gd name="T18" fmla="*/ 350 w 704"/>
                  <a:gd name="T19" fmla="*/ 161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4" h="680">
                    <a:moveTo>
                      <a:pt x="350" y="679"/>
                    </a:moveTo>
                    <a:cubicBezTo>
                      <a:pt x="550" y="679"/>
                      <a:pt x="700" y="535"/>
                      <a:pt x="703" y="340"/>
                    </a:cubicBezTo>
                    <a:cubicBezTo>
                      <a:pt x="703" y="147"/>
                      <a:pt x="556" y="0"/>
                      <a:pt x="353" y="0"/>
                    </a:cubicBezTo>
                    <a:cubicBezTo>
                      <a:pt x="152" y="0"/>
                      <a:pt x="3" y="144"/>
                      <a:pt x="3" y="338"/>
                    </a:cubicBezTo>
                    <a:cubicBezTo>
                      <a:pt x="0" y="532"/>
                      <a:pt x="147" y="679"/>
                      <a:pt x="350" y="679"/>
                    </a:cubicBezTo>
                    <a:close/>
                    <a:moveTo>
                      <a:pt x="350" y="161"/>
                    </a:moveTo>
                    <a:cubicBezTo>
                      <a:pt x="449" y="161"/>
                      <a:pt x="522" y="234"/>
                      <a:pt x="522" y="338"/>
                    </a:cubicBezTo>
                    <a:cubicBezTo>
                      <a:pt x="522" y="443"/>
                      <a:pt x="449" y="515"/>
                      <a:pt x="350" y="515"/>
                    </a:cubicBezTo>
                    <a:cubicBezTo>
                      <a:pt x="251" y="515"/>
                      <a:pt x="178" y="442"/>
                      <a:pt x="178" y="338"/>
                    </a:cubicBezTo>
                    <a:cubicBezTo>
                      <a:pt x="178" y="234"/>
                      <a:pt x="251" y="161"/>
                      <a:pt x="350" y="1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1" name="Freeform 5">
                <a:extLst>
                  <a:ext uri="{FF2B5EF4-FFF2-40B4-BE49-F238E27FC236}">
                    <a16:creationId xmlns:a16="http://schemas.microsoft.com/office/drawing/2014/main" id="{12179A5A-2B5F-5677-A5F4-A46EC48A2E50}"/>
                  </a:ext>
                </a:extLst>
              </p:cNvPr>
              <p:cNvSpPr>
                <a:spLocks noChangeArrowheads="1"/>
              </p:cNvSpPr>
              <p:nvPr/>
            </p:nvSpPr>
            <p:spPr bwMode="auto">
              <a:xfrm>
                <a:off x="4421188" y="2436813"/>
                <a:ext cx="379412" cy="242887"/>
              </a:xfrm>
              <a:custGeom>
                <a:avLst/>
                <a:gdLst>
                  <a:gd name="T0" fmla="*/ 71 w 1054"/>
                  <a:gd name="T1" fmla="*/ 673 h 674"/>
                  <a:gd name="T2" fmla="*/ 175 w 1054"/>
                  <a:gd name="T3" fmla="*/ 673 h 674"/>
                  <a:gd name="T4" fmla="*/ 175 w 1054"/>
                  <a:gd name="T5" fmla="*/ 317 h 674"/>
                  <a:gd name="T6" fmla="*/ 314 w 1054"/>
                  <a:gd name="T7" fmla="*/ 172 h 674"/>
                  <a:gd name="T8" fmla="*/ 441 w 1054"/>
                  <a:gd name="T9" fmla="*/ 315 h 674"/>
                  <a:gd name="T10" fmla="*/ 441 w 1054"/>
                  <a:gd name="T11" fmla="*/ 599 h 674"/>
                  <a:gd name="T12" fmla="*/ 511 w 1054"/>
                  <a:gd name="T13" fmla="*/ 670 h 674"/>
                  <a:gd name="T14" fmla="*/ 616 w 1054"/>
                  <a:gd name="T15" fmla="*/ 670 h 674"/>
                  <a:gd name="T16" fmla="*/ 616 w 1054"/>
                  <a:gd name="T17" fmla="*/ 315 h 674"/>
                  <a:gd name="T18" fmla="*/ 754 w 1054"/>
                  <a:gd name="T19" fmla="*/ 169 h 674"/>
                  <a:gd name="T20" fmla="*/ 881 w 1054"/>
                  <a:gd name="T21" fmla="*/ 312 h 674"/>
                  <a:gd name="T22" fmla="*/ 881 w 1054"/>
                  <a:gd name="T23" fmla="*/ 597 h 674"/>
                  <a:gd name="T24" fmla="*/ 951 w 1054"/>
                  <a:gd name="T25" fmla="*/ 667 h 674"/>
                  <a:gd name="T26" fmla="*/ 1053 w 1054"/>
                  <a:gd name="T27" fmla="*/ 667 h 674"/>
                  <a:gd name="T28" fmla="*/ 1053 w 1054"/>
                  <a:gd name="T29" fmla="*/ 256 h 674"/>
                  <a:gd name="T30" fmla="*/ 799 w 1054"/>
                  <a:gd name="T31" fmla="*/ 3 h 674"/>
                  <a:gd name="T32" fmla="*/ 579 w 1054"/>
                  <a:gd name="T33" fmla="*/ 113 h 674"/>
                  <a:gd name="T34" fmla="*/ 364 w 1054"/>
                  <a:gd name="T35" fmla="*/ 0 h 674"/>
                  <a:gd name="T36" fmla="*/ 172 w 1054"/>
                  <a:gd name="T37" fmla="*/ 93 h 674"/>
                  <a:gd name="T38" fmla="*/ 172 w 1054"/>
                  <a:gd name="T39" fmla="*/ 17 h 674"/>
                  <a:gd name="T40" fmla="*/ 3 w 1054"/>
                  <a:gd name="T41" fmla="*/ 17 h 674"/>
                  <a:gd name="T42" fmla="*/ 0 w 1054"/>
                  <a:gd name="T43" fmla="*/ 591 h 674"/>
                  <a:gd name="T44" fmla="*/ 71 w 1054"/>
                  <a:gd name="T45" fmla="*/ 673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4" h="674">
                    <a:moveTo>
                      <a:pt x="71" y="673"/>
                    </a:moveTo>
                    <a:lnTo>
                      <a:pt x="175" y="673"/>
                    </a:lnTo>
                    <a:lnTo>
                      <a:pt x="175" y="317"/>
                    </a:lnTo>
                    <a:cubicBezTo>
                      <a:pt x="175" y="220"/>
                      <a:pt x="237" y="172"/>
                      <a:pt x="314" y="172"/>
                    </a:cubicBezTo>
                    <a:cubicBezTo>
                      <a:pt x="393" y="172"/>
                      <a:pt x="441" y="223"/>
                      <a:pt x="441" y="315"/>
                    </a:cubicBezTo>
                    <a:lnTo>
                      <a:pt x="441" y="599"/>
                    </a:lnTo>
                    <a:cubicBezTo>
                      <a:pt x="441" y="639"/>
                      <a:pt x="472" y="670"/>
                      <a:pt x="511" y="670"/>
                    </a:cubicBezTo>
                    <a:lnTo>
                      <a:pt x="616" y="670"/>
                    </a:lnTo>
                    <a:lnTo>
                      <a:pt x="616" y="315"/>
                    </a:lnTo>
                    <a:cubicBezTo>
                      <a:pt x="616" y="217"/>
                      <a:pt x="678" y="169"/>
                      <a:pt x="754" y="169"/>
                    </a:cubicBezTo>
                    <a:cubicBezTo>
                      <a:pt x="833" y="169"/>
                      <a:pt x="881" y="220"/>
                      <a:pt x="881" y="312"/>
                    </a:cubicBezTo>
                    <a:lnTo>
                      <a:pt x="881" y="597"/>
                    </a:lnTo>
                    <a:cubicBezTo>
                      <a:pt x="881" y="636"/>
                      <a:pt x="912" y="667"/>
                      <a:pt x="951" y="667"/>
                    </a:cubicBezTo>
                    <a:lnTo>
                      <a:pt x="1053" y="667"/>
                    </a:lnTo>
                    <a:lnTo>
                      <a:pt x="1053" y="256"/>
                    </a:lnTo>
                    <a:cubicBezTo>
                      <a:pt x="1053" y="107"/>
                      <a:pt x="951" y="3"/>
                      <a:pt x="799" y="3"/>
                    </a:cubicBezTo>
                    <a:cubicBezTo>
                      <a:pt x="714" y="3"/>
                      <a:pt x="630" y="31"/>
                      <a:pt x="579" y="113"/>
                    </a:cubicBezTo>
                    <a:cubicBezTo>
                      <a:pt x="537" y="45"/>
                      <a:pt x="460" y="3"/>
                      <a:pt x="364" y="0"/>
                    </a:cubicBezTo>
                    <a:cubicBezTo>
                      <a:pt x="291" y="0"/>
                      <a:pt x="220" y="25"/>
                      <a:pt x="172" y="93"/>
                    </a:cubicBezTo>
                    <a:lnTo>
                      <a:pt x="172" y="17"/>
                    </a:lnTo>
                    <a:lnTo>
                      <a:pt x="3" y="17"/>
                    </a:lnTo>
                    <a:lnTo>
                      <a:pt x="0" y="591"/>
                    </a:lnTo>
                    <a:cubicBezTo>
                      <a:pt x="0" y="642"/>
                      <a:pt x="31" y="673"/>
                      <a:pt x="71" y="67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2" name="Freeform 6">
                <a:extLst>
                  <a:ext uri="{FF2B5EF4-FFF2-40B4-BE49-F238E27FC236}">
                    <a16:creationId xmlns:a16="http://schemas.microsoft.com/office/drawing/2014/main" id="{D47E8141-4F3A-D463-BB88-F9DD96298415}"/>
                  </a:ext>
                </a:extLst>
              </p:cNvPr>
              <p:cNvSpPr>
                <a:spLocks noChangeArrowheads="1"/>
              </p:cNvSpPr>
              <p:nvPr/>
            </p:nvSpPr>
            <p:spPr bwMode="auto">
              <a:xfrm>
                <a:off x="3522663" y="2438400"/>
                <a:ext cx="223837" cy="247650"/>
              </a:xfrm>
              <a:custGeom>
                <a:avLst/>
                <a:gdLst>
                  <a:gd name="T0" fmla="*/ 290 w 622"/>
                  <a:gd name="T1" fmla="*/ 534 h 688"/>
                  <a:gd name="T2" fmla="*/ 62 w 622"/>
                  <a:gd name="T3" fmla="*/ 464 h 688"/>
                  <a:gd name="T4" fmla="*/ 0 w 622"/>
                  <a:gd name="T5" fmla="*/ 599 h 688"/>
                  <a:gd name="T6" fmla="*/ 288 w 622"/>
                  <a:gd name="T7" fmla="*/ 681 h 688"/>
                  <a:gd name="T8" fmla="*/ 618 w 622"/>
                  <a:gd name="T9" fmla="*/ 475 h 688"/>
                  <a:gd name="T10" fmla="*/ 375 w 622"/>
                  <a:gd name="T11" fmla="*/ 270 h 688"/>
                  <a:gd name="T12" fmla="*/ 296 w 622"/>
                  <a:gd name="T13" fmla="*/ 259 h 688"/>
                  <a:gd name="T14" fmla="*/ 200 w 622"/>
                  <a:gd name="T15" fmla="*/ 203 h 688"/>
                  <a:gd name="T16" fmla="*/ 299 w 622"/>
                  <a:gd name="T17" fmla="*/ 146 h 688"/>
                  <a:gd name="T18" fmla="*/ 480 w 622"/>
                  <a:gd name="T19" fmla="*/ 186 h 688"/>
                  <a:gd name="T20" fmla="*/ 570 w 622"/>
                  <a:gd name="T21" fmla="*/ 149 h 688"/>
                  <a:gd name="T22" fmla="*/ 601 w 622"/>
                  <a:gd name="T23" fmla="*/ 78 h 688"/>
                  <a:gd name="T24" fmla="*/ 302 w 622"/>
                  <a:gd name="T25" fmla="*/ 2 h 688"/>
                  <a:gd name="T26" fmla="*/ 20 w 622"/>
                  <a:gd name="T27" fmla="*/ 203 h 688"/>
                  <a:gd name="T28" fmla="*/ 254 w 622"/>
                  <a:gd name="T29" fmla="*/ 407 h 688"/>
                  <a:gd name="T30" fmla="*/ 293 w 622"/>
                  <a:gd name="T31" fmla="*/ 413 h 688"/>
                  <a:gd name="T32" fmla="*/ 440 w 622"/>
                  <a:gd name="T33" fmla="*/ 475 h 688"/>
                  <a:gd name="T34" fmla="*/ 290 w 622"/>
                  <a:gd name="T35" fmla="*/ 534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688">
                    <a:moveTo>
                      <a:pt x="290" y="534"/>
                    </a:moveTo>
                    <a:cubicBezTo>
                      <a:pt x="192" y="532"/>
                      <a:pt x="104" y="486"/>
                      <a:pt x="62" y="464"/>
                    </a:cubicBezTo>
                    <a:lnTo>
                      <a:pt x="0" y="599"/>
                    </a:lnTo>
                    <a:cubicBezTo>
                      <a:pt x="90" y="653"/>
                      <a:pt x="197" y="678"/>
                      <a:pt x="288" y="681"/>
                    </a:cubicBezTo>
                    <a:cubicBezTo>
                      <a:pt x="505" y="687"/>
                      <a:pt x="615" y="611"/>
                      <a:pt x="618" y="475"/>
                    </a:cubicBezTo>
                    <a:cubicBezTo>
                      <a:pt x="621" y="354"/>
                      <a:pt x="516" y="286"/>
                      <a:pt x="375" y="270"/>
                    </a:cubicBezTo>
                    <a:lnTo>
                      <a:pt x="296" y="259"/>
                    </a:lnTo>
                    <a:cubicBezTo>
                      <a:pt x="237" y="248"/>
                      <a:pt x="200" y="239"/>
                      <a:pt x="200" y="203"/>
                    </a:cubicBezTo>
                    <a:cubicBezTo>
                      <a:pt x="200" y="166"/>
                      <a:pt x="231" y="143"/>
                      <a:pt x="299" y="146"/>
                    </a:cubicBezTo>
                    <a:cubicBezTo>
                      <a:pt x="364" y="146"/>
                      <a:pt x="429" y="166"/>
                      <a:pt x="480" y="186"/>
                    </a:cubicBezTo>
                    <a:cubicBezTo>
                      <a:pt x="513" y="200"/>
                      <a:pt x="553" y="183"/>
                      <a:pt x="570" y="149"/>
                    </a:cubicBezTo>
                    <a:lnTo>
                      <a:pt x="601" y="78"/>
                    </a:lnTo>
                    <a:cubicBezTo>
                      <a:pt x="516" y="33"/>
                      <a:pt x="417" y="5"/>
                      <a:pt x="302" y="2"/>
                    </a:cubicBezTo>
                    <a:cubicBezTo>
                      <a:pt x="149" y="0"/>
                      <a:pt x="22" y="70"/>
                      <a:pt x="20" y="203"/>
                    </a:cubicBezTo>
                    <a:cubicBezTo>
                      <a:pt x="17" y="306"/>
                      <a:pt x="65" y="379"/>
                      <a:pt x="254" y="407"/>
                    </a:cubicBezTo>
                    <a:lnTo>
                      <a:pt x="293" y="413"/>
                    </a:lnTo>
                    <a:cubicBezTo>
                      <a:pt x="378" y="424"/>
                      <a:pt x="440" y="430"/>
                      <a:pt x="440" y="475"/>
                    </a:cubicBezTo>
                    <a:cubicBezTo>
                      <a:pt x="437" y="520"/>
                      <a:pt x="386" y="537"/>
                      <a:pt x="290" y="53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33" name="Freeform 7">
              <a:extLst>
                <a:ext uri="{FF2B5EF4-FFF2-40B4-BE49-F238E27FC236}">
                  <a16:creationId xmlns:a16="http://schemas.microsoft.com/office/drawing/2014/main" id="{3FCABF6F-BBEC-53ED-831B-1A134B54FEAF}"/>
                </a:ext>
              </a:extLst>
            </p:cNvPr>
            <p:cNvSpPr>
              <a:spLocks noChangeArrowheads="1"/>
            </p:cNvSpPr>
            <p:nvPr/>
          </p:nvSpPr>
          <p:spPr bwMode="auto">
            <a:xfrm>
              <a:off x="5159375" y="2286000"/>
              <a:ext cx="11113" cy="503238"/>
            </a:xfrm>
            <a:custGeom>
              <a:avLst/>
              <a:gdLst>
                <a:gd name="T0" fmla="*/ 14 w 29"/>
                <a:gd name="T1" fmla="*/ 1398 h 1399"/>
                <a:gd name="T2" fmla="*/ 0 w 29"/>
                <a:gd name="T3" fmla="*/ 1398 h 1399"/>
                <a:gd name="T4" fmla="*/ 0 w 29"/>
                <a:gd name="T5" fmla="*/ 0 h 1399"/>
                <a:gd name="T6" fmla="*/ 28 w 29"/>
                <a:gd name="T7" fmla="*/ 0 h 1399"/>
                <a:gd name="T8" fmla="*/ 28 w 29"/>
                <a:gd name="T9" fmla="*/ 1398 h 1399"/>
                <a:gd name="T10" fmla="*/ 14 w 29"/>
                <a:gd name="T11" fmla="*/ 1398 h 1399"/>
              </a:gdLst>
              <a:ahLst/>
              <a:cxnLst>
                <a:cxn ang="0">
                  <a:pos x="T0" y="T1"/>
                </a:cxn>
                <a:cxn ang="0">
                  <a:pos x="T2" y="T3"/>
                </a:cxn>
                <a:cxn ang="0">
                  <a:pos x="T4" y="T5"/>
                </a:cxn>
                <a:cxn ang="0">
                  <a:pos x="T6" y="T7"/>
                </a:cxn>
                <a:cxn ang="0">
                  <a:pos x="T8" y="T9"/>
                </a:cxn>
                <a:cxn ang="0">
                  <a:pos x="T10" y="T11"/>
                </a:cxn>
              </a:cxnLst>
              <a:rect l="0" t="0" r="r" b="b"/>
              <a:pathLst>
                <a:path w="29" h="1399">
                  <a:moveTo>
                    <a:pt x="14" y="1398"/>
                  </a:moveTo>
                  <a:lnTo>
                    <a:pt x="0" y="1398"/>
                  </a:lnTo>
                  <a:lnTo>
                    <a:pt x="0" y="0"/>
                  </a:lnTo>
                  <a:lnTo>
                    <a:pt x="28" y="0"/>
                  </a:lnTo>
                  <a:lnTo>
                    <a:pt x="28" y="1398"/>
                  </a:lnTo>
                  <a:lnTo>
                    <a:pt x="14" y="139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34" name="Group 233">
              <a:extLst>
                <a:ext uri="{FF2B5EF4-FFF2-40B4-BE49-F238E27FC236}">
                  <a16:creationId xmlns:a16="http://schemas.microsoft.com/office/drawing/2014/main" id="{28568E3E-96F5-501A-33AB-7F7B63BC9BD2}"/>
                </a:ext>
              </a:extLst>
            </p:cNvPr>
            <p:cNvGrpSpPr/>
            <p:nvPr/>
          </p:nvGrpSpPr>
          <p:grpSpPr>
            <a:xfrm>
              <a:off x="5537200" y="2390775"/>
              <a:ext cx="1868488" cy="290513"/>
              <a:chOff x="5537200" y="2390775"/>
              <a:chExt cx="1868488" cy="290513"/>
            </a:xfrm>
            <a:grpFill/>
          </p:grpSpPr>
          <p:sp>
            <p:nvSpPr>
              <p:cNvPr id="235" name="Freeform 8">
                <a:extLst>
                  <a:ext uri="{FF2B5EF4-FFF2-40B4-BE49-F238E27FC236}">
                    <a16:creationId xmlns:a16="http://schemas.microsoft.com/office/drawing/2014/main" id="{048BD2F4-2E41-AF37-6A22-37FB028D0C52}"/>
                  </a:ext>
                </a:extLst>
              </p:cNvPr>
              <p:cNvSpPr>
                <a:spLocks noChangeArrowheads="1"/>
              </p:cNvSpPr>
              <p:nvPr/>
            </p:nvSpPr>
            <p:spPr bwMode="auto">
              <a:xfrm>
                <a:off x="7283450" y="2465388"/>
                <a:ext cx="122238" cy="192087"/>
              </a:xfrm>
              <a:custGeom>
                <a:avLst/>
                <a:gdLst>
                  <a:gd name="T0" fmla="*/ 330 w 339"/>
                  <a:gd name="T1" fmla="*/ 371 h 533"/>
                  <a:gd name="T2" fmla="*/ 287 w 339"/>
                  <a:gd name="T3" fmla="*/ 453 h 533"/>
                  <a:gd name="T4" fmla="*/ 0 w 339"/>
                  <a:gd name="T5" fmla="*/ 396 h 533"/>
                  <a:gd name="T6" fmla="*/ 0 w 339"/>
                  <a:gd name="T7" fmla="*/ 388 h 533"/>
                  <a:gd name="T8" fmla="*/ 73 w 339"/>
                  <a:gd name="T9" fmla="*/ 348 h 533"/>
                  <a:gd name="T10" fmla="*/ 84 w 339"/>
                  <a:gd name="T11" fmla="*/ 365 h 533"/>
                  <a:gd name="T12" fmla="*/ 194 w 339"/>
                  <a:gd name="T13" fmla="*/ 413 h 533"/>
                  <a:gd name="T14" fmla="*/ 240 w 339"/>
                  <a:gd name="T15" fmla="*/ 368 h 533"/>
                  <a:gd name="T16" fmla="*/ 206 w 339"/>
                  <a:gd name="T17" fmla="*/ 315 h 533"/>
                  <a:gd name="T18" fmla="*/ 129 w 339"/>
                  <a:gd name="T19" fmla="*/ 286 h 533"/>
                  <a:gd name="T20" fmla="*/ 87 w 339"/>
                  <a:gd name="T21" fmla="*/ 269 h 533"/>
                  <a:gd name="T22" fmla="*/ 17 w 339"/>
                  <a:gd name="T23" fmla="*/ 163 h 533"/>
                  <a:gd name="T24" fmla="*/ 81 w 339"/>
                  <a:gd name="T25" fmla="*/ 48 h 533"/>
                  <a:gd name="T26" fmla="*/ 321 w 339"/>
                  <a:gd name="T27" fmla="*/ 104 h 533"/>
                  <a:gd name="T28" fmla="*/ 330 w 339"/>
                  <a:gd name="T29" fmla="*/ 118 h 533"/>
                  <a:gd name="T30" fmla="*/ 256 w 339"/>
                  <a:gd name="T31" fmla="*/ 158 h 533"/>
                  <a:gd name="T32" fmla="*/ 223 w 339"/>
                  <a:gd name="T33" fmla="*/ 121 h 533"/>
                  <a:gd name="T34" fmla="*/ 138 w 339"/>
                  <a:gd name="T35" fmla="*/ 107 h 533"/>
                  <a:gd name="T36" fmla="*/ 127 w 339"/>
                  <a:gd name="T37" fmla="*/ 186 h 533"/>
                  <a:gd name="T38" fmla="*/ 172 w 339"/>
                  <a:gd name="T39" fmla="*/ 207 h 533"/>
                  <a:gd name="T40" fmla="*/ 223 w 339"/>
                  <a:gd name="T41" fmla="*/ 224 h 533"/>
                  <a:gd name="T42" fmla="*/ 338 w 339"/>
                  <a:gd name="T43" fmla="*/ 334 h 533"/>
                  <a:gd name="T44" fmla="*/ 330 w 339"/>
                  <a:gd name="T45" fmla="*/ 371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9" h="533">
                    <a:moveTo>
                      <a:pt x="330" y="371"/>
                    </a:moveTo>
                    <a:cubicBezTo>
                      <a:pt x="321" y="402"/>
                      <a:pt x="310" y="430"/>
                      <a:pt x="287" y="453"/>
                    </a:cubicBezTo>
                    <a:cubicBezTo>
                      <a:pt x="203" y="532"/>
                      <a:pt x="45" y="501"/>
                      <a:pt x="0" y="396"/>
                    </a:cubicBezTo>
                    <a:cubicBezTo>
                      <a:pt x="0" y="394"/>
                      <a:pt x="0" y="394"/>
                      <a:pt x="0" y="388"/>
                    </a:cubicBezTo>
                    <a:cubicBezTo>
                      <a:pt x="22" y="377"/>
                      <a:pt x="48" y="362"/>
                      <a:pt x="73" y="348"/>
                    </a:cubicBezTo>
                    <a:cubicBezTo>
                      <a:pt x="76" y="354"/>
                      <a:pt x="81" y="360"/>
                      <a:pt x="84" y="365"/>
                    </a:cubicBezTo>
                    <a:cubicBezTo>
                      <a:pt x="110" y="405"/>
                      <a:pt x="152" y="422"/>
                      <a:pt x="194" y="413"/>
                    </a:cubicBezTo>
                    <a:cubicBezTo>
                      <a:pt x="220" y="408"/>
                      <a:pt x="237" y="391"/>
                      <a:pt x="240" y="368"/>
                    </a:cubicBezTo>
                    <a:cubicBezTo>
                      <a:pt x="242" y="343"/>
                      <a:pt x="232" y="327"/>
                      <a:pt x="206" y="315"/>
                    </a:cubicBezTo>
                    <a:cubicBezTo>
                      <a:pt x="181" y="304"/>
                      <a:pt x="155" y="298"/>
                      <a:pt x="129" y="286"/>
                    </a:cubicBezTo>
                    <a:cubicBezTo>
                      <a:pt x="115" y="281"/>
                      <a:pt x="98" y="275"/>
                      <a:pt x="87" y="269"/>
                    </a:cubicBezTo>
                    <a:cubicBezTo>
                      <a:pt x="45" y="247"/>
                      <a:pt x="17" y="213"/>
                      <a:pt x="17" y="163"/>
                    </a:cubicBezTo>
                    <a:cubicBezTo>
                      <a:pt x="17" y="112"/>
                      <a:pt x="36" y="73"/>
                      <a:pt x="81" y="48"/>
                    </a:cubicBezTo>
                    <a:cubicBezTo>
                      <a:pt x="161" y="0"/>
                      <a:pt x="273" y="28"/>
                      <a:pt x="321" y="104"/>
                    </a:cubicBezTo>
                    <a:cubicBezTo>
                      <a:pt x="324" y="107"/>
                      <a:pt x="327" y="112"/>
                      <a:pt x="330" y="118"/>
                    </a:cubicBezTo>
                    <a:cubicBezTo>
                      <a:pt x="304" y="132"/>
                      <a:pt x="282" y="144"/>
                      <a:pt x="256" y="158"/>
                    </a:cubicBezTo>
                    <a:cubicBezTo>
                      <a:pt x="245" y="144"/>
                      <a:pt x="234" y="129"/>
                      <a:pt x="223" y="121"/>
                    </a:cubicBezTo>
                    <a:cubicBezTo>
                      <a:pt x="197" y="98"/>
                      <a:pt x="169" y="96"/>
                      <a:pt x="138" y="107"/>
                    </a:cubicBezTo>
                    <a:cubicBezTo>
                      <a:pt x="104" y="121"/>
                      <a:pt x="96" y="160"/>
                      <a:pt x="127" y="186"/>
                    </a:cubicBezTo>
                    <a:cubicBezTo>
                      <a:pt x="138" y="197"/>
                      <a:pt x="155" y="202"/>
                      <a:pt x="172" y="207"/>
                    </a:cubicBezTo>
                    <a:cubicBezTo>
                      <a:pt x="189" y="213"/>
                      <a:pt x="206" y="219"/>
                      <a:pt x="223" y="224"/>
                    </a:cubicBezTo>
                    <a:cubicBezTo>
                      <a:pt x="279" y="241"/>
                      <a:pt x="324" y="272"/>
                      <a:pt x="338" y="334"/>
                    </a:cubicBezTo>
                    <a:cubicBezTo>
                      <a:pt x="330" y="348"/>
                      <a:pt x="330" y="360"/>
                      <a:pt x="330" y="37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6" name="Freeform 9">
                <a:extLst>
                  <a:ext uri="{FF2B5EF4-FFF2-40B4-BE49-F238E27FC236}">
                    <a16:creationId xmlns:a16="http://schemas.microsoft.com/office/drawing/2014/main" id="{B12B67D9-62BE-C5FD-ECBD-942BE19E93B9}"/>
                  </a:ext>
                </a:extLst>
              </p:cNvPr>
              <p:cNvSpPr>
                <a:spLocks noChangeArrowheads="1"/>
              </p:cNvSpPr>
              <p:nvPr/>
            </p:nvSpPr>
            <p:spPr bwMode="auto">
              <a:xfrm>
                <a:off x="6594475" y="2408238"/>
                <a:ext cx="182563" cy="244475"/>
              </a:xfrm>
              <a:custGeom>
                <a:avLst/>
                <a:gdLst>
                  <a:gd name="T0" fmla="*/ 94 w 509"/>
                  <a:gd name="T1" fmla="*/ 645 h 677"/>
                  <a:gd name="T2" fmla="*/ 0 w 509"/>
                  <a:gd name="T3" fmla="*/ 645 h 677"/>
                  <a:gd name="T4" fmla="*/ 0 w 509"/>
                  <a:gd name="T5" fmla="*/ 0 h 677"/>
                  <a:gd name="T6" fmla="*/ 94 w 509"/>
                  <a:gd name="T7" fmla="*/ 0 h 677"/>
                  <a:gd name="T8" fmla="*/ 94 w 509"/>
                  <a:gd name="T9" fmla="*/ 220 h 677"/>
                  <a:gd name="T10" fmla="*/ 102 w 509"/>
                  <a:gd name="T11" fmla="*/ 254 h 677"/>
                  <a:gd name="T12" fmla="*/ 127 w 509"/>
                  <a:gd name="T13" fmla="*/ 237 h 677"/>
                  <a:gd name="T14" fmla="*/ 407 w 509"/>
                  <a:gd name="T15" fmla="*/ 245 h 677"/>
                  <a:gd name="T16" fmla="*/ 381 w 509"/>
                  <a:gd name="T17" fmla="*/ 617 h 677"/>
                  <a:gd name="T18" fmla="*/ 116 w 509"/>
                  <a:gd name="T19" fmla="*/ 600 h 677"/>
                  <a:gd name="T20" fmla="*/ 102 w 509"/>
                  <a:gd name="T21" fmla="*/ 594 h 677"/>
                  <a:gd name="T22" fmla="*/ 94 w 509"/>
                  <a:gd name="T23" fmla="*/ 611 h 677"/>
                  <a:gd name="T24" fmla="*/ 94 w 509"/>
                  <a:gd name="T25" fmla="*/ 645 h 677"/>
                  <a:gd name="T26" fmla="*/ 381 w 509"/>
                  <a:gd name="T27" fmla="*/ 419 h 677"/>
                  <a:gd name="T28" fmla="*/ 235 w 509"/>
                  <a:gd name="T29" fmla="*/ 271 h 677"/>
                  <a:gd name="T30" fmla="*/ 88 w 509"/>
                  <a:gd name="T31" fmla="*/ 419 h 677"/>
                  <a:gd name="T32" fmla="*/ 235 w 509"/>
                  <a:gd name="T33" fmla="*/ 571 h 677"/>
                  <a:gd name="T34" fmla="*/ 381 w 509"/>
                  <a:gd name="T35" fmla="*/ 419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9" h="677">
                    <a:moveTo>
                      <a:pt x="94" y="645"/>
                    </a:moveTo>
                    <a:cubicBezTo>
                      <a:pt x="62" y="645"/>
                      <a:pt x="31" y="645"/>
                      <a:pt x="0" y="645"/>
                    </a:cubicBezTo>
                    <a:cubicBezTo>
                      <a:pt x="0" y="430"/>
                      <a:pt x="0" y="217"/>
                      <a:pt x="0" y="0"/>
                    </a:cubicBezTo>
                    <a:cubicBezTo>
                      <a:pt x="31" y="0"/>
                      <a:pt x="62" y="0"/>
                      <a:pt x="94" y="0"/>
                    </a:cubicBezTo>
                    <a:cubicBezTo>
                      <a:pt x="94" y="73"/>
                      <a:pt x="94" y="147"/>
                      <a:pt x="94" y="220"/>
                    </a:cubicBezTo>
                    <a:cubicBezTo>
                      <a:pt x="94" y="231"/>
                      <a:pt x="99" y="242"/>
                      <a:pt x="102" y="254"/>
                    </a:cubicBezTo>
                    <a:cubicBezTo>
                      <a:pt x="110" y="248"/>
                      <a:pt x="119" y="242"/>
                      <a:pt x="127" y="237"/>
                    </a:cubicBezTo>
                    <a:cubicBezTo>
                      <a:pt x="204" y="166"/>
                      <a:pt x="328" y="169"/>
                      <a:pt x="407" y="245"/>
                    </a:cubicBezTo>
                    <a:cubicBezTo>
                      <a:pt x="508" y="344"/>
                      <a:pt x="497" y="532"/>
                      <a:pt x="381" y="617"/>
                    </a:cubicBezTo>
                    <a:cubicBezTo>
                      <a:pt x="300" y="676"/>
                      <a:pt x="178" y="667"/>
                      <a:pt x="116" y="600"/>
                    </a:cubicBezTo>
                    <a:cubicBezTo>
                      <a:pt x="113" y="597"/>
                      <a:pt x="105" y="591"/>
                      <a:pt x="102" y="594"/>
                    </a:cubicBezTo>
                    <a:cubicBezTo>
                      <a:pt x="96" y="597"/>
                      <a:pt x="94" y="605"/>
                      <a:pt x="94" y="611"/>
                    </a:cubicBezTo>
                    <a:cubicBezTo>
                      <a:pt x="94" y="619"/>
                      <a:pt x="94" y="631"/>
                      <a:pt x="94" y="645"/>
                    </a:cubicBezTo>
                    <a:close/>
                    <a:moveTo>
                      <a:pt x="381" y="419"/>
                    </a:moveTo>
                    <a:cubicBezTo>
                      <a:pt x="381" y="336"/>
                      <a:pt x="317" y="271"/>
                      <a:pt x="235" y="271"/>
                    </a:cubicBezTo>
                    <a:cubicBezTo>
                      <a:pt x="154" y="271"/>
                      <a:pt x="88" y="338"/>
                      <a:pt x="88" y="419"/>
                    </a:cubicBezTo>
                    <a:cubicBezTo>
                      <a:pt x="88" y="504"/>
                      <a:pt x="153" y="569"/>
                      <a:pt x="235" y="571"/>
                    </a:cubicBezTo>
                    <a:cubicBezTo>
                      <a:pt x="319" y="571"/>
                      <a:pt x="381" y="507"/>
                      <a:pt x="381" y="41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7" name="Freeform 10">
                <a:extLst>
                  <a:ext uri="{FF2B5EF4-FFF2-40B4-BE49-F238E27FC236}">
                    <a16:creationId xmlns:a16="http://schemas.microsoft.com/office/drawing/2014/main" id="{4D698D51-106F-164A-38AA-8DDF1D834D81}"/>
                  </a:ext>
                </a:extLst>
              </p:cNvPr>
              <p:cNvSpPr>
                <a:spLocks noChangeArrowheads="1"/>
              </p:cNvSpPr>
              <p:nvPr/>
            </p:nvSpPr>
            <p:spPr bwMode="auto">
              <a:xfrm>
                <a:off x="5883275" y="2408238"/>
                <a:ext cx="179388" cy="239712"/>
              </a:xfrm>
              <a:custGeom>
                <a:avLst/>
                <a:gdLst>
                  <a:gd name="T0" fmla="*/ 403 w 498"/>
                  <a:gd name="T1" fmla="*/ 0 h 668"/>
                  <a:gd name="T2" fmla="*/ 497 w 498"/>
                  <a:gd name="T3" fmla="*/ 0 h 668"/>
                  <a:gd name="T4" fmla="*/ 497 w 498"/>
                  <a:gd name="T5" fmla="*/ 642 h 668"/>
                  <a:gd name="T6" fmla="*/ 403 w 498"/>
                  <a:gd name="T7" fmla="*/ 642 h 668"/>
                  <a:gd name="T8" fmla="*/ 403 w 498"/>
                  <a:gd name="T9" fmla="*/ 602 h 668"/>
                  <a:gd name="T10" fmla="*/ 395 w 498"/>
                  <a:gd name="T11" fmla="*/ 588 h 668"/>
                  <a:gd name="T12" fmla="*/ 381 w 498"/>
                  <a:gd name="T13" fmla="*/ 594 h 668"/>
                  <a:gd name="T14" fmla="*/ 178 w 498"/>
                  <a:gd name="T15" fmla="*/ 645 h 668"/>
                  <a:gd name="T16" fmla="*/ 28 w 498"/>
                  <a:gd name="T17" fmla="*/ 484 h 668"/>
                  <a:gd name="T18" fmla="*/ 130 w 498"/>
                  <a:gd name="T19" fmla="*/ 214 h 668"/>
                  <a:gd name="T20" fmla="*/ 381 w 498"/>
                  <a:gd name="T21" fmla="*/ 240 h 668"/>
                  <a:gd name="T22" fmla="*/ 398 w 498"/>
                  <a:gd name="T23" fmla="*/ 245 h 668"/>
                  <a:gd name="T24" fmla="*/ 403 w 498"/>
                  <a:gd name="T25" fmla="*/ 226 h 668"/>
                  <a:gd name="T26" fmla="*/ 403 w 498"/>
                  <a:gd name="T27" fmla="*/ 17 h 668"/>
                  <a:gd name="T28" fmla="*/ 403 w 498"/>
                  <a:gd name="T29" fmla="*/ 0 h 668"/>
                  <a:gd name="T30" fmla="*/ 409 w 498"/>
                  <a:gd name="T31" fmla="*/ 422 h 668"/>
                  <a:gd name="T32" fmla="*/ 265 w 498"/>
                  <a:gd name="T33" fmla="*/ 271 h 668"/>
                  <a:gd name="T34" fmla="*/ 118 w 498"/>
                  <a:gd name="T35" fmla="*/ 419 h 668"/>
                  <a:gd name="T36" fmla="*/ 265 w 498"/>
                  <a:gd name="T37" fmla="*/ 571 h 668"/>
                  <a:gd name="T38" fmla="*/ 409 w 498"/>
                  <a:gd name="T39" fmla="*/ 422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8" h="668">
                    <a:moveTo>
                      <a:pt x="403" y="0"/>
                    </a:moveTo>
                    <a:cubicBezTo>
                      <a:pt x="434" y="0"/>
                      <a:pt x="466" y="0"/>
                      <a:pt x="497" y="0"/>
                    </a:cubicBezTo>
                    <a:cubicBezTo>
                      <a:pt x="497" y="214"/>
                      <a:pt x="497" y="428"/>
                      <a:pt x="497" y="642"/>
                    </a:cubicBezTo>
                    <a:cubicBezTo>
                      <a:pt x="466" y="642"/>
                      <a:pt x="437" y="642"/>
                      <a:pt x="403" y="642"/>
                    </a:cubicBezTo>
                    <a:cubicBezTo>
                      <a:pt x="403" y="631"/>
                      <a:pt x="403" y="617"/>
                      <a:pt x="403" y="602"/>
                    </a:cubicBezTo>
                    <a:cubicBezTo>
                      <a:pt x="403" y="597"/>
                      <a:pt x="401" y="588"/>
                      <a:pt x="395" y="588"/>
                    </a:cubicBezTo>
                    <a:cubicBezTo>
                      <a:pt x="392" y="586"/>
                      <a:pt x="384" y="591"/>
                      <a:pt x="381" y="594"/>
                    </a:cubicBezTo>
                    <a:cubicBezTo>
                      <a:pt x="324" y="653"/>
                      <a:pt x="254" y="667"/>
                      <a:pt x="178" y="645"/>
                    </a:cubicBezTo>
                    <a:cubicBezTo>
                      <a:pt x="96" y="622"/>
                      <a:pt x="48" y="563"/>
                      <a:pt x="28" y="484"/>
                    </a:cubicBezTo>
                    <a:cubicBezTo>
                      <a:pt x="0" y="377"/>
                      <a:pt x="42" y="268"/>
                      <a:pt x="130" y="214"/>
                    </a:cubicBezTo>
                    <a:cubicBezTo>
                      <a:pt x="212" y="163"/>
                      <a:pt x="313" y="175"/>
                      <a:pt x="381" y="240"/>
                    </a:cubicBezTo>
                    <a:cubicBezTo>
                      <a:pt x="384" y="242"/>
                      <a:pt x="392" y="245"/>
                      <a:pt x="398" y="245"/>
                    </a:cubicBezTo>
                    <a:cubicBezTo>
                      <a:pt x="401" y="240"/>
                      <a:pt x="403" y="231"/>
                      <a:pt x="403" y="226"/>
                    </a:cubicBezTo>
                    <a:cubicBezTo>
                      <a:pt x="403" y="155"/>
                      <a:pt x="403" y="85"/>
                      <a:pt x="403" y="17"/>
                    </a:cubicBezTo>
                    <a:cubicBezTo>
                      <a:pt x="403" y="14"/>
                      <a:pt x="403" y="8"/>
                      <a:pt x="403" y="0"/>
                    </a:cubicBezTo>
                    <a:close/>
                    <a:moveTo>
                      <a:pt x="409" y="422"/>
                    </a:moveTo>
                    <a:cubicBezTo>
                      <a:pt x="409" y="338"/>
                      <a:pt x="347" y="273"/>
                      <a:pt x="265" y="271"/>
                    </a:cubicBezTo>
                    <a:cubicBezTo>
                      <a:pt x="183" y="271"/>
                      <a:pt x="118" y="335"/>
                      <a:pt x="118" y="419"/>
                    </a:cubicBezTo>
                    <a:cubicBezTo>
                      <a:pt x="118" y="504"/>
                      <a:pt x="183" y="571"/>
                      <a:pt x="265" y="571"/>
                    </a:cubicBezTo>
                    <a:cubicBezTo>
                      <a:pt x="344" y="571"/>
                      <a:pt x="409" y="507"/>
                      <a:pt x="409" y="42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8" name="Freeform 11">
                <a:extLst>
                  <a:ext uri="{FF2B5EF4-FFF2-40B4-BE49-F238E27FC236}">
                    <a16:creationId xmlns:a16="http://schemas.microsoft.com/office/drawing/2014/main" id="{6DAEBB80-A49A-2BED-A1CB-521193438455}"/>
                  </a:ext>
                </a:extLst>
              </p:cNvPr>
              <p:cNvSpPr>
                <a:spLocks noChangeArrowheads="1"/>
              </p:cNvSpPr>
              <p:nvPr/>
            </p:nvSpPr>
            <p:spPr bwMode="auto">
              <a:xfrm>
                <a:off x="5537200" y="2390775"/>
                <a:ext cx="271463" cy="290513"/>
              </a:xfrm>
              <a:custGeom>
                <a:avLst/>
                <a:gdLst>
                  <a:gd name="T0" fmla="*/ 45 w 754"/>
                  <a:gd name="T1" fmla="*/ 223 h 807"/>
                  <a:gd name="T2" fmla="*/ 158 w 754"/>
                  <a:gd name="T3" fmla="*/ 285 h 807"/>
                  <a:gd name="T4" fmla="*/ 361 w 754"/>
                  <a:gd name="T5" fmla="*/ 400 h 807"/>
                  <a:gd name="T6" fmla="*/ 392 w 754"/>
                  <a:gd name="T7" fmla="*/ 400 h 807"/>
                  <a:gd name="T8" fmla="*/ 722 w 754"/>
                  <a:gd name="T9" fmla="*/ 214 h 807"/>
                  <a:gd name="T10" fmla="*/ 753 w 754"/>
                  <a:gd name="T11" fmla="*/ 234 h 807"/>
                  <a:gd name="T12" fmla="*/ 753 w 754"/>
                  <a:gd name="T13" fmla="*/ 341 h 807"/>
                  <a:gd name="T14" fmla="*/ 742 w 754"/>
                  <a:gd name="T15" fmla="*/ 364 h 807"/>
                  <a:gd name="T16" fmla="*/ 392 w 754"/>
                  <a:gd name="T17" fmla="*/ 560 h 807"/>
                  <a:gd name="T18" fmla="*/ 364 w 754"/>
                  <a:gd name="T19" fmla="*/ 557 h 807"/>
                  <a:gd name="T20" fmla="*/ 59 w 754"/>
                  <a:gd name="T21" fmla="*/ 389 h 807"/>
                  <a:gd name="T22" fmla="*/ 34 w 754"/>
                  <a:gd name="T23" fmla="*/ 375 h 807"/>
                  <a:gd name="T24" fmla="*/ 34 w 754"/>
                  <a:gd name="T25" fmla="*/ 456 h 807"/>
                  <a:gd name="T26" fmla="*/ 45 w 754"/>
                  <a:gd name="T27" fmla="*/ 467 h 807"/>
                  <a:gd name="T28" fmla="*/ 367 w 754"/>
                  <a:gd name="T29" fmla="*/ 648 h 807"/>
                  <a:gd name="T30" fmla="*/ 392 w 754"/>
                  <a:gd name="T31" fmla="*/ 645 h 807"/>
                  <a:gd name="T32" fmla="*/ 725 w 754"/>
                  <a:gd name="T33" fmla="*/ 459 h 807"/>
                  <a:gd name="T34" fmla="*/ 753 w 754"/>
                  <a:gd name="T35" fmla="*/ 476 h 807"/>
                  <a:gd name="T36" fmla="*/ 753 w 754"/>
                  <a:gd name="T37" fmla="*/ 586 h 807"/>
                  <a:gd name="T38" fmla="*/ 742 w 754"/>
                  <a:gd name="T39" fmla="*/ 605 h 807"/>
                  <a:gd name="T40" fmla="*/ 389 w 754"/>
                  <a:gd name="T41" fmla="*/ 803 h 807"/>
                  <a:gd name="T42" fmla="*/ 367 w 754"/>
                  <a:gd name="T43" fmla="*/ 803 h 807"/>
                  <a:gd name="T44" fmla="*/ 14 w 754"/>
                  <a:gd name="T45" fmla="*/ 605 h 807"/>
                  <a:gd name="T46" fmla="*/ 5 w 754"/>
                  <a:gd name="T47" fmla="*/ 577 h 807"/>
                  <a:gd name="T48" fmla="*/ 28 w 754"/>
                  <a:gd name="T49" fmla="*/ 577 h 807"/>
                  <a:gd name="T50" fmla="*/ 361 w 754"/>
                  <a:gd name="T51" fmla="*/ 763 h 807"/>
                  <a:gd name="T52" fmla="*/ 395 w 754"/>
                  <a:gd name="T53" fmla="*/ 763 h 807"/>
                  <a:gd name="T54" fmla="*/ 708 w 754"/>
                  <a:gd name="T55" fmla="*/ 586 h 807"/>
                  <a:gd name="T56" fmla="*/ 722 w 754"/>
                  <a:gd name="T57" fmla="*/ 563 h 807"/>
                  <a:gd name="T58" fmla="*/ 722 w 754"/>
                  <a:gd name="T59" fmla="*/ 490 h 807"/>
                  <a:gd name="T60" fmla="*/ 700 w 754"/>
                  <a:gd name="T61" fmla="*/ 501 h 807"/>
                  <a:gd name="T62" fmla="*/ 392 w 754"/>
                  <a:gd name="T63" fmla="*/ 673 h 807"/>
                  <a:gd name="T64" fmla="*/ 361 w 754"/>
                  <a:gd name="T65" fmla="*/ 673 h 807"/>
                  <a:gd name="T66" fmla="*/ 17 w 754"/>
                  <a:gd name="T67" fmla="*/ 478 h 807"/>
                  <a:gd name="T68" fmla="*/ 3 w 754"/>
                  <a:gd name="T69" fmla="*/ 453 h 807"/>
                  <a:gd name="T70" fmla="*/ 3 w 754"/>
                  <a:gd name="T71" fmla="*/ 344 h 807"/>
                  <a:gd name="T72" fmla="*/ 31 w 754"/>
                  <a:gd name="T73" fmla="*/ 330 h 807"/>
                  <a:gd name="T74" fmla="*/ 364 w 754"/>
                  <a:gd name="T75" fmla="*/ 515 h 807"/>
                  <a:gd name="T76" fmla="*/ 398 w 754"/>
                  <a:gd name="T77" fmla="*/ 515 h 807"/>
                  <a:gd name="T78" fmla="*/ 708 w 754"/>
                  <a:gd name="T79" fmla="*/ 341 h 807"/>
                  <a:gd name="T80" fmla="*/ 725 w 754"/>
                  <a:gd name="T81" fmla="*/ 313 h 807"/>
                  <a:gd name="T82" fmla="*/ 725 w 754"/>
                  <a:gd name="T83" fmla="*/ 243 h 807"/>
                  <a:gd name="T84" fmla="*/ 705 w 754"/>
                  <a:gd name="T85" fmla="*/ 254 h 807"/>
                  <a:gd name="T86" fmla="*/ 398 w 754"/>
                  <a:gd name="T87" fmla="*/ 428 h 807"/>
                  <a:gd name="T88" fmla="*/ 367 w 754"/>
                  <a:gd name="T89" fmla="*/ 428 h 807"/>
                  <a:gd name="T90" fmla="*/ 20 w 754"/>
                  <a:gd name="T91" fmla="*/ 234 h 807"/>
                  <a:gd name="T92" fmla="*/ 5 w 754"/>
                  <a:gd name="T93" fmla="*/ 217 h 807"/>
                  <a:gd name="T94" fmla="*/ 20 w 754"/>
                  <a:gd name="T95" fmla="*/ 200 h 807"/>
                  <a:gd name="T96" fmla="*/ 361 w 754"/>
                  <a:gd name="T97" fmla="*/ 8 h 807"/>
                  <a:gd name="T98" fmla="*/ 403 w 754"/>
                  <a:gd name="T99" fmla="*/ 8 h 807"/>
                  <a:gd name="T100" fmla="*/ 652 w 754"/>
                  <a:gd name="T101" fmla="*/ 149 h 807"/>
                  <a:gd name="T102" fmla="*/ 666 w 754"/>
                  <a:gd name="T103" fmla="*/ 169 h 807"/>
                  <a:gd name="T104" fmla="*/ 635 w 754"/>
                  <a:gd name="T105" fmla="*/ 175 h 807"/>
                  <a:gd name="T106" fmla="*/ 398 w 754"/>
                  <a:gd name="T107" fmla="*/ 42 h 807"/>
                  <a:gd name="T108" fmla="*/ 364 w 754"/>
                  <a:gd name="T109" fmla="*/ 42 h 807"/>
                  <a:gd name="T110" fmla="*/ 68 w 754"/>
                  <a:gd name="T111" fmla="*/ 209 h 807"/>
                  <a:gd name="T112" fmla="*/ 45 w 754"/>
                  <a:gd name="T113" fmla="*/ 223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4" h="807">
                    <a:moveTo>
                      <a:pt x="45" y="223"/>
                    </a:moveTo>
                    <a:cubicBezTo>
                      <a:pt x="84" y="245"/>
                      <a:pt x="121" y="265"/>
                      <a:pt x="158" y="285"/>
                    </a:cubicBezTo>
                    <a:cubicBezTo>
                      <a:pt x="226" y="324"/>
                      <a:pt x="293" y="361"/>
                      <a:pt x="361" y="400"/>
                    </a:cubicBezTo>
                    <a:cubicBezTo>
                      <a:pt x="372" y="406"/>
                      <a:pt x="381" y="406"/>
                      <a:pt x="392" y="400"/>
                    </a:cubicBezTo>
                    <a:cubicBezTo>
                      <a:pt x="502" y="338"/>
                      <a:pt x="612" y="276"/>
                      <a:pt x="722" y="214"/>
                    </a:cubicBezTo>
                    <a:cubicBezTo>
                      <a:pt x="748" y="200"/>
                      <a:pt x="753" y="203"/>
                      <a:pt x="753" y="234"/>
                    </a:cubicBezTo>
                    <a:cubicBezTo>
                      <a:pt x="753" y="271"/>
                      <a:pt x="753" y="305"/>
                      <a:pt x="753" y="341"/>
                    </a:cubicBezTo>
                    <a:cubicBezTo>
                      <a:pt x="753" y="353"/>
                      <a:pt x="750" y="358"/>
                      <a:pt x="742" y="364"/>
                    </a:cubicBezTo>
                    <a:cubicBezTo>
                      <a:pt x="623" y="428"/>
                      <a:pt x="508" y="495"/>
                      <a:pt x="392" y="560"/>
                    </a:cubicBezTo>
                    <a:cubicBezTo>
                      <a:pt x="381" y="566"/>
                      <a:pt x="372" y="563"/>
                      <a:pt x="364" y="557"/>
                    </a:cubicBezTo>
                    <a:cubicBezTo>
                      <a:pt x="262" y="501"/>
                      <a:pt x="161" y="445"/>
                      <a:pt x="59" y="389"/>
                    </a:cubicBezTo>
                    <a:cubicBezTo>
                      <a:pt x="51" y="386"/>
                      <a:pt x="45" y="381"/>
                      <a:pt x="34" y="375"/>
                    </a:cubicBezTo>
                    <a:cubicBezTo>
                      <a:pt x="34" y="403"/>
                      <a:pt x="34" y="430"/>
                      <a:pt x="34" y="456"/>
                    </a:cubicBezTo>
                    <a:cubicBezTo>
                      <a:pt x="34" y="461"/>
                      <a:pt x="39" y="464"/>
                      <a:pt x="45" y="467"/>
                    </a:cubicBezTo>
                    <a:cubicBezTo>
                      <a:pt x="152" y="526"/>
                      <a:pt x="259" y="588"/>
                      <a:pt x="367" y="648"/>
                    </a:cubicBezTo>
                    <a:cubicBezTo>
                      <a:pt x="378" y="653"/>
                      <a:pt x="384" y="650"/>
                      <a:pt x="392" y="645"/>
                    </a:cubicBezTo>
                    <a:cubicBezTo>
                      <a:pt x="502" y="583"/>
                      <a:pt x="612" y="521"/>
                      <a:pt x="725" y="459"/>
                    </a:cubicBezTo>
                    <a:cubicBezTo>
                      <a:pt x="750" y="445"/>
                      <a:pt x="753" y="447"/>
                      <a:pt x="753" y="476"/>
                    </a:cubicBezTo>
                    <a:cubicBezTo>
                      <a:pt x="753" y="512"/>
                      <a:pt x="753" y="549"/>
                      <a:pt x="753" y="586"/>
                    </a:cubicBezTo>
                    <a:cubicBezTo>
                      <a:pt x="753" y="591"/>
                      <a:pt x="748" y="603"/>
                      <a:pt x="742" y="605"/>
                    </a:cubicBezTo>
                    <a:cubicBezTo>
                      <a:pt x="623" y="673"/>
                      <a:pt x="508" y="738"/>
                      <a:pt x="389" y="803"/>
                    </a:cubicBezTo>
                    <a:cubicBezTo>
                      <a:pt x="384" y="806"/>
                      <a:pt x="372" y="806"/>
                      <a:pt x="367" y="803"/>
                    </a:cubicBezTo>
                    <a:cubicBezTo>
                      <a:pt x="248" y="738"/>
                      <a:pt x="132" y="670"/>
                      <a:pt x="14" y="605"/>
                    </a:cubicBezTo>
                    <a:cubicBezTo>
                      <a:pt x="0" y="597"/>
                      <a:pt x="0" y="588"/>
                      <a:pt x="5" y="577"/>
                    </a:cubicBezTo>
                    <a:cubicBezTo>
                      <a:pt x="11" y="566"/>
                      <a:pt x="20" y="574"/>
                      <a:pt x="28" y="577"/>
                    </a:cubicBezTo>
                    <a:cubicBezTo>
                      <a:pt x="138" y="639"/>
                      <a:pt x="248" y="701"/>
                      <a:pt x="361" y="763"/>
                    </a:cubicBezTo>
                    <a:cubicBezTo>
                      <a:pt x="372" y="769"/>
                      <a:pt x="384" y="772"/>
                      <a:pt x="395" y="763"/>
                    </a:cubicBezTo>
                    <a:cubicBezTo>
                      <a:pt x="499" y="704"/>
                      <a:pt x="604" y="645"/>
                      <a:pt x="708" y="586"/>
                    </a:cubicBezTo>
                    <a:cubicBezTo>
                      <a:pt x="717" y="580"/>
                      <a:pt x="722" y="574"/>
                      <a:pt x="722" y="563"/>
                    </a:cubicBezTo>
                    <a:cubicBezTo>
                      <a:pt x="722" y="540"/>
                      <a:pt x="722" y="515"/>
                      <a:pt x="722" y="490"/>
                    </a:cubicBezTo>
                    <a:cubicBezTo>
                      <a:pt x="714" y="495"/>
                      <a:pt x="705" y="498"/>
                      <a:pt x="700" y="501"/>
                    </a:cubicBezTo>
                    <a:cubicBezTo>
                      <a:pt x="598" y="557"/>
                      <a:pt x="494" y="617"/>
                      <a:pt x="392" y="673"/>
                    </a:cubicBezTo>
                    <a:cubicBezTo>
                      <a:pt x="381" y="679"/>
                      <a:pt x="372" y="679"/>
                      <a:pt x="361" y="673"/>
                    </a:cubicBezTo>
                    <a:cubicBezTo>
                      <a:pt x="245" y="608"/>
                      <a:pt x="132" y="543"/>
                      <a:pt x="17" y="478"/>
                    </a:cubicBezTo>
                    <a:cubicBezTo>
                      <a:pt x="5" y="473"/>
                      <a:pt x="0" y="467"/>
                      <a:pt x="3" y="453"/>
                    </a:cubicBezTo>
                    <a:cubicBezTo>
                      <a:pt x="3" y="416"/>
                      <a:pt x="3" y="381"/>
                      <a:pt x="3" y="344"/>
                    </a:cubicBezTo>
                    <a:cubicBezTo>
                      <a:pt x="3" y="319"/>
                      <a:pt x="8" y="316"/>
                      <a:pt x="31" y="330"/>
                    </a:cubicBezTo>
                    <a:cubicBezTo>
                      <a:pt x="141" y="392"/>
                      <a:pt x="254" y="453"/>
                      <a:pt x="364" y="515"/>
                    </a:cubicBezTo>
                    <a:cubicBezTo>
                      <a:pt x="375" y="521"/>
                      <a:pt x="384" y="524"/>
                      <a:pt x="398" y="515"/>
                    </a:cubicBezTo>
                    <a:cubicBezTo>
                      <a:pt x="502" y="456"/>
                      <a:pt x="607" y="398"/>
                      <a:pt x="708" y="341"/>
                    </a:cubicBezTo>
                    <a:cubicBezTo>
                      <a:pt x="719" y="336"/>
                      <a:pt x="725" y="327"/>
                      <a:pt x="725" y="313"/>
                    </a:cubicBezTo>
                    <a:cubicBezTo>
                      <a:pt x="725" y="290"/>
                      <a:pt x="725" y="268"/>
                      <a:pt x="725" y="243"/>
                    </a:cubicBezTo>
                    <a:cubicBezTo>
                      <a:pt x="717" y="248"/>
                      <a:pt x="711" y="251"/>
                      <a:pt x="705" y="254"/>
                    </a:cubicBezTo>
                    <a:cubicBezTo>
                      <a:pt x="604" y="310"/>
                      <a:pt x="499" y="369"/>
                      <a:pt x="398" y="428"/>
                    </a:cubicBezTo>
                    <a:cubicBezTo>
                      <a:pt x="386" y="433"/>
                      <a:pt x="378" y="433"/>
                      <a:pt x="367" y="428"/>
                    </a:cubicBezTo>
                    <a:cubicBezTo>
                      <a:pt x="251" y="364"/>
                      <a:pt x="135" y="299"/>
                      <a:pt x="20" y="234"/>
                    </a:cubicBezTo>
                    <a:cubicBezTo>
                      <a:pt x="14" y="231"/>
                      <a:pt x="5" y="223"/>
                      <a:pt x="5" y="217"/>
                    </a:cubicBezTo>
                    <a:cubicBezTo>
                      <a:pt x="5" y="211"/>
                      <a:pt x="14" y="203"/>
                      <a:pt x="20" y="200"/>
                    </a:cubicBezTo>
                    <a:cubicBezTo>
                      <a:pt x="132" y="135"/>
                      <a:pt x="248" y="73"/>
                      <a:pt x="361" y="8"/>
                    </a:cubicBezTo>
                    <a:cubicBezTo>
                      <a:pt x="375" y="0"/>
                      <a:pt x="386" y="0"/>
                      <a:pt x="403" y="8"/>
                    </a:cubicBezTo>
                    <a:cubicBezTo>
                      <a:pt x="485" y="56"/>
                      <a:pt x="567" y="101"/>
                      <a:pt x="652" y="149"/>
                    </a:cubicBezTo>
                    <a:cubicBezTo>
                      <a:pt x="660" y="155"/>
                      <a:pt x="672" y="158"/>
                      <a:pt x="666" y="169"/>
                    </a:cubicBezTo>
                    <a:cubicBezTo>
                      <a:pt x="661" y="180"/>
                      <a:pt x="649" y="180"/>
                      <a:pt x="635" y="175"/>
                    </a:cubicBezTo>
                    <a:cubicBezTo>
                      <a:pt x="556" y="130"/>
                      <a:pt x="477" y="87"/>
                      <a:pt x="398" y="42"/>
                    </a:cubicBezTo>
                    <a:cubicBezTo>
                      <a:pt x="386" y="37"/>
                      <a:pt x="378" y="37"/>
                      <a:pt x="364" y="42"/>
                    </a:cubicBezTo>
                    <a:cubicBezTo>
                      <a:pt x="265" y="99"/>
                      <a:pt x="166" y="152"/>
                      <a:pt x="68" y="209"/>
                    </a:cubicBezTo>
                    <a:cubicBezTo>
                      <a:pt x="59" y="214"/>
                      <a:pt x="53" y="217"/>
                      <a:pt x="45" y="2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9" name="Freeform 12">
                <a:extLst>
                  <a:ext uri="{FF2B5EF4-FFF2-40B4-BE49-F238E27FC236}">
                    <a16:creationId xmlns:a16="http://schemas.microsoft.com/office/drawing/2014/main" id="{C9C30B2A-64FA-1A02-CF34-FE249E284599}"/>
                  </a:ext>
                </a:extLst>
              </p:cNvPr>
              <p:cNvSpPr>
                <a:spLocks noChangeArrowheads="1"/>
              </p:cNvSpPr>
              <p:nvPr/>
            </p:nvSpPr>
            <p:spPr bwMode="auto">
              <a:xfrm>
                <a:off x="6388100" y="2466975"/>
                <a:ext cx="177800" cy="195263"/>
              </a:xfrm>
              <a:custGeom>
                <a:avLst/>
                <a:gdLst>
                  <a:gd name="T0" fmla="*/ 397 w 492"/>
                  <a:gd name="T1" fmla="*/ 34 h 542"/>
                  <a:gd name="T2" fmla="*/ 491 w 492"/>
                  <a:gd name="T3" fmla="*/ 34 h 542"/>
                  <a:gd name="T4" fmla="*/ 491 w 492"/>
                  <a:gd name="T5" fmla="*/ 479 h 542"/>
                  <a:gd name="T6" fmla="*/ 397 w 492"/>
                  <a:gd name="T7" fmla="*/ 479 h 542"/>
                  <a:gd name="T8" fmla="*/ 397 w 492"/>
                  <a:gd name="T9" fmla="*/ 439 h 542"/>
                  <a:gd name="T10" fmla="*/ 389 w 492"/>
                  <a:gd name="T11" fmla="*/ 425 h 542"/>
                  <a:gd name="T12" fmla="*/ 375 w 492"/>
                  <a:gd name="T13" fmla="*/ 431 h 542"/>
                  <a:gd name="T14" fmla="*/ 22 w 492"/>
                  <a:gd name="T15" fmla="*/ 324 h 542"/>
                  <a:gd name="T16" fmla="*/ 90 w 492"/>
                  <a:gd name="T17" fmla="*/ 79 h 542"/>
                  <a:gd name="T18" fmla="*/ 372 w 492"/>
                  <a:gd name="T19" fmla="*/ 79 h 542"/>
                  <a:gd name="T20" fmla="*/ 389 w 492"/>
                  <a:gd name="T21" fmla="*/ 85 h 542"/>
                  <a:gd name="T22" fmla="*/ 397 w 492"/>
                  <a:gd name="T23" fmla="*/ 68 h 542"/>
                  <a:gd name="T24" fmla="*/ 397 w 492"/>
                  <a:gd name="T25" fmla="*/ 34 h 542"/>
                  <a:gd name="T26" fmla="*/ 256 w 492"/>
                  <a:gd name="T27" fmla="*/ 405 h 542"/>
                  <a:gd name="T28" fmla="*/ 403 w 492"/>
                  <a:gd name="T29" fmla="*/ 256 h 542"/>
                  <a:gd name="T30" fmla="*/ 256 w 492"/>
                  <a:gd name="T31" fmla="*/ 105 h 542"/>
                  <a:gd name="T32" fmla="*/ 110 w 492"/>
                  <a:gd name="T33" fmla="*/ 256 h 542"/>
                  <a:gd name="T34" fmla="*/ 256 w 492"/>
                  <a:gd name="T35" fmla="*/ 405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2" h="542">
                    <a:moveTo>
                      <a:pt x="397" y="34"/>
                    </a:moveTo>
                    <a:cubicBezTo>
                      <a:pt x="428" y="34"/>
                      <a:pt x="460" y="34"/>
                      <a:pt x="491" y="34"/>
                    </a:cubicBezTo>
                    <a:cubicBezTo>
                      <a:pt x="491" y="184"/>
                      <a:pt x="491" y="329"/>
                      <a:pt x="491" y="479"/>
                    </a:cubicBezTo>
                    <a:cubicBezTo>
                      <a:pt x="460" y="479"/>
                      <a:pt x="431" y="479"/>
                      <a:pt x="397" y="479"/>
                    </a:cubicBezTo>
                    <a:cubicBezTo>
                      <a:pt x="397" y="465"/>
                      <a:pt x="397" y="453"/>
                      <a:pt x="397" y="439"/>
                    </a:cubicBezTo>
                    <a:cubicBezTo>
                      <a:pt x="397" y="434"/>
                      <a:pt x="395" y="428"/>
                      <a:pt x="389" y="425"/>
                    </a:cubicBezTo>
                    <a:cubicBezTo>
                      <a:pt x="386" y="422"/>
                      <a:pt x="378" y="425"/>
                      <a:pt x="375" y="431"/>
                    </a:cubicBezTo>
                    <a:cubicBezTo>
                      <a:pt x="287" y="541"/>
                      <a:pt x="73" y="513"/>
                      <a:pt x="22" y="324"/>
                    </a:cubicBezTo>
                    <a:cubicBezTo>
                      <a:pt x="0" y="231"/>
                      <a:pt x="19" y="147"/>
                      <a:pt x="90" y="79"/>
                    </a:cubicBezTo>
                    <a:cubicBezTo>
                      <a:pt x="172" y="0"/>
                      <a:pt x="307" y="6"/>
                      <a:pt x="372" y="79"/>
                    </a:cubicBezTo>
                    <a:cubicBezTo>
                      <a:pt x="375" y="82"/>
                      <a:pt x="383" y="88"/>
                      <a:pt x="389" y="85"/>
                    </a:cubicBezTo>
                    <a:cubicBezTo>
                      <a:pt x="392" y="82"/>
                      <a:pt x="395" y="74"/>
                      <a:pt x="397" y="68"/>
                    </a:cubicBezTo>
                    <a:cubicBezTo>
                      <a:pt x="397" y="57"/>
                      <a:pt x="397" y="45"/>
                      <a:pt x="397" y="34"/>
                    </a:cubicBezTo>
                    <a:close/>
                    <a:moveTo>
                      <a:pt x="256" y="405"/>
                    </a:moveTo>
                    <a:cubicBezTo>
                      <a:pt x="338" y="405"/>
                      <a:pt x="403" y="338"/>
                      <a:pt x="403" y="256"/>
                    </a:cubicBezTo>
                    <a:cubicBezTo>
                      <a:pt x="403" y="172"/>
                      <a:pt x="338" y="107"/>
                      <a:pt x="256" y="105"/>
                    </a:cubicBezTo>
                    <a:cubicBezTo>
                      <a:pt x="175" y="105"/>
                      <a:pt x="110" y="172"/>
                      <a:pt x="110" y="256"/>
                    </a:cubicBezTo>
                    <a:cubicBezTo>
                      <a:pt x="110" y="341"/>
                      <a:pt x="175" y="405"/>
                      <a:pt x="256" y="405"/>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0" name="Freeform 13">
                <a:extLst>
                  <a:ext uri="{FF2B5EF4-FFF2-40B4-BE49-F238E27FC236}">
                    <a16:creationId xmlns:a16="http://schemas.microsoft.com/office/drawing/2014/main" id="{55AF87F4-EEE5-ADF6-4405-864B06660D78}"/>
                  </a:ext>
                </a:extLst>
              </p:cNvPr>
              <p:cNvSpPr>
                <a:spLocks noChangeArrowheads="1"/>
              </p:cNvSpPr>
              <p:nvPr/>
            </p:nvSpPr>
            <p:spPr bwMode="auto">
              <a:xfrm>
                <a:off x="6078538" y="2468563"/>
                <a:ext cx="179387" cy="195262"/>
              </a:xfrm>
              <a:custGeom>
                <a:avLst/>
                <a:gdLst>
                  <a:gd name="T0" fmla="*/ 403 w 498"/>
                  <a:gd name="T1" fmla="*/ 28 h 542"/>
                  <a:gd name="T2" fmla="*/ 497 w 498"/>
                  <a:gd name="T3" fmla="*/ 28 h 542"/>
                  <a:gd name="T4" fmla="*/ 497 w 498"/>
                  <a:gd name="T5" fmla="*/ 473 h 542"/>
                  <a:gd name="T6" fmla="*/ 403 w 498"/>
                  <a:gd name="T7" fmla="*/ 473 h 542"/>
                  <a:gd name="T8" fmla="*/ 403 w 498"/>
                  <a:gd name="T9" fmla="*/ 433 h 542"/>
                  <a:gd name="T10" fmla="*/ 395 w 498"/>
                  <a:gd name="T11" fmla="*/ 419 h 542"/>
                  <a:gd name="T12" fmla="*/ 381 w 498"/>
                  <a:gd name="T13" fmla="*/ 425 h 542"/>
                  <a:gd name="T14" fmla="*/ 28 w 498"/>
                  <a:gd name="T15" fmla="*/ 315 h 542"/>
                  <a:gd name="T16" fmla="*/ 130 w 498"/>
                  <a:gd name="T17" fmla="*/ 48 h 542"/>
                  <a:gd name="T18" fmla="*/ 381 w 498"/>
                  <a:gd name="T19" fmla="*/ 76 h 542"/>
                  <a:gd name="T20" fmla="*/ 395 w 498"/>
                  <a:gd name="T21" fmla="*/ 82 h 542"/>
                  <a:gd name="T22" fmla="*/ 403 w 498"/>
                  <a:gd name="T23" fmla="*/ 68 h 542"/>
                  <a:gd name="T24" fmla="*/ 403 w 498"/>
                  <a:gd name="T25" fmla="*/ 28 h 542"/>
                  <a:gd name="T26" fmla="*/ 262 w 498"/>
                  <a:gd name="T27" fmla="*/ 402 h 542"/>
                  <a:gd name="T28" fmla="*/ 409 w 498"/>
                  <a:gd name="T29" fmla="*/ 253 h 542"/>
                  <a:gd name="T30" fmla="*/ 262 w 498"/>
                  <a:gd name="T31" fmla="*/ 102 h 542"/>
                  <a:gd name="T32" fmla="*/ 116 w 498"/>
                  <a:gd name="T33" fmla="*/ 253 h 542"/>
                  <a:gd name="T34" fmla="*/ 262 w 498"/>
                  <a:gd name="T35" fmla="*/ 402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8" h="542">
                    <a:moveTo>
                      <a:pt x="403" y="28"/>
                    </a:moveTo>
                    <a:cubicBezTo>
                      <a:pt x="434" y="28"/>
                      <a:pt x="465" y="28"/>
                      <a:pt x="497" y="28"/>
                    </a:cubicBezTo>
                    <a:cubicBezTo>
                      <a:pt x="497" y="178"/>
                      <a:pt x="497" y="323"/>
                      <a:pt x="497" y="473"/>
                    </a:cubicBezTo>
                    <a:cubicBezTo>
                      <a:pt x="465" y="473"/>
                      <a:pt x="437" y="473"/>
                      <a:pt x="403" y="473"/>
                    </a:cubicBezTo>
                    <a:cubicBezTo>
                      <a:pt x="403" y="459"/>
                      <a:pt x="403" y="448"/>
                      <a:pt x="403" y="433"/>
                    </a:cubicBezTo>
                    <a:cubicBezTo>
                      <a:pt x="403" y="428"/>
                      <a:pt x="401" y="422"/>
                      <a:pt x="395" y="419"/>
                    </a:cubicBezTo>
                    <a:cubicBezTo>
                      <a:pt x="392" y="417"/>
                      <a:pt x="384" y="422"/>
                      <a:pt x="381" y="425"/>
                    </a:cubicBezTo>
                    <a:cubicBezTo>
                      <a:pt x="251" y="541"/>
                      <a:pt x="70" y="484"/>
                      <a:pt x="28" y="315"/>
                    </a:cubicBezTo>
                    <a:cubicBezTo>
                      <a:pt x="0" y="211"/>
                      <a:pt x="42" y="99"/>
                      <a:pt x="130" y="48"/>
                    </a:cubicBezTo>
                    <a:cubicBezTo>
                      <a:pt x="209" y="0"/>
                      <a:pt x="324" y="11"/>
                      <a:pt x="381" y="76"/>
                    </a:cubicBezTo>
                    <a:cubicBezTo>
                      <a:pt x="384" y="79"/>
                      <a:pt x="392" y="82"/>
                      <a:pt x="395" y="82"/>
                    </a:cubicBezTo>
                    <a:cubicBezTo>
                      <a:pt x="398" y="79"/>
                      <a:pt x="403" y="73"/>
                      <a:pt x="403" y="68"/>
                    </a:cubicBezTo>
                    <a:cubicBezTo>
                      <a:pt x="406" y="54"/>
                      <a:pt x="403" y="42"/>
                      <a:pt x="403" y="28"/>
                    </a:cubicBezTo>
                    <a:close/>
                    <a:moveTo>
                      <a:pt x="262" y="402"/>
                    </a:moveTo>
                    <a:cubicBezTo>
                      <a:pt x="344" y="402"/>
                      <a:pt x="409" y="335"/>
                      <a:pt x="409" y="253"/>
                    </a:cubicBezTo>
                    <a:cubicBezTo>
                      <a:pt x="409" y="169"/>
                      <a:pt x="344" y="104"/>
                      <a:pt x="262" y="102"/>
                    </a:cubicBezTo>
                    <a:cubicBezTo>
                      <a:pt x="180" y="102"/>
                      <a:pt x="116" y="167"/>
                      <a:pt x="116" y="253"/>
                    </a:cubicBezTo>
                    <a:cubicBezTo>
                      <a:pt x="118" y="338"/>
                      <a:pt x="180" y="402"/>
                      <a:pt x="262" y="40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1" name="Freeform 14">
                <a:extLst>
                  <a:ext uri="{FF2B5EF4-FFF2-40B4-BE49-F238E27FC236}">
                    <a16:creationId xmlns:a16="http://schemas.microsoft.com/office/drawing/2014/main" id="{D8D06D1F-6D39-7076-81B1-211FCB88FEC8}"/>
                  </a:ext>
                </a:extLst>
              </p:cNvPr>
              <p:cNvSpPr>
                <a:spLocks noChangeArrowheads="1"/>
              </p:cNvSpPr>
              <p:nvPr/>
            </p:nvSpPr>
            <p:spPr bwMode="auto">
              <a:xfrm>
                <a:off x="7134225" y="2408238"/>
                <a:ext cx="147638" cy="231775"/>
              </a:xfrm>
              <a:custGeom>
                <a:avLst/>
                <a:gdLst>
                  <a:gd name="T0" fmla="*/ 93 w 410"/>
                  <a:gd name="T1" fmla="*/ 645 h 646"/>
                  <a:gd name="T2" fmla="*/ 0 w 410"/>
                  <a:gd name="T3" fmla="*/ 645 h 646"/>
                  <a:gd name="T4" fmla="*/ 0 w 410"/>
                  <a:gd name="T5" fmla="*/ 0 h 646"/>
                  <a:gd name="T6" fmla="*/ 93 w 410"/>
                  <a:gd name="T7" fmla="*/ 0 h 646"/>
                  <a:gd name="T8" fmla="*/ 93 w 410"/>
                  <a:gd name="T9" fmla="*/ 20 h 646"/>
                  <a:gd name="T10" fmla="*/ 93 w 410"/>
                  <a:gd name="T11" fmla="*/ 333 h 646"/>
                  <a:gd name="T12" fmla="*/ 93 w 410"/>
                  <a:gd name="T13" fmla="*/ 347 h 646"/>
                  <a:gd name="T14" fmla="*/ 101 w 410"/>
                  <a:gd name="T15" fmla="*/ 363 h 646"/>
                  <a:gd name="T16" fmla="*/ 118 w 410"/>
                  <a:gd name="T17" fmla="*/ 358 h 646"/>
                  <a:gd name="T18" fmla="*/ 194 w 410"/>
                  <a:gd name="T19" fmla="*/ 282 h 646"/>
                  <a:gd name="T20" fmla="*/ 268 w 410"/>
                  <a:gd name="T21" fmla="*/ 206 h 646"/>
                  <a:gd name="T22" fmla="*/ 282 w 410"/>
                  <a:gd name="T23" fmla="*/ 197 h 646"/>
                  <a:gd name="T24" fmla="*/ 386 w 410"/>
                  <a:gd name="T25" fmla="*/ 197 h 646"/>
                  <a:gd name="T26" fmla="*/ 392 w 410"/>
                  <a:gd name="T27" fmla="*/ 206 h 646"/>
                  <a:gd name="T28" fmla="*/ 375 w 410"/>
                  <a:gd name="T29" fmla="*/ 214 h 646"/>
                  <a:gd name="T30" fmla="*/ 217 w 410"/>
                  <a:gd name="T31" fmla="*/ 371 h 646"/>
                  <a:gd name="T32" fmla="*/ 214 w 410"/>
                  <a:gd name="T33" fmla="*/ 408 h 646"/>
                  <a:gd name="T34" fmla="*/ 398 w 410"/>
                  <a:gd name="T35" fmla="*/ 631 h 646"/>
                  <a:gd name="T36" fmla="*/ 409 w 410"/>
                  <a:gd name="T37" fmla="*/ 645 h 646"/>
                  <a:gd name="T38" fmla="*/ 299 w 410"/>
                  <a:gd name="T39" fmla="*/ 645 h 646"/>
                  <a:gd name="T40" fmla="*/ 285 w 410"/>
                  <a:gd name="T41" fmla="*/ 633 h 646"/>
                  <a:gd name="T42" fmla="*/ 144 w 410"/>
                  <a:gd name="T43" fmla="*/ 459 h 646"/>
                  <a:gd name="T44" fmla="*/ 121 w 410"/>
                  <a:gd name="T45" fmla="*/ 445 h 646"/>
                  <a:gd name="T46" fmla="*/ 96 w 410"/>
                  <a:gd name="T47" fmla="*/ 478 h 646"/>
                  <a:gd name="T48" fmla="*/ 96 w 410"/>
                  <a:gd name="T49" fmla="*/ 619 h 646"/>
                  <a:gd name="T50" fmla="*/ 93 w 410"/>
                  <a:gd name="T51" fmla="*/ 645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0" h="646">
                    <a:moveTo>
                      <a:pt x="93" y="645"/>
                    </a:moveTo>
                    <a:cubicBezTo>
                      <a:pt x="59" y="645"/>
                      <a:pt x="31" y="645"/>
                      <a:pt x="0" y="645"/>
                    </a:cubicBezTo>
                    <a:cubicBezTo>
                      <a:pt x="0" y="430"/>
                      <a:pt x="0" y="217"/>
                      <a:pt x="0" y="0"/>
                    </a:cubicBezTo>
                    <a:cubicBezTo>
                      <a:pt x="31" y="0"/>
                      <a:pt x="62" y="0"/>
                      <a:pt x="93" y="0"/>
                    </a:cubicBezTo>
                    <a:cubicBezTo>
                      <a:pt x="93" y="8"/>
                      <a:pt x="93" y="14"/>
                      <a:pt x="93" y="20"/>
                    </a:cubicBezTo>
                    <a:cubicBezTo>
                      <a:pt x="93" y="124"/>
                      <a:pt x="93" y="228"/>
                      <a:pt x="93" y="333"/>
                    </a:cubicBezTo>
                    <a:cubicBezTo>
                      <a:pt x="93" y="338"/>
                      <a:pt x="93" y="341"/>
                      <a:pt x="93" y="347"/>
                    </a:cubicBezTo>
                    <a:cubicBezTo>
                      <a:pt x="96" y="352"/>
                      <a:pt x="96" y="360"/>
                      <a:pt x="101" y="363"/>
                    </a:cubicBezTo>
                    <a:cubicBezTo>
                      <a:pt x="104" y="366"/>
                      <a:pt x="113" y="360"/>
                      <a:pt x="118" y="358"/>
                    </a:cubicBezTo>
                    <a:cubicBezTo>
                      <a:pt x="144" y="333"/>
                      <a:pt x="169" y="307"/>
                      <a:pt x="194" y="282"/>
                    </a:cubicBezTo>
                    <a:cubicBezTo>
                      <a:pt x="220" y="257"/>
                      <a:pt x="245" y="231"/>
                      <a:pt x="268" y="206"/>
                    </a:cubicBezTo>
                    <a:cubicBezTo>
                      <a:pt x="271" y="203"/>
                      <a:pt x="276" y="197"/>
                      <a:pt x="282" y="197"/>
                    </a:cubicBezTo>
                    <a:cubicBezTo>
                      <a:pt x="316" y="197"/>
                      <a:pt x="350" y="197"/>
                      <a:pt x="386" y="197"/>
                    </a:cubicBezTo>
                    <a:cubicBezTo>
                      <a:pt x="389" y="200"/>
                      <a:pt x="389" y="203"/>
                      <a:pt x="392" y="206"/>
                    </a:cubicBezTo>
                    <a:cubicBezTo>
                      <a:pt x="386" y="209"/>
                      <a:pt x="378" y="211"/>
                      <a:pt x="375" y="214"/>
                    </a:cubicBezTo>
                    <a:cubicBezTo>
                      <a:pt x="321" y="268"/>
                      <a:pt x="271" y="321"/>
                      <a:pt x="217" y="371"/>
                    </a:cubicBezTo>
                    <a:cubicBezTo>
                      <a:pt x="203" y="385"/>
                      <a:pt x="203" y="394"/>
                      <a:pt x="214" y="408"/>
                    </a:cubicBezTo>
                    <a:cubicBezTo>
                      <a:pt x="276" y="481"/>
                      <a:pt x="338" y="555"/>
                      <a:pt x="398" y="631"/>
                    </a:cubicBezTo>
                    <a:cubicBezTo>
                      <a:pt x="400" y="633"/>
                      <a:pt x="403" y="639"/>
                      <a:pt x="409" y="645"/>
                    </a:cubicBezTo>
                    <a:cubicBezTo>
                      <a:pt x="369" y="645"/>
                      <a:pt x="335" y="645"/>
                      <a:pt x="299" y="645"/>
                    </a:cubicBezTo>
                    <a:cubicBezTo>
                      <a:pt x="293" y="645"/>
                      <a:pt x="287" y="639"/>
                      <a:pt x="285" y="633"/>
                    </a:cubicBezTo>
                    <a:cubicBezTo>
                      <a:pt x="237" y="574"/>
                      <a:pt x="192" y="518"/>
                      <a:pt x="144" y="459"/>
                    </a:cubicBezTo>
                    <a:cubicBezTo>
                      <a:pt x="138" y="453"/>
                      <a:pt x="124" y="442"/>
                      <a:pt x="121" y="445"/>
                    </a:cubicBezTo>
                    <a:cubicBezTo>
                      <a:pt x="110" y="453"/>
                      <a:pt x="96" y="459"/>
                      <a:pt x="96" y="478"/>
                    </a:cubicBezTo>
                    <a:cubicBezTo>
                      <a:pt x="96" y="526"/>
                      <a:pt x="96" y="571"/>
                      <a:pt x="96" y="619"/>
                    </a:cubicBezTo>
                    <a:cubicBezTo>
                      <a:pt x="93" y="628"/>
                      <a:pt x="93" y="633"/>
                      <a:pt x="93" y="64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2" name="Freeform 15">
                <a:extLst>
                  <a:ext uri="{FF2B5EF4-FFF2-40B4-BE49-F238E27FC236}">
                    <a16:creationId xmlns:a16="http://schemas.microsoft.com/office/drawing/2014/main" id="{EE222237-B7BD-1262-F357-C821A8110600}"/>
                  </a:ext>
                </a:extLst>
              </p:cNvPr>
              <p:cNvSpPr>
                <a:spLocks noChangeArrowheads="1"/>
              </p:cNvSpPr>
              <p:nvPr/>
            </p:nvSpPr>
            <p:spPr bwMode="auto">
              <a:xfrm>
                <a:off x="6954838" y="2471738"/>
                <a:ext cx="157162" cy="180975"/>
              </a:xfrm>
              <a:custGeom>
                <a:avLst/>
                <a:gdLst>
                  <a:gd name="T0" fmla="*/ 432 w 438"/>
                  <a:gd name="T1" fmla="*/ 408 h 504"/>
                  <a:gd name="T2" fmla="*/ 102 w 438"/>
                  <a:gd name="T3" fmla="*/ 427 h 504"/>
                  <a:gd name="T4" fmla="*/ 28 w 438"/>
                  <a:gd name="T5" fmla="*/ 169 h 504"/>
                  <a:gd name="T6" fmla="*/ 226 w 438"/>
                  <a:gd name="T7" fmla="*/ 8 h 504"/>
                  <a:gd name="T8" fmla="*/ 423 w 438"/>
                  <a:gd name="T9" fmla="*/ 64 h 504"/>
                  <a:gd name="T10" fmla="*/ 437 w 438"/>
                  <a:gd name="T11" fmla="*/ 76 h 504"/>
                  <a:gd name="T12" fmla="*/ 387 w 438"/>
                  <a:gd name="T13" fmla="*/ 124 h 504"/>
                  <a:gd name="T14" fmla="*/ 367 w 438"/>
                  <a:gd name="T15" fmla="*/ 124 h 504"/>
                  <a:gd name="T16" fmla="*/ 220 w 438"/>
                  <a:gd name="T17" fmla="*/ 98 h 504"/>
                  <a:gd name="T18" fmla="*/ 119 w 438"/>
                  <a:gd name="T19" fmla="*/ 286 h 504"/>
                  <a:gd name="T20" fmla="*/ 305 w 438"/>
                  <a:gd name="T21" fmla="*/ 385 h 504"/>
                  <a:gd name="T22" fmla="*/ 381 w 438"/>
                  <a:gd name="T23" fmla="*/ 354 h 504"/>
                  <a:gd name="T24" fmla="*/ 432 w 438"/>
                  <a:gd name="T25" fmla="*/ 408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8" h="504">
                    <a:moveTo>
                      <a:pt x="432" y="408"/>
                    </a:moveTo>
                    <a:cubicBezTo>
                      <a:pt x="322" y="503"/>
                      <a:pt x="186" y="495"/>
                      <a:pt x="102" y="427"/>
                    </a:cubicBezTo>
                    <a:cubicBezTo>
                      <a:pt x="28" y="371"/>
                      <a:pt x="0" y="264"/>
                      <a:pt x="28" y="169"/>
                    </a:cubicBezTo>
                    <a:cubicBezTo>
                      <a:pt x="54" y="79"/>
                      <a:pt x="130" y="19"/>
                      <a:pt x="226" y="8"/>
                    </a:cubicBezTo>
                    <a:cubicBezTo>
                      <a:pt x="299" y="0"/>
                      <a:pt x="367" y="19"/>
                      <a:pt x="423" y="64"/>
                    </a:cubicBezTo>
                    <a:cubicBezTo>
                      <a:pt x="429" y="67"/>
                      <a:pt x="432" y="73"/>
                      <a:pt x="437" y="76"/>
                    </a:cubicBezTo>
                    <a:cubicBezTo>
                      <a:pt x="420" y="93"/>
                      <a:pt x="404" y="107"/>
                      <a:pt x="387" y="124"/>
                    </a:cubicBezTo>
                    <a:cubicBezTo>
                      <a:pt x="378" y="132"/>
                      <a:pt x="372" y="127"/>
                      <a:pt x="367" y="124"/>
                    </a:cubicBezTo>
                    <a:cubicBezTo>
                      <a:pt x="322" y="95"/>
                      <a:pt x="274" y="84"/>
                      <a:pt x="220" y="98"/>
                    </a:cubicBezTo>
                    <a:cubicBezTo>
                      <a:pt x="138" y="121"/>
                      <a:pt x="96" y="202"/>
                      <a:pt x="119" y="286"/>
                    </a:cubicBezTo>
                    <a:cubicBezTo>
                      <a:pt x="141" y="365"/>
                      <a:pt x="223" y="410"/>
                      <a:pt x="305" y="385"/>
                    </a:cubicBezTo>
                    <a:cubicBezTo>
                      <a:pt x="330" y="377"/>
                      <a:pt x="353" y="365"/>
                      <a:pt x="381" y="354"/>
                    </a:cubicBezTo>
                    <a:cubicBezTo>
                      <a:pt x="398" y="371"/>
                      <a:pt x="415" y="391"/>
                      <a:pt x="432" y="40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3" name="Freeform 16">
                <a:extLst>
                  <a:ext uri="{FF2B5EF4-FFF2-40B4-BE49-F238E27FC236}">
                    <a16:creationId xmlns:a16="http://schemas.microsoft.com/office/drawing/2014/main" id="{7DD5DB25-8E27-1DA1-5805-D83DF9923C13}"/>
                  </a:ext>
                </a:extLst>
              </p:cNvPr>
              <p:cNvSpPr>
                <a:spLocks noChangeArrowheads="1"/>
              </p:cNvSpPr>
              <p:nvPr/>
            </p:nvSpPr>
            <p:spPr bwMode="auto">
              <a:xfrm>
                <a:off x="6278563" y="2427288"/>
                <a:ext cx="106362" cy="219075"/>
              </a:xfrm>
              <a:custGeom>
                <a:avLst/>
                <a:gdLst>
                  <a:gd name="T0" fmla="*/ 82 w 294"/>
                  <a:gd name="T1" fmla="*/ 0 h 607"/>
                  <a:gd name="T2" fmla="*/ 175 w 294"/>
                  <a:gd name="T3" fmla="*/ 0 h 607"/>
                  <a:gd name="T4" fmla="*/ 175 w 294"/>
                  <a:gd name="T5" fmla="*/ 93 h 607"/>
                  <a:gd name="T6" fmla="*/ 223 w 294"/>
                  <a:gd name="T7" fmla="*/ 141 h 607"/>
                  <a:gd name="T8" fmla="*/ 279 w 294"/>
                  <a:gd name="T9" fmla="*/ 141 h 607"/>
                  <a:gd name="T10" fmla="*/ 279 w 294"/>
                  <a:gd name="T11" fmla="*/ 217 h 607"/>
                  <a:gd name="T12" fmla="*/ 197 w 294"/>
                  <a:gd name="T13" fmla="*/ 217 h 607"/>
                  <a:gd name="T14" fmla="*/ 172 w 294"/>
                  <a:gd name="T15" fmla="*/ 243 h 607"/>
                  <a:gd name="T16" fmla="*/ 172 w 294"/>
                  <a:gd name="T17" fmla="*/ 436 h 607"/>
                  <a:gd name="T18" fmla="*/ 172 w 294"/>
                  <a:gd name="T19" fmla="*/ 445 h 607"/>
                  <a:gd name="T20" fmla="*/ 251 w 294"/>
                  <a:gd name="T21" fmla="*/ 518 h 607"/>
                  <a:gd name="T22" fmla="*/ 293 w 294"/>
                  <a:gd name="T23" fmla="*/ 515 h 607"/>
                  <a:gd name="T24" fmla="*/ 293 w 294"/>
                  <a:gd name="T25" fmla="*/ 555 h 607"/>
                  <a:gd name="T26" fmla="*/ 293 w 294"/>
                  <a:gd name="T27" fmla="*/ 594 h 607"/>
                  <a:gd name="T28" fmla="*/ 158 w 294"/>
                  <a:gd name="T29" fmla="*/ 592 h 607"/>
                  <a:gd name="T30" fmla="*/ 87 w 294"/>
                  <a:gd name="T31" fmla="*/ 518 h 607"/>
                  <a:gd name="T32" fmla="*/ 76 w 294"/>
                  <a:gd name="T33" fmla="*/ 448 h 607"/>
                  <a:gd name="T34" fmla="*/ 76 w 294"/>
                  <a:gd name="T35" fmla="*/ 243 h 607"/>
                  <a:gd name="T36" fmla="*/ 53 w 294"/>
                  <a:gd name="T37" fmla="*/ 217 h 607"/>
                  <a:gd name="T38" fmla="*/ 0 w 294"/>
                  <a:gd name="T39" fmla="*/ 217 h 607"/>
                  <a:gd name="T40" fmla="*/ 0 w 294"/>
                  <a:gd name="T41" fmla="*/ 141 h 607"/>
                  <a:gd name="T42" fmla="*/ 56 w 294"/>
                  <a:gd name="T43" fmla="*/ 141 h 607"/>
                  <a:gd name="T44" fmla="*/ 79 w 294"/>
                  <a:gd name="T45" fmla="*/ 119 h 607"/>
                  <a:gd name="T46" fmla="*/ 82 w 294"/>
                  <a:gd name="T47" fmla="*/ 0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4" h="607">
                    <a:moveTo>
                      <a:pt x="82" y="0"/>
                    </a:moveTo>
                    <a:cubicBezTo>
                      <a:pt x="113" y="0"/>
                      <a:pt x="144" y="0"/>
                      <a:pt x="175" y="0"/>
                    </a:cubicBezTo>
                    <a:cubicBezTo>
                      <a:pt x="175" y="31"/>
                      <a:pt x="175" y="62"/>
                      <a:pt x="175" y="93"/>
                    </a:cubicBezTo>
                    <a:cubicBezTo>
                      <a:pt x="175" y="144"/>
                      <a:pt x="166" y="141"/>
                      <a:pt x="223" y="141"/>
                    </a:cubicBezTo>
                    <a:cubicBezTo>
                      <a:pt x="242" y="141"/>
                      <a:pt x="259" y="141"/>
                      <a:pt x="279" y="141"/>
                    </a:cubicBezTo>
                    <a:cubicBezTo>
                      <a:pt x="279" y="167"/>
                      <a:pt x="279" y="189"/>
                      <a:pt x="279" y="217"/>
                    </a:cubicBezTo>
                    <a:cubicBezTo>
                      <a:pt x="251" y="217"/>
                      <a:pt x="226" y="217"/>
                      <a:pt x="197" y="217"/>
                    </a:cubicBezTo>
                    <a:cubicBezTo>
                      <a:pt x="175" y="217"/>
                      <a:pt x="172" y="220"/>
                      <a:pt x="172" y="243"/>
                    </a:cubicBezTo>
                    <a:cubicBezTo>
                      <a:pt x="172" y="307"/>
                      <a:pt x="172" y="372"/>
                      <a:pt x="172" y="436"/>
                    </a:cubicBezTo>
                    <a:cubicBezTo>
                      <a:pt x="172" y="439"/>
                      <a:pt x="172" y="442"/>
                      <a:pt x="172" y="445"/>
                    </a:cubicBezTo>
                    <a:cubicBezTo>
                      <a:pt x="175" y="499"/>
                      <a:pt x="197" y="518"/>
                      <a:pt x="251" y="518"/>
                    </a:cubicBezTo>
                    <a:cubicBezTo>
                      <a:pt x="265" y="518"/>
                      <a:pt x="276" y="518"/>
                      <a:pt x="293" y="515"/>
                    </a:cubicBezTo>
                    <a:cubicBezTo>
                      <a:pt x="293" y="530"/>
                      <a:pt x="293" y="544"/>
                      <a:pt x="293" y="555"/>
                    </a:cubicBezTo>
                    <a:cubicBezTo>
                      <a:pt x="293" y="569"/>
                      <a:pt x="293" y="580"/>
                      <a:pt x="293" y="594"/>
                    </a:cubicBezTo>
                    <a:cubicBezTo>
                      <a:pt x="248" y="600"/>
                      <a:pt x="203" y="606"/>
                      <a:pt x="158" y="592"/>
                    </a:cubicBezTo>
                    <a:cubicBezTo>
                      <a:pt x="121" y="580"/>
                      <a:pt x="99" y="555"/>
                      <a:pt x="87" y="518"/>
                    </a:cubicBezTo>
                    <a:cubicBezTo>
                      <a:pt x="82" y="496"/>
                      <a:pt x="76" y="473"/>
                      <a:pt x="76" y="448"/>
                    </a:cubicBezTo>
                    <a:cubicBezTo>
                      <a:pt x="76" y="380"/>
                      <a:pt x="76" y="310"/>
                      <a:pt x="76" y="243"/>
                    </a:cubicBezTo>
                    <a:cubicBezTo>
                      <a:pt x="76" y="220"/>
                      <a:pt x="73" y="217"/>
                      <a:pt x="53" y="217"/>
                    </a:cubicBezTo>
                    <a:cubicBezTo>
                      <a:pt x="36" y="217"/>
                      <a:pt x="20" y="217"/>
                      <a:pt x="0" y="217"/>
                    </a:cubicBezTo>
                    <a:cubicBezTo>
                      <a:pt x="0" y="192"/>
                      <a:pt x="0" y="170"/>
                      <a:pt x="0" y="141"/>
                    </a:cubicBezTo>
                    <a:cubicBezTo>
                      <a:pt x="20" y="141"/>
                      <a:pt x="36" y="141"/>
                      <a:pt x="56" y="141"/>
                    </a:cubicBezTo>
                    <a:cubicBezTo>
                      <a:pt x="70" y="141"/>
                      <a:pt x="79" y="136"/>
                      <a:pt x="79" y="119"/>
                    </a:cubicBezTo>
                    <a:cubicBezTo>
                      <a:pt x="79" y="82"/>
                      <a:pt x="82" y="43"/>
                      <a:pt x="8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4" name="Freeform 17">
                <a:extLst>
                  <a:ext uri="{FF2B5EF4-FFF2-40B4-BE49-F238E27FC236}">
                    <a16:creationId xmlns:a16="http://schemas.microsoft.com/office/drawing/2014/main" id="{80AC12FB-5419-9049-37C9-1D2250C6390C}"/>
                  </a:ext>
                </a:extLst>
              </p:cNvPr>
              <p:cNvSpPr>
                <a:spLocks noChangeArrowheads="1"/>
              </p:cNvSpPr>
              <p:nvPr/>
            </p:nvSpPr>
            <p:spPr bwMode="auto">
              <a:xfrm>
                <a:off x="6788150" y="2473325"/>
                <a:ext cx="90488" cy="165100"/>
              </a:xfrm>
              <a:custGeom>
                <a:avLst/>
                <a:gdLst>
                  <a:gd name="T0" fmla="*/ 249 w 252"/>
                  <a:gd name="T1" fmla="*/ 102 h 460"/>
                  <a:gd name="T2" fmla="*/ 212 w 252"/>
                  <a:gd name="T3" fmla="*/ 102 h 460"/>
                  <a:gd name="T4" fmla="*/ 96 w 252"/>
                  <a:gd name="T5" fmla="*/ 222 h 460"/>
                  <a:gd name="T6" fmla="*/ 93 w 252"/>
                  <a:gd name="T7" fmla="*/ 307 h 460"/>
                  <a:gd name="T8" fmla="*/ 93 w 252"/>
                  <a:gd name="T9" fmla="*/ 456 h 460"/>
                  <a:gd name="T10" fmla="*/ 91 w 252"/>
                  <a:gd name="T11" fmla="*/ 459 h 460"/>
                  <a:gd name="T12" fmla="*/ 0 w 252"/>
                  <a:gd name="T13" fmla="*/ 459 h 460"/>
                  <a:gd name="T14" fmla="*/ 0 w 252"/>
                  <a:gd name="T15" fmla="*/ 14 h 460"/>
                  <a:gd name="T16" fmla="*/ 93 w 252"/>
                  <a:gd name="T17" fmla="*/ 14 h 460"/>
                  <a:gd name="T18" fmla="*/ 93 w 252"/>
                  <a:gd name="T19" fmla="*/ 57 h 460"/>
                  <a:gd name="T20" fmla="*/ 102 w 252"/>
                  <a:gd name="T21" fmla="*/ 76 h 460"/>
                  <a:gd name="T22" fmla="*/ 119 w 252"/>
                  <a:gd name="T23" fmla="*/ 65 h 460"/>
                  <a:gd name="T24" fmla="*/ 251 w 252"/>
                  <a:gd name="T25" fmla="*/ 3 h 460"/>
                  <a:gd name="T26" fmla="*/ 249 w 252"/>
                  <a:gd name="T27" fmla="*/ 102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2" h="460">
                    <a:moveTo>
                      <a:pt x="249" y="102"/>
                    </a:moveTo>
                    <a:cubicBezTo>
                      <a:pt x="234" y="102"/>
                      <a:pt x="223" y="102"/>
                      <a:pt x="212" y="102"/>
                    </a:cubicBezTo>
                    <a:cubicBezTo>
                      <a:pt x="150" y="110"/>
                      <a:pt x="105" y="155"/>
                      <a:pt x="96" y="222"/>
                    </a:cubicBezTo>
                    <a:cubicBezTo>
                      <a:pt x="93" y="250"/>
                      <a:pt x="93" y="278"/>
                      <a:pt x="93" y="307"/>
                    </a:cubicBezTo>
                    <a:cubicBezTo>
                      <a:pt x="93" y="357"/>
                      <a:pt x="93" y="405"/>
                      <a:pt x="93" y="456"/>
                    </a:cubicBezTo>
                    <a:cubicBezTo>
                      <a:pt x="93" y="456"/>
                      <a:pt x="93" y="459"/>
                      <a:pt x="91" y="459"/>
                    </a:cubicBezTo>
                    <a:cubicBezTo>
                      <a:pt x="59" y="459"/>
                      <a:pt x="31" y="459"/>
                      <a:pt x="0" y="459"/>
                    </a:cubicBezTo>
                    <a:cubicBezTo>
                      <a:pt x="0" y="309"/>
                      <a:pt x="0" y="164"/>
                      <a:pt x="0" y="14"/>
                    </a:cubicBezTo>
                    <a:cubicBezTo>
                      <a:pt x="31" y="14"/>
                      <a:pt x="62" y="14"/>
                      <a:pt x="93" y="14"/>
                    </a:cubicBezTo>
                    <a:cubicBezTo>
                      <a:pt x="93" y="28"/>
                      <a:pt x="93" y="43"/>
                      <a:pt x="93" y="57"/>
                    </a:cubicBezTo>
                    <a:cubicBezTo>
                      <a:pt x="93" y="62"/>
                      <a:pt x="99" y="71"/>
                      <a:pt x="102" y="76"/>
                    </a:cubicBezTo>
                    <a:cubicBezTo>
                      <a:pt x="107" y="74"/>
                      <a:pt x="113" y="71"/>
                      <a:pt x="119" y="65"/>
                    </a:cubicBezTo>
                    <a:cubicBezTo>
                      <a:pt x="153" y="20"/>
                      <a:pt x="195" y="0"/>
                      <a:pt x="251" y="3"/>
                    </a:cubicBezTo>
                    <a:cubicBezTo>
                      <a:pt x="249" y="37"/>
                      <a:pt x="249" y="68"/>
                      <a:pt x="249" y="1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5" name="Freeform 18">
                <a:extLst>
                  <a:ext uri="{FF2B5EF4-FFF2-40B4-BE49-F238E27FC236}">
                    <a16:creationId xmlns:a16="http://schemas.microsoft.com/office/drawing/2014/main" id="{BA5167CC-E2C8-A5DC-D679-94A0ABCD53DB}"/>
                  </a:ext>
                </a:extLst>
              </p:cNvPr>
              <p:cNvSpPr>
                <a:spLocks noChangeArrowheads="1"/>
              </p:cNvSpPr>
              <p:nvPr/>
            </p:nvSpPr>
            <p:spPr bwMode="auto">
              <a:xfrm>
                <a:off x="6904038" y="2479675"/>
                <a:ext cx="33337" cy="160338"/>
              </a:xfrm>
              <a:custGeom>
                <a:avLst/>
                <a:gdLst>
                  <a:gd name="T0" fmla="*/ 0 w 94"/>
                  <a:gd name="T1" fmla="*/ 0 h 446"/>
                  <a:gd name="T2" fmla="*/ 93 w 94"/>
                  <a:gd name="T3" fmla="*/ 0 h 446"/>
                  <a:gd name="T4" fmla="*/ 93 w 94"/>
                  <a:gd name="T5" fmla="*/ 445 h 446"/>
                  <a:gd name="T6" fmla="*/ 0 w 94"/>
                  <a:gd name="T7" fmla="*/ 445 h 446"/>
                  <a:gd name="T8" fmla="*/ 0 w 94"/>
                  <a:gd name="T9" fmla="*/ 0 h 446"/>
                </a:gdLst>
                <a:ahLst/>
                <a:cxnLst>
                  <a:cxn ang="0">
                    <a:pos x="T0" y="T1"/>
                  </a:cxn>
                  <a:cxn ang="0">
                    <a:pos x="T2" y="T3"/>
                  </a:cxn>
                  <a:cxn ang="0">
                    <a:pos x="T4" y="T5"/>
                  </a:cxn>
                  <a:cxn ang="0">
                    <a:pos x="T6" y="T7"/>
                  </a:cxn>
                  <a:cxn ang="0">
                    <a:pos x="T8" y="T9"/>
                  </a:cxn>
                </a:cxnLst>
                <a:rect l="0" t="0" r="r" b="b"/>
                <a:pathLst>
                  <a:path w="94" h="446">
                    <a:moveTo>
                      <a:pt x="0" y="0"/>
                    </a:moveTo>
                    <a:cubicBezTo>
                      <a:pt x="31" y="0"/>
                      <a:pt x="62" y="0"/>
                      <a:pt x="93" y="0"/>
                    </a:cubicBezTo>
                    <a:cubicBezTo>
                      <a:pt x="93" y="150"/>
                      <a:pt x="93" y="295"/>
                      <a:pt x="93" y="445"/>
                    </a:cubicBezTo>
                    <a:cubicBezTo>
                      <a:pt x="62" y="445"/>
                      <a:pt x="31" y="445"/>
                      <a:pt x="0" y="445"/>
                    </a:cubicBezTo>
                    <a:cubicBezTo>
                      <a:pt x="0" y="295"/>
                      <a:pt x="0" y="147"/>
                      <a:pt x="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6" name="Freeform 19">
                <a:extLst>
                  <a:ext uri="{FF2B5EF4-FFF2-40B4-BE49-F238E27FC236}">
                    <a16:creationId xmlns:a16="http://schemas.microsoft.com/office/drawing/2014/main" id="{B55F6E3F-FFE2-D21B-626B-75F52FBBCD04}"/>
                  </a:ext>
                </a:extLst>
              </p:cNvPr>
              <p:cNvSpPr>
                <a:spLocks noChangeArrowheads="1"/>
              </p:cNvSpPr>
              <p:nvPr/>
            </p:nvSpPr>
            <p:spPr bwMode="auto">
              <a:xfrm>
                <a:off x="6899275" y="2406650"/>
                <a:ext cx="42863" cy="42863"/>
              </a:xfrm>
              <a:custGeom>
                <a:avLst/>
                <a:gdLst>
                  <a:gd name="T0" fmla="*/ 116 w 117"/>
                  <a:gd name="T1" fmla="*/ 59 h 120"/>
                  <a:gd name="T2" fmla="*/ 56 w 117"/>
                  <a:gd name="T3" fmla="*/ 119 h 120"/>
                  <a:gd name="T4" fmla="*/ 0 w 117"/>
                  <a:gd name="T5" fmla="*/ 59 h 120"/>
                  <a:gd name="T6" fmla="*/ 56 w 117"/>
                  <a:gd name="T7" fmla="*/ 0 h 120"/>
                  <a:gd name="T8" fmla="*/ 116 w 117"/>
                  <a:gd name="T9" fmla="*/ 59 h 120"/>
                </a:gdLst>
                <a:ahLst/>
                <a:cxnLst>
                  <a:cxn ang="0">
                    <a:pos x="T0" y="T1"/>
                  </a:cxn>
                  <a:cxn ang="0">
                    <a:pos x="T2" y="T3"/>
                  </a:cxn>
                  <a:cxn ang="0">
                    <a:pos x="T4" y="T5"/>
                  </a:cxn>
                  <a:cxn ang="0">
                    <a:pos x="T6" y="T7"/>
                  </a:cxn>
                  <a:cxn ang="0">
                    <a:pos x="T8" y="T9"/>
                  </a:cxn>
                </a:cxnLst>
                <a:rect l="0" t="0" r="r" b="b"/>
                <a:pathLst>
                  <a:path w="117" h="120">
                    <a:moveTo>
                      <a:pt x="116" y="59"/>
                    </a:moveTo>
                    <a:cubicBezTo>
                      <a:pt x="116" y="93"/>
                      <a:pt x="90" y="119"/>
                      <a:pt x="56" y="119"/>
                    </a:cubicBezTo>
                    <a:cubicBezTo>
                      <a:pt x="25" y="119"/>
                      <a:pt x="0" y="93"/>
                      <a:pt x="0" y="59"/>
                    </a:cubicBezTo>
                    <a:cubicBezTo>
                      <a:pt x="0" y="28"/>
                      <a:pt x="25" y="0"/>
                      <a:pt x="56" y="0"/>
                    </a:cubicBezTo>
                    <a:cubicBezTo>
                      <a:pt x="90" y="3"/>
                      <a:pt x="116" y="28"/>
                      <a:pt x="116" y="5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grpSp>
        <p:nvGrpSpPr>
          <p:cNvPr id="253" name="Group 252">
            <a:extLst>
              <a:ext uri="{FF2B5EF4-FFF2-40B4-BE49-F238E27FC236}">
                <a16:creationId xmlns:a16="http://schemas.microsoft.com/office/drawing/2014/main" id="{FEB4FB8F-26CE-233D-8EE9-F4CDEAB56CDB}"/>
              </a:ext>
            </a:extLst>
          </p:cNvPr>
          <p:cNvGrpSpPr/>
          <p:nvPr/>
        </p:nvGrpSpPr>
        <p:grpSpPr>
          <a:xfrm>
            <a:off x="8010189" y="4118037"/>
            <a:ext cx="2031417" cy="293838"/>
            <a:chOff x="6075362" y="5676900"/>
            <a:chExt cx="2535238" cy="366713"/>
          </a:xfrm>
          <a:solidFill>
            <a:schemeClr val="tx1"/>
          </a:solidFill>
        </p:grpSpPr>
        <p:grpSp>
          <p:nvGrpSpPr>
            <p:cNvPr id="254" name="Group 253">
              <a:extLst>
                <a:ext uri="{FF2B5EF4-FFF2-40B4-BE49-F238E27FC236}">
                  <a16:creationId xmlns:a16="http://schemas.microsoft.com/office/drawing/2014/main" id="{F01497C1-E9AA-C185-DA60-E82676510A78}"/>
                </a:ext>
              </a:extLst>
            </p:cNvPr>
            <p:cNvGrpSpPr/>
            <p:nvPr/>
          </p:nvGrpSpPr>
          <p:grpSpPr>
            <a:xfrm>
              <a:off x="6075362" y="5726113"/>
              <a:ext cx="927100" cy="242887"/>
              <a:chOff x="6075362" y="5726113"/>
              <a:chExt cx="927100" cy="242887"/>
            </a:xfrm>
            <a:grpFill/>
          </p:grpSpPr>
          <p:sp>
            <p:nvSpPr>
              <p:cNvPr id="257" name="Freeform 15">
                <a:extLst>
                  <a:ext uri="{FF2B5EF4-FFF2-40B4-BE49-F238E27FC236}">
                    <a16:creationId xmlns:a16="http://schemas.microsoft.com/office/drawing/2014/main" id="{3BFDF2D0-15A0-A881-F4DE-743FBA7EF0BE}"/>
                  </a:ext>
                </a:extLst>
              </p:cNvPr>
              <p:cNvSpPr>
                <a:spLocks noChangeArrowheads="1"/>
              </p:cNvSpPr>
              <p:nvPr/>
            </p:nvSpPr>
            <p:spPr bwMode="auto">
              <a:xfrm>
                <a:off x="6243637" y="5726113"/>
                <a:ext cx="46038"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3"/>
                      <a:pt x="22" y="655"/>
                      <a:pt x="51" y="6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8" name="Freeform 16">
                <a:extLst>
                  <a:ext uri="{FF2B5EF4-FFF2-40B4-BE49-F238E27FC236}">
                    <a16:creationId xmlns:a16="http://schemas.microsoft.com/office/drawing/2014/main" id="{FC3AEA77-395E-3D21-FE4E-5D8697E142D0}"/>
                  </a:ext>
                </a:extLst>
              </p:cNvPr>
              <p:cNvSpPr>
                <a:spLocks noChangeArrowheads="1"/>
              </p:cNvSpPr>
              <p:nvPr/>
            </p:nvSpPr>
            <p:spPr bwMode="auto">
              <a:xfrm>
                <a:off x="6297612" y="5788025"/>
                <a:ext cx="177800" cy="179388"/>
              </a:xfrm>
              <a:custGeom>
                <a:avLst/>
                <a:gdLst>
                  <a:gd name="T0" fmla="*/ 228 w 495"/>
                  <a:gd name="T1" fmla="*/ 496 h 497"/>
                  <a:gd name="T2" fmla="*/ 369 w 495"/>
                  <a:gd name="T3" fmla="*/ 432 h 497"/>
                  <a:gd name="T4" fmla="*/ 369 w 495"/>
                  <a:gd name="T5" fmla="*/ 432 h 497"/>
                  <a:gd name="T6" fmla="*/ 420 w 495"/>
                  <a:gd name="T7" fmla="*/ 483 h 497"/>
                  <a:gd name="T8" fmla="*/ 492 w 495"/>
                  <a:gd name="T9" fmla="*/ 483 h 497"/>
                  <a:gd name="T10" fmla="*/ 494 w 495"/>
                  <a:gd name="T11" fmla="*/ 14 h 497"/>
                  <a:gd name="T12" fmla="*/ 371 w 495"/>
                  <a:gd name="T13" fmla="*/ 14 h 497"/>
                  <a:gd name="T14" fmla="*/ 371 w 495"/>
                  <a:gd name="T15" fmla="*/ 65 h 497"/>
                  <a:gd name="T16" fmla="*/ 230 w 495"/>
                  <a:gd name="T17" fmla="*/ 0 h 497"/>
                  <a:gd name="T18" fmla="*/ 2 w 495"/>
                  <a:gd name="T19" fmla="*/ 246 h 497"/>
                  <a:gd name="T20" fmla="*/ 228 w 495"/>
                  <a:gd name="T21" fmla="*/ 496 h 497"/>
                  <a:gd name="T22" fmla="*/ 250 w 495"/>
                  <a:gd name="T23" fmla="*/ 119 h 497"/>
                  <a:gd name="T24" fmla="*/ 371 w 495"/>
                  <a:gd name="T25" fmla="*/ 248 h 497"/>
                  <a:gd name="T26" fmla="*/ 250 w 495"/>
                  <a:gd name="T27" fmla="*/ 377 h 497"/>
                  <a:gd name="T28" fmla="*/ 129 w 495"/>
                  <a:gd name="T29" fmla="*/ 248 h 497"/>
                  <a:gd name="T30" fmla="*/ 250 w 495"/>
                  <a:gd name="T31" fmla="*/ 119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5" h="497">
                    <a:moveTo>
                      <a:pt x="228" y="496"/>
                    </a:moveTo>
                    <a:cubicBezTo>
                      <a:pt x="291" y="496"/>
                      <a:pt x="338" y="469"/>
                      <a:pt x="369" y="432"/>
                    </a:cubicBezTo>
                    <a:lnTo>
                      <a:pt x="369" y="432"/>
                    </a:lnTo>
                    <a:cubicBezTo>
                      <a:pt x="369" y="461"/>
                      <a:pt x="391" y="483"/>
                      <a:pt x="420" y="483"/>
                    </a:cubicBezTo>
                    <a:lnTo>
                      <a:pt x="492" y="483"/>
                    </a:lnTo>
                    <a:lnTo>
                      <a:pt x="494" y="14"/>
                    </a:lnTo>
                    <a:lnTo>
                      <a:pt x="371" y="14"/>
                    </a:lnTo>
                    <a:lnTo>
                      <a:pt x="371" y="65"/>
                    </a:lnTo>
                    <a:cubicBezTo>
                      <a:pt x="340" y="26"/>
                      <a:pt x="295" y="0"/>
                      <a:pt x="230" y="0"/>
                    </a:cubicBezTo>
                    <a:cubicBezTo>
                      <a:pt x="101" y="0"/>
                      <a:pt x="2" y="106"/>
                      <a:pt x="2" y="246"/>
                    </a:cubicBezTo>
                    <a:cubicBezTo>
                      <a:pt x="0" y="389"/>
                      <a:pt x="96" y="496"/>
                      <a:pt x="228" y="496"/>
                    </a:cubicBezTo>
                    <a:close/>
                    <a:moveTo>
                      <a:pt x="250" y="119"/>
                    </a:moveTo>
                    <a:cubicBezTo>
                      <a:pt x="322" y="119"/>
                      <a:pt x="371" y="174"/>
                      <a:pt x="371" y="248"/>
                    </a:cubicBezTo>
                    <a:cubicBezTo>
                      <a:pt x="371" y="321"/>
                      <a:pt x="322" y="377"/>
                      <a:pt x="250" y="377"/>
                    </a:cubicBezTo>
                    <a:cubicBezTo>
                      <a:pt x="176" y="377"/>
                      <a:pt x="129" y="319"/>
                      <a:pt x="129" y="248"/>
                    </a:cubicBezTo>
                    <a:cubicBezTo>
                      <a:pt x="129" y="176"/>
                      <a:pt x="176" y="119"/>
                      <a:pt x="250" y="11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9" name="Freeform 17">
                <a:extLst>
                  <a:ext uri="{FF2B5EF4-FFF2-40B4-BE49-F238E27FC236}">
                    <a16:creationId xmlns:a16="http://schemas.microsoft.com/office/drawing/2014/main" id="{C2CA264F-9C52-C286-FB21-6AF3A6DE46CD}"/>
                  </a:ext>
                </a:extLst>
              </p:cNvPr>
              <p:cNvSpPr>
                <a:spLocks noChangeArrowheads="1"/>
              </p:cNvSpPr>
              <p:nvPr/>
            </p:nvSpPr>
            <p:spPr bwMode="auto">
              <a:xfrm>
                <a:off x="6486525" y="5726113"/>
                <a:ext cx="46037" cy="236537"/>
              </a:xfrm>
              <a:custGeom>
                <a:avLst/>
                <a:gdLst>
                  <a:gd name="T0" fmla="*/ 51 w 130"/>
                  <a:gd name="T1" fmla="*/ 655 h 656"/>
                  <a:gd name="T2" fmla="*/ 127 w 130"/>
                  <a:gd name="T3" fmla="*/ 655 h 656"/>
                  <a:gd name="T4" fmla="*/ 129 w 130"/>
                  <a:gd name="T5" fmla="*/ 0 h 656"/>
                  <a:gd name="T6" fmla="*/ 2 w 130"/>
                  <a:gd name="T7" fmla="*/ 0 h 656"/>
                  <a:gd name="T8" fmla="*/ 0 w 130"/>
                  <a:gd name="T9" fmla="*/ 604 h 656"/>
                  <a:gd name="T10" fmla="*/ 51 w 130"/>
                  <a:gd name="T11" fmla="*/ 655 h 656"/>
                </a:gdLst>
                <a:ahLst/>
                <a:cxnLst>
                  <a:cxn ang="0">
                    <a:pos x="T0" y="T1"/>
                  </a:cxn>
                  <a:cxn ang="0">
                    <a:pos x="T2" y="T3"/>
                  </a:cxn>
                  <a:cxn ang="0">
                    <a:pos x="T4" y="T5"/>
                  </a:cxn>
                  <a:cxn ang="0">
                    <a:pos x="T6" y="T7"/>
                  </a:cxn>
                  <a:cxn ang="0">
                    <a:pos x="T8" y="T9"/>
                  </a:cxn>
                  <a:cxn ang="0">
                    <a:pos x="T10" y="T11"/>
                  </a:cxn>
                </a:cxnLst>
                <a:rect l="0" t="0" r="r" b="b"/>
                <a:pathLst>
                  <a:path w="130" h="656">
                    <a:moveTo>
                      <a:pt x="51" y="655"/>
                    </a:moveTo>
                    <a:lnTo>
                      <a:pt x="127" y="655"/>
                    </a:lnTo>
                    <a:lnTo>
                      <a:pt x="129" y="0"/>
                    </a:lnTo>
                    <a:lnTo>
                      <a:pt x="2" y="0"/>
                    </a:lnTo>
                    <a:lnTo>
                      <a:pt x="0" y="604"/>
                    </a:lnTo>
                    <a:cubicBezTo>
                      <a:pt x="0" y="631"/>
                      <a:pt x="22" y="655"/>
                      <a:pt x="51" y="6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0" name="Freeform 18">
                <a:extLst>
                  <a:ext uri="{FF2B5EF4-FFF2-40B4-BE49-F238E27FC236}">
                    <a16:creationId xmlns:a16="http://schemas.microsoft.com/office/drawing/2014/main" id="{603B0DA7-7BC0-73E0-7011-D69EBCAEACDD}"/>
                  </a:ext>
                </a:extLst>
              </p:cNvPr>
              <p:cNvSpPr>
                <a:spLocks noChangeArrowheads="1"/>
              </p:cNvSpPr>
              <p:nvPr/>
            </p:nvSpPr>
            <p:spPr bwMode="auto">
              <a:xfrm>
                <a:off x="6538912" y="5789613"/>
                <a:ext cx="184150" cy="177800"/>
              </a:xfrm>
              <a:custGeom>
                <a:avLst/>
                <a:gdLst>
                  <a:gd name="T0" fmla="*/ 254 w 511"/>
                  <a:gd name="T1" fmla="*/ 494 h 495"/>
                  <a:gd name="T2" fmla="*/ 510 w 511"/>
                  <a:gd name="T3" fmla="*/ 248 h 495"/>
                  <a:gd name="T4" fmla="*/ 256 w 511"/>
                  <a:gd name="T5" fmla="*/ 0 h 495"/>
                  <a:gd name="T6" fmla="*/ 2 w 511"/>
                  <a:gd name="T7" fmla="*/ 246 h 495"/>
                  <a:gd name="T8" fmla="*/ 254 w 511"/>
                  <a:gd name="T9" fmla="*/ 494 h 495"/>
                  <a:gd name="T10" fmla="*/ 256 w 511"/>
                  <a:gd name="T11" fmla="*/ 117 h 495"/>
                  <a:gd name="T12" fmla="*/ 381 w 511"/>
                  <a:gd name="T13" fmla="*/ 246 h 495"/>
                  <a:gd name="T14" fmla="*/ 256 w 511"/>
                  <a:gd name="T15" fmla="*/ 375 h 495"/>
                  <a:gd name="T16" fmla="*/ 131 w 511"/>
                  <a:gd name="T17" fmla="*/ 246 h 495"/>
                  <a:gd name="T18" fmla="*/ 256 w 511"/>
                  <a:gd name="T19" fmla="*/ 117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1" h="495">
                    <a:moveTo>
                      <a:pt x="254" y="494"/>
                    </a:moveTo>
                    <a:cubicBezTo>
                      <a:pt x="399" y="494"/>
                      <a:pt x="508" y="389"/>
                      <a:pt x="510" y="248"/>
                    </a:cubicBezTo>
                    <a:cubicBezTo>
                      <a:pt x="510" y="106"/>
                      <a:pt x="403" y="0"/>
                      <a:pt x="256" y="0"/>
                    </a:cubicBezTo>
                    <a:cubicBezTo>
                      <a:pt x="111" y="0"/>
                      <a:pt x="2" y="104"/>
                      <a:pt x="2" y="246"/>
                    </a:cubicBezTo>
                    <a:cubicBezTo>
                      <a:pt x="0" y="387"/>
                      <a:pt x="109" y="494"/>
                      <a:pt x="254" y="494"/>
                    </a:cubicBezTo>
                    <a:close/>
                    <a:moveTo>
                      <a:pt x="256" y="117"/>
                    </a:moveTo>
                    <a:cubicBezTo>
                      <a:pt x="328" y="117"/>
                      <a:pt x="381" y="170"/>
                      <a:pt x="381" y="246"/>
                    </a:cubicBezTo>
                    <a:cubicBezTo>
                      <a:pt x="381" y="322"/>
                      <a:pt x="328" y="375"/>
                      <a:pt x="256" y="375"/>
                    </a:cubicBezTo>
                    <a:cubicBezTo>
                      <a:pt x="184" y="375"/>
                      <a:pt x="131" y="322"/>
                      <a:pt x="131" y="246"/>
                    </a:cubicBezTo>
                    <a:cubicBezTo>
                      <a:pt x="131" y="170"/>
                      <a:pt x="184" y="117"/>
                      <a:pt x="256" y="117"/>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1" name="Freeform 19">
                <a:extLst>
                  <a:ext uri="{FF2B5EF4-FFF2-40B4-BE49-F238E27FC236}">
                    <a16:creationId xmlns:a16="http://schemas.microsoft.com/office/drawing/2014/main" id="{4E681809-58A5-F241-5F4E-9C10FF40CA9C}"/>
                  </a:ext>
                </a:extLst>
              </p:cNvPr>
              <p:cNvSpPr>
                <a:spLocks noChangeArrowheads="1"/>
              </p:cNvSpPr>
              <p:nvPr/>
            </p:nvSpPr>
            <p:spPr bwMode="auto">
              <a:xfrm>
                <a:off x="6727825" y="5786438"/>
                <a:ext cx="274637" cy="176212"/>
              </a:xfrm>
              <a:custGeom>
                <a:avLst/>
                <a:gdLst>
                  <a:gd name="T0" fmla="*/ 52 w 765"/>
                  <a:gd name="T1" fmla="*/ 489 h 490"/>
                  <a:gd name="T2" fmla="*/ 127 w 765"/>
                  <a:gd name="T3" fmla="*/ 489 h 490"/>
                  <a:gd name="T4" fmla="*/ 127 w 765"/>
                  <a:gd name="T5" fmla="*/ 231 h 490"/>
                  <a:gd name="T6" fmla="*/ 228 w 765"/>
                  <a:gd name="T7" fmla="*/ 125 h 490"/>
                  <a:gd name="T8" fmla="*/ 320 w 765"/>
                  <a:gd name="T9" fmla="*/ 229 h 490"/>
                  <a:gd name="T10" fmla="*/ 320 w 765"/>
                  <a:gd name="T11" fmla="*/ 436 h 490"/>
                  <a:gd name="T12" fmla="*/ 371 w 765"/>
                  <a:gd name="T13" fmla="*/ 487 h 490"/>
                  <a:gd name="T14" fmla="*/ 447 w 765"/>
                  <a:gd name="T15" fmla="*/ 487 h 490"/>
                  <a:gd name="T16" fmla="*/ 447 w 765"/>
                  <a:gd name="T17" fmla="*/ 229 h 490"/>
                  <a:gd name="T18" fmla="*/ 547 w 765"/>
                  <a:gd name="T19" fmla="*/ 123 h 490"/>
                  <a:gd name="T20" fmla="*/ 639 w 765"/>
                  <a:gd name="T21" fmla="*/ 227 h 490"/>
                  <a:gd name="T22" fmla="*/ 639 w 765"/>
                  <a:gd name="T23" fmla="*/ 434 h 490"/>
                  <a:gd name="T24" fmla="*/ 691 w 765"/>
                  <a:gd name="T25" fmla="*/ 485 h 490"/>
                  <a:gd name="T26" fmla="*/ 764 w 765"/>
                  <a:gd name="T27" fmla="*/ 485 h 490"/>
                  <a:gd name="T28" fmla="*/ 764 w 765"/>
                  <a:gd name="T29" fmla="*/ 186 h 490"/>
                  <a:gd name="T30" fmla="*/ 580 w 765"/>
                  <a:gd name="T31" fmla="*/ 2 h 490"/>
                  <a:gd name="T32" fmla="*/ 420 w 765"/>
                  <a:gd name="T33" fmla="*/ 82 h 490"/>
                  <a:gd name="T34" fmla="*/ 265 w 765"/>
                  <a:gd name="T35" fmla="*/ 0 h 490"/>
                  <a:gd name="T36" fmla="*/ 125 w 765"/>
                  <a:gd name="T37" fmla="*/ 67 h 490"/>
                  <a:gd name="T38" fmla="*/ 125 w 765"/>
                  <a:gd name="T39" fmla="*/ 12 h 490"/>
                  <a:gd name="T40" fmla="*/ 2 w 765"/>
                  <a:gd name="T41" fmla="*/ 12 h 490"/>
                  <a:gd name="T42" fmla="*/ 0 w 765"/>
                  <a:gd name="T43" fmla="*/ 430 h 490"/>
                  <a:gd name="T44" fmla="*/ 52 w 765"/>
                  <a:gd name="T45" fmla="*/ 489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5" h="490">
                    <a:moveTo>
                      <a:pt x="52" y="489"/>
                    </a:moveTo>
                    <a:lnTo>
                      <a:pt x="127" y="489"/>
                    </a:lnTo>
                    <a:lnTo>
                      <a:pt x="127" y="231"/>
                    </a:lnTo>
                    <a:cubicBezTo>
                      <a:pt x="127" y="160"/>
                      <a:pt x="172" y="125"/>
                      <a:pt x="228" y="125"/>
                    </a:cubicBezTo>
                    <a:cubicBezTo>
                      <a:pt x="285" y="125"/>
                      <a:pt x="320" y="162"/>
                      <a:pt x="320" y="229"/>
                    </a:cubicBezTo>
                    <a:lnTo>
                      <a:pt x="320" y="436"/>
                    </a:lnTo>
                    <a:cubicBezTo>
                      <a:pt x="320" y="465"/>
                      <a:pt x="342" y="487"/>
                      <a:pt x="371" y="487"/>
                    </a:cubicBezTo>
                    <a:lnTo>
                      <a:pt x="447" y="487"/>
                    </a:lnTo>
                    <a:lnTo>
                      <a:pt x="447" y="229"/>
                    </a:lnTo>
                    <a:cubicBezTo>
                      <a:pt x="447" y="158"/>
                      <a:pt x="492" y="123"/>
                      <a:pt x="547" y="123"/>
                    </a:cubicBezTo>
                    <a:cubicBezTo>
                      <a:pt x="605" y="123"/>
                      <a:pt x="639" y="160"/>
                      <a:pt x="639" y="227"/>
                    </a:cubicBezTo>
                    <a:lnTo>
                      <a:pt x="639" y="434"/>
                    </a:lnTo>
                    <a:cubicBezTo>
                      <a:pt x="639" y="463"/>
                      <a:pt x="662" y="485"/>
                      <a:pt x="691" y="485"/>
                    </a:cubicBezTo>
                    <a:lnTo>
                      <a:pt x="764" y="485"/>
                    </a:lnTo>
                    <a:lnTo>
                      <a:pt x="764" y="186"/>
                    </a:lnTo>
                    <a:cubicBezTo>
                      <a:pt x="764" y="78"/>
                      <a:pt x="691" y="2"/>
                      <a:pt x="580" y="2"/>
                    </a:cubicBezTo>
                    <a:cubicBezTo>
                      <a:pt x="519" y="2"/>
                      <a:pt x="457" y="22"/>
                      <a:pt x="420" y="82"/>
                    </a:cubicBezTo>
                    <a:cubicBezTo>
                      <a:pt x="390" y="33"/>
                      <a:pt x="334" y="2"/>
                      <a:pt x="265" y="0"/>
                    </a:cubicBezTo>
                    <a:cubicBezTo>
                      <a:pt x="211" y="0"/>
                      <a:pt x="160" y="18"/>
                      <a:pt x="125" y="67"/>
                    </a:cubicBezTo>
                    <a:lnTo>
                      <a:pt x="125" y="12"/>
                    </a:lnTo>
                    <a:lnTo>
                      <a:pt x="2" y="12"/>
                    </a:lnTo>
                    <a:lnTo>
                      <a:pt x="0" y="430"/>
                    </a:lnTo>
                    <a:cubicBezTo>
                      <a:pt x="0" y="465"/>
                      <a:pt x="23" y="489"/>
                      <a:pt x="52" y="4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2" name="Freeform 20">
                <a:extLst>
                  <a:ext uri="{FF2B5EF4-FFF2-40B4-BE49-F238E27FC236}">
                    <a16:creationId xmlns:a16="http://schemas.microsoft.com/office/drawing/2014/main" id="{118F20F1-15FE-DBBD-FA84-CF9E0548DA50}"/>
                  </a:ext>
                </a:extLst>
              </p:cNvPr>
              <p:cNvSpPr>
                <a:spLocks noChangeArrowheads="1"/>
              </p:cNvSpPr>
              <p:nvPr/>
            </p:nvSpPr>
            <p:spPr bwMode="auto">
              <a:xfrm>
                <a:off x="6075362" y="5788025"/>
                <a:ext cx="161925" cy="180975"/>
              </a:xfrm>
              <a:custGeom>
                <a:avLst/>
                <a:gdLst>
                  <a:gd name="T0" fmla="*/ 211 w 451"/>
                  <a:gd name="T1" fmla="*/ 389 h 501"/>
                  <a:gd name="T2" fmla="*/ 45 w 451"/>
                  <a:gd name="T3" fmla="*/ 338 h 501"/>
                  <a:gd name="T4" fmla="*/ 0 w 451"/>
                  <a:gd name="T5" fmla="*/ 436 h 501"/>
                  <a:gd name="T6" fmla="*/ 209 w 451"/>
                  <a:gd name="T7" fmla="*/ 496 h 501"/>
                  <a:gd name="T8" fmla="*/ 448 w 451"/>
                  <a:gd name="T9" fmla="*/ 346 h 501"/>
                  <a:gd name="T10" fmla="*/ 272 w 451"/>
                  <a:gd name="T11" fmla="*/ 196 h 501"/>
                  <a:gd name="T12" fmla="*/ 215 w 451"/>
                  <a:gd name="T13" fmla="*/ 188 h 501"/>
                  <a:gd name="T14" fmla="*/ 145 w 451"/>
                  <a:gd name="T15" fmla="*/ 147 h 501"/>
                  <a:gd name="T16" fmla="*/ 217 w 451"/>
                  <a:gd name="T17" fmla="*/ 106 h 501"/>
                  <a:gd name="T18" fmla="*/ 348 w 451"/>
                  <a:gd name="T19" fmla="*/ 135 h 501"/>
                  <a:gd name="T20" fmla="*/ 413 w 451"/>
                  <a:gd name="T21" fmla="*/ 108 h 501"/>
                  <a:gd name="T22" fmla="*/ 436 w 451"/>
                  <a:gd name="T23" fmla="*/ 57 h 501"/>
                  <a:gd name="T24" fmla="*/ 219 w 451"/>
                  <a:gd name="T25" fmla="*/ 2 h 501"/>
                  <a:gd name="T26" fmla="*/ 14 w 451"/>
                  <a:gd name="T27" fmla="*/ 147 h 501"/>
                  <a:gd name="T28" fmla="*/ 184 w 451"/>
                  <a:gd name="T29" fmla="*/ 297 h 501"/>
                  <a:gd name="T30" fmla="*/ 213 w 451"/>
                  <a:gd name="T31" fmla="*/ 301 h 501"/>
                  <a:gd name="T32" fmla="*/ 319 w 451"/>
                  <a:gd name="T33" fmla="*/ 346 h 501"/>
                  <a:gd name="T34" fmla="*/ 211 w 451"/>
                  <a:gd name="T35" fmla="*/ 389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1" h="501">
                    <a:moveTo>
                      <a:pt x="211" y="389"/>
                    </a:moveTo>
                    <a:cubicBezTo>
                      <a:pt x="139" y="387"/>
                      <a:pt x="76" y="354"/>
                      <a:pt x="45" y="338"/>
                    </a:cubicBezTo>
                    <a:lnTo>
                      <a:pt x="0" y="436"/>
                    </a:lnTo>
                    <a:cubicBezTo>
                      <a:pt x="65" y="475"/>
                      <a:pt x="143" y="493"/>
                      <a:pt x="209" y="496"/>
                    </a:cubicBezTo>
                    <a:cubicBezTo>
                      <a:pt x="366" y="500"/>
                      <a:pt x="446" y="444"/>
                      <a:pt x="448" y="346"/>
                    </a:cubicBezTo>
                    <a:cubicBezTo>
                      <a:pt x="450" y="258"/>
                      <a:pt x="375" y="209"/>
                      <a:pt x="272" y="196"/>
                    </a:cubicBezTo>
                    <a:lnTo>
                      <a:pt x="215" y="188"/>
                    </a:lnTo>
                    <a:cubicBezTo>
                      <a:pt x="172" y="180"/>
                      <a:pt x="145" y="173"/>
                      <a:pt x="145" y="147"/>
                    </a:cubicBezTo>
                    <a:cubicBezTo>
                      <a:pt x="145" y="120"/>
                      <a:pt x="168" y="104"/>
                      <a:pt x="217" y="106"/>
                    </a:cubicBezTo>
                    <a:cubicBezTo>
                      <a:pt x="264" y="106"/>
                      <a:pt x="311" y="121"/>
                      <a:pt x="348" y="135"/>
                    </a:cubicBezTo>
                    <a:cubicBezTo>
                      <a:pt x="373" y="145"/>
                      <a:pt x="401" y="133"/>
                      <a:pt x="413" y="108"/>
                    </a:cubicBezTo>
                    <a:lnTo>
                      <a:pt x="436" y="57"/>
                    </a:lnTo>
                    <a:cubicBezTo>
                      <a:pt x="375" y="24"/>
                      <a:pt x="303" y="4"/>
                      <a:pt x="219" y="2"/>
                    </a:cubicBezTo>
                    <a:cubicBezTo>
                      <a:pt x="108" y="0"/>
                      <a:pt x="16" y="51"/>
                      <a:pt x="14" y="147"/>
                    </a:cubicBezTo>
                    <a:cubicBezTo>
                      <a:pt x="12" y="223"/>
                      <a:pt x="47" y="276"/>
                      <a:pt x="184" y="297"/>
                    </a:cubicBezTo>
                    <a:lnTo>
                      <a:pt x="213" y="301"/>
                    </a:lnTo>
                    <a:cubicBezTo>
                      <a:pt x="274" y="309"/>
                      <a:pt x="319" y="313"/>
                      <a:pt x="319" y="346"/>
                    </a:cubicBezTo>
                    <a:cubicBezTo>
                      <a:pt x="317" y="379"/>
                      <a:pt x="280" y="391"/>
                      <a:pt x="211" y="38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255" name="Freeform 21">
              <a:extLst>
                <a:ext uri="{FF2B5EF4-FFF2-40B4-BE49-F238E27FC236}">
                  <a16:creationId xmlns:a16="http://schemas.microsoft.com/office/drawing/2014/main" id="{E2636B8B-DCFC-0956-5EB4-18C0F712F05C}"/>
                </a:ext>
              </a:extLst>
            </p:cNvPr>
            <p:cNvSpPr>
              <a:spLocks noChangeArrowheads="1"/>
            </p:cNvSpPr>
            <p:nvPr/>
          </p:nvSpPr>
          <p:spPr bwMode="auto">
            <a:xfrm>
              <a:off x="7262812" y="5676900"/>
              <a:ext cx="7938" cy="366713"/>
            </a:xfrm>
            <a:custGeom>
              <a:avLst/>
              <a:gdLst>
                <a:gd name="T0" fmla="*/ 11 w 22"/>
                <a:gd name="T1" fmla="*/ 1016 h 1017"/>
                <a:gd name="T2" fmla="*/ 0 w 22"/>
                <a:gd name="T3" fmla="*/ 1016 h 1017"/>
                <a:gd name="T4" fmla="*/ 0 w 22"/>
                <a:gd name="T5" fmla="*/ 0 h 1017"/>
                <a:gd name="T6" fmla="*/ 21 w 22"/>
                <a:gd name="T7" fmla="*/ 0 h 1017"/>
                <a:gd name="T8" fmla="*/ 21 w 22"/>
                <a:gd name="T9" fmla="*/ 1016 h 1017"/>
                <a:gd name="T10" fmla="*/ 11 w 22"/>
                <a:gd name="T11" fmla="*/ 1016 h 1017"/>
              </a:gdLst>
              <a:ahLst/>
              <a:cxnLst>
                <a:cxn ang="0">
                  <a:pos x="T0" y="T1"/>
                </a:cxn>
                <a:cxn ang="0">
                  <a:pos x="T2" y="T3"/>
                </a:cxn>
                <a:cxn ang="0">
                  <a:pos x="T4" y="T5"/>
                </a:cxn>
                <a:cxn ang="0">
                  <a:pos x="T6" y="T7"/>
                </a:cxn>
                <a:cxn ang="0">
                  <a:pos x="T8" y="T9"/>
                </a:cxn>
                <a:cxn ang="0">
                  <a:pos x="T10" y="T11"/>
                </a:cxn>
              </a:cxnLst>
              <a:rect l="0" t="0" r="r" b="b"/>
              <a:pathLst>
                <a:path w="22" h="1017">
                  <a:moveTo>
                    <a:pt x="11" y="1016"/>
                  </a:moveTo>
                  <a:lnTo>
                    <a:pt x="0" y="1016"/>
                  </a:lnTo>
                  <a:lnTo>
                    <a:pt x="0" y="0"/>
                  </a:lnTo>
                  <a:lnTo>
                    <a:pt x="21" y="0"/>
                  </a:lnTo>
                  <a:lnTo>
                    <a:pt x="21" y="1016"/>
                  </a:lnTo>
                  <a:lnTo>
                    <a:pt x="11" y="101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6" name="Freeform 22">
              <a:extLst>
                <a:ext uri="{FF2B5EF4-FFF2-40B4-BE49-F238E27FC236}">
                  <a16:creationId xmlns:a16="http://schemas.microsoft.com/office/drawing/2014/main" id="{4BE5F1C6-E894-B4D5-010C-668B4224ABE6}"/>
                </a:ext>
              </a:extLst>
            </p:cNvPr>
            <p:cNvSpPr>
              <a:spLocks noChangeArrowheads="1"/>
            </p:cNvSpPr>
            <p:nvPr/>
          </p:nvSpPr>
          <p:spPr bwMode="auto">
            <a:xfrm>
              <a:off x="7535862" y="5676900"/>
              <a:ext cx="1074738" cy="366713"/>
            </a:xfrm>
            <a:custGeom>
              <a:avLst/>
              <a:gdLst>
                <a:gd name="T0" fmla="*/ 1015 w 2986"/>
                <a:gd name="T1" fmla="*/ 0 h 1017"/>
                <a:gd name="T2" fmla="*/ 0 w 2986"/>
                <a:gd name="T3" fmla="*/ 1016 h 1017"/>
                <a:gd name="T4" fmla="*/ 911 w 2986"/>
                <a:gd name="T5" fmla="*/ 909 h 1017"/>
                <a:gd name="T6" fmla="*/ 106 w 2986"/>
                <a:gd name="T7" fmla="*/ 104 h 1017"/>
                <a:gd name="T8" fmla="*/ 911 w 2986"/>
                <a:gd name="T9" fmla="*/ 909 h 1017"/>
                <a:gd name="T10" fmla="*/ 196 w 2986"/>
                <a:gd name="T11" fmla="*/ 569 h 1017"/>
                <a:gd name="T12" fmla="*/ 614 w 2986"/>
                <a:gd name="T13" fmla="*/ 569 h 1017"/>
                <a:gd name="T14" fmla="*/ 507 w 2986"/>
                <a:gd name="T15" fmla="*/ 262 h 1017"/>
                <a:gd name="T16" fmla="*/ 403 w 2986"/>
                <a:gd name="T17" fmla="*/ 692 h 1017"/>
                <a:gd name="T18" fmla="*/ 296 w 2986"/>
                <a:gd name="T19" fmla="*/ 262 h 1017"/>
                <a:gd name="T20" fmla="*/ 751 w 2986"/>
                <a:gd name="T21" fmla="*/ 323 h 1017"/>
                <a:gd name="T22" fmla="*/ 751 w 2986"/>
                <a:gd name="T23" fmla="*/ 194 h 1017"/>
                <a:gd name="T24" fmla="*/ 751 w 2986"/>
                <a:gd name="T25" fmla="*/ 323 h 1017"/>
                <a:gd name="T26" fmla="*/ 700 w 2986"/>
                <a:gd name="T27" fmla="*/ 786 h 1017"/>
                <a:gd name="T28" fmla="*/ 806 w 2986"/>
                <a:gd name="T29" fmla="*/ 372 h 1017"/>
                <a:gd name="T30" fmla="*/ 1328 w 2986"/>
                <a:gd name="T31" fmla="*/ 616 h 1017"/>
                <a:gd name="T32" fmla="*/ 1328 w 2986"/>
                <a:gd name="T33" fmla="*/ 262 h 1017"/>
                <a:gd name="T34" fmla="*/ 1130 w 2986"/>
                <a:gd name="T35" fmla="*/ 788 h 1017"/>
                <a:gd name="T36" fmla="*/ 1236 w 2986"/>
                <a:gd name="T37" fmla="*/ 620 h 1017"/>
                <a:gd name="T38" fmla="*/ 1330 w 2986"/>
                <a:gd name="T39" fmla="*/ 616 h 1017"/>
                <a:gd name="T40" fmla="*/ 1316 w 2986"/>
                <a:gd name="T41" fmla="*/ 532 h 1017"/>
                <a:gd name="T42" fmla="*/ 1232 w 2986"/>
                <a:gd name="T43" fmla="*/ 346 h 1017"/>
                <a:gd name="T44" fmla="*/ 1410 w 2986"/>
                <a:gd name="T45" fmla="*/ 438 h 1017"/>
                <a:gd name="T46" fmla="*/ 1552 w 2986"/>
                <a:gd name="T47" fmla="*/ 579 h 1017"/>
                <a:gd name="T48" fmla="*/ 1877 w 2986"/>
                <a:gd name="T49" fmla="*/ 727 h 1017"/>
                <a:gd name="T50" fmla="*/ 1984 w 2986"/>
                <a:gd name="T51" fmla="*/ 786 h 1017"/>
                <a:gd name="T52" fmla="*/ 1877 w 2986"/>
                <a:gd name="T53" fmla="*/ 372 h 1017"/>
                <a:gd name="T54" fmla="*/ 1742 w 2986"/>
                <a:gd name="T55" fmla="*/ 368 h 1017"/>
                <a:gd name="T56" fmla="*/ 1877 w 2986"/>
                <a:gd name="T57" fmla="*/ 579 h 1017"/>
                <a:gd name="T58" fmla="*/ 1660 w 2986"/>
                <a:gd name="T59" fmla="*/ 579 h 1017"/>
                <a:gd name="T60" fmla="*/ 1877 w 2986"/>
                <a:gd name="T61" fmla="*/ 579 h 1017"/>
                <a:gd name="T62" fmla="*/ 2197 w 2986"/>
                <a:gd name="T63" fmla="*/ 641 h 1017"/>
                <a:gd name="T64" fmla="*/ 2289 w 2986"/>
                <a:gd name="T65" fmla="*/ 463 h 1017"/>
                <a:gd name="T66" fmla="*/ 2197 w 2986"/>
                <a:gd name="T67" fmla="*/ 372 h 1017"/>
                <a:gd name="T68" fmla="*/ 2090 w 2986"/>
                <a:gd name="T69" fmla="*/ 258 h 1017"/>
                <a:gd name="T70" fmla="*/ 2041 w 2986"/>
                <a:gd name="T71" fmla="*/ 372 h 1017"/>
                <a:gd name="T72" fmla="*/ 2090 w 2986"/>
                <a:gd name="T73" fmla="*/ 463 h 1017"/>
                <a:gd name="T74" fmla="*/ 2234 w 2986"/>
                <a:gd name="T75" fmla="*/ 784 h 1017"/>
                <a:gd name="T76" fmla="*/ 2289 w 2986"/>
                <a:gd name="T77" fmla="*/ 694 h 1017"/>
                <a:gd name="T78" fmla="*/ 2248 w 2986"/>
                <a:gd name="T79" fmla="*/ 696 h 1017"/>
                <a:gd name="T80" fmla="*/ 2453 w 2986"/>
                <a:gd name="T81" fmla="*/ 237 h 1017"/>
                <a:gd name="T82" fmla="*/ 2346 w 2986"/>
                <a:gd name="T83" fmla="*/ 788 h 1017"/>
                <a:gd name="T84" fmla="*/ 2453 w 2986"/>
                <a:gd name="T85" fmla="*/ 567 h 1017"/>
                <a:gd name="T86" fmla="*/ 2647 w 2986"/>
                <a:gd name="T87" fmla="*/ 557 h 1017"/>
                <a:gd name="T88" fmla="*/ 2754 w 2986"/>
                <a:gd name="T89" fmla="*/ 784 h 1017"/>
                <a:gd name="T90" fmla="*/ 2580 w 2986"/>
                <a:gd name="T91" fmla="*/ 368 h 1017"/>
                <a:gd name="T92" fmla="*/ 2744 w 2986"/>
                <a:gd name="T93" fmla="*/ 235 h 1017"/>
                <a:gd name="T94" fmla="*/ 2779 w 2986"/>
                <a:gd name="T95" fmla="*/ 252 h 1017"/>
                <a:gd name="T96" fmla="*/ 2799 w 2986"/>
                <a:gd name="T97" fmla="*/ 358 h 1017"/>
                <a:gd name="T98" fmla="*/ 2832 w 2986"/>
                <a:gd name="T99" fmla="*/ 252 h 1017"/>
                <a:gd name="T100" fmla="*/ 2744 w 2986"/>
                <a:gd name="T101" fmla="*/ 235 h 1017"/>
                <a:gd name="T102" fmla="*/ 2920 w 2986"/>
                <a:gd name="T103" fmla="*/ 333 h 1017"/>
                <a:gd name="T104" fmla="*/ 2854 w 2986"/>
                <a:gd name="T105" fmla="*/ 235 h 1017"/>
                <a:gd name="T106" fmla="*/ 2873 w 2986"/>
                <a:gd name="T107" fmla="*/ 358 h 1017"/>
                <a:gd name="T108" fmla="*/ 2914 w 2986"/>
                <a:gd name="T109" fmla="*/ 358 h 1017"/>
                <a:gd name="T110" fmla="*/ 2967 w 2986"/>
                <a:gd name="T111" fmla="*/ 264 h 1017"/>
                <a:gd name="T112" fmla="*/ 2985 w 2986"/>
                <a:gd name="T113" fmla="*/ 358 h 1017"/>
                <a:gd name="T114" fmla="*/ 2963 w 2986"/>
                <a:gd name="T115" fmla="*/ 235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86" h="1017">
                  <a:moveTo>
                    <a:pt x="0" y="0"/>
                  </a:moveTo>
                  <a:lnTo>
                    <a:pt x="1015" y="0"/>
                  </a:lnTo>
                  <a:lnTo>
                    <a:pt x="1015" y="1016"/>
                  </a:lnTo>
                  <a:lnTo>
                    <a:pt x="0" y="1016"/>
                  </a:lnTo>
                  <a:lnTo>
                    <a:pt x="0" y="0"/>
                  </a:lnTo>
                  <a:close/>
                  <a:moveTo>
                    <a:pt x="911" y="909"/>
                  </a:moveTo>
                  <a:lnTo>
                    <a:pt x="911" y="104"/>
                  </a:lnTo>
                  <a:lnTo>
                    <a:pt x="106" y="104"/>
                  </a:lnTo>
                  <a:lnTo>
                    <a:pt x="106" y="909"/>
                  </a:lnTo>
                  <a:lnTo>
                    <a:pt x="911" y="909"/>
                  </a:lnTo>
                  <a:close/>
                  <a:moveTo>
                    <a:pt x="196" y="262"/>
                  </a:moveTo>
                  <a:lnTo>
                    <a:pt x="196" y="569"/>
                  </a:lnTo>
                  <a:cubicBezTo>
                    <a:pt x="196" y="710"/>
                    <a:pt x="274" y="792"/>
                    <a:pt x="403" y="792"/>
                  </a:cubicBezTo>
                  <a:cubicBezTo>
                    <a:pt x="538" y="792"/>
                    <a:pt x="614" y="708"/>
                    <a:pt x="614" y="569"/>
                  </a:cubicBezTo>
                  <a:lnTo>
                    <a:pt x="614" y="262"/>
                  </a:lnTo>
                  <a:lnTo>
                    <a:pt x="507" y="262"/>
                  </a:lnTo>
                  <a:lnTo>
                    <a:pt x="507" y="569"/>
                  </a:lnTo>
                  <a:cubicBezTo>
                    <a:pt x="507" y="649"/>
                    <a:pt x="472" y="692"/>
                    <a:pt x="403" y="692"/>
                  </a:cubicBezTo>
                  <a:cubicBezTo>
                    <a:pt x="329" y="692"/>
                    <a:pt x="296" y="645"/>
                    <a:pt x="296" y="569"/>
                  </a:cubicBezTo>
                  <a:lnTo>
                    <a:pt x="296" y="262"/>
                  </a:lnTo>
                  <a:lnTo>
                    <a:pt x="196" y="262"/>
                  </a:lnTo>
                  <a:close/>
                  <a:moveTo>
                    <a:pt x="751" y="323"/>
                  </a:moveTo>
                  <a:cubicBezTo>
                    <a:pt x="788" y="323"/>
                    <a:pt x="816" y="297"/>
                    <a:pt x="816" y="260"/>
                  </a:cubicBezTo>
                  <a:cubicBezTo>
                    <a:pt x="816" y="221"/>
                    <a:pt x="790" y="194"/>
                    <a:pt x="751" y="194"/>
                  </a:cubicBezTo>
                  <a:cubicBezTo>
                    <a:pt x="714" y="194"/>
                    <a:pt x="685" y="221"/>
                    <a:pt x="685" y="260"/>
                  </a:cubicBezTo>
                  <a:cubicBezTo>
                    <a:pt x="687" y="297"/>
                    <a:pt x="716" y="323"/>
                    <a:pt x="751" y="323"/>
                  </a:cubicBezTo>
                  <a:close/>
                  <a:moveTo>
                    <a:pt x="700" y="372"/>
                  </a:moveTo>
                  <a:lnTo>
                    <a:pt x="700" y="786"/>
                  </a:lnTo>
                  <a:lnTo>
                    <a:pt x="806" y="786"/>
                  </a:lnTo>
                  <a:lnTo>
                    <a:pt x="806" y="372"/>
                  </a:lnTo>
                  <a:lnTo>
                    <a:pt x="700" y="372"/>
                  </a:lnTo>
                  <a:close/>
                  <a:moveTo>
                    <a:pt x="1328" y="616"/>
                  </a:moveTo>
                  <a:cubicBezTo>
                    <a:pt x="1443" y="616"/>
                    <a:pt x="1517" y="549"/>
                    <a:pt x="1517" y="438"/>
                  </a:cubicBezTo>
                  <a:cubicBezTo>
                    <a:pt x="1517" y="331"/>
                    <a:pt x="1443" y="262"/>
                    <a:pt x="1328" y="262"/>
                  </a:cubicBezTo>
                  <a:lnTo>
                    <a:pt x="1130" y="262"/>
                  </a:lnTo>
                  <a:lnTo>
                    <a:pt x="1130" y="788"/>
                  </a:lnTo>
                  <a:lnTo>
                    <a:pt x="1236" y="788"/>
                  </a:lnTo>
                  <a:lnTo>
                    <a:pt x="1236" y="620"/>
                  </a:lnTo>
                  <a:lnTo>
                    <a:pt x="1330" y="620"/>
                  </a:lnTo>
                  <a:lnTo>
                    <a:pt x="1330" y="616"/>
                  </a:lnTo>
                  <a:lnTo>
                    <a:pt x="1328" y="616"/>
                  </a:lnTo>
                  <a:close/>
                  <a:moveTo>
                    <a:pt x="1316" y="532"/>
                  </a:moveTo>
                  <a:lnTo>
                    <a:pt x="1232" y="532"/>
                  </a:lnTo>
                  <a:lnTo>
                    <a:pt x="1232" y="346"/>
                  </a:lnTo>
                  <a:lnTo>
                    <a:pt x="1316" y="346"/>
                  </a:lnTo>
                  <a:cubicBezTo>
                    <a:pt x="1378" y="346"/>
                    <a:pt x="1410" y="381"/>
                    <a:pt x="1410" y="438"/>
                  </a:cubicBezTo>
                  <a:cubicBezTo>
                    <a:pt x="1410" y="499"/>
                    <a:pt x="1378" y="532"/>
                    <a:pt x="1316" y="532"/>
                  </a:cubicBezTo>
                  <a:close/>
                  <a:moveTo>
                    <a:pt x="1552" y="579"/>
                  </a:moveTo>
                  <a:cubicBezTo>
                    <a:pt x="1552" y="702"/>
                    <a:pt x="1632" y="790"/>
                    <a:pt x="1742" y="790"/>
                  </a:cubicBezTo>
                  <a:cubicBezTo>
                    <a:pt x="1810" y="790"/>
                    <a:pt x="1853" y="766"/>
                    <a:pt x="1877" y="727"/>
                  </a:cubicBezTo>
                  <a:lnTo>
                    <a:pt x="1877" y="786"/>
                  </a:lnTo>
                  <a:lnTo>
                    <a:pt x="1984" y="786"/>
                  </a:lnTo>
                  <a:lnTo>
                    <a:pt x="1984" y="372"/>
                  </a:lnTo>
                  <a:lnTo>
                    <a:pt x="1877" y="372"/>
                  </a:lnTo>
                  <a:lnTo>
                    <a:pt x="1877" y="438"/>
                  </a:lnTo>
                  <a:cubicBezTo>
                    <a:pt x="1851" y="395"/>
                    <a:pt x="1808" y="368"/>
                    <a:pt x="1742" y="368"/>
                  </a:cubicBezTo>
                  <a:cubicBezTo>
                    <a:pt x="1630" y="368"/>
                    <a:pt x="1552" y="458"/>
                    <a:pt x="1552" y="579"/>
                  </a:cubicBezTo>
                  <a:close/>
                  <a:moveTo>
                    <a:pt x="1877" y="579"/>
                  </a:moveTo>
                  <a:cubicBezTo>
                    <a:pt x="1877" y="651"/>
                    <a:pt x="1832" y="698"/>
                    <a:pt x="1767" y="698"/>
                  </a:cubicBezTo>
                  <a:cubicBezTo>
                    <a:pt x="1695" y="698"/>
                    <a:pt x="1660" y="647"/>
                    <a:pt x="1660" y="579"/>
                  </a:cubicBezTo>
                  <a:cubicBezTo>
                    <a:pt x="1660" y="506"/>
                    <a:pt x="1702" y="458"/>
                    <a:pt x="1767" y="458"/>
                  </a:cubicBezTo>
                  <a:cubicBezTo>
                    <a:pt x="1833" y="458"/>
                    <a:pt x="1877" y="510"/>
                    <a:pt x="1877" y="579"/>
                  </a:cubicBezTo>
                  <a:close/>
                  <a:moveTo>
                    <a:pt x="2248" y="696"/>
                  </a:moveTo>
                  <a:cubicBezTo>
                    <a:pt x="2207" y="696"/>
                    <a:pt x="2197" y="678"/>
                    <a:pt x="2197" y="641"/>
                  </a:cubicBezTo>
                  <a:lnTo>
                    <a:pt x="2197" y="463"/>
                  </a:lnTo>
                  <a:lnTo>
                    <a:pt x="2289" y="463"/>
                  </a:lnTo>
                  <a:lnTo>
                    <a:pt x="2289" y="372"/>
                  </a:lnTo>
                  <a:lnTo>
                    <a:pt x="2197" y="372"/>
                  </a:lnTo>
                  <a:lnTo>
                    <a:pt x="2197" y="258"/>
                  </a:lnTo>
                  <a:lnTo>
                    <a:pt x="2090" y="258"/>
                  </a:lnTo>
                  <a:lnTo>
                    <a:pt x="2090" y="372"/>
                  </a:lnTo>
                  <a:lnTo>
                    <a:pt x="2041" y="372"/>
                  </a:lnTo>
                  <a:lnTo>
                    <a:pt x="2041" y="463"/>
                  </a:lnTo>
                  <a:lnTo>
                    <a:pt x="2090" y="463"/>
                  </a:lnTo>
                  <a:lnTo>
                    <a:pt x="2090" y="641"/>
                  </a:lnTo>
                  <a:cubicBezTo>
                    <a:pt x="2090" y="739"/>
                    <a:pt x="2133" y="784"/>
                    <a:pt x="2234" y="784"/>
                  </a:cubicBezTo>
                  <a:lnTo>
                    <a:pt x="2289" y="784"/>
                  </a:lnTo>
                  <a:lnTo>
                    <a:pt x="2289" y="694"/>
                  </a:lnTo>
                  <a:lnTo>
                    <a:pt x="2248" y="694"/>
                  </a:lnTo>
                  <a:lnTo>
                    <a:pt x="2248" y="696"/>
                  </a:lnTo>
                  <a:close/>
                  <a:moveTo>
                    <a:pt x="2453" y="432"/>
                  </a:moveTo>
                  <a:lnTo>
                    <a:pt x="2453" y="237"/>
                  </a:lnTo>
                  <a:lnTo>
                    <a:pt x="2346" y="237"/>
                  </a:lnTo>
                  <a:lnTo>
                    <a:pt x="2346" y="788"/>
                  </a:lnTo>
                  <a:lnTo>
                    <a:pt x="2453" y="788"/>
                  </a:lnTo>
                  <a:lnTo>
                    <a:pt x="2453" y="567"/>
                  </a:lnTo>
                  <a:cubicBezTo>
                    <a:pt x="2453" y="495"/>
                    <a:pt x="2490" y="452"/>
                    <a:pt x="2553" y="452"/>
                  </a:cubicBezTo>
                  <a:cubicBezTo>
                    <a:pt x="2615" y="452"/>
                    <a:pt x="2647" y="493"/>
                    <a:pt x="2647" y="557"/>
                  </a:cubicBezTo>
                  <a:lnTo>
                    <a:pt x="2647" y="784"/>
                  </a:lnTo>
                  <a:lnTo>
                    <a:pt x="2754" y="784"/>
                  </a:lnTo>
                  <a:lnTo>
                    <a:pt x="2754" y="546"/>
                  </a:lnTo>
                  <a:cubicBezTo>
                    <a:pt x="2754" y="440"/>
                    <a:pt x="2676" y="368"/>
                    <a:pt x="2580" y="368"/>
                  </a:cubicBezTo>
                  <a:cubicBezTo>
                    <a:pt x="2516" y="368"/>
                    <a:pt x="2477" y="391"/>
                    <a:pt x="2453" y="432"/>
                  </a:cubicBezTo>
                  <a:close/>
                  <a:moveTo>
                    <a:pt x="2744" y="235"/>
                  </a:moveTo>
                  <a:lnTo>
                    <a:pt x="2744" y="252"/>
                  </a:lnTo>
                  <a:lnTo>
                    <a:pt x="2779" y="252"/>
                  </a:lnTo>
                  <a:lnTo>
                    <a:pt x="2779" y="358"/>
                  </a:lnTo>
                  <a:lnTo>
                    <a:pt x="2799" y="358"/>
                  </a:lnTo>
                  <a:lnTo>
                    <a:pt x="2799" y="252"/>
                  </a:lnTo>
                  <a:lnTo>
                    <a:pt x="2832" y="252"/>
                  </a:lnTo>
                  <a:lnTo>
                    <a:pt x="2832" y="235"/>
                  </a:lnTo>
                  <a:lnTo>
                    <a:pt x="2744" y="235"/>
                  </a:lnTo>
                  <a:close/>
                  <a:moveTo>
                    <a:pt x="2963" y="235"/>
                  </a:moveTo>
                  <a:lnTo>
                    <a:pt x="2920" y="333"/>
                  </a:lnTo>
                  <a:lnTo>
                    <a:pt x="2879" y="235"/>
                  </a:lnTo>
                  <a:lnTo>
                    <a:pt x="2854" y="235"/>
                  </a:lnTo>
                  <a:lnTo>
                    <a:pt x="2854" y="358"/>
                  </a:lnTo>
                  <a:lnTo>
                    <a:pt x="2873" y="358"/>
                  </a:lnTo>
                  <a:lnTo>
                    <a:pt x="2873" y="264"/>
                  </a:lnTo>
                  <a:lnTo>
                    <a:pt x="2914" y="358"/>
                  </a:lnTo>
                  <a:lnTo>
                    <a:pt x="2928" y="358"/>
                  </a:lnTo>
                  <a:lnTo>
                    <a:pt x="2967" y="264"/>
                  </a:lnTo>
                  <a:lnTo>
                    <a:pt x="2967" y="358"/>
                  </a:lnTo>
                  <a:lnTo>
                    <a:pt x="2985" y="358"/>
                  </a:lnTo>
                  <a:lnTo>
                    <a:pt x="2985" y="235"/>
                  </a:lnTo>
                  <a:lnTo>
                    <a:pt x="2963" y="23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pic>
        <p:nvPicPr>
          <p:cNvPr id="263" name="Graphic 262">
            <a:extLst>
              <a:ext uri="{FF2B5EF4-FFF2-40B4-BE49-F238E27FC236}">
                <a16:creationId xmlns:a16="http://schemas.microsoft.com/office/drawing/2014/main" id="{0315DF1B-6E90-8587-D932-13CB5324F7D2}"/>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1752600"/>
            <a:ext cx="2319387" cy="309252"/>
          </a:xfrm>
          <a:prstGeom prst="rect">
            <a:avLst/>
          </a:prstGeom>
        </p:spPr>
      </p:pic>
      <p:pic>
        <p:nvPicPr>
          <p:cNvPr id="264" name="Graphic 263">
            <a:extLst>
              <a:ext uri="{FF2B5EF4-FFF2-40B4-BE49-F238E27FC236}">
                <a16:creationId xmlns:a16="http://schemas.microsoft.com/office/drawing/2014/main" id="{17D6662B-D832-86BD-72DC-AB08E396A335}"/>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85865" y="4160542"/>
            <a:ext cx="2393691" cy="294241"/>
          </a:xfrm>
          <a:prstGeom prst="rect">
            <a:avLst/>
          </a:prstGeom>
        </p:spPr>
      </p:pic>
      <p:pic>
        <p:nvPicPr>
          <p:cNvPr id="265" name="Graphic 264">
            <a:extLst>
              <a:ext uri="{FF2B5EF4-FFF2-40B4-BE49-F238E27FC236}">
                <a16:creationId xmlns:a16="http://schemas.microsoft.com/office/drawing/2014/main" id="{4A9CE9A2-3A6C-F61F-A5D8-590E33B14F7F}"/>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573837" y="4800562"/>
            <a:ext cx="1895360" cy="480047"/>
          </a:xfrm>
          <a:prstGeom prst="rect">
            <a:avLst/>
          </a:prstGeom>
        </p:spPr>
      </p:pic>
    </p:spTree>
    <p:extLst>
      <p:ext uri="{BB962C8B-B14F-4D97-AF65-F5344CB8AC3E}">
        <p14:creationId xmlns:p14="http://schemas.microsoft.com/office/powerpoint/2010/main" val="359813741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5CCE-88AC-7241-B3B2-1DA579D3B1BC}"/>
              </a:ext>
            </a:extLst>
          </p:cNvPr>
          <p:cNvSpPr>
            <a:spLocks noGrp="1"/>
          </p:cNvSpPr>
          <p:nvPr>
            <p:ph type="title"/>
          </p:nvPr>
        </p:nvSpPr>
        <p:spPr>
          <a:xfrm>
            <a:off x="571500" y="571501"/>
            <a:ext cx="11049000" cy="990600"/>
          </a:xfrm>
        </p:spPr>
        <p:txBody>
          <a:bodyPr/>
          <a:lstStyle/>
          <a:p>
            <a:r>
              <a:rPr lang="en-US" sz="5400"/>
              <a:t>Additional Resources</a:t>
            </a:r>
          </a:p>
        </p:txBody>
      </p:sp>
      <p:sp>
        <p:nvSpPr>
          <p:cNvPr id="7" name="TextBox 6">
            <a:extLst>
              <a:ext uri="{FF2B5EF4-FFF2-40B4-BE49-F238E27FC236}">
                <a16:creationId xmlns:a16="http://schemas.microsoft.com/office/drawing/2014/main" id="{AE7E0489-DE63-0534-7FB5-94BD0CCF77B8}"/>
              </a:ext>
            </a:extLst>
          </p:cNvPr>
          <p:cNvSpPr txBox="1">
            <a:spLocks/>
          </p:cNvSpPr>
          <p:nvPr/>
        </p:nvSpPr>
        <p:spPr>
          <a:xfrm>
            <a:off x="3390899" y="2443700"/>
            <a:ext cx="2324102" cy="2661704"/>
          </a:xfrm>
          <a:prstGeom prst="rect">
            <a:avLst/>
          </a:prstGeom>
          <a:noFill/>
        </p:spPr>
        <p:txBody>
          <a:bodyPr wrap="square" lIns="0" tIns="0" rIns="0" bIns="0" rtlCol="0" anchor="t">
            <a:noAutofit/>
          </a:bodyPr>
          <a:lstStyle/>
          <a:p>
            <a:pPr>
              <a:lnSpc>
                <a:spcPct val="110000"/>
              </a:lnSpc>
              <a:spcAft>
                <a:spcPts val="1000"/>
              </a:spcAft>
            </a:pPr>
            <a:r>
              <a:rPr lang="en-US" b="1"/>
              <a:t>Brand guide </a:t>
            </a:r>
          </a:p>
          <a:p>
            <a:pPr>
              <a:lnSpc>
                <a:spcPct val="110000"/>
              </a:lnSpc>
              <a:spcAft>
                <a:spcPts val="1000"/>
              </a:spcAft>
            </a:pPr>
            <a:r>
              <a:rPr lang="en-US"/>
              <a:t>Your essential, </a:t>
            </a:r>
            <a:br>
              <a:rPr lang="en-US"/>
            </a:br>
            <a:r>
              <a:rPr lang="en-US"/>
              <a:t>must-have guide </a:t>
            </a:r>
            <a:br>
              <a:rPr lang="en-US"/>
            </a:br>
            <a:r>
              <a:rPr lang="en-US"/>
              <a:t>to our brand </a:t>
            </a:r>
            <a:br>
              <a:rPr lang="en-US"/>
            </a:br>
            <a:r>
              <a:rPr lang="en-US"/>
              <a:t>and how to use it</a:t>
            </a:r>
          </a:p>
        </p:txBody>
      </p:sp>
      <p:sp>
        <p:nvSpPr>
          <p:cNvPr id="10" name="Rectangle 9">
            <a:extLst>
              <a:ext uri="{FF2B5EF4-FFF2-40B4-BE49-F238E27FC236}">
                <a16:creationId xmlns:a16="http://schemas.microsoft.com/office/drawing/2014/main" id="{8ECE6E32-77D6-E9DD-DFBF-1C35897A2B69}"/>
              </a:ext>
              <a:ext uri="{C183D7F6-B498-43B3-948B-1728B52AA6E4}">
                <adec:decorative xmlns:adec="http://schemas.microsoft.com/office/drawing/2017/decorative" val="0"/>
              </a:ext>
            </a:extLst>
          </p:cNvPr>
          <p:cNvSpPr/>
          <p:nvPr/>
        </p:nvSpPr>
        <p:spPr>
          <a:xfrm>
            <a:off x="571500" y="5341564"/>
            <a:ext cx="1303867" cy="4685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sz="1600" b="1">
                <a:solidFill>
                  <a:schemeClr val="tx1"/>
                </a:solidFill>
                <a:hlinkClick r:id="rId3">
                  <a:extLst>
                    <a:ext uri="{A12FA001-AC4F-418D-AE19-62706E023703}">
                      <ahyp:hlinkClr xmlns:ahyp="http://schemas.microsoft.com/office/drawing/2018/hyperlinkcolor" val="tx"/>
                    </a:ext>
                  </a:extLst>
                </a:hlinkClick>
              </a:rPr>
              <a:t>Visit site</a:t>
            </a:r>
            <a:endParaRPr lang="en-US" sz="1600" b="1">
              <a:solidFill>
                <a:schemeClr val="tx1"/>
              </a:solidFill>
            </a:endParaRPr>
          </a:p>
        </p:txBody>
      </p:sp>
      <p:sp>
        <p:nvSpPr>
          <p:cNvPr id="8" name="TextBox 7">
            <a:extLst>
              <a:ext uri="{FF2B5EF4-FFF2-40B4-BE49-F238E27FC236}">
                <a16:creationId xmlns:a16="http://schemas.microsoft.com/office/drawing/2014/main" id="{C04B76DC-8323-4332-F65E-B6243DA70464}"/>
              </a:ext>
            </a:extLst>
          </p:cNvPr>
          <p:cNvSpPr txBox="1">
            <a:spLocks/>
          </p:cNvSpPr>
          <p:nvPr/>
        </p:nvSpPr>
        <p:spPr>
          <a:xfrm>
            <a:off x="6191162" y="2443701"/>
            <a:ext cx="2586860" cy="2661704"/>
          </a:xfrm>
          <a:prstGeom prst="rect">
            <a:avLst/>
          </a:prstGeom>
          <a:noFill/>
        </p:spPr>
        <p:txBody>
          <a:bodyPr wrap="square" lIns="0" tIns="0" rIns="0" bIns="0" rtlCol="0" anchor="t">
            <a:noAutofit/>
          </a:bodyPr>
          <a:lstStyle/>
          <a:p>
            <a:pPr>
              <a:lnSpc>
                <a:spcPct val="110000"/>
              </a:lnSpc>
              <a:spcAft>
                <a:spcPts val="1000"/>
              </a:spcAft>
            </a:pPr>
            <a:r>
              <a:rPr lang="en-US" b="1"/>
              <a:t>Templates</a:t>
            </a:r>
          </a:p>
          <a:p>
            <a:pPr>
              <a:lnSpc>
                <a:spcPct val="110000"/>
              </a:lnSpc>
              <a:spcAft>
                <a:spcPts val="1000"/>
              </a:spcAft>
            </a:pPr>
            <a:r>
              <a:rPr lang="en-US"/>
              <a:t>Templates for PowerPoint in A4 vertical and horizontal, Google Slides, one-pagers, SPROs, storytelling, whitepapers, word letterhead</a:t>
            </a:r>
          </a:p>
        </p:txBody>
      </p:sp>
      <p:sp>
        <p:nvSpPr>
          <p:cNvPr id="11" name="Rectangle 10">
            <a:extLst>
              <a:ext uri="{FF2B5EF4-FFF2-40B4-BE49-F238E27FC236}">
                <a16:creationId xmlns:a16="http://schemas.microsoft.com/office/drawing/2014/main" id="{CDC4ED41-AAE2-AD63-1BE7-C8129AA61D11}"/>
              </a:ext>
              <a:ext uri="{C183D7F6-B498-43B3-948B-1728B52AA6E4}">
                <adec:decorative xmlns:adec="http://schemas.microsoft.com/office/drawing/2017/decorative" val="0"/>
              </a:ext>
            </a:extLst>
          </p:cNvPr>
          <p:cNvSpPr/>
          <p:nvPr/>
        </p:nvSpPr>
        <p:spPr>
          <a:xfrm>
            <a:off x="6191163" y="5341565"/>
            <a:ext cx="1303867" cy="4685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sz="1600" b="1">
                <a:solidFill>
                  <a:schemeClr val="tx1"/>
                </a:solidFill>
                <a:hlinkClick r:id="rId4">
                  <a:extLst>
                    <a:ext uri="{A12FA001-AC4F-418D-AE19-62706E023703}">
                      <ahyp:hlinkClr xmlns:ahyp="http://schemas.microsoft.com/office/drawing/2018/hyperlinkcolor" val="tx"/>
                    </a:ext>
                  </a:extLst>
                </a:hlinkClick>
              </a:rPr>
              <a:t>Visit site</a:t>
            </a:r>
            <a:endParaRPr lang="en-US" sz="1600" b="1">
              <a:solidFill>
                <a:schemeClr val="tx1"/>
              </a:solidFill>
            </a:endParaRPr>
          </a:p>
        </p:txBody>
      </p:sp>
      <p:sp>
        <p:nvSpPr>
          <p:cNvPr id="9" name="TextBox 8">
            <a:extLst>
              <a:ext uri="{FF2B5EF4-FFF2-40B4-BE49-F238E27FC236}">
                <a16:creationId xmlns:a16="http://schemas.microsoft.com/office/drawing/2014/main" id="{701B146B-B356-AC1D-C27D-B2048A32AEAE}"/>
              </a:ext>
            </a:extLst>
          </p:cNvPr>
          <p:cNvSpPr txBox="1">
            <a:spLocks/>
          </p:cNvSpPr>
          <p:nvPr/>
        </p:nvSpPr>
        <p:spPr>
          <a:xfrm>
            <a:off x="9043347" y="2443700"/>
            <a:ext cx="2577152" cy="2661704"/>
          </a:xfrm>
          <a:prstGeom prst="rect">
            <a:avLst/>
          </a:prstGeom>
          <a:noFill/>
        </p:spPr>
        <p:txBody>
          <a:bodyPr wrap="square" lIns="0" tIns="0" rIns="0" bIns="0" rtlCol="0" anchor="t">
            <a:noAutofit/>
          </a:bodyPr>
          <a:lstStyle/>
          <a:p>
            <a:pPr>
              <a:lnSpc>
                <a:spcPct val="110000"/>
              </a:lnSpc>
              <a:spcAft>
                <a:spcPts val="1000"/>
              </a:spcAft>
            </a:pPr>
            <a:r>
              <a:rPr lang="en-US" b="1"/>
              <a:t>PowerPoint Trainings </a:t>
            </a:r>
          </a:p>
          <a:p>
            <a:pPr>
              <a:lnSpc>
                <a:spcPct val="110000"/>
              </a:lnSpc>
              <a:spcAft>
                <a:spcPts val="1000"/>
              </a:spcAft>
            </a:pPr>
            <a:r>
              <a:rPr lang="en-US"/>
              <a:t>Watch on-demand trainings to understand how to be efficient and effective when creating presentations</a:t>
            </a:r>
          </a:p>
        </p:txBody>
      </p:sp>
      <p:sp>
        <p:nvSpPr>
          <p:cNvPr id="12" name="Rectangle 11">
            <a:extLst>
              <a:ext uri="{FF2B5EF4-FFF2-40B4-BE49-F238E27FC236}">
                <a16:creationId xmlns:a16="http://schemas.microsoft.com/office/drawing/2014/main" id="{CC16968C-2692-243B-A9C7-7ADEB2419226}"/>
              </a:ext>
              <a:ext uri="{C183D7F6-B498-43B3-948B-1728B52AA6E4}">
                <adec:decorative xmlns:adec="http://schemas.microsoft.com/office/drawing/2017/decorative" val="0"/>
              </a:ext>
            </a:extLst>
          </p:cNvPr>
          <p:cNvSpPr/>
          <p:nvPr/>
        </p:nvSpPr>
        <p:spPr>
          <a:xfrm>
            <a:off x="9043348" y="5344489"/>
            <a:ext cx="1303867" cy="4685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sz="1600" b="1">
                <a:solidFill>
                  <a:schemeClr val="tx1"/>
                </a:solidFill>
                <a:hlinkClick r:id="rId5">
                  <a:extLst>
                    <a:ext uri="{A12FA001-AC4F-418D-AE19-62706E023703}">
                      <ahyp:hlinkClr xmlns:ahyp="http://schemas.microsoft.com/office/drawing/2018/hyperlinkcolor" val="tx"/>
                    </a:ext>
                  </a:extLst>
                </a:hlinkClick>
              </a:rPr>
              <a:t>Visit site</a:t>
            </a:r>
          </a:p>
        </p:txBody>
      </p:sp>
      <p:sp>
        <p:nvSpPr>
          <p:cNvPr id="3" name="Date Placeholder 2">
            <a:extLst>
              <a:ext uri="{FF2B5EF4-FFF2-40B4-BE49-F238E27FC236}">
                <a16:creationId xmlns:a16="http://schemas.microsoft.com/office/drawing/2014/main" id="{9D2CA25B-220F-929A-495E-36EC8EE6FF9B}"/>
              </a:ext>
              <a:ext uri="{C183D7F6-B498-43B3-948B-1728B52AA6E4}">
                <adec:decorative xmlns:adec="http://schemas.microsoft.com/office/drawing/2017/decorative" val="1"/>
              </a:ext>
            </a:extLst>
          </p:cNvPr>
          <p:cNvSpPr>
            <a:spLocks noGrp="1"/>
          </p:cNvSpPr>
          <p:nvPr>
            <p:ph type="dt" sz="half" idx="10"/>
          </p:nvPr>
        </p:nvSpPr>
        <p:spPr/>
        <p:txBody>
          <a:bodyPr/>
          <a:lstStyle/>
          <a:p>
            <a:fld id="{742C9359-6A45-455D-AA59-55702073E005}" type="datetimeyyyy">
              <a:rPr lang="en-US" smtClean="0"/>
              <a:t>2025</a:t>
            </a:fld>
            <a:endParaRPr lang="en-US"/>
          </a:p>
        </p:txBody>
      </p:sp>
      <p:sp>
        <p:nvSpPr>
          <p:cNvPr id="4" name="Footer Placeholder 3">
            <a:extLst>
              <a:ext uri="{FF2B5EF4-FFF2-40B4-BE49-F238E27FC236}">
                <a16:creationId xmlns:a16="http://schemas.microsoft.com/office/drawing/2014/main" id="{86C84319-A4D3-F53E-ACCF-F5EF1A53F46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D9B318F1-C4BF-6C67-D557-DCBDD531378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174</a:t>
            </a:fld>
            <a:endParaRPr lang="en-US"/>
          </a:p>
        </p:txBody>
      </p:sp>
      <p:sp>
        <p:nvSpPr>
          <p:cNvPr id="6" name="TextBox 5">
            <a:extLst>
              <a:ext uri="{FF2B5EF4-FFF2-40B4-BE49-F238E27FC236}">
                <a16:creationId xmlns:a16="http://schemas.microsoft.com/office/drawing/2014/main" id="{BE772AE6-FC84-CDF6-8E36-EF61A8A3577C}"/>
              </a:ext>
            </a:extLst>
          </p:cNvPr>
          <p:cNvSpPr txBox="1">
            <a:spLocks/>
          </p:cNvSpPr>
          <p:nvPr/>
        </p:nvSpPr>
        <p:spPr>
          <a:xfrm>
            <a:off x="571499" y="2443700"/>
            <a:ext cx="2324102" cy="2661704"/>
          </a:xfrm>
          <a:prstGeom prst="rect">
            <a:avLst/>
          </a:prstGeom>
          <a:noFill/>
        </p:spPr>
        <p:txBody>
          <a:bodyPr wrap="square" lIns="0" tIns="0" rIns="0" bIns="0" rtlCol="0" anchor="t">
            <a:noAutofit/>
          </a:bodyPr>
          <a:lstStyle/>
          <a:p>
            <a:pPr>
              <a:lnSpc>
                <a:spcPct val="110000"/>
              </a:lnSpc>
              <a:spcAft>
                <a:spcPts val="1000"/>
              </a:spcAft>
            </a:pPr>
            <a:r>
              <a:rPr lang="en-US" b="1"/>
              <a:t>Creative library</a:t>
            </a:r>
          </a:p>
          <a:p>
            <a:pPr>
              <a:lnSpc>
                <a:spcPct val="110000"/>
              </a:lnSpc>
              <a:spcAft>
                <a:spcPts val="1000"/>
              </a:spcAft>
            </a:pPr>
            <a:r>
              <a:rPr lang="en-US"/>
              <a:t>An ever-growing library of brand assets including logos, photos, icons, illustrations, and more</a:t>
            </a:r>
          </a:p>
        </p:txBody>
      </p:sp>
      <p:sp>
        <p:nvSpPr>
          <p:cNvPr id="13" name="Rectangle 12">
            <a:extLst>
              <a:ext uri="{FF2B5EF4-FFF2-40B4-BE49-F238E27FC236}">
                <a16:creationId xmlns:a16="http://schemas.microsoft.com/office/drawing/2014/main" id="{8C804C3D-2640-6510-D22D-5EE360468DB3}"/>
              </a:ext>
              <a:ext uri="{C183D7F6-B498-43B3-948B-1728B52AA6E4}">
                <adec:decorative xmlns:adec="http://schemas.microsoft.com/office/drawing/2017/decorative" val="0"/>
              </a:ext>
            </a:extLst>
          </p:cNvPr>
          <p:cNvSpPr/>
          <p:nvPr/>
        </p:nvSpPr>
        <p:spPr>
          <a:xfrm>
            <a:off x="3390900" y="5341566"/>
            <a:ext cx="1303867" cy="4685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sz="1600" b="1">
                <a:solidFill>
                  <a:schemeClr val="tx1"/>
                </a:solidFill>
                <a:hlinkClick r:id="rId6">
                  <a:extLst>
                    <a:ext uri="{A12FA001-AC4F-418D-AE19-62706E023703}">
                      <ahyp:hlinkClr xmlns:ahyp="http://schemas.microsoft.com/office/drawing/2018/hyperlinkcolor" val="tx"/>
                    </a:ext>
                  </a:extLst>
                </a:hlinkClick>
              </a:rPr>
              <a:t>Visit site</a:t>
            </a:r>
            <a:endParaRPr lang="en-US" sz="1600" b="1">
              <a:solidFill>
                <a:schemeClr val="tx1"/>
              </a:solidFill>
            </a:endParaRPr>
          </a:p>
        </p:txBody>
      </p:sp>
    </p:spTree>
    <p:extLst>
      <p:ext uri="{BB962C8B-B14F-4D97-AF65-F5344CB8AC3E}">
        <p14:creationId xmlns:p14="http://schemas.microsoft.com/office/powerpoint/2010/main" val="2237184375"/>
      </p:ext>
    </p:extLst>
  </p:cSld>
  <p:clrMapOvr>
    <a:masterClrMapping/>
  </p:clrMapOvr>
</p:sld>
</file>

<file path=ppt/theme/theme1.xml><?xml version="1.0" encoding="utf-8"?>
<a:theme xmlns:a="http://schemas.openxmlformats.org/drawingml/2006/main" name="Slalom 2022">
  <a:themeElements>
    <a:clrScheme name="Custom 1">
      <a:dk1>
        <a:srgbClr val="000000"/>
      </a:dk1>
      <a:lt1>
        <a:sysClr val="window" lastClr="FFFFFF"/>
      </a:lt1>
      <a:dk2>
        <a:srgbClr val="666666"/>
      </a:dk2>
      <a:lt2>
        <a:srgbClr val="E6E6E6"/>
      </a:lt2>
      <a:accent1>
        <a:srgbClr val="0C62FB"/>
      </a:accent1>
      <a:accent2>
        <a:srgbClr val="002FAF"/>
      </a:accent2>
      <a:accent3>
        <a:srgbClr val="1BE1F2"/>
      </a:accent3>
      <a:accent4>
        <a:srgbClr val="FF4D5F"/>
      </a:accent4>
      <a:accent5>
        <a:srgbClr val="C7B9FF"/>
      </a:accent5>
      <a:accent6>
        <a:srgbClr val="DEFF4D"/>
      </a:accent6>
      <a:hlink>
        <a:srgbClr val="0C62FB"/>
      </a:hlink>
      <a:folHlink>
        <a:srgbClr val="0C62FB"/>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110000"/>
          </a:lnSpc>
          <a:spcBef>
            <a:spcPts val="1000"/>
          </a:spcBef>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w="9525" cap="flat">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1000"/>
          </a:spcBef>
          <a:defRPr dirty="0"/>
        </a:defPPr>
      </a:lstStyle>
    </a:txDef>
  </a:objectDefaults>
  <a:extraClrSchemeLst/>
  <a:custClrLst>
    <a:custClr name="Cyan Dark 3">
      <a:srgbClr val="00BAD6"/>
    </a:custClr>
    <a:custClr name="Cyan Dark 2">
      <a:srgbClr val="05C4DE"/>
    </a:custClr>
    <a:custClr name="Cyan Dark 1">
      <a:srgbClr val="0ED3EB"/>
    </a:custClr>
    <a:custClr name="Cyan Light 1">
      <a:srgbClr val="60EAF5"/>
    </a:custClr>
    <a:custClr name="Cyan Light 2">
      <a:srgbClr val="8CF0F9"/>
    </a:custClr>
    <a:custClr name="Cyan Light 3">
      <a:srgbClr val="D1F9FD"/>
    </a:custClr>
    <a:custClr name="BLANK">
      <a:srgbClr val="FFFFFF"/>
    </a:custClr>
    <a:custClr name="BLANK">
      <a:srgbClr val="FFFFFF"/>
    </a:custClr>
    <a:custClr name="BLANK">
      <a:srgbClr val="FFFFFF"/>
    </a:custClr>
    <a:custClr name="BLANK">
      <a:srgbClr val="FFFFFF"/>
    </a:custClr>
    <a:custClr name="Coral Red Dark 3">
      <a:srgbClr val="E6154A"/>
    </a:custClr>
    <a:custClr name="Coral Red Dark 2">
      <a:srgbClr val="F1214B"/>
    </a:custClr>
    <a:custClr name="Coral Red Dark 1">
      <a:srgbClr val="F53958"/>
    </a:custClr>
    <a:custClr name="Coral Red Light 1">
      <a:srgbClr val="FF5F6F"/>
    </a:custClr>
    <a:custClr name="Coral Red Light 2">
      <a:srgbClr val="FF7F8C"/>
    </a:custClr>
    <a:custClr name="Coral Red Light 3">
      <a:srgbClr val="FFDBDF"/>
    </a:custClr>
    <a:custClr name="BLANK">
      <a:srgbClr val="FFFFFF"/>
    </a:custClr>
    <a:custClr name="BLANK">
      <a:srgbClr val="FFFFFF"/>
    </a:custClr>
    <a:custClr name="BLANK">
      <a:srgbClr val="FFFFFF"/>
    </a:custClr>
    <a:custClr name="BLANK">
      <a:srgbClr val="FFFFFF"/>
    </a:custClr>
    <a:custClr name="Purple Dark 3">
      <a:srgbClr val="9488F0"/>
    </a:custClr>
    <a:custClr name="Purple Dark 2">
      <a:srgbClr val="A099F8"/>
    </a:custClr>
    <a:custClr name="Purple Dark 1">
      <a:srgbClr val="B6ACF9"/>
    </a:custClr>
    <a:custClr name="Purple Light 1">
      <a:srgbClr val="CCBFFF"/>
    </a:custClr>
    <a:custClr name="Purple Light 2">
      <a:srgbClr val="D3C7FF"/>
    </a:custClr>
    <a:custClr name="Purple Light 3">
      <a:srgbClr val="EEE9FF"/>
    </a:custClr>
    <a:custClr name="BLANK">
      <a:srgbClr val="FFFFFF"/>
    </a:custClr>
    <a:custClr name="BLANK">
      <a:srgbClr val="FFFFFF"/>
    </a:custClr>
    <a:custClr name="BLANK">
      <a:srgbClr val="FFFFFF"/>
    </a:custClr>
    <a:custClr name="BLANK">
      <a:srgbClr val="FFFFFF"/>
    </a:custClr>
    <a:custClr name="Chartreuse Dark 3">
      <a:srgbClr val="B3CC3E"/>
    </a:custClr>
    <a:custClr name="Chartreuse Dark 2">
      <a:srgbClr val="BDDD07"/>
    </a:custClr>
    <a:custClr name="Chartreuse Dark 1">
      <a:srgbClr val="CBEB0F"/>
    </a:custClr>
    <a:custClr name="Chartreuse Light 1">
      <a:srgbClr val="E7FF80"/>
    </a:custClr>
    <a:custClr name="Chartreuse Light 2">
      <a:srgbClr val="EFFFAA"/>
    </a:custClr>
    <a:custClr name="Chartreuse Light 3">
      <a:srgbClr val="F7FFD6"/>
    </a:custClr>
  </a:custClrLst>
  <a:extLst>
    <a:ext uri="{05A4C25C-085E-4340-85A3-A5531E510DB2}">
      <thm15:themeFamily xmlns:thm15="http://schemas.microsoft.com/office/thememl/2012/main" name="Slalom_16x9_PowerPoint_Jan2024" id="{70FB5A39-4145-BB47-8C29-5DEC941CE9DF}" vid="{68808B22-A949-FE4F-AF14-3F594FBD30D5}"/>
    </a:ext>
  </a:extLst>
</a:theme>
</file>

<file path=ppt/theme/theme2.xml><?xml version="1.0" encoding="utf-8"?>
<a:theme xmlns:a="http://schemas.openxmlformats.org/drawingml/2006/main" name="Office Theme">
  <a:themeElements>
    <a:clrScheme name="Slalom 2022">
      <a:dk1>
        <a:sysClr val="windowText" lastClr="000000"/>
      </a:dk1>
      <a:lt1>
        <a:sysClr val="window" lastClr="FFFFFF"/>
      </a:lt1>
      <a:dk2>
        <a:srgbClr val="8C8C8C"/>
      </a:dk2>
      <a:lt2>
        <a:srgbClr val="E8E8E8"/>
      </a:lt2>
      <a:accent1>
        <a:srgbClr val="002FAF"/>
      </a:accent1>
      <a:accent2>
        <a:srgbClr val="0C62FB"/>
      </a:accent2>
      <a:accent3>
        <a:srgbClr val="1BE1F2"/>
      </a:accent3>
      <a:accent4>
        <a:srgbClr val="FF4D5F"/>
      </a:accent4>
      <a:accent5>
        <a:srgbClr val="C7B9FF"/>
      </a:accent5>
      <a:accent6>
        <a:srgbClr val="DEFF4D"/>
      </a:accent6>
      <a:hlink>
        <a:srgbClr val="000000"/>
      </a:hlink>
      <a:folHlink>
        <a:srgbClr val="000000"/>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lalom 2022">
      <a:dk1>
        <a:sysClr val="windowText" lastClr="000000"/>
      </a:dk1>
      <a:lt1>
        <a:sysClr val="window" lastClr="FFFFFF"/>
      </a:lt1>
      <a:dk2>
        <a:srgbClr val="8C8C8C"/>
      </a:dk2>
      <a:lt2>
        <a:srgbClr val="E8E8E8"/>
      </a:lt2>
      <a:accent1>
        <a:srgbClr val="002FAF"/>
      </a:accent1>
      <a:accent2>
        <a:srgbClr val="0C62FB"/>
      </a:accent2>
      <a:accent3>
        <a:srgbClr val="1BE1F2"/>
      </a:accent3>
      <a:accent4>
        <a:srgbClr val="FF4D5F"/>
      </a:accent4>
      <a:accent5>
        <a:srgbClr val="C7B9FF"/>
      </a:accent5>
      <a:accent6>
        <a:srgbClr val="DEFF4D"/>
      </a:accent6>
      <a:hlink>
        <a:srgbClr val="000000"/>
      </a:hlink>
      <a:folHlink>
        <a:srgbClr val="000000"/>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FB3D78EAB7B349A2DE60DA8AE76919" ma:contentTypeVersion="20" ma:contentTypeDescription="Create a new document." ma:contentTypeScope="" ma:versionID="b6a1a6952d6f321bdace61b3c166ce54">
  <xsd:schema xmlns:xsd="http://www.w3.org/2001/XMLSchema" xmlns:xs="http://www.w3.org/2001/XMLSchema" xmlns:p="http://schemas.microsoft.com/office/2006/metadata/properties" xmlns:ns2="8c5e5b46-7543-42a4-9559-aaa1d573aff5" xmlns:ns3="aceacf8c-c4c7-467d-906a-dc42da4fbee6" xmlns:ns4="f230f452-75e4-4b0a-ae46-19d41b8bc0d0" targetNamespace="http://schemas.microsoft.com/office/2006/metadata/properties" ma:root="true" ma:fieldsID="47fe21e5238599d9b1459592ee0f5170" ns2:_="" ns3:_="" ns4:_="">
    <xsd:import namespace="8c5e5b46-7543-42a4-9559-aaa1d573aff5"/>
    <xsd:import namespace="aceacf8c-c4c7-467d-906a-dc42da4fbee6"/>
    <xsd:import namespace="f230f452-75e4-4b0a-ae46-19d41b8bc0d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4:TaxCatchAll" minOccurs="0"/>
                <xsd:element ref="ns2:Notes" minOccurs="0"/>
                <xsd:element ref="ns2:MediaServiceObjectDetectorVersions" minOccurs="0"/>
                <xsd:element ref="ns2:MediaServiceSearchProperties" minOccurs="0"/>
                <xsd:element ref="ns2:Ac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5e5b46-7543-42a4-9559-aaa1d573af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b55382-b84b-4de7-b042-61b6344f4076" ma:termSetId="09814cd3-568e-fe90-9814-8d621ff8fb84" ma:anchorId="fba54fb3-c3e1-fe81-a776-ca4b69148c4d" ma:open="true" ma:isKeyword="false">
      <xsd:complexType>
        <xsd:sequence>
          <xsd:element ref="pc:Terms" minOccurs="0" maxOccurs="1"/>
        </xsd:sequence>
      </xsd:complexType>
    </xsd:element>
    <xsd:element name="Notes" ma:index="24" nillable="true" ma:displayName="Notes" ma:format="Dropdown" ma:internalName="Notes">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ccount" ma:index="27" nillable="true" ma:displayName="Account" ma:format="Dropdown" ma:internalName="Accou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ceacf8c-c4c7-467d-906a-dc42da4fbee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30f452-75e4-4b0a-ae46-19d41b8bc0d0"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95bab4f7-ea57-43b9-a968-def702d78ae9}" ma:internalName="TaxCatchAll" ma:showField="CatchAllData" ma:web="aceacf8c-c4c7-467d-906a-dc42da4fbee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aceacf8c-c4c7-467d-906a-dc42da4fbee6">
      <UserInfo>
        <DisplayName>Ivo Graf</DisplayName>
        <AccountId>2239</AccountId>
        <AccountType/>
      </UserInfo>
      <UserInfo>
        <DisplayName>Katie Wharton</DisplayName>
        <AccountId>6651</AccountId>
        <AccountType/>
      </UserInfo>
      <UserInfo>
        <DisplayName>Cindy Massey</DisplayName>
        <AccountId>1602</AccountId>
        <AccountType/>
      </UserInfo>
      <UserInfo>
        <DisplayName>Taylor Tyger</DisplayName>
        <AccountId>959</AccountId>
        <AccountType/>
      </UserInfo>
      <UserInfo>
        <DisplayName>Katie Correa</DisplayName>
        <AccountId>592</AccountId>
        <AccountType/>
      </UserInfo>
      <UserInfo>
        <DisplayName>Mike Caulley</DisplayName>
        <AccountId>3241</AccountId>
        <AccountType/>
      </UserInfo>
      <UserInfo>
        <DisplayName>Mollie Edwards</DisplayName>
        <AccountId>188</AccountId>
        <AccountType/>
      </UserInfo>
    </SharedWithUsers>
    <Notes xmlns="8c5e5b46-7543-42a4-9559-aaa1d573aff5" xsi:nil="true"/>
    <Account xmlns="8c5e5b46-7543-42a4-9559-aaa1d573aff5" xsi:nil="true"/>
    <lcf76f155ced4ddcb4097134ff3c332f xmlns="8c5e5b46-7543-42a4-9559-aaa1d573aff5">
      <Terms xmlns="http://schemas.microsoft.com/office/infopath/2007/PartnerControls"/>
    </lcf76f155ced4ddcb4097134ff3c332f>
    <TaxCatchAll xmlns="f230f452-75e4-4b0a-ae46-19d41b8bc0d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524937-0DB3-49B8-98D6-8BE0D79B21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5e5b46-7543-42a4-9559-aaa1d573aff5"/>
    <ds:schemaRef ds:uri="aceacf8c-c4c7-467d-906a-dc42da4fbee6"/>
    <ds:schemaRef ds:uri="f230f452-75e4-4b0a-ae46-19d41b8bc0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6B806F-11CF-4122-B5DD-B11E9D17D4A1}">
  <ds:schemaRefs>
    <ds:schemaRef ds:uri="http://purl.org/dc/elements/1.1/"/>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purl.org/dc/terms/"/>
    <ds:schemaRef ds:uri="f7d52e7a-946b-4505-aa7e-918aaf0b1582"/>
    <ds:schemaRef ds:uri="688f81b3-add1-4848-9903-9e79280bdbc2"/>
    <ds:schemaRef ds:uri="http://purl.org/dc/dcmitype/"/>
    <ds:schemaRef ds:uri="aceacf8c-c4c7-467d-906a-dc42da4fbee6"/>
    <ds:schemaRef ds:uri="8c5e5b46-7543-42a4-9559-aaa1d573aff5"/>
    <ds:schemaRef ds:uri="f230f452-75e4-4b0a-ae46-19d41b8bc0d0"/>
  </ds:schemaRefs>
</ds:datastoreItem>
</file>

<file path=customXml/itemProps3.xml><?xml version="1.0" encoding="utf-8"?>
<ds:datastoreItem xmlns:ds="http://schemas.openxmlformats.org/officeDocument/2006/customXml" ds:itemID="{A4BD5647-9039-4C89-99F0-07A7FBDCB90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Slalom 2022</Template>
  <TotalTime>55</TotalTime>
  <Words>24856</Words>
  <Application>Microsoft Office PowerPoint</Application>
  <PresentationFormat>Widescreen</PresentationFormat>
  <Paragraphs>3302</Paragraphs>
  <Slides>174</Slides>
  <Notes>22</Notes>
  <HiddenSlides>0</HiddenSlides>
  <MMClips>0</MMClips>
  <ScaleCrop>false</ScaleCrop>
  <HeadingPairs>
    <vt:vector size="4" baseType="variant">
      <vt:variant>
        <vt:lpstr>Theme</vt:lpstr>
      </vt:variant>
      <vt:variant>
        <vt:i4>1</vt:i4>
      </vt:variant>
      <vt:variant>
        <vt:lpstr>Slide Titles</vt:lpstr>
      </vt:variant>
      <vt:variant>
        <vt:i4>174</vt:i4>
      </vt:variant>
    </vt:vector>
  </HeadingPairs>
  <TitlesOfParts>
    <vt:vector size="175" baseType="lpstr">
      <vt:lpstr>Slalom 2022</vt:lpstr>
      <vt:lpstr>Welcome to the Slalom PPT toolkit</vt:lpstr>
      <vt:lpstr>What’s included in this Slalom template?</vt:lpstr>
      <vt:lpstr>Formatting and design guidance available within this template</vt:lpstr>
      <vt:lpstr>General presentation tips</vt:lpstr>
      <vt:lpstr>Bringing previous content into this template</vt:lpstr>
      <vt:lpstr>Quick formatting trick for non-placeholder content</vt:lpstr>
      <vt:lpstr>Working with the background shapes on some layouts</vt:lpstr>
      <vt:lpstr>Using Smart Art for charts </vt:lpstr>
      <vt:lpstr>Recommendations for translation</vt:lpstr>
      <vt:lpstr>Accessibility tips Learn more about Slalom’s accessibility guidelines in our brand guide on Slalom One.</vt:lpstr>
      <vt:lpstr>Optional: How to use color blocks for navigation</vt:lpstr>
      <vt:lpstr>Notice of copyright</vt:lpstr>
      <vt:lpstr>Finalizing for delivery</vt:lpstr>
      <vt:lpstr>Cover slide headline two lines</vt:lpstr>
      <vt:lpstr>Cover slide  headline two lines</vt:lpstr>
      <vt:lpstr>Cover slide Partner logo</vt:lpstr>
      <vt:lpstr>Cover slide   Partner logo</vt:lpstr>
      <vt:lpstr>Cover slide with image</vt:lpstr>
      <vt:lpstr>Cover slide with image</vt:lpstr>
      <vt:lpstr>Cover slide with image</vt:lpstr>
      <vt:lpstr>Cover slide with image</vt:lpstr>
      <vt:lpstr>Cover slide with image</vt:lpstr>
      <vt:lpstr>Cover slide with image</vt:lpstr>
      <vt:lpstr>Presentation  contents</vt:lpstr>
      <vt:lpstr>Presentation  contents</vt:lpstr>
      <vt:lpstr>Today’s  agenda</vt:lpstr>
      <vt:lpstr>Summarize your agenda. Keep it focused on the client.</vt:lpstr>
      <vt:lpstr>Simple overview</vt:lpstr>
      <vt:lpstr>Our understanding </vt:lpstr>
      <vt:lpstr>Together, we’ve created great things</vt:lpstr>
      <vt:lpstr>Team introduction slide</vt:lpstr>
      <vt:lpstr>Team introduction slide</vt:lpstr>
      <vt:lpstr>Team introduction slide</vt:lpstr>
      <vt:lpstr>Section divider title  without intro text.    Three lines only.</vt:lpstr>
      <vt:lpstr>Section divider title  without intro text. Three lines only.</vt:lpstr>
      <vt:lpstr>Section name</vt:lpstr>
      <vt:lpstr>Section name</vt:lpstr>
      <vt:lpstr>Section name</vt:lpstr>
      <vt:lpstr>Section name</vt:lpstr>
      <vt:lpstr>Section name</vt:lpstr>
      <vt:lpstr>PowerPoint Presentation</vt:lpstr>
      <vt:lpstr>PowerPoint Presentation</vt:lpstr>
      <vt:lpstr>PowerPoint Presentation</vt:lpstr>
      <vt:lpstr>PowerPoint Presentation</vt:lpstr>
      <vt:lpstr>PowerPoint Presentation</vt:lpstr>
      <vt:lpstr>About Slalom</vt:lpstr>
      <vt:lpstr>PowerPoint Presentation</vt:lpstr>
      <vt:lpstr>Slalom is a next-generation professional services company creating value at the intersection of business, technology, and humanity. </vt:lpstr>
      <vt:lpstr>Slalom services</vt:lpstr>
      <vt:lpstr>Slalom  services</vt:lpstr>
      <vt:lpstr>PowerPoint Presentation</vt:lpstr>
      <vt:lpstr>Bringing customer love</vt:lpstr>
      <vt:lpstr>Local soul,  global scale</vt:lpstr>
      <vt:lpstr>Setting the  standard for  partnership</vt:lpstr>
      <vt:lpstr>Industry at Slalom</vt:lpstr>
      <vt:lpstr>We know industry</vt:lpstr>
      <vt:lpstr>Our clients  range from leading  global brands  to ambitious startups.</vt:lpstr>
      <vt:lpstr>Our company culture sets us apart.  These core values guide how we work  with our customers, teams, and communities.</vt:lpstr>
      <vt:lpstr>We believe in a world in  which every person  loves their life and work.</vt:lpstr>
      <vt:lpstr>Longer slide headline.  Should not exceed two lines.</vt:lpstr>
      <vt:lpstr>Slide headline.  Should not  exceed three lines. </vt:lpstr>
      <vt:lpstr>Shorter slide headline.  Should not exceed two lines. </vt:lpstr>
      <vt:lpstr>Shorter slide headline.  Should not exceed two lines. </vt:lpstr>
      <vt:lpstr>Shorter slide headline.  Should not exceed two lines. </vt:lpstr>
      <vt:lpstr>Shorter slide headline.  Should not exceed two lines.</vt:lpstr>
      <vt:lpstr>Shorter slide headline.  Should not exceed two lines. </vt:lpstr>
      <vt:lpstr>Shorter slide headline.  Should not exceed two lines. </vt:lpstr>
      <vt:lpstr>Shorter slide headline.  Should not exceed two lines. </vt:lpstr>
      <vt:lpstr>Shorter slide headline.  Should not exceed two lines. </vt:lpstr>
      <vt:lpstr>Slide headline. One line only.</vt:lpstr>
      <vt:lpstr>Slide headline. One line only.</vt:lpstr>
      <vt:lpstr>Slide headline. One line only.</vt:lpstr>
      <vt:lpstr>Slide headline. One line only.</vt:lpstr>
      <vt:lpstr>Longer slide headline.  Should not exceed two lines. </vt:lpstr>
      <vt:lpstr>Longer slide headline.  Should not exceed two lines. </vt:lpstr>
      <vt:lpstr>Slide headline.  Should not  exceed three lines. </vt:lpstr>
      <vt:lpstr>Slide headline.  Should not  exceed three lines. </vt:lpstr>
      <vt:lpstr>Iconography</vt:lpstr>
      <vt:lpstr>Iconography</vt:lpstr>
      <vt:lpstr>Iconography</vt:lpstr>
      <vt:lpstr>Slide headline. One line only.</vt:lpstr>
      <vt:lpstr>Allshore stats Week of 6 May, 2024</vt:lpstr>
      <vt:lpstr>Slide headline. One line only.</vt:lpstr>
      <vt:lpstr>Slide headline.  Four or five lines will fit in this space. </vt:lpstr>
      <vt:lpstr>Slide with larger body type recommended for presentations </vt:lpstr>
      <vt:lpstr>Slide with larger body type recommended for presentations </vt:lpstr>
      <vt:lpstr>Slide with larger body type recommended for presentations </vt:lpstr>
      <vt:lpstr>Slide with larger body type recommended for presentations </vt:lpstr>
      <vt:lpstr>Slide with larger body type for presentations</vt:lpstr>
      <vt:lpstr>Slide with larger body type recommended for presentations </vt:lpstr>
      <vt:lpstr>Table</vt:lpstr>
      <vt:lpstr>Comparison table   </vt:lpstr>
      <vt:lpstr>Chevron process</vt:lpstr>
      <vt:lpstr>Chevron process</vt:lpstr>
      <vt:lpstr>Gantt chart example</vt:lpstr>
      <vt:lpstr>Process visual</vt:lpstr>
      <vt:lpstr>Key activities during first [x] weeks</vt:lpstr>
      <vt:lpstr>Timeline slide 1</vt:lpstr>
      <vt:lpstr>BGCA Timeline Slide</vt:lpstr>
      <vt:lpstr>Pricing slide.  No more than three lines.</vt:lpstr>
      <vt:lpstr>Estimated discovery cost</vt:lpstr>
      <vt:lpstr>Diagram with 3 icons.</vt:lpstr>
      <vt:lpstr>Diagram with 4 icons.</vt:lpstr>
      <vt:lpstr>Diagram with 5 icons.</vt:lpstr>
      <vt:lpstr>Diagram with 6 icons.</vt:lpstr>
      <vt:lpstr>Device frame slide.  Image to be replaced.</vt:lpstr>
      <vt:lpstr>Device frame slide.  Image to be replaced.</vt:lpstr>
      <vt:lpstr>Device frame slide.  Image to be replaced.</vt:lpstr>
      <vt:lpstr>Device frame slide.  Image to be replaced.</vt:lpstr>
      <vt:lpstr>Bar graph. Headline should not exceed three lines.</vt:lpstr>
      <vt:lpstr>Bar graph. Headline should not exceed three lines.</vt:lpstr>
      <vt:lpstr>Bar graph. Headline should not exceed three lines.</vt:lpstr>
      <vt:lpstr>Comparison bar graph slide</vt:lpstr>
      <vt:lpstr>Flow chart</vt:lpstr>
      <vt:lpstr>Venn diagram.  Headline five lines or less.</vt:lpstr>
      <vt:lpstr>Pie chart. Headline should not exceed three lines.</vt:lpstr>
      <vt:lpstr>Doughnut chart. Headline should not exceed three lines.</vt:lpstr>
      <vt:lpstr>Comparison doughnut chart slide </vt:lpstr>
      <vt:lpstr>Line graph</vt:lpstr>
      <vt:lpstr>Waterfall chart</vt:lpstr>
      <vt:lpstr>Stacked column graph</vt:lpstr>
      <vt:lpstr>Firstname Lastname Space/for/pronouns</vt:lpstr>
      <vt:lpstr>Local soul,    global scale</vt:lpstr>
      <vt:lpstr>Australia &amp; New Zealand</vt:lpstr>
      <vt:lpstr>Canada</vt:lpstr>
      <vt:lpstr>Europe</vt:lpstr>
      <vt:lpstr>Japan</vt:lpstr>
      <vt:lpstr>United  States</vt:lpstr>
      <vt:lpstr>United  States</vt:lpstr>
      <vt:lpstr>PowerPoint Presentation</vt:lpstr>
      <vt:lpstr>PowerPoint Presentation</vt:lpstr>
      <vt:lpstr>PowerPoint Presentation</vt:lpstr>
      <vt:lpstr>PowerPoint Presentation</vt:lpstr>
      <vt:lpstr>Storytelling  Templates</vt:lpstr>
      <vt:lpstr>Compelling headline should highlight the customer outcome</vt:lpstr>
      <vt:lpstr>Compelling headline should highlight the customer outcome</vt:lpstr>
      <vt:lpstr>Compelling headline should highlight the customer outcome</vt:lpstr>
      <vt:lpstr>Compelling headline should highlight the customer outcome</vt:lpstr>
      <vt:lpstr>At a glance</vt:lpstr>
      <vt:lpstr>Short headline.  Two lines only.</vt:lpstr>
      <vt:lpstr>Single Page Response Overview</vt:lpstr>
      <vt:lpstr>SPRO template title. Should not exceed two lines.</vt:lpstr>
      <vt:lpstr>Re-Envisioning Retail  Recycling Program for Differentiation</vt:lpstr>
      <vt:lpstr>Digital Transformation</vt:lpstr>
      <vt:lpstr>About Slalom</vt:lpstr>
      <vt:lpstr>About Slalom</vt:lpstr>
      <vt:lpstr>About Slalom</vt:lpstr>
      <vt:lpstr>About Slalom</vt:lpstr>
      <vt:lpstr>PowerPoint Presentation</vt:lpstr>
      <vt:lpstr>Let’s  connect</vt:lpstr>
      <vt:lpstr>Thank you</vt:lpstr>
      <vt:lpstr>Thank you</vt:lpstr>
      <vt:lpstr>Thank you</vt:lpstr>
      <vt:lpstr>Thank you</vt:lpstr>
      <vt:lpstr>Thank you</vt:lpstr>
      <vt:lpstr>PowerPoint Presentation</vt:lpstr>
      <vt:lpstr>Copyright</vt:lpstr>
      <vt:lpstr> Visual design system</vt:lpstr>
      <vt:lpstr>Grid</vt:lpstr>
      <vt:lpstr>Theme colors (i.e., our brand colors)</vt:lpstr>
      <vt:lpstr>Approved text color combos </vt:lpstr>
      <vt:lpstr>Graphic elements</vt:lpstr>
      <vt:lpstr>Style sheet</vt:lpstr>
      <vt:lpstr>Brand fonts</vt:lpstr>
      <vt:lpstr>Typography</vt:lpstr>
      <vt:lpstr>Using the icon library </vt:lpstr>
      <vt:lpstr>Illustrations</vt:lpstr>
      <vt:lpstr>Using icon layouts</vt:lpstr>
      <vt:lpstr>Device library – Apple </vt:lpstr>
      <vt:lpstr>Device library – Android/Windows </vt:lpstr>
      <vt:lpstr>Partner logo lockups </vt:lpstr>
      <vt:lpstr>Partner logo lockups </vt:lpstr>
      <vt:lpstr>Partner logo lockups </vt:lpstr>
      <vt:lpstr>Additional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 Nayak</dc:creator>
  <cp:lastModifiedBy>Ravi Nayak</cp:lastModifiedBy>
  <cp:revision>5</cp:revision>
  <dcterms:created xsi:type="dcterms:W3CDTF">2024-10-17T21:41:57Z</dcterms:created>
  <dcterms:modified xsi:type="dcterms:W3CDTF">2025-11-10T22:29:56Z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0x0101008BFB3D78EAB7B349A2DE60DA8AE76919</vt:lpwstr>
  </property>
  <property fmtid="{D5CDD505-2E9C-101B-9397-08002B2CF9AE}" pid="3" name="MediaServiceImageTags">
    <vt:lpwstr/>
  </property>
  <property fmtid="{D5CDD505-2E9C-101B-9397-08002B2CF9AE}" pid="4" name="NXPowerLiteLastOptimized">
    <vt:lpwstr>16611353</vt:lpwstr>
  </property>
  <property fmtid="{D5CDD505-2E9C-101B-9397-08002B2CF9AE}" pid="5" name="NXPowerLiteSettings">
    <vt:lpwstr>E700052003A000</vt:lpwstr>
  </property>
  <property fmtid="{D5CDD505-2E9C-101B-9397-08002B2CF9AE}" pid="6" name="NXPowerLiteVersion">
    <vt:lpwstr>D9.1.2</vt:lpwstr>
  </property>
</Properties>
</file>